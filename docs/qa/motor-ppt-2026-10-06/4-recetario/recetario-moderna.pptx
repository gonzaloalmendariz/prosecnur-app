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1" r:id="rId243"/>
    <p:sldId id="492" r:id="rId244"/>
    <p:sldId id="261" r:id="rId13"/>
    <p:sldId id="435" r:id="rId187"/>
    <p:sldId id="436" r:id="rId188"/>
    <p:sldId id="260" r:id="rId12"/>
    <p:sldId id="259" r:id="rId11"/>
    <p:sldId id="262" r:id="rId14"/>
    <p:sldId id="441" r:id="rId193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3" r:id="rId245"/>
    <p:sldId id="267" r:id="rId19"/>
    <p:sldId id="437" r:id="rId189"/>
    <p:sldId id="438" r:id="rId190"/>
    <p:sldId id="268" r:id="rId20"/>
    <p:sldId id="439" r:id="rId191"/>
    <p:sldId id="440" r:id="rId192"/>
    <p:sldId id="269" r:id="rId21"/>
    <p:sldId id="494" r:id="rId246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95" r:id="rId247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96" r:id="rId248"/>
    <p:sldId id="431" r:id="rId183"/>
    <p:sldId id="432" r:id="rId184"/>
    <p:sldId id="433" r:id="rId185"/>
    <p:sldId id="434" r:id="rId186"/>
    <p:sldId id="527" r:id="rId279"/>
    <p:sldId id="497" r:id="rId249"/>
    <p:sldId id="498" r:id="rId250"/>
    <p:sldId id="314" r:id="rId66"/>
    <p:sldId id="315" r:id="rId67"/>
    <p:sldId id="316" r:id="rId68"/>
    <p:sldId id="317" r:id="rId69"/>
    <p:sldId id="318" r:id="rId70"/>
    <p:sldId id="319" r:id="rId71"/>
    <p:sldId id="443" r:id="rId195"/>
    <p:sldId id="499" r:id="rId251"/>
    <p:sldId id="366" r:id="rId118"/>
    <p:sldId id="381" r:id="rId133"/>
    <p:sldId id="500" r:id="rId252"/>
    <p:sldId id="442" r:id="rId194"/>
    <p:sldId id="320" r:id="rId72"/>
    <p:sldId id="321" r:id="rId73"/>
    <p:sldId id="322" r:id="rId74"/>
    <p:sldId id="375" r:id="rId127"/>
    <p:sldId id="501" r:id="rId253"/>
    <p:sldId id="323" r:id="rId75"/>
    <p:sldId id="324" r:id="rId76"/>
    <p:sldId id="325" r:id="rId77"/>
    <p:sldId id="326" r:id="rId78"/>
    <p:sldId id="502" r:id="rId254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3" r:id="rId255"/>
    <p:sldId id="444" r:id="rId196"/>
    <p:sldId id="334" r:id="rId86"/>
    <p:sldId id="335" r:id="rId87"/>
    <p:sldId id="336" r:id="rId88"/>
    <p:sldId id="504" r:id="rId256"/>
    <p:sldId id="337" r:id="rId89"/>
    <p:sldId id="341" r:id="rId93"/>
    <p:sldId id="342" r:id="rId94"/>
    <p:sldId id="343" r:id="rId95"/>
    <p:sldId id="505" r:id="rId257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506" r:id="rId258"/>
    <p:sldId id="507" r:id="rId259"/>
    <p:sldId id="445" r:id="rId197"/>
    <p:sldId id="446" r:id="rId198"/>
    <p:sldId id="508" r:id="rId260"/>
    <p:sldId id="447" r:id="rId199"/>
    <p:sldId id="372" r:id="rId124"/>
    <p:sldId id="448" r:id="rId200"/>
    <p:sldId id="374" r:id="rId126"/>
    <p:sldId id="449" r:id="rId201"/>
    <p:sldId id="292" r:id="rId44"/>
    <p:sldId id="450" r:id="rId202"/>
    <p:sldId id="293" r:id="rId45"/>
    <p:sldId id="451" r:id="rId203"/>
    <p:sldId id="469" r:id="rId221"/>
    <p:sldId id="509" r:id="rId261"/>
    <p:sldId id="452" r:id="rId204"/>
    <p:sldId id="290" r:id="rId42"/>
    <p:sldId id="302" r:id="rId54"/>
    <p:sldId id="453" r:id="rId205"/>
    <p:sldId id="291" r:id="rId43"/>
    <p:sldId id="454" r:id="rId206"/>
    <p:sldId id="294" r:id="rId46"/>
    <p:sldId id="455" r:id="rId207"/>
    <p:sldId id="295" r:id="rId47"/>
    <p:sldId id="456" r:id="rId208"/>
    <p:sldId id="296" r:id="rId48"/>
    <p:sldId id="457" r:id="rId209"/>
    <p:sldId id="297" r:id="rId49"/>
    <p:sldId id="510" r:id="rId262"/>
    <p:sldId id="458" r:id="rId210"/>
    <p:sldId id="298" r:id="rId50"/>
    <p:sldId id="459" r:id="rId211"/>
    <p:sldId id="299" r:id="rId51"/>
    <p:sldId id="371" r:id="rId123"/>
    <p:sldId id="460" r:id="rId212"/>
    <p:sldId id="300" r:id="rId52"/>
    <p:sldId id="461" r:id="rId213"/>
    <p:sldId id="470" r:id="rId222"/>
    <p:sldId id="462" r:id="rId214"/>
    <p:sldId id="303" r:id="rId55"/>
    <p:sldId id="463" r:id="rId215"/>
    <p:sldId id="304" r:id="rId56"/>
    <p:sldId id="464" r:id="rId216"/>
    <p:sldId id="301" r:id="rId53"/>
    <p:sldId id="465" r:id="rId217"/>
    <p:sldId id="311" r:id="rId63"/>
    <p:sldId id="466" r:id="rId218"/>
    <p:sldId id="312" r:id="rId64"/>
    <p:sldId id="511" r:id="rId263"/>
    <p:sldId id="467" r:id="rId219"/>
    <p:sldId id="310" r:id="rId62"/>
    <p:sldId id="468" r:id="rId220"/>
    <p:sldId id="313" r:id="rId65"/>
    <p:sldId id="471" r:id="rId223"/>
    <p:sldId id="307" r:id="rId59"/>
    <p:sldId id="308" r:id="rId60"/>
    <p:sldId id="309" r:id="rId61"/>
    <p:sldId id="512" r:id="rId264"/>
    <p:sldId id="472" r:id="rId224"/>
    <p:sldId id="473" r:id="rId225"/>
    <p:sldId id="474" r:id="rId226"/>
    <p:sldId id="475" r:id="rId227"/>
    <p:sldId id="476" r:id="rId228"/>
    <p:sldId id="477" r:id="rId229"/>
    <p:sldId id="513" r:id="rId265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514" r:id="rId266"/>
    <p:sldId id="367" r:id="rId119"/>
    <p:sldId id="368" r:id="rId120"/>
    <p:sldId id="369" r:id="rId121"/>
    <p:sldId id="370" r:id="rId122"/>
    <p:sldId id="373" r:id="rId125"/>
    <p:sldId id="376" r:id="rId128"/>
    <p:sldId id="377" r:id="rId129"/>
    <p:sldId id="378" r:id="rId130"/>
    <p:sldId id="379" r:id="rId131"/>
    <p:sldId id="380" r:id="rId132"/>
    <p:sldId id="515" r:id="rId267"/>
    <p:sldId id="516" r:id="rId268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8" r:id="rId230"/>
    <p:sldId id="479" r:id="rId231"/>
    <p:sldId id="517" r:id="rId269"/>
    <p:sldId id="480" r:id="rId232"/>
    <p:sldId id="382" r:id="rId134"/>
    <p:sldId id="383" r:id="rId135"/>
    <p:sldId id="387" r:id="rId139"/>
    <p:sldId id="518" r:id="rId270"/>
    <p:sldId id="338" r:id="rId90"/>
    <p:sldId id="339" r:id="rId91"/>
    <p:sldId id="340" r:id="rId92"/>
    <p:sldId id="384" r:id="rId136"/>
    <p:sldId id="519" r:id="rId271"/>
    <p:sldId id="385" r:id="rId137"/>
    <p:sldId id="481" r:id="rId233"/>
    <p:sldId id="482" r:id="rId234"/>
    <p:sldId id="520" r:id="rId272"/>
    <p:sldId id="386" r:id="rId138"/>
    <p:sldId id="483" r:id="rId235"/>
    <p:sldId id="484" r:id="rId236"/>
    <p:sldId id="521" r:id="rId273"/>
    <p:sldId id="485" r:id="rId237"/>
    <p:sldId id="486" r:id="rId238"/>
    <p:sldId id="487" r:id="rId239"/>
    <p:sldId id="522" r:id="rId274"/>
    <p:sldId id="488" r:id="rId240"/>
    <p:sldId id="489" r:id="rId241"/>
    <p:sldId id="490" r:id="rId242"/>
    <p:sldId id="523" r:id="rId275"/>
    <p:sldId id="524" r:id="rId276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525" r:id="rId277"/>
    <p:sldId id="395" r:id="rId147"/>
    <p:sldId id="396" r:id="rId148"/>
    <p:sldId id="397" r:id="rId149"/>
    <p:sldId id="398" r:id="rId150"/>
    <p:sldId id="526" r:id="rId278"/>
    <p:sldId id="399" r:id="rId151"/>
    <p:sldId id="400" r:id="rId152"/>
    <p:sldId id="401" r:id="rId153"/>
    <p:sldId id="402" r:id="rId15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669280" cy="4224528"/>
            <a:chOff x="452628" y="1508760"/>
            <a:chExt cx="5669280" cy="4224528"/>
          </a:xfrm>
        </p:grpSpPr>
        <p:sp>
          <p:nvSpPr>
            <p:cNvPr id="6" name="pg3"/>
            <p:cNvSpPr/>
            <p:nvPr/>
          </p:nvSpPr>
          <p:spPr>
            <a:xfrm>
              <a:off x="2525026" y="3041681"/>
              <a:ext cx="1891237" cy="833164"/>
            </a:xfrm>
            <a:custGeom>
              <a:avLst/>
              <a:pathLst>
                <a:path w="1891237" h="833164">
                  <a:moveTo>
                    <a:pt x="1430202" y="32525"/>
                  </a:moveTo>
                  <a:lnTo>
                    <a:pt x="1432398" y="35669"/>
                  </a:lnTo>
                  <a:lnTo>
                    <a:pt x="1436001" y="35849"/>
                  </a:lnTo>
                  <a:lnTo>
                    <a:pt x="1445490" y="30548"/>
                  </a:lnTo>
                  <a:lnTo>
                    <a:pt x="1455683" y="25786"/>
                  </a:lnTo>
                  <a:lnTo>
                    <a:pt x="1455946" y="25876"/>
                  </a:lnTo>
                  <a:lnTo>
                    <a:pt x="1459285" y="26684"/>
                  </a:lnTo>
                  <a:lnTo>
                    <a:pt x="1459988" y="26595"/>
                  </a:lnTo>
                  <a:lnTo>
                    <a:pt x="1462624" y="31446"/>
                  </a:lnTo>
                  <a:lnTo>
                    <a:pt x="1465875" y="33513"/>
                  </a:lnTo>
                  <a:lnTo>
                    <a:pt x="1487403" y="40791"/>
                  </a:lnTo>
                  <a:lnTo>
                    <a:pt x="1496541" y="43935"/>
                  </a:lnTo>
                  <a:lnTo>
                    <a:pt x="1498210" y="44474"/>
                  </a:lnTo>
                  <a:lnTo>
                    <a:pt x="1510951" y="49776"/>
                  </a:lnTo>
                  <a:lnTo>
                    <a:pt x="1533445" y="58131"/>
                  </a:lnTo>
                  <a:lnTo>
                    <a:pt x="1541265" y="63073"/>
                  </a:lnTo>
                  <a:lnTo>
                    <a:pt x="1548470" y="69003"/>
                  </a:lnTo>
                  <a:lnTo>
                    <a:pt x="1553302" y="74214"/>
                  </a:lnTo>
                  <a:lnTo>
                    <a:pt x="1558047" y="77179"/>
                  </a:lnTo>
                  <a:lnTo>
                    <a:pt x="1566922" y="79336"/>
                  </a:lnTo>
                  <a:lnTo>
                    <a:pt x="1572809" y="79695"/>
                  </a:lnTo>
                  <a:lnTo>
                    <a:pt x="1592315" y="81133"/>
                  </a:lnTo>
                  <a:lnTo>
                    <a:pt x="1611470" y="87692"/>
                  </a:lnTo>
                  <a:lnTo>
                    <a:pt x="1623332" y="90567"/>
                  </a:lnTo>
                  <a:lnTo>
                    <a:pt x="1636863" y="88590"/>
                  </a:lnTo>
                  <a:lnTo>
                    <a:pt x="1649340" y="80414"/>
                  </a:lnTo>
                  <a:lnTo>
                    <a:pt x="1663751" y="70261"/>
                  </a:lnTo>
                  <a:lnTo>
                    <a:pt x="1682378" y="60108"/>
                  </a:lnTo>
                  <a:lnTo>
                    <a:pt x="1695295" y="55436"/>
                  </a:lnTo>
                  <a:lnTo>
                    <a:pt x="1710408" y="57952"/>
                  </a:lnTo>
                  <a:lnTo>
                    <a:pt x="1711286" y="58131"/>
                  </a:lnTo>
                  <a:lnTo>
                    <a:pt x="1723148" y="70620"/>
                  </a:lnTo>
                  <a:lnTo>
                    <a:pt x="1733780" y="81762"/>
                  </a:lnTo>
                  <a:lnTo>
                    <a:pt x="1751793" y="96497"/>
                  </a:lnTo>
                  <a:lnTo>
                    <a:pt x="1763655" y="96227"/>
                  </a:lnTo>
                  <a:lnTo>
                    <a:pt x="1777450" y="96227"/>
                  </a:lnTo>
                  <a:lnTo>
                    <a:pt x="1787379" y="96766"/>
                  </a:lnTo>
                  <a:lnTo>
                    <a:pt x="1793793" y="97126"/>
                  </a:lnTo>
                  <a:lnTo>
                    <a:pt x="1812421" y="100450"/>
                  </a:lnTo>
                  <a:lnTo>
                    <a:pt x="1824019" y="100450"/>
                  </a:lnTo>
                  <a:lnTo>
                    <a:pt x="1834914" y="104763"/>
                  </a:lnTo>
                  <a:lnTo>
                    <a:pt x="1846425" y="112310"/>
                  </a:lnTo>
                  <a:lnTo>
                    <a:pt x="1858990" y="122463"/>
                  </a:lnTo>
                  <a:lnTo>
                    <a:pt x="1869270" y="133963"/>
                  </a:lnTo>
                  <a:lnTo>
                    <a:pt x="1876299" y="152293"/>
                  </a:lnTo>
                  <a:lnTo>
                    <a:pt x="1878584" y="169723"/>
                  </a:lnTo>
                  <a:lnTo>
                    <a:pt x="1878848" y="179876"/>
                  </a:lnTo>
                  <a:lnTo>
                    <a:pt x="1882099" y="204225"/>
                  </a:lnTo>
                  <a:lnTo>
                    <a:pt x="1882714" y="233066"/>
                  </a:lnTo>
                  <a:lnTo>
                    <a:pt x="1887546" y="245196"/>
                  </a:lnTo>
                  <a:lnTo>
                    <a:pt x="1891061" y="260650"/>
                  </a:lnTo>
                  <a:lnTo>
                    <a:pt x="1891237" y="278080"/>
                  </a:lnTo>
                  <a:lnTo>
                    <a:pt x="1874191" y="293444"/>
                  </a:lnTo>
                  <a:lnTo>
                    <a:pt x="1858463" y="303687"/>
                  </a:lnTo>
                  <a:lnTo>
                    <a:pt x="1842119" y="308629"/>
                  </a:lnTo>
                  <a:lnTo>
                    <a:pt x="1825776" y="313481"/>
                  </a:lnTo>
                  <a:lnTo>
                    <a:pt x="1807500" y="320399"/>
                  </a:lnTo>
                  <a:lnTo>
                    <a:pt x="1789487" y="335853"/>
                  </a:lnTo>
                  <a:lnTo>
                    <a:pt x="1783161" y="340884"/>
                  </a:lnTo>
                  <a:lnTo>
                    <a:pt x="1767345" y="353553"/>
                  </a:lnTo>
                  <a:lnTo>
                    <a:pt x="1749332" y="367390"/>
                  </a:lnTo>
                  <a:lnTo>
                    <a:pt x="1725257" y="385090"/>
                  </a:lnTo>
                  <a:lnTo>
                    <a:pt x="1712077" y="395872"/>
                  </a:lnTo>
                  <a:lnTo>
                    <a:pt x="1694152" y="411325"/>
                  </a:lnTo>
                  <a:lnTo>
                    <a:pt x="1676140" y="420220"/>
                  </a:lnTo>
                  <a:lnTo>
                    <a:pt x="1653997" y="433338"/>
                  </a:lnTo>
                  <a:lnTo>
                    <a:pt x="1636951" y="443312"/>
                  </a:lnTo>
                  <a:lnTo>
                    <a:pt x="1625089" y="446816"/>
                  </a:lnTo>
                  <a:lnTo>
                    <a:pt x="1611294" y="454363"/>
                  </a:lnTo>
                  <a:lnTo>
                    <a:pt x="1600750" y="465863"/>
                  </a:lnTo>
                  <a:lnTo>
                    <a:pt x="1588185" y="473051"/>
                  </a:lnTo>
                  <a:lnTo>
                    <a:pt x="1570876" y="473051"/>
                  </a:lnTo>
                  <a:lnTo>
                    <a:pt x="1555763" y="476645"/>
                  </a:lnTo>
                  <a:lnTo>
                    <a:pt x="1540035" y="489763"/>
                  </a:lnTo>
                  <a:lnTo>
                    <a:pt x="1523955" y="496053"/>
                  </a:lnTo>
                  <a:lnTo>
                    <a:pt x="1508578" y="490482"/>
                  </a:lnTo>
                  <a:lnTo>
                    <a:pt x="1492850" y="483923"/>
                  </a:lnTo>
                  <a:lnTo>
                    <a:pt x="1473871" y="469098"/>
                  </a:lnTo>
                  <a:lnTo>
                    <a:pt x="1459813" y="450410"/>
                  </a:lnTo>
                  <a:lnTo>
                    <a:pt x="1445666" y="437292"/>
                  </a:lnTo>
                  <a:lnTo>
                    <a:pt x="1425105" y="429744"/>
                  </a:lnTo>
                  <a:lnTo>
                    <a:pt x="1388201" y="425162"/>
                  </a:lnTo>
                  <a:lnTo>
                    <a:pt x="1371155" y="424443"/>
                  </a:lnTo>
                  <a:lnTo>
                    <a:pt x="1355076" y="419232"/>
                  </a:lnTo>
                  <a:lnTo>
                    <a:pt x="1344532" y="418244"/>
                  </a:lnTo>
                  <a:lnTo>
                    <a:pt x="1313691" y="413662"/>
                  </a:lnTo>
                  <a:lnTo>
                    <a:pt x="1284519" y="407732"/>
                  </a:lnTo>
                  <a:lnTo>
                    <a:pt x="1115200" y="502522"/>
                  </a:lnTo>
                  <a:lnTo>
                    <a:pt x="957480" y="602523"/>
                  </a:lnTo>
                  <a:lnTo>
                    <a:pt x="933141" y="598480"/>
                  </a:lnTo>
                  <a:lnTo>
                    <a:pt x="893865" y="598390"/>
                  </a:lnTo>
                  <a:lnTo>
                    <a:pt x="883936" y="601175"/>
                  </a:lnTo>
                  <a:lnTo>
                    <a:pt x="881651" y="600726"/>
                  </a:lnTo>
                  <a:lnTo>
                    <a:pt x="879103" y="600726"/>
                  </a:lnTo>
                  <a:lnTo>
                    <a:pt x="876028" y="601175"/>
                  </a:lnTo>
                  <a:lnTo>
                    <a:pt x="873128" y="601535"/>
                  </a:lnTo>
                  <a:lnTo>
                    <a:pt x="869702" y="602523"/>
                  </a:lnTo>
                  <a:lnTo>
                    <a:pt x="865308" y="604050"/>
                  </a:lnTo>
                  <a:lnTo>
                    <a:pt x="861881" y="605668"/>
                  </a:lnTo>
                  <a:lnTo>
                    <a:pt x="859509" y="607195"/>
                  </a:lnTo>
                  <a:lnTo>
                    <a:pt x="856258" y="608453"/>
                  </a:lnTo>
                  <a:lnTo>
                    <a:pt x="855028" y="608902"/>
                  </a:lnTo>
                  <a:lnTo>
                    <a:pt x="852216" y="611148"/>
                  </a:lnTo>
                  <a:lnTo>
                    <a:pt x="848701" y="613035"/>
                  </a:lnTo>
                  <a:lnTo>
                    <a:pt x="846417" y="613305"/>
                  </a:lnTo>
                  <a:lnTo>
                    <a:pt x="843078" y="611957"/>
                  </a:lnTo>
                  <a:lnTo>
                    <a:pt x="842551" y="611777"/>
                  </a:lnTo>
                  <a:lnTo>
                    <a:pt x="839739" y="609980"/>
                  </a:lnTo>
                  <a:lnTo>
                    <a:pt x="837367" y="609172"/>
                  </a:lnTo>
                  <a:lnTo>
                    <a:pt x="835609" y="607285"/>
                  </a:lnTo>
                  <a:lnTo>
                    <a:pt x="834028" y="604679"/>
                  </a:lnTo>
                  <a:lnTo>
                    <a:pt x="830777" y="603152"/>
                  </a:lnTo>
                  <a:lnTo>
                    <a:pt x="824275" y="602703"/>
                  </a:lnTo>
                  <a:lnTo>
                    <a:pt x="819969" y="604230"/>
                  </a:lnTo>
                  <a:lnTo>
                    <a:pt x="815576" y="604949"/>
                  </a:lnTo>
                  <a:lnTo>
                    <a:pt x="812940" y="605218"/>
                  </a:lnTo>
                  <a:lnTo>
                    <a:pt x="810128" y="605488"/>
                  </a:lnTo>
                  <a:lnTo>
                    <a:pt x="805032" y="604320"/>
                  </a:lnTo>
                  <a:lnTo>
                    <a:pt x="802220" y="604050"/>
                  </a:lnTo>
                  <a:lnTo>
                    <a:pt x="798881" y="604949"/>
                  </a:lnTo>
                  <a:lnTo>
                    <a:pt x="791940" y="604140"/>
                  </a:lnTo>
                  <a:lnTo>
                    <a:pt x="785877" y="604050"/>
                  </a:lnTo>
                  <a:lnTo>
                    <a:pt x="783329" y="604500"/>
                  </a:lnTo>
                  <a:lnTo>
                    <a:pt x="778584" y="606207"/>
                  </a:lnTo>
                  <a:lnTo>
                    <a:pt x="774894" y="607554"/>
                  </a:lnTo>
                  <a:lnTo>
                    <a:pt x="771203" y="607195"/>
                  </a:lnTo>
                  <a:lnTo>
                    <a:pt x="764613" y="607015"/>
                  </a:lnTo>
                  <a:lnTo>
                    <a:pt x="762944" y="606746"/>
                  </a:lnTo>
                  <a:lnTo>
                    <a:pt x="758726" y="606297"/>
                  </a:lnTo>
                  <a:lnTo>
                    <a:pt x="754684" y="604859"/>
                  </a:lnTo>
                  <a:lnTo>
                    <a:pt x="751697" y="605039"/>
                  </a:lnTo>
                  <a:lnTo>
                    <a:pt x="748358" y="605039"/>
                  </a:lnTo>
                  <a:lnTo>
                    <a:pt x="745195" y="604949"/>
                  </a:lnTo>
                  <a:lnTo>
                    <a:pt x="741241" y="604949"/>
                  </a:lnTo>
                  <a:lnTo>
                    <a:pt x="737726" y="605488"/>
                  </a:lnTo>
                  <a:lnTo>
                    <a:pt x="731927" y="607734"/>
                  </a:lnTo>
                  <a:lnTo>
                    <a:pt x="722350" y="609172"/>
                  </a:lnTo>
                  <a:lnTo>
                    <a:pt x="719626" y="611508"/>
                  </a:lnTo>
                  <a:lnTo>
                    <a:pt x="717780" y="614023"/>
                  </a:lnTo>
                  <a:lnTo>
                    <a:pt x="714090" y="616360"/>
                  </a:lnTo>
                  <a:lnTo>
                    <a:pt x="710927" y="618336"/>
                  </a:lnTo>
                  <a:lnTo>
                    <a:pt x="708291" y="621032"/>
                  </a:lnTo>
                  <a:lnTo>
                    <a:pt x="704073" y="624086"/>
                  </a:lnTo>
                  <a:lnTo>
                    <a:pt x="700822" y="626243"/>
                  </a:lnTo>
                  <a:lnTo>
                    <a:pt x="697571" y="630376"/>
                  </a:lnTo>
                  <a:lnTo>
                    <a:pt x="696780" y="633431"/>
                  </a:lnTo>
                  <a:lnTo>
                    <a:pt x="696165" y="636126"/>
                  </a:lnTo>
                  <a:lnTo>
                    <a:pt x="695023" y="639720"/>
                  </a:lnTo>
                  <a:lnTo>
                    <a:pt x="691421" y="644841"/>
                  </a:lnTo>
                  <a:lnTo>
                    <a:pt x="688697" y="647447"/>
                  </a:lnTo>
                  <a:lnTo>
                    <a:pt x="682282" y="651311"/>
                  </a:lnTo>
                  <a:lnTo>
                    <a:pt x="680086" y="653108"/>
                  </a:lnTo>
                  <a:lnTo>
                    <a:pt x="678680" y="657330"/>
                  </a:lnTo>
                  <a:lnTo>
                    <a:pt x="677010" y="661733"/>
                  </a:lnTo>
                  <a:lnTo>
                    <a:pt x="675165" y="663620"/>
                  </a:lnTo>
                  <a:lnTo>
                    <a:pt x="673056" y="663171"/>
                  </a:lnTo>
                  <a:lnTo>
                    <a:pt x="669805" y="662901"/>
                  </a:lnTo>
                  <a:lnTo>
                    <a:pt x="661370" y="662362"/>
                  </a:lnTo>
                  <a:lnTo>
                    <a:pt x="653550" y="660745"/>
                  </a:lnTo>
                  <a:lnTo>
                    <a:pt x="649333" y="658139"/>
                  </a:lnTo>
                  <a:lnTo>
                    <a:pt x="647048" y="656252"/>
                  </a:lnTo>
                  <a:lnTo>
                    <a:pt x="640897" y="655983"/>
                  </a:lnTo>
                  <a:lnTo>
                    <a:pt x="631935" y="658588"/>
                  </a:lnTo>
                  <a:lnTo>
                    <a:pt x="628596" y="657780"/>
                  </a:lnTo>
                  <a:lnTo>
                    <a:pt x="625696" y="657061"/>
                  </a:lnTo>
                  <a:lnTo>
                    <a:pt x="620600" y="655713"/>
                  </a:lnTo>
                  <a:lnTo>
                    <a:pt x="610583" y="649154"/>
                  </a:lnTo>
                  <a:lnTo>
                    <a:pt x="607947" y="647267"/>
                  </a:lnTo>
                  <a:lnTo>
                    <a:pt x="603730" y="644213"/>
                  </a:lnTo>
                  <a:lnTo>
                    <a:pt x="590726" y="637743"/>
                  </a:lnTo>
                  <a:lnTo>
                    <a:pt x="578249" y="636935"/>
                  </a:lnTo>
                  <a:lnTo>
                    <a:pt x="568320" y="639540"/>
                  </a:lnTo>
                  <a:lnTo>
                    <a:pt x="562520" y="643224"/>
                  </a:lnTo>
                  <a:lnTo>
                    <a:pt x="560675" y="643044"/>
                  </a:lnTo>
                  <a:lnTo>
                    <a:pt x="559357" y="642775"/>
                  </a:lnTo>
                  <a:lnTo>
                    <a:pt x="557161" y="642685"/>
                  </a:lnTo>
                  <a:lnTo>
                    <a:pt x="554612" y="643494"/>
                  </a:lnTo>
                  <a:lnTo>
                    <a:pt x="552679" y="644302"/>
                  </a:lnTo>
                  <a:lnTo>
                    <a:pt x="551274" y="644572"/>
                  </a:lnTo>
                  <a:lnTo>
                    <a:pt x="550219" y="643943"/>
                  </a:lnTo>
                  <a:lnTo>
                    <a:pt x="548989" y="644033"/>
                  </a:lnTo>
                  <a:lnTo>
                    <a:pt x="546704" y="644392"/>
                  </a:lnTo>
                  <a:lnTo>
                    <a:pt x="546089" y="644392"/>
                  </a:lnTo>
                  <a:lnTo>
                    <a:pt x="544596" y="644302"/>
                  </a:lnTo>
                  <a:lnTo>
                    <a:pt x="542223" y="645021"/>
                  </a:lnTo>
                  <a:lnTo>
                    <a:pt x="515600" y="652568"/>
                  </a:lnTo>
                  <a:lnTo>
                    <a:pt x="509801" y="649963"/>
                  </a:lnTo>
                  <a:lnTo>
                    <a:pt x="509361" y="648615"/>
                  </a:lnTo>
                  <a:lnTo>
                    <a:pt x="508483" y="645470"/>
                  </a:lnTo>
                  <a:lnTo>
                    <a:pt x="502068" y="634060"/>
                  </a:lnTo>
                  <a:lnTo>
                    <a:pt x="501278" y="632532"/>
                  </a:lnTo>
                  <a:lnTo>
                    <a:pt x="499344" y="628759"/>
                  </a:lnTo>
                  <a:lnTo>
                    <a:pt x="498905" y="627950"/>
                  </a:lnTo>
                  <a:lnTo>
                    <a:pt x="498729" y="627680"/>
                  </a:lnTo>
                  <a:lnTo>
                    <a:pt x="495039" y="621301"/>
                  </a:lnTo>
                  <a:lnTo>
                    <a:pt x="491437" y="614922"/>
                  </a:lnTo>
                  <a:lnTo>
                    <a:pt x="490646" y="613664"/>
                  </a:lnTo>
                  <a:lnTo>
                    <a:pt x="484407" y="602882"/>
                  </a:lnTo>
                  <a:lnTo>
                    <a:pt x="483704" y="601714"/>
                  </a:lnTo>
                  <a:lnTo>
                    <a:pt x="482826" y="600097"/>
                  </a:lnTo>
                  <a:lnTo>
                    <a:pt x="477114" y="590303"/>
                  </a:lnTo>
                  <a:lnTo>
                    <a:pt x="475796" y="588057"/>
                  </a:lnTo>
                  <a:lnTo>
                    <a:pt x="474830" y="586440"/>
                  </a:lnTo>
                  <a:lnTo>
                    <a:pt x="474478" y="585811"/>
                  </a:lnTo>
                  <a:lnTo>
                    <a:pt x="471051" y="579881"/>
                  </a:lnTo>
                  <a:lnTo>
                    <a:pt x="470788" y="579522"/>
                  </a:lnTo>
                  <a:lnTo>
                    <a:pt x="470524" y="579612"/>
                  </a:lnTo>
                  <a:lnTo>
                    <a:pt x="454533" y="588057"/>
                  </a:lnTo>
                  <a:lnTo>
                    <a:pt x="443901" y="593628"/>
                  </a:lnTo>
                  <a:lnTo>
                    <a:pt x="436696" y="597491"/>
                  </a:lnTo>
                  <a:lnTo>
                    <a:pt x="435026" y="598300"/>
                  </a:lnTo>
                  <a:lnTo>
                    <a:pt x="424219" y="604050"/>
                  </a:lnTo>
                  <a:lnTo>
                    <a:pt x="418332" y="607105"/>
                  </a:lnTo>
                  <a:lnTo>
                    <a:pt x="417541" y="607554"/>
                  </a:lnTo>
                  <a:lnTo>
                    <a:pt x="411214" y="610340"/>
                  </a:lnTo>
                  <a:lnTo>
                    <a:pt x="407963" y="611867"/>
                  </a:lnTo>
                  <a:lnTo>
                    <a:pt x="402779" y="614203"/>
                  </a:lnTo>
                  <a:lnTo>
                    <a:pt x="398650" y="616000"/>
                  </a:lnTo>
                  <a:lnTo>
                    <a:pt x="393817" y="618156"/>
                  </a:lnTo>
                  <a:lnTo>
                    <a:pt x="388369" y="620672"/>
                  </a:lnTo>
                  <a:lnTo>
                    <a:pt x="378616" y="621750"/>
                  </a:lnTo>
                  <a:lnTo>
                    <a:pt x="364030" y="623278"/>
                  </a:lnTo>
                  <a:lnTo>
                    <a:pt x="361921" y="623547"/>
                  </a:lnTo>
                  <a:lnTo>
                    <a:pt x="347160" y="625165"/>
                  </a:lnTo>
                  <a:lnTo>
                    <a:pt x="345402" y="625794"/>
                  </a:lnTo>
                  <a:lnTo>
                    <a:pt x="343030" y="626602"/>
                  </a:lnTo>
                  <a:lnTo>
                    <a:pt x="338549" y="628220"/>
                  </a:lnTo>
                  <a:lnTo>
                    <a:pt x="327038" y="632353"/>
                  </a:lnTo>
                  <a:lnTo>
                    <a:pt x="323787" y="633790"/>
                  </a:lnTo>
                  <a:lnTo>
                    <a:pt x="323612" y="633880"/>
                  </a:lnTo>
                  <a:lnTo>
                    <a:pt x="300854" y="643763"/>
                  </a:lnTo>
                  <a:lnTo>
                    <a:pt x="298218" y="644931"/>
                  </a:lnTo>
                  <a:lnTo>
                    <a:pt x="297603" y="645201"/>
                  </a:lnTo>
                  <a:lnTo>
                    <a:pt x="291013" y="647806"/>
                  </a:lnTo>
                  <a:lnTo>
                    <a:pt x="286180" y="649693"/>
                  </a:lnTo>
                  <a:lnTo>
                    <a:pt x="270716" y="655713"/>
                  </a:lnTo>
                  <a:lnTo>
                    <a:pt x="265620" y="657690"/>
                  </a:lnTo>
                  <a:lnTo>
                    <a:pt x="263072" y="659666"/>
                  </a:lnTo>
                  <a:lnTo>
                    <a:pt x="252440" y="668112"/>
                  </a:lnTo>
                  <a:lnTo>
                    <a:pt x="247344" y="670898"/>
                  </a:lnTo>
                  <a:lnTo>
                    <a:pt x="244092" y="672335"/>
                  </a:lnTo>
                  <a:lnTo>
                    <a:pt x="241105" y="671886"/>
                  </a:lnTo>
                  <a:lnTo>
                    <a:pt x="238996" y="671437"/>
                  </a:lnTo>
                  <a:lnTo>
                    <a:pt x="236184" y="670538"/>
                  </a:lnTo>
                  <a:lnTo>
                    <a:pt x="233461" y="669999"/>
                  </a:lnTo>
                  <a:lnTo>
                    <a:pt x="231264" y="678535"/>
                  </a:lnTo>
                  <a:lnTo>
                    <a:pt x="231176" y="678894"/>
                  </a:lnTo>
                  <a:lnTo>
                    <a:pt x="228277" y="687609"/>
                  </a:lnTo>
                  <a:lnTo>
                    <a:pt x="225728" y="693719"/>
                  </a:lnTo>
                  <a:lnTo>
                    <a:pt x="225201" y="694977"/>
                  </a:lnTo>
                  <a:lnTo>
                    <a:pt x="225113" y="695336"/>
                  </a:lnTo>
                  <a:lnTo>
                    <a:pt x="222565" y="701356"/>
                  </a:lnTo>
                  <a:lnTo>
                    <a:pt x="217293" y="714294"/>
                  </a:lnTo>
                  <a:lnTo>
                    <a:pt x="215009" y="719685"/>
                  </a:lnTo>
                  <a:lnTo>
                    <a:pt x="213603" y="723189"/>
                  </a:lnTo>
                  <a:lnTo>
                    <a:pt x="213427" y="723549"/>
                  </a:lnTo>
                  <a:lnTo>
                    <a:pt x="211143" y="729209"/>
                  </a:lnTo>
                  <a:lnTo>
                    <a:pt x="205607" y="742776"/>
                  </a:lnTo>
                  <a:lnTo>
                    <a:pt x="204904" y="744663"/>
                  </a:lnTo>
                  <a:lnTo>
                    <a:pt x="201565" y="752749"/>
                  </a:lnTo>
                  <a:lnTo>
                    <a:pt x="200335" y="755894"/>
                  </a:lnTo>
                  <a:lnTo>
                    <a:pt x="194975" y="768742"/>
                  </a:lnTo>
                  <a:lnTo>
                    <a:pt x="193569" y="771977"/>
                  </a:lnTo>
                  <a:lnTo>
                    <a:pt x="193394" y="772606"/>
                  </a:lnTo>
                  <a:lnTo>
                    <a:pt x="192339" y="774493"/>
                  </a:lnTo>
                  <a:lnTo>
                    <a:pt x="190318" y="777817"/>
                  </a:lnTo>
                  <a:lnTo>
                    <a:pt x="188649" y="780602"/>
                  </a:lnTo>
                  <a:lnTo>
                    <a:pt x="186628" y="783927"/>
                  </a:lnTo>
                  <a:lnTo>
                    <a:pt x="184080" y="787431"/>
                  </a:lnTo>
                  <a:lnTo>
                    <a:pt x="181444" y="790665"/>
                  </a:lnTo>
                  <a:lnTo>
                    <a:pt x="179159" y="793181"/>
                  </a:lnTo>
                  <a:lnTo>
                    <a:pt x="177490" y="795068"/>
                  </a:lnTo>
                  <a:lnTo>
                    <a:pt x="176172" y="796326"/>
                  </a:lnTo>
                  <a:lnTo>
                    <a:pt x="172569" y="799830"/>
                  </a:lnTo>
                  <a:lnTo>
                    <a:pt x="168615" y="803604"/>
                  </a:lnTo>
                  <a:lnTo>
                    <a:pt x="168176" y="803963"/>
                  </a:lnTo>
                  <a:lnTo>
                    <a:pt x="166419" y="805580"/>
                  </a:lnTo>
                  <a:lnTo>
                    <a:pt x="163870" y="808186"/>
                  </a:lnTo>
                  <a:lnTo>
                    <a:pt x="163607" y="808366"/>
                  </a:lnTo>
                  <a:lnTo>
                    <a:pt x="163167" y="808815"/>
                  </a:lnTo>
                  <a:lnTo>
                    <a:pt x="161762" y="810163"/>
                  </a:lnTo>
                  <a:lnTo>
                    <a:pt x="158247" y="813487"/>
                  </a:lnTo>
                  <a:lnTo>
                    <a:pt x="154908" y="816811"/>
                  </a:lnTo>
                  <a:lnTo>
                    <a:pt x="154205" y="817530"/>
                  </a:lnTo>
                  <a:lnTo>
                    <a:pt x="152184" y="819507"/>
                  </a:lnTo>
                  <a:lnTo>
                    <a:pt x="151393" y="820315"/>
                  </a:lnTo>
                  <a:lnTo>
                    <a:pt x="149109" y="822562"/>
                  </a:lnTo>
                  <a:lnTo>
                    <a:pt x="148757" y="822921"/>
                  </a:lnTo>
                  <a:lnTo>
                    <a:pt x="147879" y="823640"/>
                  </a:lnTo>
                  <a:lnTo>
                    <a:pt x="146297" y="825257"/>
                  </a:lnTo>
                  <a:lnTo>
                    <a:pt x="143310" y="828492"/>
                  </a:lnTo>
                  <a:lnTo>
                    <a:pt x="142080" y="829929"/>
                  </a:lnTo>
                  <a:lnTo>
                    <a:pt x="141201" y="831277"/>
                  </a:lnTo>
                  <a:lnTo>
                    <a:pt x="140937" y="831816"/>
                  </a:lnTo>
                  <a:lnTo>
                    <a:pt x="140586" y="832445"/>
                  </a:lnTo>
                  <a:lnTo>
                    <a:pt x="140410" y="832894"/>
                  </a:lnTo>
                  <a:lnTo>
                    <a:pt x="134787" y="833074"/>
                  </a:lnTo>
                  <a:lnTo>
                    <a:pt x="123891" y="833164"/>
                  </a:lnTo>
                  <a:lnTo>
                    <a:pt x="123100" y="828312"/>
                  </a:lnTo>
                  <a:lnTo>
                    <a:pt x="122310" y="824538"/>
                  </a:lnTo>
                  <a:lnTo>
                    <a:pt x="121870" y="823101"/>
                  </a:lnTo>
                  <a:lnTo>
                    <a:pt x="121167" y="821843"/>
                  </a:lnTo>
                  <a:lnTo>
                    <a:pt x="119586" y="819597"/>
                  </a:lnTo>
                  <a:lnTo>
                    <a:pt x="115807" y="814655"/>
                  </a:lnTo>
                  <a:lnTo>
                    <a:pt x="112820" y="810702"/>
                  </a:lnTo>
                  <a:lnTo>
                    <a:pt x="110975" y="808366"/>
                  </a:lnTo>
                  <a:lnTo>
                    <a:pt x="110272" y="807467"/>
                  </a:lnTo>
                  <a:lnTo>
                    <a:pt x="104473" y="800010"/>
                  </a:lnTo>
                  <a:lnTo>
                    <a:pt x="102540" y="797404"/>
                  </a:lnTo>
                  <a:lnTo>
                    <a:pt x="96565" y="789587"/>
                  </a:lnTo>
                  <a:lnTo>
                    <a:pt x="95774" y="788599"/>
                  </a:lnTo>
                  <a:lnTo>
                    <a:pt x="94895" y="787341"/>
                  </a:lnTo>
                  <a:lnTo>
                    <a:pt x="73192" y="758769"/>
                  </a:lnTo>
                  <a:lnTo>
                    <a:pt x="64142" y="747179"/>
                  </a:lnTo>
                  <a:lnTo>
                    <a:pt x="63878" y="746819"/>
                  </a:lnTo>
                  <a:lnTo>
                    <a:pt x="63703" y="746460"/>
                  </a:lnTo>
                  <a:lnTo>
                    <a:pt x="62385" y="743405"/>
                  </a:lnTo>
                  <a:lnTo>
                    <a:pt x="63703" y="742057"/>
                  </a:lnTo>
                  <a:lnTo>
                    <a:pt x="62560" y="740440"/>
                  </a:lnTo>
                  <a:lnTo>
                    <a:pt x="62209" y="739182"/>
                  </a:lnTo>
                  <a:lnTo>
                    <a:pt x="62121" y="738374"/>
                  </a:lnTo>
                  <a:lnTo>
                    <a:pt x="62473" y="736127"/>
                  </a:lnTo>
                  <a:lnTo>
                    <a:pt x="62736" y="735229"/>
                  </a:lnTo>
                  <a:lnTo>
                    <a:pt x="63263" y="734061"/>
                  </a:lnTo>
                  <a:lnTo>
                    <a:pt x="63966" y="733073"/>
                  </a:lnTo>
                  <a:lnTo>
                    <a:pt x="64757" y="732354"/>
                  </a:lnTo>
                  <a:lnTo>
                    <a:pt x="65899" y="731905"/>
                  </a:lnTo>
                  <a:lnTo>
                    <a:pt x="68008" y="731276"/>
                  </a:lnTo>
                  <a:lnTo>
                    <a:pt x="71523" y="730826"/>
                  </a:lnTo>
                  <a:lnTo>
                    <a:pt x="74950" y="730467"/>
                  </a:lnTo>
                  <a:lnTo>
                    <a:pt x="75828" y="730557"/>
                  </a:lnTo>
                  <a:lnTo>
                    <a:pt x="76004" y="730467"/>
                  </a:lnTo>
                  <a:lnTo>
                    <a:pt x="76268" y="730467"/>
                  </a:lnTo>
                  <a:lnTo>
                    <a:pt x="79694" y="730647"/>
                  </a:lnTo>
                  <a:lnTo>
                    <a:pt x="79870" y="730647"/>
                  </a:lnTo>
                  <a:lnTo>
                    <a:pt x="80309" y="730647"/>
                  </a:lnTo>
                  <a:lnTo>
                    <a:pt x="85406" y="730826"/>
                  </a:lnTo>
                  <a:lnTo>
                    <a:pt x="89535" y="730916"/>
                  </a:lnTo>
                  <a:lnTo>
                    <a:pt x="90063" y="730916"/>
                  </a:lnTo>
                  <a:lnTo>
                    <a:pt x="91468" y="730377"/>
                  </a:lnTo>
                  <a:lnTo>
                    <a:pt x="90678" y="729838"/>
                  </a:lnTo>
                  <a:lnTo>
                    <a:pt x="89448" y="728940"/>
                  </a:lnTo>
                  <a:lnTo>
                    <a:pt x="89272" y="728760"/>
                  </a:lnTo>
                  <a:lnTo>
                    <a:pt x="89096" y="728670"/>
                  </a:lnTo>
                  <a:lnTo>
                    <a:pt x="88745" y="728131"/>
                  </a:lnTo>
                  <a:lnTo>
                    <a:pt x="87163" y="726334"/>
                  </a:lnTo>
                  <a:lnTo>
                    <a:pt x="85054" y="722201"/>
                  </a:lnTo>
                  <a:lnTo>
                    <a:pt x="83209" y="717169"/>
                  </a:lnTo>
                  <a:lnTo>
                    <a:pt x="81452" y="712587"/>
                  </a:lnTo>
                  <a:lnTo>
                    <a:pt x="81276" y="712228"/>
                  </a:lnTo>
                  <a:lnTo>
                    <a:pt x="80749" y="710700"/>
                  </a:lnTo>
                  <a:lnTo>
                    <a:pt x="80749" y="709173"/>
                  </a:lnTo>
                  <a:lnTo>
                    <a:pt x="80837" y="707556"/>
                  </a:lnTo>
                  <a:lnTo>
                    <a:pt x="81100" y="706477"/>
                  </a:lnTo>
                  <a:lnTo>
                    <a:pt x="81979" y="702434"/>
                  </a:lnTo>
                  <a:lnTo>
                    <a:pt x="82155" y="701716"/>
                  </a:lnTo>
                  <a:lnTo>
                    <a:pt x="84088" y="693539"/>
                  </a:lnTo>
                  <a:lnTo>
                    <a:pt x="86021" y="685453"/>
                  </a:lnTo>
                  <a:lnTo>
                    <a:pt x="86899" y="681500"/>
                  </a:lnTo>
                  <a:lnTo>
                    <a:pt x="87075" y="680871"/>
                  </a:lnTo>
                  <a:lnTo>
                    <a:pt x="88920" y="673054"/>
                  </a:lnTo>
                  <a:lnTo>
                    <a:pt x="91644" y="661463"/>
                  </a:lnTo>
                  <a:lnTo>
                    <a:pt x="95598" y="644841"/>
                  </a:lnTo>
                  <a:lnTo>
                    <a:pt x="94017" y="645021"/>
                  </a:lnTo>
                  <a:lnTo>
                    <a:pt x="93489" y="645111"/>
                  </a:lnTo>
                  <a:lnTo>
                    <a:pt x="90414" y="645560"/>
                  </a:lnTo>
                  <a:lnTo>
                    <a:pt x="86460" y="645920"/>
                  </a:lnTo>
                  <a:lnTo>
                    <a:pt x="85142" y="645920"/>
                  </a:lnTo>
                  <a:lnTo>
                    <a:pt x="76004" y="646279"/>
                  </a:lnTo>
                  <a:lnTo>
                    <a:pt x="66251" y="646728"/>
                  </a:lnTo>
                  <a:lnTo>
                    <a:pt x="62209" y="646638"/>
                  </a:lnTo>
                  <a:lnTo>
                    <a:pt x="53247" y="645650"/>
                  </a:lnTo>
                  <a:lnTo>
                    <a:pt x="35585" y="643853"/>
                  </a:lnTo>
                  <a:lnTo>
                    <a:pt x="31983" y="643494"/>
                  </a:lnTo>
                  <a:lnTo>
                    <a:pt x="14058" y="642236"/>
                  </a:lnTo>
                  <a:lnTo>
                    <a:pt x="9401" y="642146"/>
                  </a:lnTo>
                  <a:lnTo>
                    <a:pt x="8962" y="642056"/>
                  </a:lnTo>
                  <a:lnTo>
                    <a:pt x="8698" y="642056"/>
                  </a:lnTo>
                  <a:lnTo>
                    <a:pt x="8171" y="642056"/>
                  </a:lnTo>
                  <a:lnTo>
                    <a:pt x="3251" y="641517"/>
                  </a:lnTo>
                  <a:lnTo>
                    <a:pt x="0" y="641248"/>
                  </a:lnTo>
                  <a:lnTo>
                    <a:pt x="87" y="640888"/>
                  </a:lnTo>
                  <a:lnTo>
                    <a:pt x="702" y="634599"/>
                  </a:lnTo>
                  <a:lnTo>
                    <a:pt x="790" y="634060"/>
                  </a:lnTo>
                  <a:lnTo>
                    <a:pt x="1142" y="630645"/>
                  </a:lnTo>
                  <a:lnTo>
                    <a:pt x="1142" y="630376"/>
                  </a:lnTo>
                  <a:lnTo>
                    <a:pt x="1757" y="624626"/>
                  </a:lnTo>
                  <a:lnTo>
                    <a:pt x="1757" y="624266"/>
                  </a:lnTo>
                  <a:lnTo>
                    <a:pt x="2284" y="619504"/>
                  </a:lnTo>
                  <a:lnTo>
                    <a:pt x="2548" y="616360"/>
                  </a:lnTo>
                  <a:lnTo>
                    <a:pt x="2635" y="615731"/>
                  </a:lnTo>
                  <a:lnTo>
                    <a:pt x="3426" y="615910"/>
                  </a:lnTo>
                  <a:lnTo>
                    <a:pt x="3778" y="616000"/>
                  </a:lnTo>
                  <a:lnTo>
                    <a:pt x="5096" y="616180"/>
                  </a:lnTo>
                  <a:lnTo>
                    <a:pt x="6677" y="615910"/>
                  </a:lnTo>
                  <a:lnTo>
                    <a:pt x="6853" y="615731"/>
                  </a:lnTo>
                  <a:lnTo>
                    <a:pt x="7029" y="615551"/>
                  </a:lnTo>
                  <a:lnTo>
                    <a:pt x="7380" y="615102"/>
                  </a:lnTo>
                  <a:lnTo>
                    <a:pt x="7468" y="614742"/>
                  </a:lnTo>
                  <a:lnTo>
                    <a:pt x="7556" y="614563"/>
                  </a:lnTo>
                  <a:lnTo>
                    <a:pt x="7556" y="614023"/>
                  </a:lnTo>
                  <a:lnTo>
                    <a:pt x="7556" y="613754"/>
                  </a:lnTo>
                  <a:lnTo>
                    <a:pt x="7556" y="613574"/>
                  </a:lnTo>
                  <a:lnTo>
                    <a:pt x="7556" y="613215"/>
                  </a:lnTo>
                  <a:lnTo>
                    <a:pt x="7644" y="612406"/>
                  </a:lnTo>
                  <a:lnTo>
                    <a:pt x="7907" y="611598"/>
                  </a:lnTo>
                  <a:lnTo>
                    <a:pt x="8435" y="610519"/>
                  </a:lnTo>
                  <a:lnTo>
                    <a:pt x="9138" y="608992"/>
                  </a:lnTo>
                  <a:lnTo>
                    <a:pt x="9489" y="608453"/>
                  </a:lnTo>
                  <a:lnTo>
                    <a:pt x="10280" y="606925"/>
                  </a:lnTo>
                  <a:lnTo>
                    <a:pt x="11510" y="605398"/>
                  </a:lnTo>
                  <a:lnTo>
                    <a:pt x="13531" y="603332"/>
                  </a:lnTo>
                  <a:lnTo>
                    <a:pt x="13970" y="602882"/>
                  </a:lnTo>
                  <a:lnTo>
                    <a:pt x="14322" y="602523"/>
                  </a:lnTo>
                  <a:lnTo>
                    <a:pt x="16167" y="600816"/>
                  </a:lnTo>
                  <a:lnTo>
                    <a:pt x="18012" y="599738"/>
                  </a:lnTo>
                  <a:lnTo>
                    <a:pt x="18188" y="599558"/>
                  </a:lnTo>
                  <a:lnTo>
                    <a:pt x="19857" y="599378"/>
                  </a:lnTo>
                  <a:lnTo>
                    <a:pt x="20912" y="599198"/>
                  </a:lnTo>
                  <a:lnTo>
                    <a:pt x="23372" y="598570"/>
                  </a:lnTo>
                  <a:lnTo>
                    <a:pt x="23636" y="598480"/>
                  </a:lnTo>
                  <a:lnTo>
                    <a:pt x="25217" y="597851"/>
                  </a:lnTo>
                  <a:lnTo>
                    <a:pt x="25481" y="597491"/>
                  </a:lnTo>
                  <a:lnTo>
                    <a:pt x="25832" y="597222"/>
                  </a:lnTo>
                  <a:lnTo>
                    <a:pt x="25920" y="597042"/>
                  </a:lnTo>
                  <a:lnTo>
                    <a:pt x="26008" y="596773"/>
                  </a:lnTo>
                  <a:lnTo>
                    <a:pt x="26359" y="595515"/>
                  </a:lnTo>
                  <a:lnTo>
                    <a:pt x="26535" y="594526"/>
                  </a:lnTo>
                  <a:lnTo>
                    <a:pt x="26623" y="594167"/>
                  </a:lnTo>
                  <a:lnTo>
                    <a:pt x="26799" y="593718"/>
                  </a:lnTo>
                  <a:lnTo>
                    <a:pt x="26974" y="593179"/>
                  </a:lnTo>
                  <a:lnTo>
                    <a:pt x="27326" y="592370"/>
                  </a:lnTo>
                  <a:lnTo>
                    <a:pt x="27414" y="592011"/>
                  </a:lnTo>
                  <a:lnTo>
                    <a:pt x="27765" y="591472"/>
                  </a:lnTo>
                  <a:lnTo>
                    <a:pt x="28117" y="590843"/>
                  </a:lnTo>
                  <a:lnTo>
                    <a:pt x="28292" y="590303"/>
                  </a:lnTo>
                  <a:lnTo>
                    <a:pt x="28380" y="589675"/>
                  </a:lnTo>
                  <a:lnTo>
                    <a:pt x="28468" y="589495"/>
                  </a:lnTo>
                  <a:lnTo>
                    <a:pt x="28556" y="589315"/>
                  </a:lnTo>
                  <a:lnTo>
                    <a:pt x="28732" y="588596"/>
                  </a:lnTo>
                  <a:lnTo>
                    <a:pt x="28908" y="588417"/>
                  </a:lnTo>
                  <a:lnTo>
                    <a:pt x="29171" y="587967"/>
                  </a:lnTo>
                  <a:lnTo>
                    <a:pt x="29435" y="587698"/>
                  </a:lnTo>
                  <a:lnTo>
                    <a:pt x="29962" y="587249"/>
                  </a:lnTo>
                  <a:lnTo>
                    <a:pt x="30928" y="586889"/>
                  </a:lnTo>
                  <a:lnTo>
                    <a:pt x="32071" y="586620"/>
                  </a:lnTo>
                  <a:lnTo>
                    <a:pt x="32862" y="585901"/>
                  </a:lnTo>
                  <a:lnTo>
                    <a:pt x="35498" y="581498"/>
                  </a:lnTo>
                  <a:lnTo>
                    <a:pt x="36113" y="581139"/>
                  </a:lnTo>
                  <a:lnTo>
                    <a:pt x="40418" y="578084"/>
                  </a:lnTo>
                  <a:lnTo>
                    <a:pt x="48414" y="576916"/>
                  </a:lnTo>
                  <a:lnTo>
                    <a:pt x="58870" y="578533"/>
                  </a:lnTo>
                  <a:lnTo>
                    <a:pt x="68711" y="584913"/>
                  </a:lnTo>
                  <a:lnTo>
                    <a:pt x="81188" y="596952"/>
                  </a:lnTo>
                  <a:lnTo>
                    <a:pt x="90150" y="601894"/>
                  </a:lnTo>
                  <a:lnTo>
                    <a:pt x="96828" y="604500"/>
                  </a:lnTo>
                  <a:lnTo>
                    <a:pt x="105879" y="605668"/>
                  </a:lnTo>
                  <a:lnTo>
                    <a:pt x="117565" y="605668"/>
                  </a:lnTo>
                  <a:lnTo>
                    <a:pt x="129163" y="606297"/>
                  </a:lnTo>
                  <a:lnTo>
                    <a:pt x="133996" y="607375"/>
                  </a:lnTo>
                  <a:lnTo>
                    <a:pt x="136192" y="608633"/>
                  </a:lnTo>
                  <a:lnTo>
                    <a:pt x="136720" y="609172"/>
                  </a:lnTo>
                  <a:lnTo>
                    <a:pt x="137950" y="609531"/>
                  </a:lnTo>
                  <a:lnTo>
                    <a:pt x="138213" y="609980"/>
                  </a:lnTo>
                  <a:lnTo>
                    <a:pt x="138389" y="610250"/>
                  </a:lnTo>
                  <a:lnTo>
                    <a:pt x="138653" y="611957"/>
                  </a:lnTo>
                  <a:lnTo>
                    <a:pt x="138741" y="612137"/>
                  </a:lnTo>
                  <a:lnTo>
                    <a:pt x="138741" y="612406"/>
                  </a:lnTo>
                  <a:lnTo>
                    <a:pt x="138038" y="612676"/>
                  </a:lnTo>
                  <a:lnTo>
                    <a:pt x="137159" y="613035"/>
                  </a:lnTo>
                  <a:lnTo>
                    <a:pt x="137686" y="615102"/>
                  </a:lnTo>
                  <a:lnTo>
                    <a:pt x="138038" y="616270"/>
                  </a:lnTo>
                  <a:lnTo>
                    <a:pt x="137862" y="616809"/>
                  </a:lnTo>
                  <a:lnTo>
                    <a:pt x="137774" y="617528"/>
                  </a:lnTo>
                  <a:lnTo>
                    <a:pt x="137862" y="618336"/>
                  </a:lnTo>
                  <a:lnTo>
                    <a:pt x="137950" y="619325"/>
                  </a:lnTo>
                  <a:lnTo>
                    <a:pt x="137950" y="620672"/>
                  </a:lnTo>
                  <a:lnTo>
                    <a:pt x="137862" y="620942"/>
                  </a:lnTo>
                  <a:lnTo>
                    <a:pt x="137598" y="621481"/>
                  </a:lnTo>
                  <a:lnTo>
                    <a:pt x="137071" y="622200"/>
                  </a:lnTo>
                  <a:lnTo>
                    <a:pt x="136983" y="622559"/>
                  </a:lnTo>
                  <a:lnTo>
                    <a:pt x="136983" y="623278"/>
                  </a:lnTo>
                  <a:lnTo>
                    <a:pt x="136895" y="623637"/>
                  </a:lnTo>
                  <a:lnTo>
                    <a:pt x="136720" y="624266"/>
                  </a:lnTo>
                  <a:lnTo>
                    <a:pt x="136544" y="624985"/>
                  </a:lnTo>
                  <a:lnTo>
                    <a:pt x="136456" y="625883"/>
                  </a:lnTo>
                  <a:lnTo>
                    <a:pt x="136544" y="626602"/>
                  </a:lnTo>
                  <a:lnTo>
                    <a:pt x="136632" y="627051"/>
                  </a:lnTo>
                  <a:lnTo>
                    <a:pt x="136632" y="627411"/>
                  </a:lnTo>
                  <a:lnTo>
                    <a:pt x="136544" y="627860"/>
                  </a:lnTo>
                  <a:lnTo>
                    <a:pt x="136456" y="628309"/>
                  </a:lnTo>
                  <a:lnTo>
                    <a:pt x="136456" y="628579"/>
                  </a:lnTo>
                  <a:lnTo>
                    <a:pt x="136368" y="629028"/>
                  </a:lnTo>
                  <a:lnTo>
                    <a:pt x="136632" y="629118"/>
                  </a:lnTo>
                  <a:lnTo>
                    <a:pt x="136895" y="629388"/>
                  </a:lnTo>
                  <a:lnTo>
                    <a:pt x="137159" y="629567"/>
                  </a:lnTo>
                  <a:lnTo>
                    <a:pt x="137598" y="629837"/>
                  </a:lnTo>
                  <a:lnTo>
                    <a:pt x="137774" y="630016"/>
                  </a:lnTo>
                  <a:lnTo>
                    <a:pt x="138038" y="630466"/>
                  </a:lnTo>
                  <a:lnTo>
                    <a:pt x="138916" y="631274"/>
                  </a:lnTo>
                  <a:lnTo>
                    <a:pt x="139619" y="631903"/>
                  </a:lnTo>
                  <a:lnTo>
                    <a:pt x="140059" y="632263"/>
                  </a:lnTo>
                  <a:lnTo>
                    <a:pt x="140322" y="632622"/>
                  </a:lnTo>
                  <a:lnTo>
                    <a:pt x="140937" y="633071"/>
                  </a:lnTo>
                  <a:lnTo>
                    <a:pt x="141113" y="633161"/>
                  </a:lnTo>
                  <a:lnTo>
                    <a:pt x="141377" y="633251"/>
                  </a:lnTo>
                  <a:lnTo>
                    <a:pt x="141552" y="633431"/>
                  </a:lnTo>
                  <a:lnTo>
                    <a:pt x="141904" y="633521"/>
                  </a:lnTo>
                  <a:lnTo>
                    <a:pt x="142255" y="634060"/>
                  </a:lnTo>
                  <a:lnTo>
                    <a:pt x="142519" y="634509"/>
                  </a:lnTo>
                  <a:lnTo>
                    <a:pt x="142782" y="634778"/>
                  </a:lnTo>
                  <a:lnTo>
                    <a:pt x="142958" y="635228"/>
                  </a:lnTo>
                  <a:lnTo>
                    <a:pt x="143573" y="634958"/>
                  </a:lnTo>
                  <a:lnTo>
                    <a:pt x="143925" y="634778"/>
                  </a:lnTo>
                  <a:lnTo>
                    <a:pt x="145946" y="633521"/>
                  </a:lnTo>
                  <a:lnTo>
                    <a:pt x="146824" y="632981"/>
                  </a:lnTo>
                  <a:lnTo>
                    <a:pt x="158598" y="624626"/>
                  </a:lnTo>
                  <a:lnTo>
                    <a:pt x="173448" y="614473"/>
                  </a:lnTo>
                  <a:lnTo>
                    <a:pt x="195678" y="604589"/>
                  </a:lnTo>
                  <a:lnTo>
                    <a:pt x="217645" y="594257"/>
                  </a:lnTo>
                  <a:lnTo>
                    <a:pt x="227310" y="590214"/>
                  </a:lnTo>
                  <a:lnTo>
                    <a:pt x="235218" y="586710"/>
                  </a:lnTo>
                  <a:lnTo>
                    <a:pt x="237415" y="585631"/>
                  </a:lnTo>
                  <a:lnTo>
                    <a:pt x="239963" y="584553"/>
                  </a:lnTo>
                  <a:lnTo>
                    <a:pt x="255691" y="577545"/>
                  </a:lnTo>
                  <a:lnTo>
                    <a:pt x="257272" y="576826"/>
                  </a:lnTo>
                  <a:lnTo>
                    <a:pt x="262369" y="574490"/>
                  </a:lnTo>
                  <a:lnTo>
                    <a:pt x="262984" y="574221"/>
                  </a:lnTo>
                  <a:lnTo>
                    <a:pt x="268519" y="571795"/>
                  </a:lnTo>
                  <a:lnTo>
                    <a:pt x="292858" y="561193"/>
                  </a:lnTo>
                  <a:lnTo>
                    <a:pt x="293298" y="561013"/>
                  </a:lnTo>
                  <a:lnTo>
                    <a:pt x="310520" y="553555"/>
                  </a:lnTo>
                  <a:lnTo>
                    <a:pt x="313419" y="552298"/>
                  </a:lnTo>
                  <a:lnTo>
                    <a:pt x="316670" y="550950"/>
                  </a:lnTo>
                  <a:lnTo>
                    <a:pt x="324754" y="547356"/>
                  </a:lnTo>
                  <a:lnTo>
                    <a:pt x="325896" y="546907"/>
                  </a:lnTo>
                  <a:lnTo>
                    <a:pt x="351553" y="535676"/>
                  </a:lnTo>
                  <a:lnTo>
                    <a:pt x="359900" y="532082"/>
                  </a:lnTo>
                  <a:lnTo>
                    <a:pt x="367984" y="528488"/>
                  </a:lnTo>
                  <a:lnTo>
                    <a:pt x="369566" y="527859"/>
                  </a:lnTo>
                  <a:lnTo>
                    <a:pt x="372729" y="526511"/>
                  </a:lnTo>
                  <a:lnTo>
                    <a:pt x="402340" y="514382"/>
                  </a:lnTo>
                  <a:lnTo>
                    <a:pt x="406997" y="512405"/>
                  </a:lnTo>
                  <a:lnTo>
                    <a:pt x="434235" y="501354"/>
                  </a:lnTo>
                  <a:lnTo>
                    <a:pt x="470876" y="486349"/>
                  </a:lnTo>
                  <a:lnTo>
                    <a:pt x="471051" y="486259"/>
                  </a:lnTo>
                  <a:lnTo>
                    <a:pt x="484056" y="480958"/>
                  </a:lnTo>
                  <a:lnTo>
                    <a:pt x="486955" y="479790"/>
                  </a:lnTo>
                  <a:lnTo>
                    <a:pt x="496621" y="475837"/>
                  </a:lnTo>
                  <a:lnTo>
                    <a:pt x="506637" y="471704"/>
                  </a:lnTo>
                  <a:lnTo>
                    <a:pt x="509537" y="470536"/>
                  </a:lnTo>
                  <a:lnTo>
                    <a:pt x="514194" y="468649"/>
                  </a:lnTo>
                  <a:lnTo>
                    <a:pt x="527637" y="463168"/>
                  </a:lnTo>
                  <a:lnTo>
                    <a:pt x="529571" y="462359"/>
                  </a:lnTo>
                  <a:lnTo>
                    <a:pt x="515600" y="427498"/>
                  </a:lnTo>
                  <a:lnTo>
                    <a:pt x="514897" y="427947"/>
                  </a:lnTo>
                  <a:lnTo>
                    <a:pt x="514458" y="428217"/>
                  </a:lnTo>
                  <a:lnTo>
                    <a:pt x="510152" y="416267"/>
                  </a:lnTo>
                  <a:lnTo>
                    <a:pt x="506637" y="407552"/>
                  </a:lnTo>
                  <a:lnTo>
                    <a:pt x="504353" y="401712"/>
                  </a:lnTo>
                  <a:lnTo>
                    <a:pt x="499784" y="391020"/>
                  </a:lnTo>
                  <a:lnTo>
                    <a:pt x="497499" y="385539"/>
                  </a:lnTo>
                  <a:lnTo>
                    <a:pt x="493985" y="377453"/>
                  </a:lnTo>
                  <a:lnTo>
                    <a:pt x="491964" y="373230"/>
                  </a:lnTo>
                  <a:lnTo>
                    <a:pt x="490206" y="370804"/>
                  </a:lnTo>
                  <a:lnTo>
                    <a:pt x="488449" y="367210"/>
                  </a:lnTo>
                  <a:lnTo>
                    <a:pt x="485286" y="357866"/>
                  </a:lnTo>
                  <a:lnTo>
                    <a:pt x="483265" y="348971"/>
                  </a:lnTo>
                  <a:lnTo>
                    <a:pt x="482738" y="346724"/>
                  </a:lnTo>
                  <a:lnTo>
                    <a:pt x="485989" y="345826"/>
                  </a:lnTo>
                  <a:lnTo>
                    <a:pt x="488098" y="345197"/>
                  </a:lnTo>
                  <a:lnTo>
                    <a:pt x="486516" y="339087"/>
                  </a:lnTo>
                  <a:lnTo>
                    <a:pt x="485813" y="336392"/>
                  </a:lnTo>
                  <a:lnTo>
                    <a:pt x="485549" y="333247"/>
                  </a:lnTo>
                  <a:lnTo>
                    <a:pt x="485549" y="332888"/>
                  </a:lnTo>
                  <a:lnTo>
                    <a:pt x="485374" y="331720"/>
                  </a:lnTo>
                  <a:lnTo>
                    <a:pt x="485374" y="330462"/>
                  </a:lnTo>
                  <a:lnTo>
                    <a:pt x="485549" y="323094"/>
                  </a:lnTo>
                  <a:lnTo>
                    <a:pt x="485549" y="322915"/>
                  </a:lnTo>
                  <a:lnTo>
                    <a:pt x="479399" y="321657"/>
                  </a:lnTo>
                  <a:lnTo>
                    <a:pt x="478872" y="321567"/>
                  </a:lnTo>
                  <a:lnTo>
                    <a:pt x="477641" y="321208"/>
                  </a:lnTo>
                  <a:lnTo>
                    <a:pt x="477026" y="320399"/>
                  </a:lnTo>
                  <a:lnTo>
                    <a:pt x="475972" y="317344"/>
                  </a:lnTo>
                  <a:lnTo>
                    <a:pt x="475269" y="317075"/>
                  </a:lnTo>
                  <a:lnTo>
                    <a:pt x="464286" y="318692"/>
                  </a:lnTo>
                  <a:lnTo>
                    <a:pt x="449085" y="320938"/>
                  </a:lnTo>
                  <a:lnTo>
                    <a:pt x="440474" y="322286"/>
                  </a:lnTo>
                  <a:lnTo>
                    <a:pt x="438189" y="322735"/>
                  </a:lnTo>
                  <a:lnTo>
                    <a:pt x="437223" y="322915"/>
                  </a:lnTo>
                  <a:lnTo>
                    <a:pt x="425712" y="324712"/>
                  </a:lnTo>
                  <a:lnTo>
                    <a:pt x="425800" y="325071"/>
                  </a:lnTo>
                  <a:lnTo>
                    <a:pt x="417717" y="326509"/>
                  </a:lnTo>
                  <a:lnTo>
                    <a:pt x="417717" y="326059"/>
                  </a:lnTo>
                  <a:lnTo>
                    <a:pt x="416662" y="326239"/>
                  </a:lnTo>
                  <a:lnTo>
                    <a:pt x="375716" y="332888"/>
                  </a:lnTo>
                  <a:lnTo>
                    <a:pt x="375980" y="332349"/>
                  </a:lnTo>
                  <a:lnTo>
                    <a:pt x="376595" y="330821"/>
                  </a:lnTo>
                  <a:lnTo>
                    <a:pt x="377210" y="329563"/>
                  </a:lnTo>
                  <a:lnTo>
                    <a:pt x="377913" y="328306"/>
                  </a:lnTo>
                  <a:lnTo>
                    <a:pt x="378704" y="326868"/>
                  </a:lnTo>
                  <a:lnTo>
                    <a:pt x="379231" y="326059"/>
                  </a:lnTo>
                  <a:lnTo>
                    <a:pt x="380022" y="324352"/>
                  </a:lnTo>
                  <a:lnTo>
                    <a:pt x="381955" y="321567"/>
                  </a:lnTo>
                  <a:lnTo>
                    <a:pt x="382482" y="320938"/>
                  </a:lnTo>
                  <a:lnTo>
                    <a:pt x="384679" y="318243"/>
                  </a:lnTo>
                  <a:lnTo>
                    <a:pt x="385294" y="317793"/>
                  </a:lnTo>
                  <a:lnTo>
                    <a:pt x="385909" y="317075"/>
                  </a:lnTo>
                  <a:lnTo>
                    <a:pt x="386612" y="316266"/>
                  </a:lnTo>
                  <a:lnTo>
                    <a:pt x="387051" y="315727"/>
                  </a:lnTo>
                  <a:lnTo>
                    <a:pt x="387491" y="314918"/>
                  </a:lnTo>
                  <a:lnTo>
                    <a:pt x="389336" y="311414"/>
                  </a:lnTo>
                  <a:lnTo>
                    <a:pt x="390742" y="310695"/>
                  </a:lnTo>
                  <a:lnTo>
                    <a:pt x="391708" y="310246"/>
                  </a:lnTo>
                  <a:lnTo>
                    <a:pt x="393378" y="308090"/>
                  </a:lnTo>
                  <a:lnTo>
                    <a:pt x="394520" y="306832"/>
                  </a:lnTo>
                  <a:lnTo>
                    <a:pt x="395398" y="303238"/>
                  </a:lnTo>
                  <a:lnTo>
                    <a:pt x="395750" y="302429"/>
                  </a:lnTo>
                  <a:lnTo>
                    <a:pt x="396541" y="300632"/>
                  </a:lnTo>
                  <a:lnTo>
                    <a:pt x="397332" y="300003"/>
                  </a:lnTo>
                  <a:lnTo>
                    <a:pt x="398210" y="299374"/>
                  </a:lnTo>
                  <a:lnTo>
                    <a:pt x="398474" y="298386"/>
                  </a:lnTo>
                  <a:lnTo>
                    <a:pt x="398562" y="297757"/>
                  </a:lnTo>
                  <a:lnTo>
                    <a:pt x="398474" y="297128"/>
                  </a:lnTo>
                  <a:lnTo>
                    <a:pt x="398034" y="296320"/>
                  </a:lnTo>
                  <a:lnTo>
                    <a:pt x="397683" y="294972"/>
                  </a:lnTo>
                  <a:lnTo>
                    <a:pt x="398737" y="294073"/>
                  </a:lnTo>
                  <a:lnTo>
                    <a:pt x="399440" y="293444"/>
                  </a:lnTo>
                  <a:lnTo>
                    <a:pt x="400231" y="292815"/>
                  </a:lnTo>
                  <a:lnTo>
                    <a:pt x="400670" y="292186"/>
                  </a:lnTo>
                  <a:lnTo>
                    <a:pt x="401373" y="291917"/>
                  </a:lnTo>
                  <a:lnTo>
                    <a:pt x="401988" y="291647"/>
                  </a:lnTo>
                  <a:lnTo>
                    <a:pt x="402779" y="291378"/>
                  </a:lnTo>
                  <a:lnTo>
                    <a:pt x="404097" y="291108"/>
                  </a:lnTo>
                  <a:lnTo>
                    <a:pt x="404624" y="291198"/>
                  </a:lnTo>
                  <a:lnTo>
                    <a:pt x="405327" y="291198"/>
                  </a:lnTo>
                  <a:lnTo>
                    <a:pt x="406294" y="291198"/>
                  </a:lnTo>
                  <a:lnTo>
                    <a:pt x="406909" y="291108"/>
                  </a:lnTo>
                  <a:lnTo>
                    <a:pt x="407876" y="290749"/>
                  </a:lnTo>
                  <a:lnTo>
                    <a:pt x="408491" y="289132"/>
                  </a:lnTo>
                  <a:lnTo>
                    <a:pt x="411742" y="288593"/>
                  </a:lnTo>
                  <a:lnTo>
                    <a:pt x="413148" y="288233"/>
                  </a:lnTo>
                  <a:lnTo>
                    <a:pt x="416399" y="287335"/>
                  </a:lnTo>
                  <a:lnTo>
                    <a:pt x="419035" y="287245"/>
                  </a:lnTo>
                  <a:lnTo>
                    <a:pt x="420089" y="287784"/>
                  </a:lnTo>
                  <a:lnTo>
                    <a:pt x="421319" y="288593"/>
                  </a:lnTo>
                  <a:lnTo>
                    <a:pt x="423428" y="288952"/>
                  </a:lnTo>
                  <a:lnTo>
                    <a:pt x="425273" y="287964"/>
                  </a:lnTo>
                  <a:lnTo>
                    <a:pt x="427294" y="287065"/>
                  </a:lnTo>
                  <a:lnTo>
                    <a:pt x="428700" y="287784"/>
                  </a:lnTo>
                  <a:lnTo>
                    <a:pt x="429315" y="288413"/>
                  </a:lnTo>
                  <a:lnTo>
                    <a:pt x="430721" y="288323"/>
                  </a:lnTo>
                  <a:lnTo>
                    <a:pt x="432390" y="288233"/>
                  </a:lnTo>
                  <a:lnTo>
                    <a:pt x="433972" y="287694"/>
                  </a:lnTo>
                  <a:lnTo>
                    <a:pt x="436081" y="287425"/>
                  </a:lnTo>
                  <a:lnTo>
                    <a:pt x="438102" y="285897"/>
                  </a:lnTo>
                  <a:lnTo>
                    <a:pt x="440738" y="285178"/>
                  </a:lnTo>
                  <a:lnTo>
                    <a:pt x="443022" y="285178"/>
                  </a:lnTo>
                  <a:lnTo>
                    <a:pt x="446185" y="285448"/>
                  </a:lnTo>
                  <a:lnTo>
                    <a:pt x="447943" y="284909"/>
                  </a:lnTo>
                  <a:lnTo>
                    <a:pt x="449964" y="283292"/>
                  </a:lnTo>
                  <a:lnTo>
                    <a:pt x="450842" y="282752"/>
                  </a:lnTo>
                  <a:lnTo>
                    <a:pt x="451457" y="282483"/>
                  </a:lnTo>
                  <a:lnTo>
                    <a:pt x="452248" y="282123"/>
                  </a:lnTo>
                  <a:lnTo>
                    <a:pt x="452600" y="281944"/>
                  </a:lnTo>
                  <a:lnTo>
                    <a:pt x="453918" y="280866"/>
                  </a:lnTo>
                  <a:lnTo>
                    <a:pt x="454357" y="280506"/>
                  </a:lnTo>
                  <a:lnTo>
                    <a:pt x="454708" y="280327"/>
                  </a:lnTo>
                  <a:lnTo>
                    <a:pt x="455587" y="279877"/>
                  </a:lnTo>
                  <a:lnTo>
                    <a:pt x="456378" y="279518"/>
                  </a:lnTo>
                  <a:lnTo>
                    <a:pt x="456993" y="279518"/>
                  </a:lnTo>
                  <a:lnTo>
                    <a:pt x="457872" y="279338"/>
                  </a:lnTo>
                  <a:lnTo>
                    <a:pt x="458399" y="279158"/>
                  </a:lnTo>
                  <a:lnTo>
                    <a:pt x="458838" y="278979"/>
                  </a:lnTo>
                  <a:lnTo>
                    <a:pt x="459102" y="278889"/>
                  </a:lnTo>
                  <a:lnTo>
                    <a:pt x="459717" y="278799"/>
                  </a:lnTo>
                  <a:lnTo>
                    <a:pt x="461210" y="278440"/>
                  </a:lnTo>
                  <a:lnTo>
                    <a:pt x="462177" y="278260"/>
                  </a:lnTo>
                  <a:lnTo>
                    <a:pt x="462968" y="278170"/>
                  </a:lnTo>
                  <a:lnTo>
                    <a:pt x="463495" y="277990"/>
                  </a:lnTo>
                  <a:lnTo>
                    <a:pt x="464637" y="277901"/>
                  </a:lnTo>
                  <a:lnTo>
                    <a:pt x="465867" y="277721"/>
                  </a:lnTo>
                  <a:lnTo>
                    <a:pt x="467361" y="277721"/>
                  </a:lnTo>
                  <a:lnTo>
                    <a:pt x="469558" y="277631"/>
                  </a:lnTo>
                  <a:lnTo>
                    <a:pt x="474566" y="276193"/>
                  </a:lnTo>
                  <a:lnTo>
                    <a:pt x="476148" y="275475"/>
                  </a:lnTo>
                  <a:lnTo>
                    <a:pt x="477817" y="274936"/>
                  </a:lnTo>
                  <a:lnTo>
                    <a:pt x="478344" y="274936"/>
                  </a:lnTo>
                  <a:lnTo>
                    <a:pt x="479223" y="274846"/>
                  </a:lnTo>
                  <a:lnTo>
                    <a:pt x="480980" y="274486"/>
                  </a:lnTo>
                  <a:lnTo>
                    <a:pt x="482650" y="274397"/>
                  </a:lnTo>
                  <a:lnTo>
                    <a:pt x="483968" y="274756"/>
                  </a:lnTo>
                  <a:lnTo>
                    <a:pt x="485637" y="275025"/>
                  </a:lnTo>
                  <a:lnTo>
                    <a:pt x="486340" y="275025"/>
                  </a:lnTo>
                  <a:lnTo>
                    <a:pt x="487483" y="274936"/>
                  </a:lnTo>
                  <a:lnTo>
                    <a:pt x="488625" y="274486"/>
                  </a:lnTo>
                  <a:lnTo>
                    <a:pt x="489679" y="274037"/>
                  </a:lnTo>
                  <a:lnTo>
                    <a:pt x="490206" y="273678"/>
                  </a:lnTo>
                  <a:lnTo>
                    <a:pt x="491085" y="273228"/>
                  </a:lnTo>
                  <a:lnTo>
                    <a:pt x="492491" y="272959"/>
                  </a:lnTo>
                  <a:lnTo>
                    <a:pt x="497939" y="272689"/>
                  </a:lnTo>
                  <a:lnTo>
                    <a:pt x="498905" y="272869"/>
                  </a:lnTo>
                  <a:lnTo>
                    <a:pt x="500750" y="273588"/>
                  </a:lnTo>
                  <a:lnTo>
                    <a:pt x="501717" y="273857"/>
                  </a:lnTo>
                  <a:lnTo>
                    <a:pt x="502244" y="273947"/>
                  </a:lnTo>
                  <a:lnTo>
                    <a:pt x="503035" y="273947"/>
                  </a:lnTo>
                  <a:lnTo>
                    <a:pt x="504616" y="273678"/>
                  </a:lnTo>
                  <a:lnTo>
                    <a:pt x="505671" y="273139"/>
                  </a:lnTo>
                  <a:lnTo>
                    <a:pt x="507340" y="272420"/>
                  </a:lnTo>
                  <a:lnTo>
                    <a:pt x="507868" y="272420"/>
                  </a:lnTo>
                  <a:lnTo>
                    <a:pt x="508043" y="272420"/>
                  </a:lnTo>
                  <a:lnTo>
                    <a:pt x="508834" y="272779"/>
                  </a:lnTo>
                  <a:lnTo>
                    <a:pt x="509801" y="273318"/>
                  </a:lnTo>
                  <a:lnTo>
                    <a:pt x="510504" y="273768"/>
                  </a:lnTo>
                  <a:lnTo>
                    <a:pt x="511470" y="273857"/>
                  </a:lnTo>
                  <a:lnTo>
                    <a:pt x="512261" y="273857"/>
                  </a:lnTo>
                  <a:lnTo>
                    <a:pt x="513491" y="273318"/>
                  </a:lnTo>
                  <a:lnTo>
                    <a:pt x="513930" y="273049"/>
                  </a:lnTo>
                  <a:lnTo>
                    <a:pt x="515073" y="272240"/>
                  </a:lnTo>
                  <a:lnTo>
                    <a:pt x="517357" y="271971"/>
                  </a:lnTo>
                  <a:lnTo>
                    <a:pt x="520169" y="272420"/>
                  </a:lnTo>
                  <a:lnTo>
                    <a:pt x="521487" y="272150"/>
                  </a:lnTo>
                  <a:lnTo>
                    <a:pt x="523068" y="271881"/>
                  </a:lnTo>
                  <a:lnTo>
                    <a:pt x="524299" y="271881"/>
                  </a:lnTo>
                  <a:lnTo>
                    <a:pt x="525353" y="272150"/>
                  </a:lnTo>
                  <a:lnTo>
                    <a:pt x="527022" y="272420"/>
                  </a:lnTo>
                  <a:lnTo>
                    <a:pt x="527901" y="272689"/>
                  </a:lnTo>
                  <a:lnTo>
                    <a:pt x="529219" y="272869"/>
                  </a:lnTo>
                  <a:lnTo>
                    <a:pt x="530625" y="272779"/>
                  </a:lnTo>
                  <a:lnTo>
                    <a:pt x="532294" y="272779"/>
                  </a:lnTo>
                  <a:lnTo>
                    <a:pt x="532997" y="272869"/>
                  </a:lnTo>
                  <a:lnTo>
                    <a:pt x="533964" y="272959"/>
                  </a:lnTo>
                  <a:lnTo>
                    <a:pt x="534491" y="272959"/>
                  </a:lnTo>
                  <a:lnTo>
                    <a:pt x="535018" y="272869"/>
                  </a:lnTo>
                  <a:lnTo>
                    <a:pt x="535985" y="272779"/>
                  </a:lnTo>
                  <a:lnTo>
                    <a:pt x="538709" y="272869"/>
                  </a:lnTo>
                  <a:lnTo>
                    <a:pt x="539675" y="272869"/>
                  </a:lnTo>
                  <a:lnTo>
                    <a:pt x="540378" y="272959"/>
                  </a:lnTo>
                  <a:lnTo>
                    <a:pt x="540905" y="273228"/>
                  </a:lnTo>
                  <a:lnTo>
                    <a:pt x="541345" y="273498"/>
                  </a:lnTo>
                  <a:lnTo>
                    <a:pt x="541784" y="273768"/>
                  </a:lnTo>
                  <a:lnTo>
                    <a:pt x="542487" y="273857"/>
                  </a:lnTo>
                  <a:lnTo>
                    <a:pt x="544244" y="273857"/>
                  </a:lnTo>
                  <a:lnTo>
                    <a:pt x="545387" y="273857"/>
                  </a:lnTo>
                  <a:lnTo>
                    <a:pt x="546441" y="273588"/>
                  </a:lnTo>
                  <a:lnTo>
                    <a:pt x="547847" y="272779"/>
                  </a:lnTo>
                  <a:lnTo>
                    <a:pt x="548462" y="272240"/>
                  </a:lnTo>
                  <a:lnTo>
                    <a:pt x="548989" y="272060"/>
                  </a:lnTo>
                  <a:lnTo>
                    <a:pt x="551361" y="270713"/>
                  </a:lnTo>
                  <a:lnTo>
                    <a:pt x="554788" y="269904"/>
                  </a:lnTo>
                  <a:lnTo>
                    <a:pt x="554964" y="269994"/>
                  </a:lnTo>
                  <a:lnTo>
                    <a:pt x="556633" y="270084"/>
                  </a:lnTo>
                  <a:lnTo>
                    <a:pt x="570428" y="272420"/>
                  </a:lnTo>
                  <a:lnTo>
                    <a:pt x="583257" y="271701"/>
                  </a:lnTo>
                  <a:lnTo>
                    <a:pt x="595383" y="271611"/>
                  </a:lnTo>
                  <a:lnTo>
                    <a:pt x="602939" y="271701"/>
                  </a:lnTo>
                  <a:lnTo>
                    <a:pt x="609178" y="271611"/>
                  </a:lnTo>
                  <a:lnTo>
                    <a:pt x="622885" y="276104"/>
                  </a:lnTo>
                  <a:lnTo>
                    <a:pt x="634483" y="275654"/>
                  </a:lnTo>
                  <a:lnTo>
                    <a:pt x="643973" y="272510"/>
                  </a:lnTo>
                  <a:lnTo>
                    <a:pt x="647839" y="272240"/>
                  </a:lnTo>
                  <a:lnTo>
                    <a:pt x="658822" y="271162"/>
                  </a:lnTo>
                  <a:lnTo>
                    <a:pt x="659349" y="271252"/>
                  </a:lnTo>
                  <a:lnTo>
                    <a:pt x="664709" y="271611"/>
                  </a:lnTo>
                  <a:lnTo>
                    <a:pt x="670596" y="271881"/>
                  </a:lnTo>
                  <a:lnTo>
                    <a:pt x="676132" y="271701"/>
                  </a:lnTo>
                  <a:lnTo>
                    <a:pt x="683337" y="269994"/>
                  </a:lnTo>
                  <a:lnTo>
                    <a:pt x="686500" y="268826"/>
                  </a:lnTo>
                  <a:lnTo>
                    <a:pt x="697132" y="264603"/>
                  </a:lnTo>
                  <a:lnTo>
                    <a:pt x="702580" y="263705"/>
                  </a:lnTo>
                  <a:lnTo>
                    <a:pt x="706973" y="263615"/>
                  </a:lnTo>
                  <a:lnTo>
                    <a:pt x="718659" y="261548"/>
                  </a:lnTo>
                  <a:lnTo>
                    <a:pt x="727182" y="258943"/>
                  </a:lnTo>
                  <a:lnTo>
                    <a:pt x="735442" y="255888"/>
                  </a:lnTo>
                  <a:lnTo>
                    <a:pt x="743965" y="254630"/>
                  </a:lnTo>
                  <a:lnTo>
                    <a:pt x="746864" y="254270"/>
                  </a:lnTo>
                  <a:lnTo>
                    <a:pt x="751345" y="252114"/>
                  </a:lnTo>
                  <a:lnTo>
                    <a:pt x="756969" y="250407"/>
                  </a:lnTo>
                  <a:lnTo>
                    <a:pt x="757935" y="249778"/>
                  </a:lnTo>
                  <a:lnTo>
                    <a:pt x="758199" y="249598"/>
                  </a:lnTo>
                  <a:lnTo>
                    <a:pt x="760308" y="246633"/>
                  </a:lnTo>
                  <a:lnTo>
                    <a:pt x="766283" y="242321"/>
                  </a:lnTo>
                  <a:lnTo>
                    <a:pt x="771028" y="240254"/>
                  </a:lnTo>
                  <a:lnTo>
                    <a:pt x="776387" y="238547"/>
                  </a:lnTo>
                  <a:lnTo>
                    <a:pt x="786404" y="236750"/>
                  </a:lnTo>
                  <a:lnTo>
                    <a:pt x="791940" y="235133"/>
                  </a:lnTo>
                  <a:lnTo>
                    <a:pt x="813818" y="227046"/>
                  </a:lnTo>
                  <a:lnTo>
                    <a:pt x="825768" y="219230"/>
                  </a:lnTo>
                  <a:lnTo>
                    <a:pt x="837806" y="210155"/>
                  </a:lnTo>
                  <a:lnTo>
                    <a:pt x="843254" y="206920"/>
                  </a:lnTo>
                  <a:lnTo>
                    <a:pt x="855028" y="200541"/>
                  </a:lnTo>
                  <a:lnTo>
                    <a:pt x="863990" y="195599"/>
                  </a:lnTo>
                  <a:lnTo>
                    <a:pt x="867681" y="194971"/>
                  </a:lnTo>
                  <a:lnTo>
                    <a:pt x="871810" y="192814"/>
                  </a:lnTo>
                  <a:lnTo>
                    <a:pt x="874271" y="192365"/>
                  </a:lnTo>
                  <a:lnTo>
                    <a:pt x="875501" y="191466"/>
                  </a:lnTo>
                  <a:lnTo>
                    <a:pt x="877873" y="190388"/>
                  </a:lnTo>
                  <a:lnTo>
                    <a:pt x="878664" y="190119"/>
                  </a:lnTo>
                  <a:lnTo>
                    <a:pt x="885166" y="187154"/>
                  </a:lnTo>
                  <a:lnTo>
                    <a:pt x="885957" y="187064"/>
                  </a:lnTo>
                  <a:lnTo>
                    <a:pt x="886923" y="186974"/>
                  </a:lnTo>
                  <a:lnTo>
                    <a:pt x="889471" y="187333"/>
                  </a:lnTo>
                  <a:lnTo>
                    <a:pt x="894656" y="186525"/>
                  </a:lnTo>
                  <a:lnTo>
                    <a:pt x="900103" y="185986"/>
                  </a:lnTo>
                  <a:lnTo>
                    <a:pt x="903530" y="185626"/>
                  </a:lnTo>
                  <a:lnTo>
                    <a:pt x="906781" y="185716"/>
                  </a:lnTo>
                  <a:lnTo>
                    <a:pt x="910559" y="186255"/>
                  </a:lnTo>
                  <a:lnTo>
                    <a:pt x="919610" y="186255"/>
                  </a:lnTo>
                  <a:lnTo>
                    <a:pt x="924091" y="185267"/>
                  </a:lnTo>
                  <a:lnTo>
                    <a:pt x="928484" y="185716"/>
                  </a:lnTo>
                  <a:lnTo>
                    <a:pt x="931735" y="185447"/>
                  </a:lnTo>
                  <a:lnTo>
                    <a:pt x="935601" y="185087"/>
                  </a:lnTo>
                  <a:lnTo>
                    <a:pt x="937886" y="185087"/>
                  </a:lnTo>
                  <a:lnTo>
                    <a:pt x="954932" y="181044"/>
                  </a:lnTo>
                  <a:lnTo>
                    <a:pt x="985246" y="170711"/>
                  </a:lnTo>
                  <a:lnTo>
                    <a:pt x="1008618" y="164961"/>
                  </a:lnTo>
                  <a:lnTo>
                    <a:pt x="1047192" y="155347"/>
                  </a:lnTo>
                  <a:lnTo>
                    <a:pt x="1059493" y="152293"/>
                  </a:lnTo>
                  <a:lnTo>
                    <a:pt x="1066962" y="150855"/>
                  </a:lnTo>
                  <a:lnTo>
                    <a:pt x="1079263" y="148609"/>
                  </a:lnTo>
                  <a:lnTo>
                    <a:pt x="1087083" y="147890"/>
                  </a:lnTo>
                  <a:lnTo>
                    <a:pt x="1126008" y="141601"/>
                  </a:lnTo>
                  <a:lnTo>
                    <a:pt x="1152104" y="133514"/>
                  </a:lnTo>
                  <a:lnTo>
                    <a:pt x="1178904" y="128932"/>
                  </a:lnTo>
                  <a:lnTo>
                    <a:pt x="1183473" y="128752"/>
                  </a:lnTo>
                  <a:lnTo>
                    <a:pt x="1198761" y="128123"/>
                  </a:lnTo>
                  <a:lnTo>
                    <a:pt x="1204297" y="127584"/>
                  </a:lnTo>
                  <a:lnTo>
                    <a:pt x="1208954" y="127135"/>
                  </a:lnTo>
                  <a:lnTo>
                    <a:pt x="1209657" y="127045"/>
                  </a:lnTo>
                  <a:lnTo>
                    <a:pt x="1213259" y="126596"/>
                  </a:lnTo>
                  <a:lnTo>
                    <a:pt x="1228197" y="124979"/>
                  </a:lnTo>
                  <a:lnTo>
                    <a:pt x="1239795" y="123002"/>
                  </a:lnTo>
                  <a:lnTo>
                    <a:pt x="1246385" y="121834"/>
                  </a:lnTo>
                  <a:lnTo>
                    <a:pt x="1254029" y="120486"/>
                  </a:lnTo>
                  <a:lnTo>
                    <a:pt x="1259653" y="119498"/>
                  </a:lnTo>
                  <a:lnTo>
                    <a:pt x="1265628" y="118510"/>
                  </a:lnTo>
                  <a:lnTo>
                    <a:pt x="1286716" y="118150"/>
                  </a:lnTo>
                  <a:lnTo>
                    <a:pt x="1296732" y="116533"/>
                  </a:lnTo>
                  <a:lnTo>
                    <a:pt x="1304992" y="115095"/>
                  </a:lnTo>
                  <a:lnTo>
                    <a:pt x="1315448" y="110243"/>
                  </a:lnTo>
                  <a:lnTo>
                    <a:pt x="1320984" y="107728"/>
                  </a:lnTo>
                  <a:lnTo>
                    <a:pt x="1321687" y="107368"/>
                  </a:lnTo>
                  <a:lnTo>
                    <a:pt x="1336536" y="102157"/>
                  </a:lnTo>
                  <a:lnTo>
                    <a:pt x="1351034" y="94790"/>
                  </a:lnTo>
                  <a:lnTo>
                    <a:pt x="1353582" y="93442"/>
                  </a:lnTo>
                  <a:lnTo>
                    <a:pt x="1357536" y="90387"/>
                  </a:lnTo>
                  <a:lnTo>
                    <a:pt x="1366586" y="83289"/>
                  </a:lnTo>
                  <a:lnTo>
                    <a:pt x="1370980" y="73675"/>
                  </a:lnTo>
                  <a:lnTo>
                    <a:pt x="1378097" y="64960"/>
                  </a:lnTo>
                  <a:lnTo>
                    <a:pt x="1383984" y="57592"/>
                  </a:lnTo>
                  <a:lnTo>
                    <a:pt x="1384247" y="47979"/>
                  </a:lnTo>
                  <a:lnTo>
                    <a:pt x="1386093" y="40252"/>
                  </a:lnTo>
                  <a:lnTo>
                    <a:pt x="1388377" y="35849"/>
                  </a:lnTo>
                  <a:lnTo>
                    <a:pt x="1388465" y="35579"/>
                  </a:lnTo>
                  <a:lnTo>
                    <a:pt x="1389519" y="33423"/>
                  </a:lnTo>
                  <a:lnTo>
                    <a:pt x="1392068" y="24438"/>
                  </a:lnTo>
                  <a:lnTo>
                    <a:pt x="1395758" y="17520"/>
                  </a:lnTo>
                  <a:lnTo>
                    <a:pt x="1396022" y="16981"/>
                  </a:lnTo>
                  <a:lnTo>
                    <a:pt x="1402612" y="10152"/>
                  </a:lnTo>
                  <a:lnTo>
                    <a:pt x="1405599" y="7098"/>
                  </a:lnTo>
                  <a:lnTo>
                    <a:pt x="1407356" y="5211"/>
                  </a:lnTo>
                  <a:lnTo>
                    <a:pt x="1409377" y="3234"/>
                  </a:lnTo>
                  <a:lnTo>
                    <a:pt x="1410695" y="1796"/>
                  </a:lnTo>
                  <a:lnTo>
                    <a:pt x="1412453" y="0"/>
                  </a:lnTo>
                  <a:lnTo>
                    <a:pt x="1417109" y="119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251674" y="4283655"/>
              <a:ext cx="147264" cy="241692"/>
            </a:xfrm>
            <a:custGeom>
              <a:avLst/>
              <a:pathLst>
                <a:path w="147264" h="241692">
                  <a:moveTo>
                    <a:pt x="86812" y="3414"/>
                  </a:moveTo>
                  <a:lnTo>
                    <a:pt x="86987" y="3863"/>
                  </a:lnTo>
                  <a:lnTo>
                    <a:pt x="88217" y="6199"/>
                  </a:lnTo>
                  <a:lnTo>
                    <a:pt x="89887" y="6199"/>
                  </a:lnTo>
                  <a:lnTo>
                    <a:pt x="91381" y="6199"/>
                  </a:lnTo>
                  <a:lnTo>
                    <a:pt x="94544" y="6109"/>
                  </a:lnTo>
                  <a:lnTo>
                    <a:pt x="98498" y="6019"/>
                  </a:lnTo>
                  <a:lnTo>
                    <a:pt x="98498" y="6289"/>
                  </a:lnTo>
                  <a:lnTo>
                    <a:pt x="98498" y="6918"/>
                  </a:lnTo>
                  <a:lnTo>
                    <a:pt x="98586" y="10691"/>
                  </a:lnTo>
                  <a:lnTo>
                    <a:pt x="98674" y="13567"/>
                  </a:lnTo>
                  <a:lnTo>
                    <a:pt x="98761" y="14196"/>
                  </a:lnTo>
                  <a:lnTo>
                    <a:pt x="98761" y="15453"/>
                  </a:lnTo>
                  <a:lnTo>
                    <a:pt x="98761" y="15813"/>
                  </a:lnTo>
                  <a:lnTo>
                    <a:pt x="98849" y="19946"/>
                  </a:lnTo>
                  <a:lnTo>
                    <a:pt x="98849" y="20485"/>
                  </a:lnTo>
                  <a:lnTo>
                    <a:pt x="98937" y="22282"/>
                  </a:lnTo>
                  <a:lnTo>
                    <a:pt x="99025" y="23899"/>
                  </a:lnTo>
                  <a:lnTo>
                    <a:pt x="99025" y="27313"/>
                  </a:lnTo>
                  <a:lnTo>
                    <a:pt x="99025" y="27493"/>
                  </a:lnTo>
                  <a:lnTo>
                    <a:pt x="99113" y="28212"/>
                  </a:lnTo>
                  <a:lnTo>
                    <a:pt x="99113" y="28571"/>
                  </a:lnTo>
                  <a:lnTo>
                    <a:pt x="99113" y="28841"/>
                  </a:lnTo>
                  <a:lnTo>
                    <a:pt x="99113" y="29110"/>
                  </a:lnTo>
                  <a:lnTo>
                    <a:pt x="99201" y="31177"/>
                  </a:lnTo>
                  <a:lnTo>
                    <a:pt x="99201" y="32974"/>
                  </a:lnTo>
                  <a:lnTo>
                    <a:pt x="99289" y="34771"/>
                  </a:lnTo>
                  <a:lnTo>
                    <a:pt x="99289" y="35849"/>
                  </a:lnTo>
                  <a:lnTo>
                    <a:pt x="99376" y="37376"/>
                  </a:lnTo>
                  <a:lnTo>
                    <a:pt x="99376" y="37826"/>
                  </a:lnTo>
                  <a:lnTo>
                    <a:pt x="99376" y="39892"/>
                  </a:lnTo>
                  <a:lnTo>
                    <a:pt x="99464" y="43037"/>
                  </a:lnTo>
                  <a:lnTo>
                    <a:pt x="99552" y="45912"/>
                  </a:lnTo>
                  <a:lnTo>
                    <a:pt x="99552" y="46361"/>
                  </a:lnTo>
                  <a:lnTo>
                    <a:pt x="99640" y="46631"/>
                  </a:lnTo>
                  <a:lnTo>
                    <a:pt x="101310" y="48248"/>
                  </a:lnTo>
                  <a:lnTo>
                    <a:pt x="101573" y="48518"/>
                  </a:lnTo>
                  <a:lnTo>
                    <a:pt x="101749" y="48607"/>
                  </a:lnTo>
                  <a:lnTo>
                    <a:pt x="102276" y="49057"/>
                  </a:lnTo>
                  <a:lnTo>
                    <a:pt x="104033" y="50584"/>
                  </a:lnTo>
                  <a:lnTo>
                    <a:pt x="105966" y="52112"/>
                  </a:lnTo>
                  <a:lnTo>
                    <a:pt x="106230" y="52471"/>
                  </a:lnTo>
                  <a:lnTo>
                    <a:pt x="107899" y="53819"/>
                  </a:lnTo>
                  <a:lnTo>
                    <a:pt x="108163" y="54088"/>
                  </a:lnTo>
                  <a:lnTo>
                    <a:pt x="110360" y="55975"/>
                  </a:lnTo>
                  <a:lnTo>
                    <a:pt x="110535" y="56155"/>
                  </a:lnTo>
                  <a:lnTo>
                    <a:pt x="110887" y="56424"/>
                  </a:lnTo>
                  <a:lnTo>
                    <a:pt x="111502" y="56963"/>
                  </a:lnTo>
                  <a:lnTo>
                    <a:pt x="115017" y="60108"/>
                  </a:lnTo>
                  <a:lnTo>
                    <a:pt x="115456" y="60557"/>
                  </a:lnTo>
                  <a:lnTo>
                    <a:pt x="116071" y="61007"/>
                  </a:lnTo>
                  <a:lnTo>
                    <a:pt x="117038" y="61905"/>
                  </a:lnTo>
                  <a:lnTo>
                    <a:pt x="119234" y="63882"/>
                  </a:lnTo>
                  <a:lnTo>
                    <a:pt x="120289" y="64870"/>
                  </a:lnTo>
                  <a:lnTo>
                    <a:pt x="123100" y="67296"/>
                  </a:lnTo>
                  <a:lnTo>
                    <a:pt x="125209" y="69183"/>
                  </a:lnTo>
                  <a:lnTo>
                    <a:pt x="126879" y="70710"/>
                  </a:lnTo>
                  <a:lnTo>
                    <a:pt x="128285" y="71968"/>
                  </a:lnTo>
                  <a:lnTo>
                    <a:pt x="130393" y="73675"/>
                  </a:lnTo>
                  <a:lnTo>
                    <a:pt x="135490" y="78078"/>
                  </a:lnTo>
                  <a:lnTo>
                    <a:pt x="138301" y="80863"/>
                  </a:lnTo>
                  <a:lnTo>
                    <a:pt x="139971" y="82390"/>
                  </a:lnTo>
                  <a:lnTo>
                    <a:pt x="141201" y="83469"/>
                  </a:lnTo>
                  <a:lnTo>
                    <a:pt x="147264" y="88860"/>
                  </a:lnTo>
                  <a:lnTo>
                    <a:pt x="147088" y="89039"/>
                  </a:lnTo>
                  <a:lnTo>
                    <a:pt x="145946" y="90477"/>
                  </a:lnTo>
                  <a:lnTo>
                    <a:pt x="145594" y="91285"/>
                  </a:lnTo>
                  <a:lnTo>
                    <a:pt x="145155" y="92094"/>
                  </a:lnTo>
                  <a:lnTo>
                    <a:pt x="144891" y="92633"/>
                  </a:lnTo>
                  <a:lnTo>
                    <a:pt x="144803" y="92813"/>
                  </a:lnTo>
                  <a:lnTo>
                    <a:pt x="144716" y="93082"/>
                  </a:lnTo>
                  <a:lnTo>
                    <a:pt x="141904" y="98653"/>
                  </a:lnTo>
                  <a:lnTo>
                    <a:pt x="139004" y="104313"/>
                  </a:lnTo>
                  <a:lnTo>
                    <a:pt x="138828" y="104673"/>
                  </a:lnTo>
                  <a:lnTo>
                    <a:pt x="136280" y="109974"/>
                  </a:lnTo>
                  <a:lnTo>
                    <a:pt x="134435" y="113388"/>
                  </a:lnTo>
                  <a:lnTo>
                    <a:pt x="134347" y="113568"/>
                  </a:lnTo>
                  <a:lnTo>
                    <a:pt x="133469" y="114556"/>
                  </a:lnTo>
                  <a:lnTo>
                    <a:pt x="131184" y="116982"/>
                  </a:lnTo>
                  <a:lnTo>
                    <a:pt x="130218" y="117970"/>
                  </a:lnTo>
                  <a:lnTo>
                    <a:pt x="130042" y="118150"/>
                  </a:lnTo>
                  <a:lnTo>
                    <a:pt x="132063" y="119767"/>
                  </a:lnTo>
                  <a:lnTo>
                    <a:pt x="134259" y="121744"/>
                  </a:lnTo>
                  <a:lnTo>
                    <a:pt x="133996" y="122193"/>
                  </a:lnTo>
                  <a:lnTo>
                    <a:pt x="133293" y="123092"/>
                  </a:lnTo>
                  <a:lnTo>
                    <a:pt x="129866" y="127944"/>
                  </a:lnTo>
                  <a:lnTo>
                    <a:pt x="129690" y="128123"/>
                  </a:lnTo>
                  <a:lnTo>
                    <a:pt x="126615" y="132706"/>
                  </a:lnTo>
                  <a:lnTo>
                    <a:pt x="124331" y="135940"/>
                  </a:lnTo>
                  <a:lnTo>
                    <a:pt x="123803" y="136569"/>
                  </a:lnTo>
                  <a:lnTo>
                    <a:pt x="122749" y="138096"/>
                  </a:lnTo>
                  <a:lnTo>
                    <a:pt x="121079" y="140343"/>
                  </a:lnTo>
                  <a:lnTo>
                    <a:pt x="120464" y="141241"/>
                  </a:lnTo>
                  <a:lnTo>
                    <a:pt x="119849" y="142140"/>
                  </a:lnTo>
                  <a:lnTo>
                    <a:pt x="118971" y="143398"/>
                  </a:lnTo>
                  <a:lnTo>
                    <a:pt x="122749" y="148160"/>
                  </a:lnTo>
                  <a:lnTo>
                    <a:pt x="123013" y="148429"/>
                  </a:lnTo>
                  <a:lnTo>
                    <a:pt x="122749" y="148429"/>
                  </a:lnTo>
                  <a:lnTo>
                    <a:pt x="118619" y="148429"/>
                  </a:lnTo>
                  <a:lnTo>
                    <a:pt x="118356" y="148429"/>
                  </a:lnTo>
                  <a:lnTo>
                    <a:pt x="118004" y="149687"/>
                  </a:lnTo>
                  <a:lnTo>
                    <a:pt x="117741" y="150136"/>
                  </a:lnTo>
                  <a:lnTo>
                    <a:pt x="117301" y="150675"/>
                  </a:lnTo>
                  <a:lnTo>
                    <a:pt x="116423" y="151394"/>
                  </a:lnTo>
                  <a:lnTo>
                    <a:pt x="116159" y="151843"/>
                  </a:lnTo>
                  <a:lnTo>
                    <a:pt x="115983" y="152203"/>
                  </a:lnTo>
                  <a:lnTo>
                    <a:pt x="115720" y="152921"/>
                  </a:lnTo>
                  <a:lnTo>
                    <a:pt x="115368" y="153640"/>
                  </a:lnTo>
                  <a:lnTo>
                    <a:pt x="115192" y="154000"/>
                  </a:lnTo>
                  <a:lnTo>
                    <a:pt x="113084" y="158851"/>
                  </a:lnTo>
                  <a:lnTo>
                    <a:pt x="112205" y="160648"/>
                  </a:lnTo>
                  <a:lnTo>
                    <a:pt x="111326" y="162625"/>
                  </a:lnTo>
                  <a:lnTo>
                    <a:pt x="109305" y="167387"/>
                  </a:lnTo>
                  <a:lnTo>
                    <a:pt x="107197" y="172059"/>
                  </a:lnTo>
                  <a:lnTo>
                    <a:pt x="105966" y="175114"/>
                  </a:lnTo>
                  <a:lnTo>
                    <a:pt x="105791" y="175473"/>
                  </a:lnTo>
                  <a:lnTo>
                    <a:pt x="101749" y="184368"/>
                  </a:lnTo>
                  <a:lnTo>
                    <a:pt x="98498" y="191556"/>
                  </a:lnTo>
                  <a:lnTo>
                    <a:pt x="95159" y="198385"/>
                  </a:lnTo>
                  <a:lnTo>
                    <a:pt x="95422" y="198475"/>
                  </a:lnTo>
                  <a:lnTo>
                    <a:pt x="96740" y="199283"/>
                  </a:lnTo>
                  <a:lnTo>
                    <a:pt x="97531" y="199822"/>
                  </a:lnTo>
                  <a:lnTo>
                    <a:pt x="98498" y="200451"/>
                  </a:lnTo>
                  <a:lnTo>
                    <a:pt x="99289" y="200990"/>
                  </a:lnTo>
                  <a:lnTo>
                    <a:pt x="100519" y="201709"/>
                  </a:lnTo>
                  <a:lnTo>
                    <a:pt x="101134" y="202158"/>
                  </a:lnTo>
                  <a:lnTo>
                    <a:pt x="101749" y="202608"/>
                  </a:lnTo>
                  <a:lnTo>
                    <a:pt x="106318" y="206022"/>
                  </a:lnTo>
                  <a:lnTo>
                    <a:pt x="108075" y="207549"/>
                  </a:lnTo>
                  <a:lnTo>
                    <a:pt x="108339" y="207729"/>
                  </a:lnTo>
                  <a:lnTo>
                    <a:pt x="108690" y="208088"/>
                  </a:lnTo>
                  <a:lnTo>
                    <a:pt x="109305" y="208538"/>
                  </a:lnTo>
                  <a:lnTo>
                    <a:pt x="110711" y="209706"/>
                  </a:lnTo>
                  <a:lnTo>
                    <a:pt x="111063" y="209975"/>
                  </a:lnTo>
                  <a:lnTo>
                    <a:pt x="112117" y="210874"/>
                  </a:lnTo>
                  <a:lnTo>
                    <a:pt x="112556" y="211233"/>
                  </a:lnTo>
                  <a:lnTo>
                    <a:pt x="113171" y="211772"/>
                  </a:lnTo>
                  <a:lnTo>
                    <a:pt x="113435" y="212042"/>
                  </a:lnTo>
                  <a:lnTo>
                    <a:pt x="114050" y="212491"/>
                  </a:lnTo>
                  <a:lnTo>
                    <a:pt x="114314" y="212761"/>
                  </a:lnTo>
                  <a:lnTo>
                    <a:pt x="116335" y="214468"/>
                  </a:lnTo>
                  <a:lnTo>
                    <a:pt x="116950" y="215097"/>
                  </a:lnTo>
                  <a:lnTo>
                    <a:pt x="117213" y="215456"/>
                  </a:lnTo>
                  <a:lnTo>
                    <a:pt x="118795" y="216894"/>
                  </a:lnTo>
                  <a:lnTo>
                    <a:pt x="119410" y="217433"/>
                  </a:lnTo>
                  <a:lnTo>
                    <a:pt x="118883" y="218062"/>
                  </a:lnTo>
                  <a:lnTo>
                    <a:pt x="118268" y="218780"/>
                  </a:lnTo>
                  <a:lnTo>
                    <a:pt x="117653" y="219859"/>
                  </a:lnTo>
                  <a:lnTo>
                    <a:pt x="117125" y="220847"/>
                  </a:lnTo>
                  <a:lnTo>
                    <a:pt x="116423" y="222913"/>
                  </a:lnTo>
                  <a:lnTo>
                    <a:pt x="115632" y="225429"/>
                  </a:lnTo>
                  <a:lnTo>
                    <a:pt x="109657" y="222015"/>
                  </a:lnTo>
                  <a:lnTo>
                    <a:pt x="109130" y="221745"/>
                  </a:lnTo>
                  <a:lnTo>
                    <a:pt x="108602" y="221386"/>
                  </a:lnTo>
                  <a:lnTo>
                    <a:pt x="108163" y="221206"/>
                  </a:lnTo>
                  <a:lnTo>
                    <a:pt x="105703" y="219769"/>
                  </a:lnTo>
                  <a:lnTo>
                    <a:pt x="104648" y="219230"/>
                  </a:lnTo>
                  <a:lnTo>
                    <a:pt x="102452" y="218062"/>
                  </a:lnTo>
                  <a:lnTo>
                    <a:pt x="101925" y="217702"/>
                  </a:lnTo>
                  <a:lnTo>
                    <a:pt x="100255" y="216804"/>
                  </a:lnTo>
                  <a:lnTo>
                    <a:pt x="98234" y="215726"/>
                  </a:lnTo>
                  <a:lnTo>
                    <a:pt x="97883" y="215456"/>
                  </a:lnTo>
                  <a:lnTo>
                    <a:pt x="96828" y="214917"/>
                  </a:lnTo>
                  <a:lnTo>
                    <a:pt x="94983" y="213929"/>
                  </a:lnTo>
                  <a:lnTo>
                    <a:pt x="94807" y="213749"/>
                  </a:lnTo>
                  <a:lnTo>
                    <a:pt x="94632" y="213659"/>
                  </a:lnTo>
                  <a:lnTo>
                    <a:pt x="92171" y="212311"/>
                  </a:lnTo>
                  <a:lnTo>
                    <a:pt x="91996" y="212221"/>
                  </a:lnTo>
                  <a:lnTo>
                    <a:pt x="91820" y="212132"/>
                  </a:lnTo>
                  <a:lnTo>
                    <a:pt x="89975" y="211143"/>
                  </a:lnTo>
                  <a:lnTo>
                    <a:pt x="87866" y="209975"/>
                  </a:lnTo>
                  <a:lnTo>
                    <a:pt x="87339" y="209706"/>
                  </a:lnTo>
                  <a:lnTo>
                    <a:pt x="86899" y="209346"/>
                  </a:lnTo>
                  <a:lnTo>
                    <a:pt x="86548" y="209526"/>
                  </a:lnTo>
                  <a:lnTo>
                    <a:pt x="85494" y="210155"/>
                  </a:lnTo>
                  <a:lnTo>
                    <a:pt x="84527" y="210874"/>
                  </a:lnTo>
                  <a:lnTo>
                    <a:pt x="84615" y="211772"/>
                  </a:lnTo>
                  <a:lnTo>
                    <a:pt x="85318" y="215276"/>
                  </a:lnTo>
                  <a:lnTo>
                    <a:pt x="85581" y="216804"/>
                  </a:lnTo>
                  <a:lnTo>
                    <a:pt x="85054" y="216983"/>
                  </a:lnTo>
                  <a:lnTo>
                    <a:pt x="79870" y="219409"/>
                  </a:lnTo>
                  <a:lnTo>
                    <a:pt x="77849" y="220308"/>
                  </a:lnTo>
                  <a:lnTo>
                    <a:pt x="73895" y="222195"/>
                  </a:lnTo>
                  <a:lnTo>
                    <a:pt x="71259" y="223363"/>
                  </a:lnTo>
                  <a:lnTo>
                    <a:pt x="63703" y="226867"/>
                  </a:lnTo>
                  <a:lnTo>
                    <a:pt x="55795" y="230550"/>
                  </a:lnTo>
                  <a:lnTo>
                    <a:pt x="55180" y="230730"/>
                  </a:lnTo>
                  <a:lnTo>
                    <a:pt x="55004" y="230820"/>
                  </a:lnTo>
                  <a:lnTo>
                    <a:pt x="52719" y="231808"/>
                  </a:lnTo>
                  <a:lnTo>
                    <a:pt x="45690" y="234773"/>
                  </a:lnTo>
                  <a:lnTo>
                    <a:pt x="41560" y="236391"/>
                  </a:lnTo>
                  <a:lnTo>
                    <a:pt x="36113" y="236750"/>
                  </a:lnTo>
                  <a:lnTo>
                    <a:pt x="36113" y="236480"/>
                  </a:lnTo>
                  <a:lnTo>
                    <a:pt x="36025" y="235672"/>
                  </a:lnTo>
                  <a:lnTo>
                    <a:pt x="30401" y="236660"/>
                  </a:lnTo>
                  <a:lnTo>
                    <a:pt x="30401" y="237020"/>
                  </a:lnTo>
                  <a:lnTo>
                    <a:pt x="30577" y="238727"/>
                  </a:lnTo>
                  <a:lnTo>
                    <a:pt x="25481" y="240614"/>
                  </a:lnTo>
                  <a:lnTo>
                    <a:pt x="22669" y="241692"/>
                  </a:lnTo>
                  <a:lnTo>
                    <a:pt x="22581" y="241422"/>
                  </a:lnTo>
                  <a:lnTo>
                    <a:pt x="22669" y="241153"/>
                  </a:lnTo>
                  <a:lnTo>
                    <a:pt x="22933" y="240973"/>
                  </a:lnTo>
                  <a:lnTo>
                    <a:pt x="22933" y="240434"/>
                  </a:lnTo>
                  <a:lnTo>
                    <a:pt x="22845" y="240254"/>
                  </a:lnTo>
                  <a:lnTo>
                    <a:pt x="22669" y="239985"/>
                  </a:lnTo>
                  <a:lnTo>
                    <a:pt x="22669" y="239535"/>
                  </a:lnTo>
                  <a:lnTo>
                    <a:pt x="22933" y="238996"/>
                  </a:lnTo>
                  <a:lnTo>
                    <a:pt x="22933" y="238637"/>
                  </a:lnTo>
                  <a:lnTo>
                    <a:pt x="22669" y="238367"/>
                  </a:lnTo>
                  <a:lnTo>
                    <a:pt x="22669" y="238098"/>
                  </a:lnTo>
                  <a:lnTo>
                    <a:pt x="22669" y="237559"/>
                  </a:lnTo>
                  <a:lnTo>
                    <a:pt x="22669" y="237109"/>
                  </a:lnTo>
                  <a:lnTo>
                    <a:pt x="22581" y="236840"/>
                  </a:lnTo>
                  <a:lnTo>
                    <a:pt x="22757" y="236391"/>
                  </a:lnTo>
                  <a:lnTo>
                    <a:pt x="22757" y="236031"/>
                  </a:lnTo>
                  <a:lnTo>
                    <a:pt x="22669" y="235582"/>
                  </a:lnTo>
                  <a:lnTo>
                    <a:pt x="22405" y="235402"/>
                  </a:lnTo>
                  <a:lnTo>
                    <a:pt x="22142" y="234953"/>
                  </a:lnTo>
                  <a:lnTo>
                    <a:pt x="22054" y="234504"/>
                  </a:lnTo>
                  <a:lnTo>
                    <a:pt x="22054" y="233785"/>
                  </a:lnTo>
                  <a:lnTo>
                    <a:pt x="22142" y="233246"/>
                  </a:lnTo>
                  <a:lnTo>
                    <a:pt x="22230" y="232527"/>
                  </a:lnTo>
                  <a:lnTo>
                    <a:pt x="22142" y="231449"/>
                  </a:lnTo>
                  <a:lnTo>
                    <a:pt x="22142" y="230640"/>
                  </a:lnTo>
                  <a:lnTo>
                    <a:pt x="21966" y="229922"/>
                  </a:lnTo>
                  <a:lnTo>
                    <a:pt x="21878" y="229293"/>
                  </a:lnTo>
                  <a:lnTo>
                    <a:pt x="21790" y="228843"/>
                  </a:lnTo>
                  <a:lnTo>
                    <a:pt x="21703" y="228214"/>
                  </a:lnTo>
                  <a:lnTo>
                    <a:pt x="21527" y="227855"/>
                  </a:lnTo>
                  <a:lnTo>
                    <a:pt x="21175" y="227496"/>
                  </a:lnTo>
                  <a:lnTo>
                    <a:pt x="21087" y="227136"/>
                  </a:lnTo>
                  <a:lnTo>
                    <a:pt x="21087" y="226867"/>
                  </a:lnTo>
                  <a:lnTo>
                    <a:pt x="21087" y="226507"/>
                  </a:lnTo>
                  <a:lnTo>
                    <a:pt x="20824" y="226148"/>
                  </a:lnTo>
                  <a:lnTo>
                    <a:pt x="16079" y="226777"/>
                  </a:lnTo>
                  <a:lnTo>
                    <a:pt x="7029" y="213839"/>
                  </a:lnTo>
                  <a:lnTo>
                    <a:pt x="5008" y="209077"/>
                  </a:lnTo>
                  <a:lnTo>
                    <a:pt x="5359" y="208268"/>
                  </a:lnTo>
                  <a:lnTo>
                    <a:pt x="7556" y="207280"/>
                  </a:lnTo>
                  <a:lnTo>
                    <a:pt x="8083" y="209077"/>
                  </a:lnTo>
                  <a:lnTo>
                    <a:pt x="7380" y="209526"/>
                  </a:lnTo>
                  <a:lnTo>
                    <a:pt x="8083" y="212221"/>
                  </a:lnTo>
                  <a:lnTo>
                    <a:pt x="16431" y="224261"/>
                  </a:lnTo>
                  <a:lnTo>
                    <a:pt x="16870" y="225249"/>
                  </a:lnTo>
                  <a:lnTo>
                    <a:pt x="27853" y="223632"/>
                  </a:lnTo>
                  <a:lnTo>
                    <a:pt x="28029" y="223003"/>
                  </a:lnTo>
                  <a:lnTo>
                    <a:pt x="30138" y="222644"/>
                  </a:lnTo>
                  <a:lnTo>
                    <a:pt x="29083" y="214108"/>
                  </a:lnTo>
                  <a:lnTo>
                    <a:pt x="29083" y="213659"/>
                  </a:lnTo>
                  <a:lnTo>
                    <a:pt x="13707" y="215546"/>
                  </a:lnTo>
                  <a:lnTo>
                    <a:pt x="13531" y="215007"/>
                  </a:lnTo>
                  <a:lnTo>
                    <a:pt x="30226" y="213120"/>
                  </a:lnTo>
                  <a:lnTo>
                    <a:pt x="30401" y="212671"/>
                  </a:lnTo>
                  <a:lnTo>
                    <a:pt x="30577" y="212132"/>
                  </a:lnTo>
                  <a:lnTo>
                    <a:pt x="30928" y="211772"/>
                  </a:lnTo>
                  <a:lnTo>
                    <a:pt x="31456" y="211323"/>
                  </a:lnTo>
                  <a:lnTo>
                    <a:pt x="31631" y="211143"/>
                  </a:lnTo>
                  <a:lnTo>
                    <a:pt x="31983" y="210514"/>
                  </a:lnTo>
                  <a:lnTo>
                    <a:pt x="32071" y="209885"/>
                  </a:lnTo>
                  <a:lnTo>
                    <a:pt x="32334" y="209436"/>
                  </a:lnTo>
                  <a:lnTo>
                    <a:pt x="32510" y="208987"/>
                  </a:lnTo>
                  <a:lnTo>
                    <a:pt x="32686" y="208627"/>
                  </a:lnTo>
                  <a:lnTo>
                    <a:pt x="32686" y="208178"/>
                  </a:lnTo>
                  <a:lnTo>
                    <a:pt x="32774" y="207639"/>
                  </a:lnTo>
                  <a:lnTo>
                    <a:pt x="33037" y="206920"/>
                  </a:lnTo>
                  <a:lnTo>
                    <a:pt x="33125" y="206112"/>
                  </a:lnTo>
                  <a:lnTo>
                    <a:pt x="33301" y="205483"/>
                  </a:lnTo>
                  <a:lnTo>
                    <a:pt x="33740" y="204854"/>
                  </a:lnTo>
                  <a:lnTo>
                    <a:pt x="34004" y="204494"/>
                  </a:lnTo>
                  <a:lnTo>
                    <a:pt x="34092" y="203955"/>
                  </a:lnTo>
                  <a:lnTo>
                    <a:pt x="34004" y="203237"/>
                  </a:lnTo>
                  <a:lnTo>
                    <a:pt x="33916" y="202877"/>
                  </a:lnTo>
                  <a:lnTo>
                    <a:pt x="34092" y="202428"/>
                  </a:lnTo>
                  <a:lnTo>
                    <a:pt x="34355" y="202158"/>
                  </a:lnTo>
                  <a:lnTo>
                    <a:pt x="34443" y="201709"/>
                  </a:lnTo>
                  <a:lnTo>
                    <a:pt x="34355" y="201170"/>
                  </a:lnTo>
                  <a:lnTo>
                    <a:pt x="34092" y="200901"/>
                  </a:lnTo>
                  <a:lnTo>
                    <a:pt x="33916" y="200541"/>
                  </a:lnTo>
                  <a:lnTo>
                    <a:pt x="34092" y="200361"/>
                  </a:lnTo>
                  <a:lnTo>
                    <a:pt x="34443" y="199912"/>
                  </a:lnTo>
                  <a:lnTo>
                    <a:pt x="34707" y="199373"/>
                  </a:lnTo>
                  <a:lnTo>
                    <a:pt x="34619" y="198924"/>
                  </a:lnTo>
                  <a:lnTo>
                    <a:pt x="34619" y="198564"/>
                  </a:lnTo>
                  <a:lnTo>
                    <a:pt x="34707" y="198385"/>
                  </a:lnTo>
                  <a:lnTo>
                    <a:pt x="34970" y="198025"/>
                  </a:lnTo>
                  <a:lnTo>
                    <a:pt x="34795" y="197486"/>
                  </a:lnTo>
                  <a:lnTo>
                    <a:pt x="34180" y="196947"/>
                  </a:lnTo>
                  <a:lnTo>
                    <a:pt x="34092" y="196678"/>
                  </a:lnTo>
                  <a:lnTo>
                    <a:pt x="34531" y="196139"/>
                  </a:lnTo>
                  <a:lnTo>
                    <a:pt x="34619" y="195689"/>
                  </a:lnTo>
                  <a:lnTo>
                    <a:pt x="34355" y="195420"/>
                  </a:lnTo>
                  <a:lnTo>
                    <a:pt x="34180" y="195060"/>
                  </a:lnTo>
                  <a:lnTo>
                    <a:pt x="34355" y="194791"/>
                  </a:lnTo>
                  <a:lnTo>
                    <a:pt x="34443" y="194342"/>
                  </a:lnTo>
                  <a:lnTo>
                    <a:pt x="34180" y="194072"/>
                  </a:lnTo>
                  <a:lnTo>
                    <a:pt x="34092" y="193802"/>
                  </a:lnTo>
                  <a:lnTo>
                    <a:pt x="34267" y="193353"/>
                  </a:lnTo>
                  <a:lnTo>
                    <a:pt x="34443" y="192814"/>
                  </a:lnTo>
                  <a:lnTo>
                    <a:pt x="34355" y="192455"/>
                  </a:lnTo>
                  <a:lnTo>
                    <a:pt x="34092" y="192185"/>
                  </a:lnTo>
                  <a:lnTo>
                    <a:pt x="32071" y="192634"/>
                  </a:lnTo>
                  <a:lnTo>
                    <a:pt x="31895" y="192006"/>
                  </a:lnTo>
                  <a:lnTo>
                    <a:pt x="34882" y="191377"/>
                  </a:lnTo>
                  <a:lnTo>
                    <a:pt x="35673" y="191197"/>
                  </a:lnTo>
                  <a:lnTo>
                    <a:pt x="36464" y="191017"/>
                  </a:lnTo>
                  <a:lnTo>
                    <a:pt x="37167" y="190838"/>
                  </a:lnTo>
                  <a:lnTo>
                    <a:pt x="37694" y="190568"/>
                  </a:lnTo>
                  <a:lnTo>
                    <a:pt x="37958" y="190298"/>
                  </a:lnTo>
                  <a:lnTo>
                    <a:pt x="38221" y="190029"/>
                  </a:lnTo>
                  <a:lnTo>
                    <a:pt x="38397" y="189669"/>
                  </a:lnTo>
                  <a:lnTo>
                    <a:pt x="38397" y="189041"/>
                  </a:lnTo>
                  <a:lnTo>
                    <a:pt x="38485" y="188501"/>
                  </a:lnTo>
                  <a:lnTo>
                    <a:pt x="38573" y="187693"/>
                  </a:lnTo>
                  <a:lnTo>
                    <a:pt x="38749" y="186435"/>
                  </a:lnTo>
                  <a:lnTo>
                    <a:pt x="38836" y="185806"/>
                  </a:lnTo>
                  <a:lnTo>
                    <a:pt x="39012" y="184818"/>
                  </a:lnTo>
                  <a:lnTo>
                    <a:pt x="39188" y="183829"/>
                  </a:lnTo>
                  <a:lnTo>
                    <a:pt x="39100" y="183290"/>
                  </a:lnTo>
                  <a:lnTo>
                    <a:pt x="38924" y="182931"/>
                  </a:lnTo>
                  <a:lnTo>
                    <a:pt x="38924" y="182302"/>
                  </a:lnTo>
                  <a:lnTo>
                    <a:pt x="39012" y="181943"/>
                  </a:lnTo>
                  <a:lnTo>
                    <a:pt x="39188" y="181493"/>
                  </a:lnTo>
                  <a:lnTo>
                    <a:pt x="39012" y="180774"/>
                  </a:lnTo>
                  <a:lnTo>
                    <a:pt x="38836" y="180146"/>
                  </a:lnTo>
                  <a:lnTo>
                    <a:pt x="38836" y="179786"/>
                  </a:lnTo>
                  <a:lnTo>
                    <a:pt x="38836" y="179337"/>
                  </a:lnTo>
                  <a:lnTo>
                    <a:pt x="38924" y="178528"/>
                  </a:lnTo>
                  <a:lnTo>
                    <a:pt x="39012" y="177809"/>
                  </a:lnTo>
                  <a:lnTo>
                    <a:pt x="38924" y="177181"/>
                  </a:lnTo>
                  <a:lnTo>
                    <a:pt x="38836" y="176372"/>
                  </a:lnTo>
                  <a:lnTo>
                    <a:pt x="38749" y="175473"/>
                  </a:lnTo>
                  <a:lnTo>
                    <a:pt x="38573" y="174844"/>
                  </a:lnTo>
                  <a:lnTo>
                    <a:pt x="38309" y="174305"/>
                  </a:lnTo>
                  <a:lnTo>
                    <a:pt x="38221" y="173946"/>
                  </a:lnTo>
                  <a:lnTo>
                    <a:pt x="38134" y="173676"/>
                  </a:lnTo>
                  <a:lnTo>
                    <a:pt x="38309" y="173497"/>
                  </a:lnTo>
                  <a:lnTo>
                    <a:pt x="38573" y="173048"/>
                  </a:lnTo>
                  <a:lnTo>
                    <a:pt x="38836" y="171879"/>
                  </a:lnTo>
                  <a:lnTo>
                    <a:pt x="38749" y="170172"/>
                  </a:lnTo>
                  <a:lnTo>
                    <a:pt x="38836" y="168825"/>
                  </a:lnTo>
                  <a:lnTo>
                    <a:pt x="38749" y="168196"/>
                  </a:lnTo>
                  <a:lnTo>
                    <a:pt x="38573" y="167028"/>
                  </a:lnTo>
                  <a:lnTo>
                    <a:pt x="38485" y="165860"/>
                  </a:lnTo>
                  <a:lnTo>
                    <a:pt x="38309" y="164422"/>
                  </a:lnTo>
                  <a:lnTo>
                    <a:pt x="37958" y="162984"/>
                  </a:lnTo>
                  <a:lnTo>
                    <a:pt x="37431" y="161367"/>
                  </a:lnTo>
                  <a:lnTo>
                    <a:pt x="36991" y="161008"/>
                  </a:lnTo>
                  <a:lnTo>
                    <a:pt x="36728" y="160738"/>
                  </a:lnTo>
                  <a:lnTo>
                    <a:pt x="37255" y="160469"/>
                  </a:lnTo>
                  <a:lnTo>
                    <a:pt x="37606" y="160019"/>
                  </a:lnTo>
                  <a:lnTo>
                    <a:pt x="37782" y="159750"/>
                  </a:lnTo>
                  <a:lnTo>
                    <a:pt x="37782" y="159031"/>
                  </a:lnTo>
                  <a:lnTo>
                    <a:pt x="37518" y="158312"/>
                  </a:lnTo>
                  <a:lnTo>
                    <a:pt x="37255" y="157324"/>
                  </a:lnTo>
                  <a:lnTo>
                    <a:pt x="37079" y="156336"/>
                  </a:lnTo>
                  <a:lnTo>
                    <a:pt x="36640" y="155347"/>
                  </a:lnTo>
                  <a:lnTo>
                    <a:pt x="36200" y="154179"/>
                  </a:lnTo>
                  <a:lnTo>
                    <a:pt x="35849" y="153191"/>
                  </a:lnTo>
                  <a:lnTo>
                    <a:pt x="35498" y="151933"/>
                  </a:lnTo>
                  <a:lnTo>
                    <a:pt x="34970" y="150226"/>
                  </a:lnTo>
                  <a:lnTo>
                    <a:pt x="34531" y="149328"/>
                  </a:lnTo>
                  <a:lnTo>
                    <a:pt x="34180" y="148339"/>
                  </a:lnTo>
                  <a:lnTo>
                    <a:pt x="33828" y="147620"/>
                  </a:lnTo>
                  <a:lnTo>
                    <a:pt x="33564" y="146991"/>
                  </a:lnTo>
                  <a:lnTo>
                    <a:pt x="33037" y="145554"/>
                  </a:lnTo>
                  <a:lnTo>
                    <a:pt x="32159" y="144296"/>
                  </a:lnTo>
                  <a:lnTo>
                    <a:pt x="31719" y="143308"/>
                  </a:lnTo>
                  <a:lnTo>
                    <a:pt x="30928" y="142050"/>
                  </a:lnTo>
                  <a:lnTo>
                    <a:pt x="29962" y="140253"/>
                  </a:lnTo>
                  <a:lnTo>
                    <a:pt x="29523" y="139175"/>
                  </a:lnTo>
                  <a:lnTo>
                    <a:pt x="28995" y="138725"/>
                  </a:lnTo>
                  <a:lnTo>
                    <a:pt x="28292" y="138007"/>
                  </a:lnTo>
                  <a:lnTo>
                    <a:pt x="27677" y="136839"/>
                  </a:lnTo>
                  <a:lnTo>
                    <a:pt x="27238" y="136210"/>
                  </a:lnTo>
                  <a:lnTo>
                    <a:pt x="26799" y="135760"/>
                  </a:lnTo>
                  <a:lnTo>
                    <a:pt x="25920" y="134952"/>
                  </a:lnTo>
                  <a:lnTo>
                    <a:pt x="21087" y="137108"/>
                  </a:lnTo>
                  <a:lnTo>
                    <a:pt x="20648" y="136030"/>
                  </a:lnTo>
                  <a:lnTo>
                    <a:pt x="29874" y="132077"/>
                  </a:lnTo>
                  <a:lnTo>
                    <a:pt x="29962" y="131627"/>
                  </a:lnTo>
                  <a:lnTo>
                    <a:pt x="29874" y="130998"/>
                  </a:lnTo>
                  <a:lnTo>
                    <a:pt x="29786" y="130280"/>
                  </a:lnTo>
                  <a:lnTo>
                    <a:pt x="29610" y="129201"/>
                  </a:lnTo>
                  <a:lnTo>
                    <a:pt x="29523" y="128573"/>
                  </a:lnTo>
                  <a:lnTo>
                    <a:pt x="29435" y="128033"/>
                  </a:lnTo>
                  <a:lnTo>
                    <a:pt x="29347" y="127225"/>
                  </a:lnTo>
                  <a:lnTo>
                    <a:pt x="29083" y="126596"/>
                  </a:lnTo>
                  <a:lnTo>
                    <a:pt x="28732" y="126057"/>
                  </a:lnTo>
                  <a:lnTo>
                    <a:pt x="28380" y="125338"/>
                  </a:lnTo>
                  <a:lnTo>
                    <a:pt x="27765" y="124529"/>
                  </a:lnTo>
                  <a:lnTo>
                    <a:pt x="27238" y="123631"/>
                  </a:lnTo>
                  <a:lnTo>
                    <a:pt x="26974" y="123002"/>
                  </a:lnTo>
                  <a:lnTo>
                    <a:pt x="26623" y="122103"/>
                  </a:lnTo>
                  <a:lnTo>
                    <a:pt x="26184" y="121564"/>
                  </a:lnTo>
                  <a:lnTo>
                    <a:pt x="25832" y="121025"/>
                  </a:lnTo>
                  <a:lnTo>
                    <a:pt x="25657" y="120576"/>
                  </a:lnTo>
                  <a:lnTo>
                    <a:pt x="25393" y="119947"/>
                  </a:lnTo>
                  <a:lnTo>
                    <a:pt x="24778" y="118959"/>
                  </a:lnTo>
                  <a:lnTo>
                    <a:pt x="24075" y="117881"/>
                  </a:lnTo>
                  <a:lnTo>
                    <a:pt x="23284" y="116802"/>
                  </a:lnTo>
                  <a:lnTo>
                    <a:pt x="22318" y="115185"/>
                  </a:lnTo>
                  <a:lnTo>
                    <a:pt x="21966" y="114377"/>
                  </a:lnTo>
                  <a:lnTo>
                    <a:pt x="21790" y="114017"/>
                  </a:lnTo>
                  <a:lnTo>
                    <a:pt x="21527" y="113837"/>
                  </a:lnTo>
                  <a:lnTo>
                    <a:pt x="21351" y="113568"/>
                  </a:lnTo>
                  <a:lnTo>
                    <a:pt x="21175" y="113208"/>
                  </a:lnTo>
                  <a:lnTo>
                    <a:pt x="20824" y="112939"/>
                  </a:lnTo>
                  <a:lnTo>
                    <a:pt x="20648" y="112580"/>
                  </a:lnTo>
                  <a:lnTo>
                    <a:pt x="20648" y="112310"/>
                  </a:lnTo>
                  <a:lnTo>
                    <a:pt x="20209" y="112040"/>
                  </a:lnTo>
                  <a:lnTo>
                    <a:pt x="20033" y="111861"/>
                  </a:lnTo>
                  <a:lnTo>
                    <a:pt x="19769" y="111591"/>
                  </a:lnTo>
                  <a:lnTo>
                    <a:pt x="19506" y="111232"/>
                  </a:lnTo>
                  <a:lnTo>
                    <a:pt x="19242" y="110603"/>
                  </a:lnTo>
                  <a:lnTo>
                    <a:pt x="18891" y="110243"/>
                  </a:lnTo>
                  <a:lnTo>
                    <a:pt x="18891" y="109974"/>
                  </a:lnTo>
                  <a:lnTo>
                    <a:pt x="18627" y="109704"/>
                  </a:lnTo>
                  <a:lnTo>
                    <a:pt x="18276" y="109525"/>
                  </a:lnTo>
                  <a:lnTo>
                    <a:pt x="18012" y="109255"/>
                  </a:lnTo>
                  <a:lnTo>
                    <a:pt x="17924" y="108896"/>
                  </a:lnTo>
                  <a:lnTo>
                    <a:pt x="17661" y="108536"/>
                  </a:lnTo>
                  <a:lnTo>
                    <a:pt x="17221" y="108267"/>
                  </a:lnTo>
                  <a:lnTo>
                    <a:pt x="16870" y="107818"/>
                  </a:lnTo>
                  <a:lnTo>
                    <a:pt x="16606" y="107368"/>
                  </a:lnTo>
                  <a:lnTo>
                    <a:pt x="16431" y="107009"/>
                  </a:lnTo>
                  <a:lnTo>
                    <a:pt x="16079" y="106829"/>
                  </a:lnTo>
                  <a:lnTo>
                    <a:pt x="15728" y="106380"/>
                  </a:lnTo>
                  <a:lnTo>
                    <a:pt x="15640" y="105931"/>
                  </a:lnTo>
                  <a:lnTo>
                    <a:pt x="15288" y="105571"/>
                  </a:lnTo>
                  <a:lnTo>
                    <a:pt x="14937" y="105392"/>
                  </a:lnTo>
                  <a:lnTo>
                    <a:pt x="14673" y="105032"/>
                  </a:lnTo>
                  <a:lnTo>
                    <a:pt x="14585" y="104493"/>
                  </a:lnTo>
                  <a:lnTo>
                    <a:pt x="14234" y="104224"/>
                  </a:lnTo>
                  <a:lnTo>
                    <a:pt x="13882" y="104134"/>
                  </a:lnTo>
                  <a:lnTo>
                    <a:pt x="13531" y="103864"/>
                  </a:lnTo>
                  <a:lnTo>
                    <a:pt x="13355" y="103325"/>
                  </a:lnTo>
                  <a:lnTo>
                    <a:pt x="13004" y="103056"/>
                  </a:lnTo>
                  <a:lnTo>
                    <a:pt x="12652" y="102876"/>
                  </a:lnTo>
                  <a:lnTo>
                    <a:pt x="12564" y="102427"/>
                  </a:lnTo>
                  <a:lnTo>
                    <a:pt x="12213" y="101977"/>
                  </a:lnTo>
                  <a:lnTo>
                    <a:pt x="11774" y="101528"/>
                  </a:lnTo>
                  <a:lnTo>
                    <a:pt x="11598" y="101079"/>
                  </a:lnTo>
                  <a:lnTo>
                    <a:pt x="11071" y="100720"/>
                  </a:lnTo>
                  <a:lnTo>
                    <a:pt x="10807" y="100091"/>
                  </a:lnTo>
                  <a:lnTo>
                    <a:pt x="10543" y="99641"/>
                  </a:lnTo>
                  <a:lnTo>
                    <a:pt x="10280" y="99192"/>
                  </a:lnTo>
                  <a:lnTo>
                    <a:pt x="9841" y="98833"/>
                  </a:lnTo>
                  <a:lnTo>
                    <a:pt x="9577" y="98294"/>
                  </a:lnTo>
                  <a:lnTo>
                    <a:pt x="9225" y="97665"/>
                  </a:lnTo>
                  <a:lnTo>
                    <a:pt x="9050" y="97485"/>
                  </a:lnTo>
                  <a:lnTo>
                    <a:pt x="8698" y="97395"/>
                  </a:lnTo>
                  <a:lnTo>
                    <a:pt x="8523" y="97126"/>
                  </a:lnTo>
                  <a:lnTo>
                    <a:pt x="8347" y="96856"/>
                  </a:lnTo>
                  <a:lnTo>
                    <a:pt x="8083" y="96676"/>
                  </a:lnTo>
                  <a:lnTo>
                    <a:pt x="7820" y="95958"/>
                  </a:lnTo>
                  <a:lnTo>
                    <a:pt x="7468" y="95688"/>
                  </a:lnTo>
                  <a:lnTo>
                    <a:pt x="7205" y="95239"/>
                  </a:lnTo>
                  <a:lnTo>
                    <a:pt x="6941" y="94790"/>
                  </a:lnTo>
                  <a:lnTo>
                    <a:pt x="6589" y="94340"/>
                  </a:lnTo>
                  <a:lnTo>
                    <a:pt x="6150" y="94161"/>
                  </a:lnTo>
                  <a:lnTo>
                    <a:pt x="5799" y="93622"/>
                  </a:lnTo>
                  <a:lnTo>
                    <a:pt x="5535" y="93172"/>
                  </a:lnTo>
                  <a:lnTo>
                    <a:pt x="5271" y="92543"/>
                  </a:lnTo>
                  <a:lnTo>
                    <a:pt x="4656" y="92094"/>
                  </a:lnTo>
                  <a:lnTo>
                    <a:pt x="4217" y="91375"/>
                  </a:lnTo>
                  <a:lnTo>
                    <a:pt x="3866" y="90657"/>
                  </a:lnTo>
                  <a:lnTo>
                    <a:pt x="3514" y="90207"/>
                  </a:lnTo>
                  <a:lnTo>
                    <a:pt x="3426" y="89578"/>
                  </a:lnTo>
                  <a:lnTo>
                    <a:pt x="3075" y="89129"/>
                  </a:lnTo>
                  <a:lnTo>
                    <a:pt x="2987" y="88860"/>
                  </a:lnTo>
                  <a:lnTo>
                    <a:pt x="2723" y="88320"/>
                  </a:lnTo>
                  <a:lnTo>
                    <a:pt x="2635" y="87871"/>
                  </a:lnTo>
                  <a:lnTo>
                    <a:pt x="2108" y="87332"/>
                  </a:lnTo>
                  <a:lnTo>
                    <a:pt x="1669" y="86613"/>
                  </a:lnTo>
                  <a:lnTo>
                    <a:pt x="1142" y="85984"/>
                  </a:lnTo>
                  <a:lnTo>
                    <a:pt x="615" y="85535"/>
                  </a:lnTo>
                  <a:lnTo>
                    <a:pt x="0" y="85355"/>
                  </a:lnTo>
                  <a:lnTo>
                    <a:pt x="2811" y="84098"/>
                  </a:lnTo>
                  <a:lnTo>
                    <a:pt x="6677" y="82480"/>
                  </a:lnTo>
                  <a:lnTo>
                    <a:pt x="7995" y="81762"/>
                  </a:lnTo>
                  <a:lnTo>
                    <a:pt x="8347" y="81492"/>
                  </a:lnTo>
                  <a:lnTo>
                    <a:pt x="8962" y="81043"/>
                  </a:lnTo>
                  <a:lnTo>
                    <a:pt x="9753" y="80594"/>
                  </a:lnTo>
                  <a:lnTo>
                    <a:pt x="11159" y="79875"/>
                  </a:lnTo>
                  <a:lnTo>
                    <a:pt x="11246" y="79695"/>
                  </a:lnTo>
                  <a:lnTo>
                    <a:pt x="11598" y="78976"/>
                  </a:lnTo>
                  <a:lnTo>
                    <a:pt x="12740" y="77269"/>
                  </a:lnTo>
                  <a:lnTo>
                    <a:pt x="13970" y="75742"/>
                  </a:lnTo>
                  <a:lnTo>
                    <a:pt x="14497" y="75113"/>
                  </a:lnTo>
                  <a:lnTo>
                    <a:pt x="15288" y="74394"/>
                  </a:lnTo>
                  <a:lnTo>
                    <a:pt x="15815" y="73855"/>
                  </a:lnTo>
                  <a:lnTo>
                    <a:pt x="15991" y="73675"/>
                  </a:lnTo>
                  <a:lnTo>
                    <a:pt x="16694" y="72956"/>
                  </a:lnTo>
                  <a:lnTo>
                    <a:pt x="17485" y="72327"/>
                  </a:lnTo>
                  <a:lnTo>
                    <a:pt x="18539" y="71339"/>
                  </a:lnTo>
                  <a:lnTo>
                    <a:pt x="19945" y="69632"/>
                  </a:lnTo>
                  <a:lnTo>
                    <a:pt x="20472" y="69093"/>
                  </a:lnTo>
                  <a:lnTo>
                    <a:pt x="21615" y="67026"/>
                  </a:lnTo>
                  <a:lnTo>
                    <a:pt x="23636" y="63432"/>
                  </a:lnTo>
                  <a:lnTo>
                    <a:pt x="25217" y="60557"/>
                  </a:lnTo>
                  <a:lnTo>
                    <a:pt x="25393" y="60378"/>
                  </a:lnTo>
                  <a:lnTo>
                    <a:pt x="27414" y="56604"/>
                  </a:lnTo>
                  <a:lnTo>
                    <a:pt x="27502" y="56334"/>
                  </a:lnTo>
                  <a:lnTo>
                    <a:pt x="28820" y="54717"/>
                  </a:lnTo>
                  <a:lnTo>
                    <a:pt x="29347" y="54088"/>
                  </a:lnTo>
                  <a:lnTo>
                    <a:pt x="30577" y="52920"/>
                  </a:lnTo>
                  <a:lnTo>
                    <a:pt x="31719" y="51752"/>
                  </a:lnTo>
                  <a:lnTo>
                    <a:pt x="32422" y="51303"/>
                  </a:lnTo>
                  <a:lnTo>
                    <a:pt x="32774" y="51123"/>
                  </a:lnTo>
                  <a:lnTo>
                    <a:pt x="33125" y="50944"/>
                  </a:lnTo>
                  <a:lnTo>
                    <a:pt x="34531" y="50225"/>
                  </a:lnTo>
                  <a:lnTo>
                    <a:pt x="34707" y="50135"/>
                  </a:lnTo>
                  <a:lnTo>
                    <a:pt x="35761" y="49596"/>
                  </a:lnTo>
                  <a:lnTo>
                    <a:pt x="37079" y="49147"/>
                  </a:lnTo>
                  <a:lnTo>
                    <a:pt x="38134" y="48877"/>
                  </a:lnTo>
                  <a:lnTo>
                    <a:pt x="39715" y="48518"/>
                  </a:lnTo>
                  <a:lnTo>
                    <a:pt x="41472" y="48068"/>
                  </a:lnTo>
                  <a:lnTo>
                    <a:pt x="43406" y="47529"/>
                  </a:lnTo>
                  <a:lnTo>
                    <a:pt x="46920" y="45912"/>
                  </a:lnTo>
                  <a:lnTo>
                    <a:pt x="47272" y="45732"/>
                  </a:lnTo>
                  <a:lnTo>
                    <a:pt x="49117" y="44834"/>
                  </a:lnTo>
                  <a:lnTo>
                    <a:pt x="52807" y="42588"/>
                  </a:lnTo>
                  <a:lnTo>
                    <a:pt x="54301" y="41779"/>
                  </a:lnTo>
                  <a:lnTo>
                    <a:pt x="53686" y="39982"/>
                  </a:lnTo>
                  <a:lnTo>
                    <a:pt x="53510" y="39533"/>
                  </a:lnTo>
                  <a:lnTo>
                    <a:pt x="53862" y="39443"/>
                  </a:lnTo>
                  <a:lnTo>
                    <a:pt x="56410" y="38544"/>
                  </a:lnTo>
                  <a:lnTo>
                    <a:pt x="57201" y="38185"/>
                  </a:lnTo>
                  <a:lnTo>
                    <a:pt x="57552" y="38095"/>
                  </a:lnTo>
                  <a:lnTo>
                    <a:pt x="58870" y="37556"/>
                  </a:lnTo>
                  <a:lnTo>
                    <a:pt x="59221" y="37376"/>
                  </a:lnTo>
                  <a:lnTo>
                    <a:pt x="60627" y="36478"/>
                  </a:lnTo>
                  <a:lnTo>
                    <a:pt x="62473" y="35310"/>
                  </a:lnTo>
                  <a:lnTo>
                    <a:pt x="62736" y="35040"/>
                  </a:lnTo>
                  <a:lnTo>
                    <a:pt x="62912" y="34861"/>
                  </a:lnTo>
                  <a:lnTo>
                    <a:pt x="63175" y="34501"/>
                  </a:lnTo>
                  <a:lnTo>
                    <a:pt x="65196" y="32525"/>
                  </a:lnTo>
                  <a:lnTo>
                    <a:pt x="65372" y="32345"/>
                  </a:lnTo>
                  <a:lnTo>
                    <a:pt x="65987" y="31806"/>
                  </a:lnTo>
                  <a:lnTo>
                    <a:pt x="66251" y="31446"/>
                  </a:lnTo>
                  <a:lnTo>
                    <a:pt x="67393" y="29739"/>
                  </a:lnTo>
                  <a:lnTo>
                    <a:pt x="69414" y="26684"/>
                  </a:lnTo>
                  <a:lnTo>
                    <a:pt x="69765" y="26145"/>
                  </a:lnTo>
                  <a:lnTo>
                    <a:pt x="69941" y="25876"/>
                  </a:lnTo>
                  <a:lnTo>
                    <a:pt x="70117" y="25516"/>
                  </a:lnTo>
                  <a:lnTo>
                    <a:pt x="70381" y="25157"/>
                  </a:lnTo>
                  <a:lnTo>
                    <a:pt x="70556" y="24798"/>
                  </a:lnTo>
                  <a:lnTo>
                    <a:pt x="70732" y="24438"/>
                  </a:lnTo>
                  <a:lnTo>
                    <a:pt x="70908" y="24169"/>
                  </a:lnTo>
                  <a:lnTo>
                    <a:pt x="71083" y="23899"/>
                  </a:lnTo>
                  <a:lnTo>
                    <a:pt x="71962" y="22462"/>
                  </a:lnTo>
                  <a:lnTo>
                    <a:pt x="73456" y="19856"/>
                  </a:lnTo>
                  <a:lnTo>
                    <a:pt x="73983" y="19047"/>
                  </a:lnTo>
                  <a:lnTo>
                    <a:pt x="74686" y="17789"/>
                  </a:lnTo>
                  <a:lnTo>
                    <a:pt x="74774" y="17610"/>
                  </a:lnTo>
                  <a:lnTo>
                    <a:pt x="74862" y="17430"/>
                  </a:lnTo>
                  <a:lnTo>
                    <a:pt x="76795" y="14106"/>
                  </a:lnTo>
                  <a:lnTo>
                    <a:pt x="77673" y="12578"/>
                  </a:lnTo>
                  <a:lnTo>
                    <a:pt x="79079" y="10332"/>
                  </a:lnTo>
                  <a:lnTo>
                    <a:pt x="79079" y="10152"/>
                  </a:lnTo>
                  <a:lnTo>
                    <a:pt x="79958" y="8805"/>
                  </a:lnTo>
                  <a:lnTo>
                    <a:pt x="83033" y="3414"/>
                  </a:lnTo>
                  <a:lnTo>
                    <a:pt x="84351" y="1257"/>
                  </a:lnTo>
                  <a:lnTo>
                    <a:pt x="85054" y="0"/>
                  </a:lnTo>
                  <a:lnTo>
                    <a:pt x="85494" y="7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70413" y="3552020"/>
              <a:ext cx="172130" cy="189490"/>
            </a:xfrm>
            <a:custGeom>
              <a:avLst/>
              <a:pathLst>
                <a:path w="172130" h="189490">
                  <a:moveTo>
                    <a:pt x="69414" y="718"/>
                  </a:moveTo>
                  <a:lnTo>
                    <a:pt x="77586" y="2246"/>
                  </a:lnTo>
                  <a:lnTo>
                    <a:pt x="94368" y="5480"/>
                  </a:lnTo>
                  <a:lnTo>
                    <a:pt x="105351" y="7637"/>
                  </a:lnTo>
                  <a:lnTo>
                    <a:pt x="106757" y="7906"/>
                  </a:lnTo>
                  <a:lnTo>
                    <a:pt x="109217" y="8355"/>
                  </a:lnTo>
                  <a:lnTo>
                    <a:pt x="115983" y="9793"/>
                  </a:lnTo>
                  <a:lnTo>
                    <a:pt x="121870" y="10961"/>
                  </a:lnTo>
                  <a:lnTo>
                    <a:pt x="123013" y="11231"/>
                  </a:lnTo>
                  <a:lnTo>
                    <a:pt x="124418" y="11500"/>
                  </a:lnTo>
                  <a:lnTo>
                    <a:pt x="126439" y="11859"/>
                  </a:lnTo>
                  <a:lnTo>
                    <a:pt x="136017" y="13656"/>
                  </a:lnTo>
                  <a:lnTo>
                    <a:pt x="139444" y="14016"/>
                  </a:lnTo>
                  <a:lnTo>
                    <a:pt x="140937" y="14106"/>
                  </a:lnTo>
                  <a:lnTo>
                    <a:pt x="144716" y="14375"/>
                  </a:lnTo>
                  <a:lnTo>
                    <a:pt x="149900" y="14735"/>
                  </a:lnTo>
                  <a:lnTo>
                    <a:pt x="155260" y="15094"/>
                  </a:lnTo>
                  <a:lnTo>
                    <a:pt x="157808" y="15364"/>
                  </a:lnTo>
                  <a:lnTo>
                    <a:pt x="165628" y="15903"/>
                  </a:lnTo>
                  <a:lnTo>
                    <a:pt x="166506" y="27224"/>
                  </a:lnTo>
                  <a:lnTo>
                    <a:pt x="166770" y="29919"/>
                  </a:lnTo>
                  <a:lnTo>
                    <a:pt x="167473" y="38904"/>
                  </a:lnTo>
                  <a:lnTo>
                    <a:pt x="168264" y="48248"/>
                  </a:lnTo>
                  <a:lnTo>
                    <a:pt x="168352" y="49506"/>
                  </a:lnTo>
                  <a:lnTo>
                    <a:pt x="169055" y="56424"/>
                  </a:lnTo>
                  <a:lnTo>
                    <a:pt x="169757" y="63972"/>
                  </a:lnTo>
                  <a:lnTo>
                    <a:pt x="170460" y="72507"/>
                  </a:lnTo>
                  <a:lnTo>
                    <a:pt x="171075" y="80504"/>
                  </a:lnTo>
                  <a:lnTo>
                    <a:pt x="172130" y="95598"/>
                  </a:lnTo>
                  <a:lnTo>
                    <a:pt x="171603" y="95688"/>
                  </a:lnTo>
                  <a:lnTo>
                    <a:pt x="171075" y="95868"/>
                  </a:lnTo>
                  <a:lnTo>
                    <a:pt x="170636" y="96047"/>
                  </a:lnTo>
                  <a:lnTo>
                    <a:pt x="170109" y="96317"/>
                  </a:lnTo>
                  <a:lnTo>
                    <a:pt x="169670" y="96676"/>
                  </a:lnTo>
                  <a:lnTo>
                    <a:pt x="169318" y="97036"/>
                  </a:lnTo>
                  <a:lnTo>
                    <a:pt x="168967" y="97395"/>
                  </a:lnTo>
                  <a:lnTo>
                    <a:pt x="168703" y="97934"/>
                  </a:lnTo>
                  <a:lnTo>
                    <a:pt x="168439" y="98383"/>
                  </a:lnTo>
                  <a:lnTo>
                    <a:pt x="168264" y="98923"/>
                  </a:lnTo>
                  <a:lnTo>
                    <a:pt x="168176" y="99372"/>
                  </a:lnTo>
                  <a:lnTo>
                    <a:pt x="168088" y="99911"/>
                  </a:lnTo>
                  <a:lnTo>
                    <a:pt x="168088" y="100450"/>
                  </a:lnTo>
                  <a:lnTo>
                    <a:pt x="168176" y="100989"/>
                  </a:lnTo>
                  <a:lnTo>
                    <a:pt x="168352" y="101528"/>
                  </a:lnTo>
                  <a:lnTo>
                    <a:pt x="168527" y="102067"/>
                  </a:lnTo>
                  <a:lnTo>
                    <a:pt x="168791" y="102517"/>
                  </a:lnTo>
                  <a:lnTo>
                    <a:pt x="169055" y="102966"/>
                  </a:lnTo>
                  <a:lnTo>
                    <a:pt x="169406" y="103415"/>
                  </a:lnTo>
                  <a:lnTo>
                    <a:pt x="169757" y="103685"/>
                  </a:lnTo>
                  <a:lnTo>
                    <a:pt x="167737" y="106380"/>
                  </a:lnTo>
                  <a:lnTo>
                    <a:pt x="167649" y="106560"/>
                  </a:lnTo>
                  <a:lnTo>
                    <a:pt x="166594" y="107997"/>
                  </a:lnTo>
                  <a:lnTo>
                    <a:pt x="166155" y="108536"/>
                  </a:lnTo>
                  <a:lnTo>
                    <a:pt x="163080" y="112310"/>
                  </a:lnTo>
                  <a:lnTo>
                    <a:pt x="162904" y="112490"/>
                  </a:lnTo>
                  <a:lnTo>
                    <a:pt x="160356" y="115634"/>
                  </a:lnTo>
                  <a:lnTo>
                    <a:pt x="158950" y="117521"/>
                  </a:lnTo>
                  <a:lnTo>
                    <a:pt x="158511" y="118150"/>
                  </a:lnTo>
                  <a:lnTo>
                    <a:pt x="157808" y="118959"/>
                  </a:lnTo>
                  <a:lnTo>
                    <a:pt x="156753" y="120307"/>
                  </a:lnTo>
                  <a:lnTo>
                    <a:pt x="154293" y="123272"/>
                  </a:lnTo>
                  <a:lnTo>
                    <a:pt x="151921" y="126237"/>
                  </a:lnTo>
                  <a:lnTo>
                    <a:pt x="149109" y="129741"/>
                  </a:lnTo>
                  <a:lnTo>
                    <a:pt x="140322" y="140612"/>
                  </a:lnTo>
                  <a:lnTo>
                    <a:pt x="136632" y="145105"/>
                  </a:lnTo>
                  <a:lnTo>
                    <a:pt x="129866" y="153910"/>
                  </a:lnTo>
                  <a:lnTo>
                    <a:pt x="122485" y="162895"/>
                  </a:lnTo>
                  <a:lnTo>
                    <a:pt x="115192" y="171969"/>
                  </a:lnTo>
                  <a:lnTo>
                    <a:pt x="108251" y="180415"/>
                  </a:lnTo>
                  <a:lnTo>
                    <a:pt x="107899" y="180864"/>
                  </a:lnTo>
                  <a:lnTo>
                    <a:pt x="100870" y="189490"/>
                  </a:lnTo>
                  <a:lnTo>
                    <a:pt x="98234" y="187244"/>
                  </a:lnTo>
                  <a:lnTo>
                    <a:pt x="91556" y="181673"/>
                  </a:lnTo>
                  <a:lnTo>
                    <a:pt x="80485" y="172508"/>
                  </a:lnTo>
                  <a:lnTo>
                    <a:pt x="78376" y="170622"/>
                  </a:lnTo>
                  <a:lnTo>
                    <a:pt x="76883" y="169454"/>
                  </a:lnTo>
                  <a:lnTo>
                    <a:pt x="74862" y="167746"/>
                  </a:lnTo>
                  <a:lnTo>
                    <a:pt x="73632" y="166668"/>
                  </a:lnTo>
                  <a:lnTo>
                    <a:pt x="72841" y="166039"/>
                  </a:lnTo>
                  <a:lnTo>
                    <a:pt x="72138" y="165500"/>
                  </a:lnTo>
                  <a:lnTo>
                    <a:pt x="71874" y="165231"/>
                  </a:lnTo>
                  <a:lnTo>
                    <a:pt x="63263" y="158043"/>
                  </a:lnTo>
                  <a:lnTo>
                    <a:pt x="62824" y="157683"/>
                  </a:lnTo>
                  <a:lnTo>
                    <a:pt x="62560" y="157863"/>
                  </a:lnTo>
                  <a:lnTo>
                    <a:pt x="62385" y="157953"/>
                  </a:lnTo>
                  <a:lnTo>
                    <a:pt x="62121" y="157953"/>
                  </a:lnTo>
                  <a:lnTo>
                    <a:pt x="61857" y="157953"/>
                  </a:lnTo>
                  <a:lnTo>
                    <a:pt x="61594" y="157953"/>
                  </a:lnTo>
                  <a:lnTo>
                    <a:pt x="61330" y="157863"/>
                  </a:lnTo>
                  <a:lnTo>
                    <a:pt x="61067" y="157773"/>
                  </a:lnTo>
                  <a:lnTo>
                    <a:pt x="60891" y="157594"/>
                  </a:lnTo>
                  <a:lnTo>
                    <a:pt x="60715" y="157414"/>
                  </a:lnTo>
                  <a:lnTo>
                    <a:pt x="60539" y="157144"/>
                  </a:lnTo>
                  <a:lnTo>
                    <a:pt x="60452" y="156965"/>
                  </a:lnTo>
                  <a:lnTo>
                    <a:pt x="53510" y="157863"/>
                  </a:lnTo>
                  <a:lnTo>
                    <a:pt x="42966" y="159301"/>
                  </a:lnTo>
                  <a:lnTo>
                    <a:pt x="37870" y="160020"/>
                  </a:lnTo>
                  <a:lnTo>
                    <a:pt x="37079" y="160109"/>
                  </a:lnTo>
                  <a:lnTo>
                    <a:pt x="30577" y="161008"/>
                  </a:lnTo>
                  <a:lnTo>
                    <a:pt x="26974" y="161457"/>
                  </a:lnTo>
                  <a:lnTo>
                    <a:pt x="22845" y="161996"/>
                  </a:lnTo>
                  <a:lnTo>
                    <a:pt x="18188" y="163074"/>
                  </a:lnTo>
                  <a:lnTo>
                    <a:pt x="16694" y="162895"/>
                  </a:lnTo>
                  <a:lnTo>
                    <a:pt x="10456" y="163703"/>
                  </a:lnTo>
                  <a:lnTo>
                    <a:pt x="9928" y="163793"/>
                  </a:lnTo>
                  <a:lnTo>
                    <a:pt x="8435" y="163973"/>
                  </a:lnTo>
                  <a:lnTo>
                    <a:pt x="7644" y="164153"/>
                  </a:lnTo>
                  <a:lnTo>
                    <a:pt x="439" y="165590"/>
                  </a:lnTo>
                  <a:lnTo>
                    <a:pt x="0" y="165590"/>
                  </a:lnTo>
                  <a:lnTo>
                    <a:pt x="2284" y="158402"/>
                  </a:lnTo>
                  <a:lnTo>
                    <a:pt x="7205" y="144026"/>
                  </a:lnTo>
                  <a:lnTo>
                    <a:pt x="8523" y="140163"/>
                  </a:lnTo>
                  <a:lnTo>
                    <a:pt x="11334" y="131987"/>
                  </a:lnTo>
                  <a:lnTo>
                    <a:pt x="12037" y="130010"/>
                  </a:lnTo>
                  <a:lnTo>
                    <a:pt x="16870" y="115724"/>
                  </a:lnTo>
                  <a:lnTo>
                    <a:pt x="18803" y="109525"/>
                  </a:lnTo>
                  <a:lnTo>
                    <a:pt x="19506" y="107278"/>
                  </a:lnTo>
                  <a:lnTo>
                    <a:pt x="20824" y="102786"/>
                  </a:lnTo>
                  <a:lnTo>
                    <a:pt x="22757" y="95149"/>
                  </a:lnTo>
                  <a:lnTo>
                    <a:pt x="23548" y="89129"/>
                  </a:lnTo>
                  <a:lnTo>
                    <a:pt x="23811" y="87692"/>
                  </a:lnTo>
                  <a:lnTo>
                    <a:pt x="24163" y="86254"/>
                  </a:lnTo>
                  <a:lnTo>
                    <a:pt x="24690" y="84547"/>
                  </a:lnTo>
                  <a:lnTo>
                    <a:pt x="25657" y="81941"/>
                  </a:lnTo>
                  <a:lnTo>
                    <a:pt x="26799" y="78617"/>
                  </a:lnTo>
                  <a:lnTo>
                    <a:pt x="28380" y="72687"/>
                  </a:lnTo>
                  <a:lnTo>
                    <a:pt x="29347" y="68823"/>
                  </a:lnTo>
                  <a:lnTo>
                    <a:pt x="30489" y="63432"/>
                  </a:lnTo>
                  <a:lnTo>
                    <a:pt x="30928" y="61366"/>
                  </a:lnTo>
                  <a:lnTo>
                    <a:pt x="31456" y="59569"/>
                  </a:lnTo>
                  <a:lnTo>
                    <a:pt x="32246" y="57862"/>
                  </a:lnTo>
                  <a:lnTo>
                    <a:pt x="33213" y="56065"/>
                  </a:lnTo>
                  <a:lnTo>
                    <a:pt x="35146" y="53190"/>
                  </a:lnTo>
                  <a:lnTo>
                    <a:pt x="35498" y="52561"/>
                  </a:lnTo>
                  <a:lnTo>
                    <a:pt x="37167" y="50225"/>
                  </a:lnTo>
                  <a:lnTo>
                    <a:pt x="37431" y="49865"/>
                  </a:lnTo>
                  <a:lnTo>
                    <a:pt x="42351" y="43037"/>
                  </a:lnTo>
                  <a:lnTo>
                    <a:pt x="46393" y="37646"/>
                  </a:lnTo>
                  <a:lnTo>
                    <a:pt x="51226" y="31267"/>
                  </a:lnTo>
                  <a:lnTo>
                    <a:pt x="56585" y="20395"/>
                  </a:lnTo>
                  <a:lnTo>
                    <a:pt x="57113" y="18688"/>
                  </a:lnTo>
                  <a:lnTo>
                    <a:pt x="57640" y="16801"/>
                  </a:lnTo>
                  <a:lnTo>
                    <a:pt x="57903" y="16082"/>
                  </a:lnTo>
                  <a:lnTo>
                    <a:pt x="59661" y="12399"/>
                  </a:lnTo>
                  <a:lnTo>
                    <a:pt x="62385" y="6918"/>
                  </a:lnTo>
                  <a:lnTo>
                    <a:pt x="65548" y="0"/>
                  </a:lnTo>
                  <a:lnTo>
                    <a:pt x="69150" y="6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32472" y="1508760"/>
              <a:ext cx="1425791" cy="794187"/>
            </a:xfrm>
            <a:custGeom>
              <a:avLst/>
              <a:pathLst>
                <a:path w="1425791" h="794187">
                  <a:moveTo>
                    <a:pt x="1425791" y="9182"/>
                  </a:moveTo>
                  <a:lnTo>
                    <a:pt x="1421837" y="16550"/>
                  </a:lnTo>
                  <a:lnTo>
                    <a:pt x="1420958" y="18257"/>
                  </a:lnTo>
                  <a:lnTo>
                    <a:pt x="1403121" y="34968"/>
                  </a:lnTo>
                  <a:lnTo>
                    <a:pt x="1381594" y="47368"/>
                  </a:lnTo>
                  <a:lnTo>
                    <a:pt x="1363845" y="56173"/>
                  </a:lnTo>
                  <a:lnTo>
                    <a:pt x="1338979" y="65337"/>
                  </a:lnTo>
                  <a:lnTo>
                    <a:pt x="1321581" y="80072"/>
                  </a:lnTo>
                  <a:lnTo>
                    <a:pt x="1310334" y="86901"/>
                  </a:lnTo>
                  <a:lnTo>
                    <a:pt x="1300405" y="87710"/>
                  </a:lnTo>
                  <a:lnTo>
                    <a:pt x="1284501" y="85014"/>
                  </a:lnTo>
                  <a:lnTo>
                    <a:pt x="1261129" y="87350"/>
                  </a:lnTo>
                  <a:lnTo>
                    <a:pt x="1243116" y="93999"/>
                  </a:lnTo>
                  <a:lnTo>
                    <a:pt x="1226246" y="100917"/>
                  </a:lnTo>
                  <a:lnTo>
                    <a:pt x="1204016" y="104331"/>
                  </a:lnTo>
                  <a:lnTo>
                    <a:pt x="1186179" y="107027"/>
                  </a:lnTo>
                  <a:lnTo>
                    <a:pt x="1168078" y="103613"/>
                  </a:lnTo>
                  <a:lnTo>
                    <a:pt x="1151384" y="101726"/>
                  </a:lnTo>
                  <a:lnTo>
                    <a:pt x="1148045" y="103703"/>
                  </a:lnTo>
                  <a:lnTo>
                    <a:pt x="1141367" y="107746"/>
                  </a:lnTo>
                  <a:lnTo>
                    <a:pt x="1144706" y="121403"/>
                  </a:lnTo>
                  <a:lnTo>
                    <a:pt x="1152878" y="137396"/>
                  </a:lnTo>
                  <a:lnTo>
                    <a:pt x="1154283" y="152939"/>
                  </a:lnTo>
                  <a:lnTo>
                    <a:pt x="1154283" y="173784"/>
                  </a:lnTo>
                  <a:lnTo>
                    <a:pt x="1153932" y="206399"/>
                  </a:lnTo>
                  <a:lnTo>
                    <a:pt x="1148396" y="223021"/>
                  </a:lnTo>
                  <a:lnTo>
                    <a:pt x="1142421" y="236678"/>
                  </a:lnTo>
                  <a:lnTo>
                    <a:pt x="1120279" y="277020"/>
                  </a:lnTo>
                  <a:lnTo>
                    <a:pt x="1115710" y="285286"/>
                  </a:lnTo>
                  <a:lnTo>
                    <a:pt x="1106045" y="298763"/>
                  </a:lnTo>
                  <a:lnTo>
                    <a:pt x="1101651" y="304963"/>
                  </a:lnTo>
                  <a:lnTo>
                    <a:pt x="1090580" y="317811"/>
                  </a:lnTo>
                  <a:lnTo>
                    <a:pt x="1085308" y="336050"/>
                  </a:lnTo>
                  <a:lnTo>
                    <a:pt x="1083024" y="352044"/>
                  </a:lnTo>
                  <a:lnTo>
                    <a:pt x="1072040" y="358063"/>
                  </a:lnTo>
                  <a:lnTo>
                    <a:pt x="1050337" y="361118"/>
                  </a:lnTo>
                  <a:lnTo>
                    <a:pt x="1038475" y="363185"/>
                  </a:lnTo>
                  <a:lnTo>
                    <a:pt x="1030216" y="369564"/>
                  </a:lnTo>
                  <a:lnTo>
                    <a:pt x="1014136" y="380256"/>
                  </a:lnTo>
                  <a:lnTo>
                    <a:pt x="991730" y="393553"/>
                  </a:lnTo>
                  <a:lnTo>
                    <a:pt x="980747" y="403976"/>
                  </a:lnTo>
                  <a:lnTo>
                    <a:pt x="968534" y="417902"/>
                  </a:lnTo>
                  <a:lnTo>
                    <a:pt x="958605" y="434704"/>
                  </a:lnTo>
                  <a:lnTo>
                    <a:pt x="952015" y="437939"/>
                  </a:lnTo>
                  <a:lnTo>
                    <a:pt x="950960" y="438478"/>
                  </a:lnTo>
                  <a:lnTo>
                    <a:pt x="935672" y="443689"/>
                  </a:lnTo>
                  <a:lnTo>
                    <a:pt x="921789" y="450338"/>
                  </a:lnTo>
                  <a:lnTo>
                    <a:pt x="908785" y="460131"/>
                  </a:lnTo>
                  <a:lnTo>
                    <a:pt x="899471" y="470014"/>
                  </a:lnTo>
                  <a:lnTo>
                    <a:pt x="888927" y="483851"/>
                  </a:lnTo>
                  <a:lnTo>
                    <a:pt x="878734" y="495442"/>
                  </a:lnTo>
                  <a:lnTo>
                    <a:pt x="872759" y="502450"/>
                  </a:lnTo>
                  <a:lnTo>
                    <a:pt x="862391" y="514579"/>
                  </a:lnTo>
                  <a:lnTo>
                    <a:pt x="852726" y="531920"/>
                  </a:lnTo>
                  <a:lnTo>
                    <a:pt x="841127" y="552765"/>
                  </a:lnTo>
                  <a:lnTo>
                    <a:pt x="835416" y="561750"/>
                  </a:lnTo>
                  <a:lnTo>
                    <a:pt x="824433" y="574508"/>
                  </a:lnTo>
                  <a:lnTo>
                    <a:pt x="811341" y="592478"/>
                  </a:lnTo>
                  <a:lnTo>
                    <a:pt x="798600" y="610447"/>
                  </a:lnTo>
                  <a:lnTo>
                    <a:pt x="781115" y="625183"/>
                  </a:lnTo>
                  <a:lnTo>
                    <a:pt x="757566" y="634167"/>
                  </a:lnTo>
                  <a:lnTo>
                    <a:pt x="734370" y="641715"/>
                  </a:lnTo>
                  <a:lnTo>
                    <a:pt x="716269" y="652946"/>
                  </a:lnTo>
                  <a:lnTo>
                    <a:pt x="699838" y="662290"/>
                  </a:lnTo>
                  <a:lnTo>
                    <a:pt x="695005" y="666423"/>
                  </a:lnTo>
                  <a:lnTo>
                    <a:pt x="681738" y="678013"/>
                  </a:lnTo>
                  <a:lnTo>
                    <a:pt x="664692" y="697870"/>
                  </a:lnTo>
                  <a:lnTo>
                    <a:pt x="659156" y="704788"/>
                  </a:lnTo>
                  <a:lnTo>
                    <a:pt x="644658" y="710000"/>
                  </a:lnTo>
                  <a:lnTo>
                    <a:pt x="638332" y="709910"/>
                  </a:lnTo>
                  <a:lnTo>
                    <a:pt x="627173" y="706585"/>
                  </a:lnTo>
                  <a:lnTo>
                    <a:pt x="617947" y="702362"/>
                  </a:lnTo>
                  <a:lnTo>
                    <a:pt x="617156" y="702003"/>
                  </a:lnTo>
                  <a:lnTo>
                    <a:pt x="610214" y="699218"/>
                  </a:lnTo>
                  <a:lnTo>
                    <a:pt x="602219" y="699577"/>
                  </a:lnTo>
                  <a:lnTo>
                    <a:pt x="595629" y="700565"/>
                  </a:lnTo>
                  <a:lnTo>
                    <a:pt x="590708" y="701284"/>
                  </a:lnTo>
                  <a:lnTo>
                    <a:pt x="578495" y="701823"/>
                  </a:lnTo>
                  <a:lnTo>
                    <a:pt x="573047" y="702632"/>
                  </a:lnTo>
                  <a:lnTo>
                    <a:pt x="563909" y="710089"/>
                  </a:lnTo>
                  <a:lnTo>
                    <a:pt x="559252" y="713504"/>
                  </a:lnTo>
                  <a:lnTo>
                    <a:pt x="549762" y="722309"/>
                  </a:lnTo>
                  <a:lnTo>
                    <a:pt x="534298" y="734708"/>
                  </a:lnTo>
                  <a:lnTo>
                    <a:pt x="523578" y="738392"/>
                  </a:lnTo>
                  <a:lnTo>
                    <a:pt x="513561" y="738481"/>
                  </a:lnTo>
                  <a:lnTo>
                    <a:pt x="496515" y="738841"/>
                  </a:lnTo>
                  <a:lnTo>
                    <a:pt x="480084" y="738302"/>
                  </a:lnTo>
                  <a:lnTo>
                    <a:pt x="469540" y="737403"/>
                  </a:lnTo>
                  <a:lnTo>
                    <a:pt x="459436" y="734079"/>
                  </a:lnTo>
                  <a:lnTo>
                    <a:pt x="450561" y="732641"/>
                  </a:lnTo>
                  <a:lnTo>
                    <a:pt x="446168" y="734618"/>
                  </a:lnTo>
                  <a:lnTo>
                    <a:pt x="434657" y="740728"/>
                  </a:lnTo>
                  <a:lnTo>
                    <a:pt x="425695" y="744142"/>
                  </a:lnTo>
                  <a:lnTo>
                    <a:pt x="411900" y="746748"/>
                  </a:lnTo>
                  <a:lnTo>
                    <a:pt x="403201" y="749443"/>
                  </a:lnTo>
                  <a:lnTo>
                    <a:pt x="389230" y="757889"/>
                  </a:lnTo>
                  <a:lnTo>
                    <a:pt x="383519" y="764358"/>
                  </a:lnTo>
                  <a:lnTo>
                    <a:pt x="380531" y="767413"/>
                  </a:lnTo>
                  <a:lnTo>
                    <a:pt x="375611" y="772534"/>
                  </a:lnTo>
                  <a:lnTo>
                    <a:pt x="368142" y="777745"/>
                  </a:lnTo>
                  <a:lnTo>
                    <a:pt x="361640" y="782687"/>
                  </a:lnTo>
                  <a:lnTo>
                    <a:pt x="351975" y="787000"/>
                  </a:lnTo>
                  <a:lnTo>
                    <a:pt x="344155" y="788347"/>
                  </a:lnTo>
                  <a:lnTo>
                    <a:pt x="336247" y="788168"/>
                  </a:lnTo>
                  <a:lnTo>
                    <a:pt x="330272" y="788976"/>
                  </a:lnTo>
                  <a:lnTo>
                    <a:pt x="325966" y="790773"/>
                  </a:lnTo>
                  <a:lnTo>
                    <a:pt x="320870" y="793109"/>
                  </a:lnTo>
                  <a:lnTo>
                    <a:pt x="315862" y="794008"/>
                  </a:lnTo>
                  <a:lnTo>
                    <a:pt x="315071" y="794187"/>
                  </a:lnTo>
                  <a:lnTo>
                    <a:pt x="307339" y="793379"/>
                  </a:lnTo>
                  <a:lnTo>
                    <a:pt x="306899" y="793199"/>
                  </a:lnTo>
                  <a:lnTo>
                    <a:pt x="305406" y="790863"/>
                  </a:lnTo>
                  <a:lnTo>
                    <a:pt x="304088" y="788527"/>
                  </a:lnTo>
                  <a:lnTo>
                    <a:pt x="303385" y="787359"/>
                  </a:lnTo>
                  <a:lnTo>
                    <a:pt x="303297" y="786820"/>
                  </a:lnTo>
                  <a:lnTo>
                    <a:pt x="302418" y="785023"/>
                  </a:lnTo>
                  <a:lnTo>
                    <a:pt x="301540" y="784304"/>
                  </a:lnTo>
                  <a:lnTo>
                    <a:pt x="300046" y="783945"/>
                  </a:lnTo>
                  <a:lnTo>
                    <a:pt x="299519" y="783585"/>
                  </a:lnTo>
                  <a:lnTo>
                    <a:pt x="297761" y="783945"/>
                  </a:lnTo>
                  <a:lnTo>
                    <a:pt x="297322" y="782956"/>
                  </a:lnTo>
                  <a:lnTo>
                    <a:pt x="296531" y="781968"/>
                  </a:lnTo>
                  <a:lnTo>
                    <a:pt x="295916" y="781339"/>
                  </a:lnTo>
                  <a:lnTo>
                    <a:pt x="295301" y="781070"/>
                  </a:lnTo>
                  <a:lnTo>
                    <a:pt x="294598" y="780800"/>
                  </a:lnTo>
                  <a:lnTo>
                    <a:pt x="294686" y="779991"/>
                  </a:lnTo>
                  <a:lnTo>
                    <a:pt x="294422" y="779003"/>
                  </a:lnTo>
                  <a:lnTo>
                    <a:pt x="294422" y="777835"/>
                  </a:lnTo>
                  <a:lnTo>
                    <a:pt x="294598" y="776847"/>
                  </a:lnTo>
                  <a:lnTo>
                    <a:pt x="295037" y="775858"/>
                  </a:lnTo>
                  <a:lnTo>
                    <a:pt x="295916" y="775229"/>
                  </a:lnTo>
                  <a:lnTo>
                    <a:pt x="297146" y="774601"/>
                  </a:lnTo>
                  <a:lnTo>
                    <a:pt x="297937" y="774151"/>
                  </a:lnTo>
                  <a:lnTo>
                    <a:pt x="297937" y="773612"/>
                  </a:lnTo>
                  <a:lnTo>
                    <a:pt x="297322" y="772893"/>
                  </a:lnTo>
                  <a:lnTo>
                    <a:pt x="297410" y="772175"/>
                  </a:lnTo>
                  <a:lnTo>
                    <a:pt x="295653" y="770557"/>
                  </a:lnTo>
                  <a:lnTo>
                    <a:pt x="294071" y="771546"/>
                  </a:lnTo>
                  <a:lnTo>
                    <a:pt x="291259" y="768850"/>
                  </a:lnTo>
                  <a:lnTo>
                    <a:pt x="290293" y="770108"/>
                  </a:lnTo>
                  <a:lnTo>
                    <a:pt x="288623" y="771815"/>
                  </a:lnTo>
                  <a:lnTo>
                    <a:pt x="285724" y="774061"/>
                  </a:lnTo>
                  <a:lnTo>
                    <a:pt x="282824" y="775679"/>
                  </a:lnTo>
                  <a:lnTo>
                    <a:pt x="280452" y="770737"/>
                  </a:lnTo>
                  <a:lnTo>
                    <a:pt x="282385" y="769659"/>
                  </a:lnTo>
                  <a:lnTo>
                    <a:pt x="239594" y="703441"/>
                  </a:lnTo>
                  <a:lnTo>
                    <a:pt x="238451" y="701194"/>
                  </a:lnTo>
                  <a:lnTo>
                    <a:pt x="238188" y="700386"/>
                  </a:lnTo>
                  <a:lnTo>
                    <a:pt x="238539" y="699397"/>
                  </a:lnTo>
                  <a:lnTo>
                    <a:pt x="237924" y="698948"/>
                  </a:lnTo>
                  <a:lnTo>
                    <a:pt x="235376" y="697600"/>
                  </a:lnTo>
                  <a:lnTo>
                    <a:pt x="233531" y="696522"/>
                  </a:lnTo>
                  <a:lnTo>
                    <a:pt x="237046" y="688975"/>
                  </a:lnTo>
                  <a:lnTo>
                    <a:pt x="236167" y="688526"/>
                  </a:lnTo>
                  <a:lnTo>
                    <a:pt x="234585" y="687627"/>
                  </a:lnTo>
                  <a:lnTo>
                    <a:pt x="230543" y="684932"/>
                  </a:lnTo>
                  <a:lnTo>
                    <a:pt x="218418" y="661931"/>
                  </a:lnTo>
                  <a:lnTo>
                    <a:pt x="206732" y="655012"/>
                  </a:lnTo>
                  <a:lnTo>
                    <a:pt x="205238" y="654024"/>
                  </a:lnTo>
                  <a:lnTo>
                    <a:pt x="204271" y="655012"/>
                  </a:lnTo>
                  <a:lnTo>
                    <a:pt x="201196" y="658067"/>
                  </a:lnTo>
                  <a:lnTo>
                    <a:pt x="199439" y="660673"/>
                  </a:lnTo>
                  <a:lnTo>
                    <a:pt x="198296" y="662470"/>
                  </a:lnTo>
                  <a:lnTo>
                    <a:pt x="197506" y="663728"/>
                  </a:lnTo>
                  <a:lnTo>
                    <a:pt x="196100" y="666154"/>
                  </a:lnTo>
                  <a:lnTo>
                    <a:pt x="194782" y="671634"/>
                  </a:lnTo>
                  <a:lnTo>
                    <a:pt x="193552" y="678283"/>
                  </a:lnTo>
                  <a:lnTo>
                    <a:pt x="185556" y="674240"/>
                  </a:lnTo>
                  <a:lnTo>
                    <a:pt x="184150" y="676845"/>
                  </a:lnTo>
                  <a:lnTo>
                    <a:pt x="183447" y="677744"/>
                  </a:lnTo>
                  <a:lnTo>
                    <a:pt x="179932" y="676127"/>
                  </a:lnTo>
                  <a:lnTo>
                    <a:pt x="177560" y="680260"/>
                  </a:lnTo>
                  <a:lnTo>
                    <a:pt x="175188" y="684393"/>
                  </a:lnTo>
                  <a:lnTo>
                    <a:pt x="167895" y="680529"/>
                  </a:lnTo>
                  <a:lnTo>
                    <a:pt x="152694" y="672084"/>
                  </a:lnTo>
                  <a:lnTo>
                    <a:pt x="151639" y="671455"/>
                  </a:lnTo>
                  <a:lnTo>
                    <a:pt x="160778" y="655012"/>
                  </a:lnTo>
                  <a:lnTo>
                    <a:pt x="165259" y="646746"/>
                  </a:lnTo>
                  <a:lnTo>
                    <a:pt x="162447" y="642703"/>
                  </a:lnTo>
                  <a:lnTo>
                    <a:pt x="152957" y="628777"/>
                  </a:lnTo>
                  <a:lnTo>
                    <a:pt x="152430" y="627968"/>
                  </a:lnTo>
                  <a:lnTo>
                    <a:pt x="148476" y="622936"/>
                  </a:lnTo>
                  <a:lnTo>
                    <a:pt x="146543" y="620331"/>
                  </a:lnTo>
                  <a:lnTo>
                    <a:pt x="145928" y="619702"/>
                  </a:lnTo>
                  <a:lnTo>
                    <a:pt x="145313" y="618983"/>
                  </a:lnTo>
                  <a:lnTo>
                    <a:pt x="144874" y="618444"/>
                  </a:lnTo>
                  <a:lnTo>
                    <a:pt x="140656" y="613143"/>
                  </a:lnTo>
                  <a:lnTo>
                    <a:pt x="139777" y="612155"/>
                  </a:lnTo>
                  <a:lnTo>
                    <a:pt x="138899" y="611076"/>
                  </a:lnTo>
                  <a:lnTo>
                    <a:pt x="138196" y="609998"/>
                  </a:lnTo>
                  <a:lnTo>
                    <a:pt x="138108" y="609819"/>
                  </a:lnTo>
                  <a:lnTo>
                    <a:pt x="137581" y="608740"/>
                  </a:lnTo>
                  <a:lnTo>
                    <a:pt x="137405" y="607752"/>
                  </a:lnTo>
                  <a:lnTo>
                    <a:pt x="136526" y="606404"/>
                  </a:lnTo>
                  <a:lnTo>
                    <a:pt x="135999" y="605865"/>
                  </a:lnTo>
                  <a:lnTo>
                    <a:pt x="136087" y="605686"/>
                  </a:lnTo>
                  <a:lnTo>
                    <a:pt x="134857" y="604428"/>
                  </a:lnTo>
                  <a:lnTo>
                    <a:pt x="132397" y="601822"/>
                  </a:lnTo>
                  <a:lnTo>
                    <a:pt x="129233" y="599396"/>
                  </a:lnTo>
                  <a:lnTo>
                    <a:pt x="124752" y="598138"/>
                  </a:lnTo>
                  <a:lnTo>
                    <a:pt x="117284" y="593826"/>
                  </a:lnTo>
                  <a:lnTo>
                    <a:pt x="114296" y="594994"/>
                  </a:lnTo>
                  <a:lnTo>
                    <a:pt x="109815" y="601373"/>
                  </a:lnTo>
                  <a:lnTo>
                    <a:pt x="105070" y="606404"/>
                  </a:lnTo>
                  <a:lnTo>
                    <a:pt x="100940" y="612155"/>
                  </a:lnTo>
                  <a:lnTo>
                    <a:pt x="100853" y="612334"/>
                  </a:lnTo>
                  <a:lnTo>
                    <a:pt x="97865" y="610178"/>
                  </a:lnTo>
                  <a:lnTo>
                    <a:pt x="96899" y="603619"/>
                  </a:lnTo>
                  <a:lnTo>
                    <a:pt x="94702" y="593556"/>
                  </a:lnTo>
                  <a:lnTo>
                    <a:pt x="95932" y="591040"/>
                  </a:lnTo>
                  <a:lnTo>
                    <a:pt x="96020" y="587267"/>
                  </a:lnTo>
                  <a:lnTo>
                    <a:pt x="92593" y="583942"/>
                  </a:lnTo>
                  <a:lnTo>
                    <a:pt x="85564" y="578641"/>
                  </a:lnTo>
                  <a:lnTo>
                    <a:pt x="75899" y="571363"/>
                  </a:lnTo>
                  <a:lnTo>
                    <a:pt x="85564" y="555640"/>
                  </a:lnTo>
                  <a:lnTo>
                    <a:pt x="90748" y="547194"/>
                  </a:lnTo>
                  <a:lnTo>
                    <a:pt x="91451" y="546386"/>
                  </a:lnTo>
                  <a:lnTo>
                    <a:pt x="92330" y="546475"/>
                  </a:lnTo>
                  <a:lnTo>
                    <a:pt x="97689" y="541444"/>
                  </a:lnTo>
                  <a:lnTo>
                    <a:pt x="118777" y="522306"/>
                  </a:lnTo>
                  <a:lnTo>
                    <a:pt x="113681" y="517365"/>
                  </a:lnTo>
                  <a:lnTo>
                    <a:pt x="115351" y="513771"/>
                  </a:lnTo>
                  <a:lnTo>
                    <a:pt x="116669" y="511075"/>
                  </a:lnTo>
                  <a:lnTo>
                    <a:pt x="118514" y="507122"/>
                  </a:lnTo>
                  <a:lnTo>
                    <a:pt x="117723" y="505415"/>
                  </a:lnTo>
                  <a:lnTo>
                    <a:pt x="117547" y="504067"/>
                  </a:lnTo>
                  <a:lnTo>
                    <a:pt x="117723" y="502090"/>
                  </a:lnTo>
                  <a:lnTo>
                    <a:pt x="118250" y="498407"/>
                  </a:lnTo>
                  <a:lnTo>
                    <a:pt x="117196" y="494004"/>
                  </a:lnTo>
                  <a:lnTo>
                    <a:pt x="117196" y="493285"/>
                  </a:lnTo>
                  <a:lnTo>
                    <a:pt x="117284" y="492566"/>
                  </a:lnTo>
                  <a:lnTo>
                    <a:pt x="117371" y="491309"/>
                  </a:lnTo>
                  <a:lnTo>
                    <a:pt x="118338" y="488883"/>
                  </a:lnTo>
                  <a:lnTo>
                    <a:pt x="120359" y="486816"/>
                  </a:lnTo>
                  <a:lnTo>
                    <a:pt x="120623" y="485738"/>
                  </a:lnTo>
                  <a:lnTo>
                    <a:pt x="120974" y="484300"/>
                  </a:lnTo>
                  <a:lnTo>
                    <a:pt x="122116" y="482234"/>
                  </a:lnTo>
                  <a:lnTo>
                    <a:pt x="124313" y="480437"/>
                  </a:lnTo>
                  <a:lnTo>
                    <a:pt x="124928" y="478999"/>
                  </a:lnTo>
                  <a:lnTo>
                    <a:pt x="124577" y="476753"/>
                  </a:lnTo>
                  <a:lnTo>
                    <a:pt x="124313" y="475585"/>
                  </a:lnTo>
                  <a:lnTo>
                    <a:pt x="124489" y="474327"/>
                  </a:lnTo>
                  <a:lnTo>
                    <a:pt x="124752" y="473608"/>
                  </a:lnTo>
                  <a:lnTo>
                    <a:pt x="104807" y="472261"/>
                  </a:lnTo>
                  <a:lnTo>
                    <a:pt x="100765" y="477562"/>
                  </a:lnTo>
                  <a:lnTo>
                    <a:pt x="77041" y="467049"/>
                  </a:lnTo>
                  <a:lnTo>
                    <a:pt x="74844" y="466241"/>
                  </a:lnTo>
                  <a:lnTo>
                    <a:pt x="74932" y="461748"/>
                  </a:lnTo>
                  <a:lnTo>
                    <a:pt x="72735" y="460221"/>
                  </a:lnTo>
                  <a:lnTo>
                    <a:pt x="72472" y="459053"/>
                  </a:lnTo>
                  <a:lnTo>
                    <a:pt x="71242" y="456986"/>
                  </a:lnTo>
                  <a:lnTo>
                    <a:pt x="70187" y="455549"/>
                  </a:lnTo>
                  <a:lnTo>
                    <a:pt x="64827" y="453752"/>
                  </a:lnTo>
                  <a:lnTo>
                    <a:pt x="62719" y="452404"/>
                  </a:lnTo>
                  <a:lnTo>
                    <a:pt x="60698" y="449799"/>
                  </a:lnTo>
                  <a:lnTo>
                    <a:pt x="58237" y="447193"/>
                  </a:lnTo>
                  <a:lnTo>
                    <a:pt x="56480" y="441173"/>
                  </a:lnTo>
                  <a:lnTo>
                    <a:pt x="56216" y="439196"/>
                  </a:lnTo>
                  <a:lnTo>
                    <a:pt x="54371" y="438657"/>
                  </a:lnTo>
                  <a:lnTo>
                    <a:pt x="51823" y="435153"/>
                  </a:lnTo>
                  <a:lnTo>
                    <a:pt x="50242" y="432009"/>
                  </a:lnTo>
                  <a:lnTo>
                    <a:pt x="50417" y="426618"/>
                  </a:lnTo>
                  <a:lnTo>
                    <a:pt x="53405" y="422305"/>
                  </a:lnTo>
                  <a:lnTo>
                    <a:pt x="56304" y="419699"/>
                  </a:lnTo>
                  <a:lnTo>
                    <a:pt x="58062" y="416555"/>
                  </a:lnTo>
                  <a:lnTo>
                    <a:pt x="58765" y="413949"/>
                  </a:lnTo>
                  <a:lnTo>
                    <a:pt x="57798" y="409996"/>
                  </a:lnTo>
                  <a:lnTo>
                    <a:pt x="56656" y="405413"/>
                  </a:lnTo>
                  <a:lnTo>
                    <a:pt x="60522" y="399034"/>
                  </a:lnTo>
                  <a:lnTo>
                    <a:pt x="64300" y="391217"/>
                  </a:lnTo>
                  <a:lnTo>
                    <a:pt x="64300" y="370283"/>
                  </a:lnTo>
                  <a:lnTo>
                    <a:pt x="61313" y="364982"/>
                  </a:lnTo>
                  <a:lnTo>
                    <a:pt x="61049" y="346383"/>
                  </a:lnTo>
                  <a:lnTo>
                    <a:pt x="60698" y="346114"/>
                  </a:lnTo>
                  <a:lnTo>
                    <a:pt x="50681" y="340094"/>
                  </a:lnTo>
                  <a:lnTo>
                    <a:pt x="50944" y="339644"/>
                  </a:lnTo>
                  <a:lnTo>
                    <a:pt x="57886" y="326796"/>
                  </a:lnTo>
                  <a:lnTo>
                    <a:pt x="56656" y="325898"/>
                  </a:lnTo>
                  <a:lnTo>
                    <a:pt x="56480" y="324190"/>
                  </a:lnTo>
                  <a:lnTo>
                    <a:pt x="56480" y="323022"/>
                  </a:lnTo>
                  <a:lnTo>
                    <a:pt x="50505" y="319878"/>
                  </a:lnTo>
                  <a:lnTo>
                    <a:pt x="48484" y="325359"/>
                  </a:lnTo>
                  <a:lnTo>
                    <a:pt x="41191" y="320147"/>
                  </a:lnTo>
                  <a:lnTo>
                    <a:pt x="36007" y="323651"/>
                  </a:lnTo>
                  <a:lnTo>
                    <a:pt x="24409" y="311073"/>
                  </a:lnTo>
                  <a:lnTo>
                    <a:pt x="22388" y="312870"/>
                  </a:lnTo>
                  <a:lnTo>
                    <a:pt x="17116" y="309725"/>
                  </a:lnTo>
                  <a:lnTo>
                    <a:pt x="10174" y="310354"/>
                  </a:lnTo>
                  <a:lnTo>
                    <a:pt x="7802" y="309186"/>
                  </a:lnTo>
                  <a:lnTo>
                    <a:pt x="0" y="3036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37479" y="2849405"/>
              <a:ext cx="704583" cy="470356"/>
            </a:xfrm>
            <a:custGeom>
              <a:avLst/>
              <a:pathLst>
                <a:path w="704583" h="470356">
                  <a:moveTo>
                    <a:pt x="700647" y="419322"/>
                  </a:moveTo>
                  <a:lnTo>
                    <a:pt x="675341" y="427408"/>
                  </a:lnTo>
                  <a:lnTo>
                    <a:pt x="672793" y="427858"/>
                  </a:lnTo>
                  <a:lnTo>
                    <a:pt x="660316" y="429924"/>
                  </a:lnTo>
                  <a:lnTo>
                    <a:pt x="628508" y="441245"/>
                  </a:lnTo>
                  <a:lnTo>
                    <a:pt x="600567" y="446905"/>
                  </a:lnTo>
                  <a:lnTo>
                    <a:pt x="549604" y="452566"/>
                  </a:lnTo>
                  <a:lnTo>
                    <a:pt x="540642" y="454273"/>
                  </a:lnTo>
                  <a:lnTo>
                    <a:pt x="528516" y="456519"/>
                  </a:lnTo>
                  <a:lnTo>
                    <a:pt x="526671" y="456968"/>
                  </a:lnTo>
                  <a:lnTo>
                    <a:pt x="505319" y="461910"/>
                  </a:lnTo>
                  <a:lnTo>
                    <a:pt x="478784" y="470356"/>
                  </a:lnTo>
                  <a:lnTo>
                    <a:pt x="478608" y="452925"/>
                  </a:lnTo>
                  <a:lnTo>
                    <a:pt x="475093" y="437471"/>
                  </a:lnTo>
                  <a:lnTo>
                    <a:pt x="470261" y="425342"/>
                  </a:lnTo>
                  <a:lnTo>
                    <a:pt x="469646" y="396500"/>
                  </a:lnTo>
                  <a:lnTo>
                    <a:pt x="466395" y="372152"/>
                  </a:lnTo>
                  <a:lnTo>
                    <a:pt x="466131" y="361999"/>
                  </a:lnTo>
                  <a:lnTo>
                    <a:pt x="463846" y="344568"/>
                  </a:lnTo>
                  <a:lnTo>
                    <a:pt x="456817" y="326239"/>
                  </a:lnTo>
                  <a:lnTo>
                    <a:pt x="446537" y="314738"/>
                  </a:lnTo>
                  <a:lnTo>
                    <a:pt x="433972" y="304586"/>
                  </a:lnTo>
                  <a:lnTo>
                    <a:pt x="422461" y="297038"/>
                  </a:lnTo>
                  <a:lnTo>
                    <a:pt x="411566" y="292726"/>
                  </a:lnTo>
                  <a:lnTo>
                    <a:pt x="399968" y="292726"/>
                  </a:lnTo>
                  <a:lnTo>
                    <a:pt x="381340" y="289401"/>
                  </a:lnTo>
                  <a:lnTo>
                    <a:pt x="374926" y="289042"/>
                  </a:lnTo>
                  <a:lnTo>
                    <a:pt x="364997" y="288503"/>
                  </a:lnTo>
                  <a:lnTo>
                    <a:pt x="351202" y="288503"/>
                  </a:lnTo>
                  <a:lnTo>
                    <a:pt x="339340" y="288772"/>
                  </a:lnTo>
                  <a:lnTo>
                    <a:pt x="321327" y="274037"/>
                  </a:lnTo>
                  <a:lnTo>
                    <a:pt x="310695" y="262896"/>
                  </a:lnTo>
                  <a:lnTo>
                    <a:pt x="298833" y="250407"/>
                  </a:lnTo>
                  <a:lnTo>
                    <a:pt x="297955" y="250227"/>
                  </a:lnTo>
                  <a:lnTo>
                    <a:pt x="282842" y="247712"/>
                  </a:lnTo>
                  <a:lnTo>
                    <a:pt x="269925" y="252384"/>
                  </a:lnTo>
                  <a:lnTo>
                    <a:pt x="251298" y="262537"/>
                  </a:lnTo>
                  <a:lnTo>
                    <a:pt x="236887" y="272689"/>
                  </a:lnTo>
                  <a:lnTo>
                    <a:pt x="224410" y="280866"/>
                  </a:lnTo>
                  <a:lnTo>
                    <a:pt x="210879" y="282842"/>
                  </a:lnTo>
                  <a:lnTo>
                    <a:pt x="199017" y="279967"/>
                  </a:lnTo>
                  <a:lnTo>
                    <a:pt x="179862" y="273408"/>
                  </a:lnTo>
                  <a:lnTo>
                    <a:pt x="160356" y="271971"/>
                  </a:lnTo>
                  <a:lnTo>
                    <a:pt x="154469" y="271611"/>
                  </a:lnTo>
                  <a:lnTo>
                    <a:pt x="145594" y="269455"/>
                  </a:lnTo>
                  <a:lnTo>
                    <a:pt x="140849" y="266490"/>
                  </a:lnTo>
                  <a:lnTo>
                    <a:pt x="136017" y="261279"/>
                  </a:lnTo>
                  <a:lnTo>
                    <a:pt x="128812" y="255349"/>
                  </a:lnTo>
                  <a:lnTo>
                    <a:pt x="120992" y="250407"/>
                  </a:lnTo>
                  <a:lnTo>
                    <a:pt x="98498" y="242051"/>
                  </a:lnTo>
                  <a:lnTo>
                    <a:pt x="85757" y="236750"/>
                  </a:lnTo>
                  <a:lnTo>
                    <a:pt x="84088" y="236211"/>
                  </a:lnTo>
                  <a:lnTo>
                    <a:pt x="74950" y="233066"/>
                  </a:lnTo>
                  <a:lnTo>
                    <a:pt x="53422" y="225789"/>
                  </a:lnTo>
                  <a:lnTo>
                    <a:pt x="50171" y="223722"/>
                  </a:lnTo>
                  <a:lnTo>
                    <a:pt x="47535" y="218870"/>
                  </a:lnTo>
                  <a:lnTo>
                    <a:pt x="46832" y="218960"/>
                  </a:lnTo>
                  <a:lnTo>
                    <a:pt x="43493" y="218151"/>
                  </a:lnTo>
                  <a:lnTo>
                    <a:pt x="43230" y="218062"/>
                  </a:lnTo>
                  <a:lnTo>
                    <a:pt x="33037" y="222824"/>
                  </a:lnTo>
                  <a:lnTo>
                    <a:pt x="23548" y="228125"/>
                  </a:lnTo>
                  <a:lnTo>
                    <a:pt x="19945" y="227945"/>
                  </a:lnTo>
                  <a:lnTo>
                    <a:pt x="17749" y="224800"/>
                  </a:lnTo>
                  <a:lnTo>
                    <a:pt x="4656" y="204225"/>
                  </a:lnTo>
                  <a:lnTo>
                    <a:pt x="0" y="192275"/>
                  </a:lnTo>
                  <a:lnTo>
                    <a:pt x="4481" y="190029"/>
                  </a:lnTo>
                  <a:lnTo>
                    <a:pt x="6853" y="188861"/>
                  </a:lnTo>
                  <a:lnTo>
                    <a:pt x="18012" y="186435"/>
                  </a:lnTo>
                  <a:lnTo>
                    <a:pt x="18627" y="186345"/>
                  </a:lnTo>
                  <a:lnTo>
                    <a:pt x="26974" y="184908"/>
                  </a:lnTo>
                  <a:lnTo>
                    <a:pt x="36288" y="178978"/>
                  </a:lnTo>
                  <a:lnTo>
                    <a:pt x="43406" y="175923"/>
                  </a:lnTo>
                  <a:lnTo>
                    <a:pt x="54301" y="173407"/>
                  </a:lnTo>
                  <a:lnTo>
                    <a:pt x="58870" y="172239"/>
                  </a:lnTo>
                  <a:lnTo>
                    <a:pt x="63527" y="170981"/>
                  </a:lnTo>
                  <a:lnTo>
                    <a:pt x="73192" y="166668"/>
                  </a:lnTo>
                  <a:lnTo>
                    <a:pt x="80924" y="161637"/>
                  </a:lnTo>
                  <a:lnTo>
                    <a:pt x="82594" y="159211"/>
                  </a:lnTo>
                  <a:lnTo>
                    <a:pt x="84351" y="156156"/>
                  </a:lnTo>
                  <a:lnTo>
                    <a:pt x="87339" y="153011"/>
                  </a:lnTo>
                  <a:lnTo>
                    <a:pt x="90326" y="152832"/>
                  </a:lnTo>
                  <a:lnTo>
                    <a:pt x="94368" y="153640"/>
                  </a:lnTo>
                  <a:lnTo>
                    <a:pt x="96740" y="152113"/>
                  </a:lnTo>
                  <a:lnTo>
                    <a:pt x="99992" y="149238"/>
                  </a:lnTo>
                  <a:lnTo>
                    <a:pt x="102452" y="148519"/>
                  </a:lnTo>
                  <a:lnTo>
                    <a:pt x="107109" y="148878"/>
                  </a:lnTo>
                  <a:lnTo>
                    <a:pt x="109657" y="149417"/>
                  </a:lnTo>
                  <a:lnTo>
                    <a:pt x="113435" y="148519"/>
                  </a:lnTo>
                  <a:lnTo>
                    <a:pt x="118356" y="145734"/>
                  </a:lnTo>
                  <a:lnTo>
                    <a:pt x="122397" y="143487"/>
                  </a:lnTo>
                  <a:lnTo>
                    <a:pt x="127142" y="143398"/>
                  </a:lnTo>
                  <a:lnTo>
                    <a:pt x="130305" y="143128"/>
                  </a:lnTo>
                  <a:lnTo>
                    <a:pt x="134084" y="142050"/>
                  </a:lnTo>
                  <a:lnTo>
                    <a:pt x="138213" y="141151"/>
                  </a:lnTo>
                  <a:lnTo>
                    <a:pt x="141904" y="139893"/>
                  </a:lnTo>
                  <a:lnTo>
                    <a:pt x="142607" y="139804"/>
                  </a:lnTo>
                  <a:lnTo>
                    <a:pt x="145682" y="137468"/>
                  </a:lnTo>
                  <a:lnTo>
                    <a:pt x="148054" y="134413"/>
                  </a:lnTo>
                  <a:lnTo>
                    <a:pt x="150778" y="131807"/>
                  </a:lnTo>
                  <a:lnTo>
                    <a:pt x="152799" y="130370"/>
                  </a:lnTo>
                  <a:lnTo>
                    <a:pt x="156490" y="129112"/>
                  </a:lnTo>
                  <a:lnTo>
                    <a:pt x="160619" y="128752"/>
                  </a:lnTo>
                  <a:lnTo>
                    <a:pt x="164573" y="128303"/>
                  </a:lnTo>
                  <a:lnTo>
                    <a:pt x="170021" y="126506"/>
                  </a:lnTo>
                  <a:lnTo>
                    <a:pt x="175469" y="124080"/>
                  </a:lnTo>
                  <a:lnTo>
                    <a:pt x="180301" y="122103"/>
                  </a:lnTo>
                  <a:lnTo>
                    <a:pt x="185222" y="120037"/>
                  </a:lnTo>
                  <a:lnTo>
                    <a:pt x="189879" y="117701"/>
                  </a:lnTo>
                  <a:lnTo>
                    <a:pt x="193569" y="116263"/>
                  </a:lnTo>
                  <a:lnTo>
                    <a:pt x="198490" y="114646"/>
                  </a:lnTo>
                  <a:lnTo>
                    <a:pt x="204465" y="112759"/>
                  </a:lnTo>
                  <a:lnTo>
                    <a:pt x="210440" y="112759"/>
                  </a:lnTo>
                  <a:lnTo>
                    <a:pt x="215624" y="112220"/>
                  </a:lnTo>
                  <a:lnTo>
                    <a:pt x="219578" y="113837"/>
                  </a:lnTo>
                  <a:lnTo>
                    <a:pt x="224323" y="113658"/>
                  </a:lnTo>
                  <a:lnTo>
                    <a:pt x="229155" y="112040"/>
                  </a:lnTo>
                  <a:lnTo>
                    <a:pt x="233900" y="111951"/>
                  </a:lnTo>
                  <a:lnTo>
                    <a:pt x="238645" y="112220"/>
                  </a:lnTo>
                  <a:lnTo>
                    <a:pt x="243917" y="113837"/>
                  </a:lnTo>
                  <a:lnTo>
                    <a:pt x="247431" y="113837"/>
                  </a:lnTo>
                  <a:lnTo>
                    <a:pt x="250946" y="113927"/>
                  </a:lnTo>
                  <a:lnTo>
                    <a:pt x="252967" y="114736"/>
                  </a:lnTo>
                  <a:lnTo>
                    <a:pt x="257448" y="114377"/>
                  </a:lnTo>
                  <a:lnTo>
                    <a:pt x="262017" y="113388"/>
                  </a:lnTo>
                  <a:lnTo>
                    <a:pt x="265356" y="111951"/>
                  </a:lnTo>
                  <a:lnTo>
                    <a:pt x="271067" y="111232"/>
                  </a:lnTo>
                  <a:lnTo>
                    <a:pt x="276252" y="110783"/>
                  </a:lnTo>
                  <a:lnTo>
                    <a:pt x="279942" y="110423"/>
                  </a:lnTo>
                  <a:lnTo>
                    <a:pt x="282929" y="108986"/>
                  </a:lnTo>
                  <a:lnTo>
                    <a:pt x="286708" y="107458"/>
                  </a:lnTo>
                  <a:lnTo>
                    <a:pt x="291452" y="106021"/>
                  </a:lnTo>
                  <a:lnTo>
                    <a:pt x="295494" y="104763"/>
                  </a:lnTo>
                  <a:lnTo>
                    <a:pt x="300151" y="103595"/>
                  </a:lnTo>
                  <a:lnTo>
                    <a:pt x="303842" y="102966"/>
                  </a:lnTo>
                  <a:lnTo>
                    <a:pt x="308499" y="100001"/>
                  </a:lnTo>
                  <a:lnTo>
                    <a:pt x="311750" y="98743"/>
                  </a:lnTo>
                  <a:lnTo>
                    <a:pt x="316407" y="98294"/>
                  </a:lnTo>
                  <a:lnTo>
                    <a:pt x="319745" y="97395"/>
                  </a:lnTo>
                  <a:lnTo>
                    <a:pt x="324490" y="95688"/>
                  </a:lnTo>
                  <a:lnTo>
                    <a:pt x="328093" y="93801"/>
                  </a:lnTo>
                  <a:lnTo>
                    <a:pt x="331256" y="92274"/>
                  </a:lnTo>
                  <a:lnTo>
                    <a:pt x="334068" y="91285"/>
                  </a:lnTo>
                  <a:lnTo>
                    <a:pt x="338285" y="89848"/>
                  </a:lnTo>
                  <a:lnTo>
                    <a:pt x="341800" y="88320"/>
                  </a:lnTo>
                  <a:lnTo>
                    <a:pt x="345227" y="87961"/>
                  </a:lnTo>
                  <a:lnTo>
                    <a:pt x="348654" y="84996"/>
                  </a:lnTo>
                  <a:lnTo>
                    <a:pt x="352344" y="82211"/>
                  </a:lnTo>
                  <a:lnTo>
                    <a:pt x="355068" y="81582"/>
                  </a:lnTo>
                  <a:lnTo>
                    <a:pt x="358143" y="81402"/>
                  </a:lnTo>
                  <a:lnTo>
                    <a:pt x="361746" y="80414"/>
                  </a:lnTo>
                  <a:lnTo>
                    <a:pt x="364733" y="78347"/>
                  </a:lnTo>
                  <a:lnTo>
                    <a:pt x="367896" y="76011"/>
                  </a:lnTo>
                  <a:lnTo>
                    <a:pt x="368687" y="75292"/>
                  </a:lnTo>
                  <a:lnTo>
                    <a:pt x="370708" y="73585"/>
                  </a:lnTo>
                  <a:lnTo>
                    <a:pt x="372993" y="71519"/>
                  </a:lnTo>
                  <a:lnTo>
                    <a:pt x="376859" y="70261"/>
                  </a:lnTo>
                  <a:lnTo>
                    <a:pt x="380637" y="70261"/>
                  </a:lnTo>
                  <a:lnTo>
                    <a:pt x="384239" y="70800"/>
                  </a:lnTo>
                  <a:lnTo>
                    <a:pt x="387754" y="71159"/>
                  </a:lnTo>
                  <a:lnTo>
                    <a:pt x="390654" y="69991"/>
                  </a:lnTo>
                  <a:lnTo>
                    <a:pt x="392587" y="68913"/>
                  </a:lnTo>
                  <a:lnTo>
                    <a:pt x="395750" y="67386"/>
                  </a:lnTo>
                  <a:lnTo>
                    <a:pt x="400495" y="65858"/>
                  </a:lnTo>
                  <a:lnTo>
                    <a:pt x="404976" y="65499"/>
                  </a:lnTo>
                  <a:lnTo>
                    <a:pt x="408227" y="65050"/>
                  </a:lnTo>
                  <a:lnTo>
                    <a:pt x="411039" y="62534"/>
                  </a:lnTo>
                  <a:lnTo>
                    <a:pt x="413763" y="60378"/>
                  </a:lnTo>
                  <a:lnTo>
                    <a:pt x="416135" y="59569"/>
                  </a:lnTo>
                  <a:lnTo>
                    <a:pt x="419298" y="59569"/>
                  </a:lnTo>
                  <a:lnTo>
                    <a:pt x="422637" y="60467"/>
                  </a:lnTo>
                  <a:lnTo>
                    <a:pt x="424482" y="60378"/>
                  </a:lnTo>
                  <a:lnTo>
                    <a:pt x="426767" y="60108"/>
                  </a:lnTo>
                  <a:lnTo>
                    <a:pt x="428963" y="59389"/>
                  </a:lnTo>
                  <a:lnTo>
                    <a:pt x="432742" y="59839"/>
                  </a:lnTo>
                  <a:lnTo>
                    <a:pt x="435729" y="59389"/>
                  </a:lnTo>
                  <a:lnTo>
                    <a:pt x="438102" y="59569"/>
                  </a:lnTo>
                  <a:lnTo>
                    <a:pt x="440474" y="59569"/>
                  </a:lnTo>
                  <a:lnTo>
                    <a:pt x="442846" y="59030"/>
                  </a:lnTo>
                  <a:lnTo>
                    <a:pt x="445043" y="58850"/>
                  </a:lnTo>
                  <a:lnTo>
                    <a:pt x="449085" y="59299"/>
                  </a:lnTo>
                  <a:lnTo>
                    <a:pt x="452512" y="59389"/>
                  </a:lnTo>
                  <a:lnTo>
                    <a:pt x="456202" y="59389"/>
                  </a:lnTo>
                  <a:lnTo>
                    <a:pt x="459453" y="59389"/>
                  </a:lnTo>
                  <a:lnTo>
                    <a:pt x="463495" y="59120"/>
                  </a:lnTo>
                  <a:lnTo>
                    <a:pt x="466395" y="57772"/>
                  </a:lnTo>
                  <a:lnTo>
                    <a:pt x="469382" y="57233"/>
                  </a:lnTo>
                  <a:lnTo>
                    <a:pt x="472369" y="56245"/>
                  </a:lnTo>
                  <a:lnTo>
                    <a:pt x="474830" y="54358"/>
                  </a:lnTo>
                  <a:lnTo>
                    <a:pt x="476411" y="51213"/>
                  </a:lnTo>
                  <a:lnTo>
                    <a:pt x="479311" y="49236"/>
                  </a:lnTo>
                  <a:lnTo>
                    <a:pt x="483704" y="48428"/>
                  </a:lnTo>
                  <a:lnTo>
                    <a:pt x="487922" y="48607"/>
                  </a:lnTo>
                  <a:lnTo>
                    <a:pt x="490119" y="46990"/>
                  </a:lnTo>
                  <a:lnTo>
                    <a:pt x="493721" y="45014"/>
                  </a:lnTo>
                  <a:lnTo>
                    <a:pt x="496621" y="44744"/>
                  </a:lnTo>
                  <a:lnTo>
                    <a:pt x="499257" y="45553"/>
                  </a:lnTo>
                  <a:lnTo>
                    <a:pt x="502068" y="45822"/>
                  </a:lnTo>
                  <a:lnTo>
                    <a:pt x="504441" y="45014"/>
                  </a:lnTo>
                  <a:lnTo>
                    <a:pt x="507165" y="43756"/>
                  </a:lnTo>
                  <a:lnTo>
                    <a:pt x="509625" y="43127"/>
                  </a:lnTo>
                  <a:lnTo>
                    <a:pt x="511382" y="40791"/>
                  </a:lnTo>
                  <a:lnTo>
                    <a:pt x="514106" y="38814"/>
                  </a:lnTo>
                  <a:lnTo>
                    <a:pt x="516303" y="38904"/>
                  </a:lnTo>
                  <a:lnTo>
                    <a:pt x="519817" y="40791"/>
                  </a:lnTo>
                  <a:lnTo>
                    <a:pt x="523244" y="40072"/>
                  </a:lnTo>
                  <a:lnTo>
                    <a:pt x="526056" y="38814"/>
                  </a:lnTo>
                  <a:lnTo>
                    <a:pt x="529395" y="38814"/>
                  </a:lnTo>
                  <a:lnTo>
                    <a:pt x="536073" y="38814"/>
                  </a:lnTo>
                  <a:lnTo>
                    <a:pt x="539763" y="38814"/>
                  </a:lnTo>
                  <a:lnTo>
                    <a:pt x="543190" y="37916"/>
                  </a:lnTo>
                  <a:lnTo>
                    <a:pt x="544244" y="37197"/>
                  </a:lnTo>
                  <a:lnTo>
                    <a:pt x="545035" y="36478"/>
                  </a:lnTo>
                  <a:lnTo>
                    <a:pt x="546089" y="35849"/>
                  </a:lnTo>
                  <a:lnTo>
                    <a:pt x="547056" y="35130"/>
                  </a:lnTo>
                  <a:lnTo>
                    <a:pt x="547847" y="34681"/>
                  </a:lnTo>
                  <a:lnTo>
                    <a:pt x="548901" y="33782"/>
                  </a:lnTo>
                  <a:lnTo>
                    <a:pt x="550043" y="32974"/>
                  </a:lnTo>
                  <a:lnTo>
                    <a:pt x="551010" y="32435"/>
                  </a:lnTo>
                  <a:lnTo>
                    <a:pt x="552152" y="31986"/>
                  </a:lnTo>
                  <a:lnTo>
                    <a:pt x="552328" y="31986"/>
                  </a:lnTo>
                  <a:lnTo>
                    <a:pt x="553382" y="31626"/>
                  </a:lnTo>
                  <a:lnTo>
                    <a:pt x="554525" y="31087"/>
                  </a:lnTo>
                  <a:lnTo>
                    <a:pt x="555930" y="30548"/>
                  </a:lnTo>
                  <a:lnTo>
                    <a:pt x="557336" y="30009"/>
                  </a:lnTo>
                  <a:lnTo>
                    <a:pt x="558127" y="29919"/>
                  </a:lnTo>
                  <a:lnTo>
                    <a:pt x="559269" y="29739"/>
                  </a:lnTo>
                  <a:lnTo>
                    <a:pt x="559621" y="29829"/>
                  </a:lnTo>
                  <a:lnTo>
                    <a:pt x="560939" y="29560"/>
                  </a:lnTo>
                  <a:lnTo>
                    <a:pt x="561378" y="29560"/>
                  </a:lnTo>
                  <a:lnTo>
                    <a:pt x="562960" y="29470"/>
                  </a:lnTo>
                  <a:lnTo>
                    <a:pt x="564629" y="29829"/>
                  </a:lnTo>
                  <a:lnTo>
                    <a:pt x="565508" y="29829"/>
                  </a:lnTo>
                  <a:lnTo>
                    <a:pt x="567090" y="29739"/>
                  </a:lnTo>
                  <a:lnTo>
                    <a:pt x="569638" y="30278"/>
                  </a:lnTo>
                  <a:lnTo>
                    <a:pt x="571219" y="30548"/>
                  </a:lnTo>
                  <a:lnTo>
                    <a:pt x="572449" y="30818"/>
                  </a:lnTo>
                  <a:lnTo>
                    <a:pt x="573855" y="30907"/>
                  </a:lnTo>
                  <a:lnTo>
                    <a:pt x="575525" y="31087"/>
                  </a:lnTo>
                  <a:lnTo>
                    <a:pt x="576755" y="31177"/>
                  </a:lnTo>
                  <a:lnTo>
                    <a:pt x="578161" y="31177"/>
                  </a:lnTo>
                  <a:lnTo>
                    <a:pt x="579567" y="31177"/>
                  </a:lnTo>
                  <a:lnTo>
                    <a:pt x="581060" y="31177"/>
                  </a:lnTo>
                  <a:lnTo>
                    <a:pt x="582378" y="31177"/>
                  </a:lnTo>
                  <a:lnTo>
                    <a:pt x="583696" y="30818"/>
                  </a:lnTo>
                  <a:lnTo>
                    <a:pt x="585541" y="30278"/>
                  </a:lnTo>
                  <a:lnTo>
                    <a:pt x="587123" y="29919"/>
                  </a:lnTo>
                  <a:lnTo>
                    <a:pt x="588793" y="29649"/>
                  </a:lnTo>
                  <a:lnTo>
                    <a:pt x="590462" y="29470"/>
                  </a:lnTo>
                  <a:lnTo>
                    <a:pt x="591956" y="29290"/>
                  </a:lnTo>
                  <a:lnTo>
                    <a:pt x="593362" y="28751"/>
                  </a:lnTo>
                  <a:lnTo>
                    <a:pt x="594240" y="28302"/>
                  </a:lnTo>
                  <a:lnTo>
                    <a:pt x="595470" y="27224"/>
                  </a:lnTo>
                  <a:lnTo>
                    <a:pt x="596788" y="25786"/>
                  </a:lnTo>
                  <a:lnTo>
                    <a:pt x="598370" y="24438"/>
                  </a:lnTo>
                  <a:lnTo>
                    <a:pt x="600303" y="22911"/>
                  </a:lnTo>
                  <a:lnTo>
                    <a:pt x="602148" y="21743"/>
                  </a:lnTo>
                  <a:lnTo>
                    <a:pt x="603554" y="20934"/>
                  </a:lnTo>
                  <a:lnTo>
                    <a:pt x="605839" y="19766"/>
                  </a:lnTo>
                  <a:lnTo>
                    <a:pt x="607860" y="18868"/>
                  </a:lnTo>
                  <a:lnTo>
                    <a:pt x="609968" y="18059"/>
                  </a:lnTo>
                  <a:lnTo>
                    <a:pt x="612692" y="17700"/>
                  </a:lnTo>
                  <a:lnTo>
                    <a:pt x="615152" y="17161"/>
                  </a:lnTo>
                  <a:lnTo>
                    <a:pt x="617261" y="16442"/>
                  </a:lnTo>
                  <a:lnTo>
                    <a:pt x="620073" y="15813"/>
                  </a:lnTo>
                  <a:lnTo>
                    <a:pt x="621303" y="16172"/>
                  </a:lnTo>
                  <a:lnTo>
                    <a:pt x="622709" y="16262"/>
                  </a:lnTo>
                  <a:lnTo>
                    <a:pt x="623851" y="15903"/>
                  </a:lnTo>
                  <a:lnTo>
                    <a:pt x="625169" y="15723"/>
                  </a:lnTo>
                  <a:lnTo>
                    <a:pt x="627366" y="15184"/>
                  </a:lnTo>
                  <a:lnTo>
                    <a:pt x="628772" y="14914"/>
                  </a:lnTo>
                  <a:lnTo>
                    <a:pt x="630265" y="14465"/>
                  </a:lnTo>
                  <a:lnTo>
                    <a:pt x="631496" y="14196"/>
                  </a:lnTo>
                  <a:lnTo>
                    <a:pt x="634835" y="13028"/>
                  </a:lnTo>
                  <a:lnTo>
                    <a:pt x="636855" y="12219"/>
                  </a:lnTo>
                  <a:lnTo>
                    <a:pt x="638876" y="11320"/>
                  </a:lnTo>
                  <a:lnTo>
                    <a:pt x="639052" y="11320"/>
                  </a:lnTo>
                  <a:lnTo>
                    <a:pt x="641073" y="10242"/>
                  </a:lnTo>
                  <a:lnTo>
                    <a:pt x="643445" y="9344"/>
                  </a:lnTo>
                  <a:lnTo>
                    <a:pt x="645291" y="8715"/>
                  </a:lnTo>
                  <a:lnTo>
                    <a:pt x="646960" y="7637"/>
                  </a:lnTo>
                  <a:lnTo>
                    <a:pt x="648893" y="6019"/>
                  </a:lnTo>
                  <a:lnTo>
                    <a:pt x="651002" y="4402"/>
                  </a:lnTo>
                  <a:lnTo>
                    <a:pt x="652584" y="3504"/>
                  </a:lnTo>
                  <a:lnTo>
                    <a:pt x="653726" y="3324"/>
                  </a:lnTo>
                  <a:lnTo>
                    <a:pt x="655220" y="3234"/>
                  </a:lnTo>
                  <a:lnTo>
                    <a:pt x="656801" y="2875"/>
                  </a:lnTo>
                  <a:lnTo>
                    <a:pt x="658295" y="2515"/>
                  </a:lnTo>
                  <a:lnTo>
                    <a:pt x="659437" y="1976"/>
                  </a:lnTo>
                  <a:lnTo>
                    <a:pt x="660931" y="1617"/>
                  </a:lnTo>
                  <a:lnTo>
                    <a:pt x="662776" y="1617"/>
                  </a:lnTo>
                  <a:lnTo>
                    <a:pt x="664094" y="1527"/>
                  </a:lnTo>
                  <a:lnTo>
                    <a:pt x="665148" y="1527"/>
                  </a:lnTo>
                  <a:lnTo>
                    <a:pt x="665324" y="1527"/>
                  </a:lnTo>
                  <a:lnTo>
                    <a:pt x="666203" y="1617"/>
                  </a:lnTo>
                  <a:lnTo>
                    <a:pt x="667609" y="1168"/>
                  </a:lnTo>
                  <a:lnTo>
                    <a:pt x="668487" y="1168"/>
                  </a:lnTo>
                  <a:lnTo>
                    <a:pt x="669981" y="808"/>
                  </a:lnTo>
                  <a:lnTo>
                    <a:pt x="671475" y="718"/>
                  </a:lnTo>
                  <a:lnTo>
                    <a:pt x="673056" y="449"/>
                  </a:lnTo>
                  <a:lnTo>
                    <a:pt x="676395" y="449"/>
                  </a:lnTo>
                  <a:lnTo>
                    <a:pt x="678153" y="359"/>
                  </a:lnTo>
                  <a:lnTo>
                    <a:pt x="679822" y="0"/>
                  </a:lnTo>
                  <a:lnTo>
                    <a:pt x="681316" y="179"/>
                  </a:lnTo>
                  <a:lnTo>
                    <a:pt x="684215" y="628"/>
                  </a:lnTo>
                  <a:lnTo>
                    <a:pt x="686236" y="898"/>
                  </a:lnTo>
                  <a:lnTo>
                    <a:pt x="689224" y="1257"/>
                  </a:lnTo>
                  <a:lnTo>
                    <a:pt x="691333" y="898"/>
                  </a:lnTo>
                  <a:lnTo>
                    <a:pt x="693354" y="718"/>
                  </a:lnTo>
                  <a:lnTo>
                    <a:pt x="695638" y="359"/>
                  </a:lnTo>
                  <a:lnTo>
                    <a:pt x="697395" y="359"/>
                  </a:lnTo>
                  <a:lnTo>
                    <a:pt x="699504" y="449"/>
                  </a:lnTo>
                  <a:lnTo>
                    <a:pt x="701877" y="808"/>
                  </a:lnTo>
                  <a:lnTo>
                    <a:pt x="703810" y="1168"/>
                  </a:lnTo>
                  <a:lnTo>
                    <a:pt x="704583" y="1203"/>
                  </a:lnTo>
                  <a:lnTo>
                    <a:pt x="704583" y="418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58272" y="4493002"/>
              <a:ext cx="592747" cy="691113"/>
            </a:xfrm>
            <a:custGeom>
              <a:avLst/>
              <a:pathLst>
                <a:path w="592747" h="691113">
                  <a:moveTo>
                    <a:pt x="180829" y="359"/>
                  </a:moveTo>
                  <a:lnTo>
                    <a:pt x="181268" y="628"/>
                  </a:lnTo>
                  <a:lnTo>
                    <a:pt x="183377" y="1796"/>
                  </a:lnTo>
                  <a:lnTo>
                    <a:pt x="185222" y="2785"/>
                  </a:lnTo>
                  <a:lnTo>
                    <a:pt x="185398" y="2875"/>
                  </a:lnTo>
                  <a:lnTo>
                    <a:pt x="185573" y="2964"/>
                  </a:lnTo>
                  <a:lnTo>
                    <a:pt x="188034" y="4312"/>
                  </a:lnTo>
                  <a:lnTo>
                    <a:pt x="188209" y="4402"/>
                  </a:lnTo>
                  <a:lnTo>
                    <a:pt x="188385" y="4582"/>
                  </a:lnTo>
                  <a:lnTo>
                    <a:pt x="190230" y="5570"/>
                  </a:lnTo>
                  <a:lnTo>
                    <a:pt x="191285" y="6109"/>
                  </a:lnTo>
                  <a:lnTo>
                    <a:pt x="191636" y="6379"/>
                  </a:lnTo>
                  <a:lnTo>
                    <a:pt x="193657" y="7457"/>
                  </a:lnTo>
                  <a:lnTo>
                    <a:pt x="195327" y="8355"/>
                  </a:lnTo>
                  <a:lnTo>
                    <a:pt x="195854" y="8715"/>
                  </a:lnTo>
                  <a:lnTo>
                    <a:pt x="198050" y="9883"/>
                  </a:lnTo>
                  <a:lnTo>
                    <a:pt x="199105" y="10422"/>
                  </a:lnTo>
                  <a:lnTo>
                    <a:pt x="201565" y="11859"/>
                  </a:lnTo>
                  <a:lnTo>
                    <a:pt x="202092" y="12129"/>
                  </a:lnTo>
                  <a:lnTo>
                    <a:pt x="202532" y="12399"/>
                  </a:lnTo>
                  <a:lnTo>
                    <a:pt x="203059" y="12668"/>
                  </a:lnTo>
                  <a:lnTo>
                    <a:pt x="209034" y="16082"/>
                  </a:lnTo>
                  <a:lnTo>
                    <a:pt x="224762" y="24888"/>
                  </a:lnTo>
                  <a:lnTo>
                    <a:pt x="234339" y="30278"/>
                  </a:lnTo>
                  <a:lnTo>
                    <a:pt x="268783" y="49596"/>
                  </a:lnTo>
                  <a:lnTo>
                    <a:pt x="284072" y="58131"/>
                  </a:lnTo>
                  <a:lnTo>
                    <a:pt x="284599" y="58401"/>
                  </a:lnTo>
                  <a:lnTo>
                    <a:pt x="283808" y="59569"/>
                  </a:lnTo>
                  <a:lnTo>
                    <a:pt x="283632" y="60288"/>
                  </a:lnTo>
                  <a:lnTo>
                    <a:pt x="283105" y="61636"/>
                  </a:lnTo>
                  <a:lnTo>
                    <a:pt x="282666" y="63163"/>
                  </a:lnTo>
                  <a:lnTo>
                    <a:pt x="282051" y="65229"/>
                  </a:lnTo>
                  <a:lnTo>
                    <a:pt x="281436" y="67116"/>
                  </a:lnTo>
                  <a:lnTo>
                    <a:pt x="281260" y="67745"/>
                  </a:lnTo>
                  <a:lnTo>
                    <a:pt x="280821" y="68644"/>
                  </a:lnTo>
                  <a:lnTo>
                    <a:pt x="280030" y="68464"/>
                  </a:lnTo>
                  <a:lnTo>
                    <a:pt x="277570" y="68105"/>
                  </a:lnTo>
                  <a:lnTo>
                    <a:pt x="276955" y="68015"/>
                  </a:lnTo>
                  <a:lnTo>
                    <a:pt x="273528" y="67476"/>
                  </a:lnTo>
                  <a:lnTo>
                    <a:pt x="273352" y="67476"/>
                  </a:lnTo>
                  <a:lnTo>
                    <a:pt x="270804" y="67026"/>
                  </a:lnTo>
                  <a:lnTo>
                    <a:pt x="265532" y="66218"/>
                  </a:lnTo>
                  <a:lnTo>
                    <a:pt x="265180" y="66128"/>
                  </a:lnTo>
                  <a:lnTo>
                    <a:pt x="265005" y="66397"/>
                  </a:lnTo>
                  <a:lnTo>
                    <a:pt x="264390" y="67206"/>
                  </a:lnTo>
                  <a:lnTo>
                    <a:pt x="262017" y="70351"/>
                  </a:lnTo>
                  <a:lnTo>
                    <a:pt x="260172" y="72687"/>
                  </a:lnTo>
                  <a:lnTo>
                    <a:pt x="257185" y="76640"/>
                  </a:lnTo>
                  <a:lnTo>
                    <a:pt x="254109" y="80773"/>
                  </a:lnTo>
                  <a:lnTo>
                    <a:pt x="252528" y="82750"/>
                  </a:lnTo>
                  <a:lnTo>
                    <a:pt x="252000" y="82390"/>
                  </a:lnTo>
                  <a:lnTo>
                    <a:pt x="249892" y="80953"/>
                  </a:lnTo>
                  <a:lnTo>
                    <a:pt x="246992" y="85266"/>
                  </a:lnTo>
                  <a:lnTo>
                    <a:pt x="245235" y="87961"/>
                  </a:lnTo>
                  <a:lnTo>
                    <a:pt x="245323" y="88320"/>
                  </a:lnTo>
                  <a:lnTo>
                    <a:pt x="245410" y="88680"/>
                  </a:lnTo>
                  <a:lnTo>
                    <a:pt x="245235" y="90657"/>
                  </a:lnTo>
                  <a:lnTo>
                    <a:pt x="242862" y="94520"/>
                  </a:lnTo>
                  <a:lnTo>
                    <a:pt x="241808" y="94879"/>
                  </a:lnTo>
                  <a:lnTo>
                    <a:pt x="241632" y="94879"/>
                  </a:lnTo>
                  <a:lnTo>
                    <a:pt x="236184" y="98204"/>
                  </a:lnTo>
                  <a:lnTo>
                    <a:pt x="234427" y="99282"/>
                  </a:lnTo>
                  <a:lnTo>
                    <a:pt x="230737" y="102247"/>
                  </a:lnTo>
                  <a:lnTo>
                    <a:pt x="227574" y="103685"/>
                  </a:lnTo>
                  <a:lnTo>
                    <a:pt x="227574" y="104224"/>
                  </a:lnTo>
                  <a:lnTo>
                    <a:pt x="227398" y="105302"/>
                  </a:lnTo>
                  <a:lnTo>
                    <a:pt x="227046" y="108626"/>
                  </a:lnTo>
                  <a:lnTo>
                    <a:pt x="226871" y="108806"/>
                  </a:lnTo>
                  <a:lnTo>
                    <a:pt x="225465" y="110154"/>
                  </a:lnTo>
                  <a:lnTo>
                    <a:pt x="224938" y="111142"/>
                  </a:lnTo>
                  <a:lnTo>
                    <a:pt x="224410" y="112040"/>
                  </a:lnTo>
                  <a:lnTo>
                    <a:pt x="224323" y="112310"/>
                  </a:lnTo>
                  <a:lnTo>
                    <a:pt x="224323" y="113029"/>
                  </a:lnTo>
                  <a:lnTo>
                    <a:pt x="225025" y="113478"/>
                  </a:lnTo>
                  <a:lnTo>
                    <a:pt x="228892" y="114377"/>
                  </a:lnTo>
                  <a:lnTo>
                    <a:pt x="231528" y="114736"/>
                  </a:lnTo>
                  <a:lnTo>
                    <a:pt x="233285" y="114916"/>
                  </a:lnTo>
                  <a:lnTo>
                    <a:pt x="233900" y="115005"/>
                  </a:lnTo>
                  <a:lnTo>
                    <a:pt x="236536" y="115455"/>
                  </a:lnTo>
                  <a:lnTo>
                    <a:pt x="242159" y="116263"/>
                  </a:lnTo>
                  <a:lnTo>
                    <a:pt x="246553" y="117072"/>
                  </a:lnTo>
                  <a:lnTo>
                    <a:pt x="250419" y="117611"/>
                  </a:lnTo>
                  <a:lnTo>
                    <a:pt x="252791" y="118060"/>
                  </a:lnTo>
                  <a:lnTo>
                    <a:pt x="253670" y="119049"/>
                  </a:lnTo>
                  <a:lnTo>
                    <a:pt x="255603" y="120396"/>
                  </a:lnTo>
                  <a:lnTo>
                    <a:pt x="255867" y="120576"/>
                  </a:lnTo>
                  <a:lnTo>
                    <a:pt x="257712" y="121834"/>
                  </a:lnTo>
                  <a:lnTo>
                    <a:pt x="257888" y="121924"/>
                  </a:lnTo>
                  <a:lnTo>
                    <a:pt x="258239" y="122193"/>
                  </a:lnTo>
                  <a:lnTo>
                    <a:pt x="258942" y="122822"/>
                  </a:lnTo>
                  <a:lnTo>
                    <a:pt x="259293" y="123182"/>
                  </a:lnTo>
                  <a:lnTo>
                    <a:pt x="261314" y="124440"/>
                  </a:lnTo>
                  <a:lnTo>
                    <a:pt x="262457" y="125158"/>
                  </a:lnTo>
                  <a:lnTo>
                    <a:pt x="262720" y="125338"/>
                  </a:lnTo>
                  <a:lnTo>
                    <a:pt x="263072" y="125428"/>
                  </a:lnTo>
                  <a:lnTo>
                    <a:pt x="263247" y="125518"/>
                  </a:lnTo>
                  <a:lnTo>
                    <a:pt x="263862" y="126596"/>
                  </a:lnTo>
                  <a:lnTo>
                    <a:pt x="265005" y="127674"/>
                  </a:lnTo>
                  <a:lnTo>
                    <a:pt x="271770" y="131897"/>
                  </a:lnTo>
                  <a:lnTo>
                    <a:pt x="281348" y="137737"/>
                  </a:lnTo>
                  <a:lnTo>
                    <a:pt x="283545" y="139265"/>
                  </a:lnTo>
                  <a:lnTo>
                    <a:pt x="284247" y="140073"/>
                  </a:lnTo>
                  <a:lnTo>
                    <a:pt x="283808" y="140522"/>
                  </a:lnTo>
                  <a:lnTo>
                    <a:pt x="283545" y="140702"/>
                  </a:lnTo>
                  <a:lnTo>
                    <a:pt x="284160" y="141421"/>
                  </a:lnTo>
                  <a:lnTo>
                    <a:pt x="286093" y="143487"/>
                  </a:lnTo>
                  <a:lnTo>
                    <a:pt x="288114" y="145823"/>
                  </a:lnTo>
                  <a:lnTo>
                    <a:pt x="291365" y="149597"/>
                  </a:lnTo>
                  <a:lnTo>
                    <a:pt x="292507" y="150855"/>
                  </a:lnTo>
                  <a:lnTo>
                    <a:pt x="295494" y="154269"/>
                  </a:lnTo>
                  <a:lnTo>
                    <a:pt x="297603" y="156695"/>
                  </a:lnTo>
                  <a:lnTo>
                    <a:pt x="298833" y="158312"/>
                  </a:lnTo>
                  <a:lnTo>
                    <a:pt x="299888" y="159840"/>
                  </a:lnTo>
                  <a:lnTo>
                    <a:pt x="301206" y="161816"/>
                  </a:lnTo>
                  <a:lnTo>
                    <a:pt x="304281" y="167118"/>
                  </a:lnTo>
                  <a:lnTo>
                    <a:pt x="309817" y="175743"/>
                  </a:lnTo>
                  <a:lnTo>
                    <a:pt x="309904" y="175923"/>
                  </a:lnTo>
                  <a:lnTo>
                    <a:pt x="310432" y="176462"/>
                  </a:lnTo>
                  <a:lnTo>
                    <a:pt x="311310" y="177181"/>
                  </a:lnTo>
                  <a:lnTo>
                    <a:pt x="311662" y="177450"/>
                  </a:lnTo>
                  <a:lnTo>
                    <a:pt x="312716" y="177989"/>
                  </a:lnTo>
                  <a:lnTo>
                    <a:pt x="318427" y="179786"/>
                  </a:lnTo>
                  <a:lnTo>
                    <a:pt x="320536" y="180415"/>
                  </a:lnTo>
                  <a:lnTo>
                    <a:pt x="321591" y="180685"/>
                  </a:lnTo>
                  <a:lnTo>
                    <a:pt x="324666" y="181583"/>
                  </a:lnTo>
                  <a:lnTo>
                    <a:pt x="329147" y="182751"/>
                  </a:lnTo>
                  <a:lnTo>
                    <a:pt x="329323" y="182212"/>
                  </a:lnTo>
                  <a:lnTo>
                    <a:pt x="329411" y="181943"/>
                  </a:lnTo>
                  <a:lnTo>
                    <a:pt x="331783" y="174216"/>
                  </a:lnTo>
                  <a:lnTo>
                    <a:pt x="331607" y="173497"/>
                  </a:lnTo>
                  <a:lnTo>
                    <a:pt x="331871" y="172508"/>
                  </a:lnTo>
                  <a:lnTo>
                    <a:pt x="332223" y="171161"/>
                  </a:lnTo>
                  <a:lnTo>
                    <a:pt x="332310" y="170981"/>
                  </a:lnTo>
                  <a:lnTo>
                    <a:pt x="332662" y="169813"/>
                  </a:lnTo>
                  <a:lnTo>
                    <a:pt x="333013" y="168555"/>
                  </a:lnTo>
                  <a:lnTo>
                    <a:pt x="333453" y="167028"/>
                  </a:lnTo>
                  <a:lnTo>
                    <a:pt x="334156" y="164692"/>
                  </a:lnTo>
                  <a:lnTo>
                    <a:pt x="334859" y="162176"/>
                  </a:lnTo>
                  <a:lnTo>
                    <a:pt x="335561" y="159930"/>
                  </a:lnTo>
                  <a:lnTo>
                    <a:pt x="335649" y="159480"/>
                  </a:lnTo>
                  <a:lnTo>
                    <a:pt x="335913" y="158492"/>
                  </a:lnTo>
                  <a:lnTo>
                    <a:pt x="338285" y="151125"/>
                  </a:lnTo>
                  <a:lnTo>
                    <a:pt x="341097" y="142140"/>
                  </a:lnTo>
                  <a:lnTo>
                    <a:pt x="346545" y="125787"/>
                  </a:lnTo>
                  <a:lnTo>
                    <a:pt x="346545" y="125608"/>
                  </a:lnTo>
                  <a:lnTo>
                    <a:pt x="351202" y="127135"/>
                  </a:lnTo>
                  <a:lnTo>
                    <a:pt x="355156" y="114646"/>
                  </a:lnTo>
                  <a:lnTo>
                    <a:pt x="364030" y="121475"/>
                  </a:lnTo>
                  <a:lnTo>
                    <a:pt x="365787" y="118240"/>
                  </a:lnTo>
                  <a:lnTo>
                    <a:pt x="370444" y="122103"/>
                  </a:lnTo>
                  <a:lnTo>
                    <a:pt x="372465" y="123631"/>
                  </a:lnTo>
                  <a:lnTo>
                    <a:pt x="383097" y="131717"/>
                  </a:lnTo>
                  <a:lnTo>
                    <a:pt x="385030" y="133514"/>
                  </a:lnTo>
                  <a:lnTo>
                    <a:pt x="386963" y="135221"/>
                  </a:lnTo>
                  <a:lnTo>
                    <a:pt x="387666" y="135760"/>
                  </a:lnTo>
                  <a:lnTo>
                    <a:pt x="391972" y="139534"/>
                  </a:lnTo>
                  <a:lnTo>
                    <a:pt x="392235" y="139714"/>
                  </a:lnTo>
                  <a:lnTo>
                    <a:pt x="394168" y="141241"/>
                  </a:lnTo>
                  <a:lnTo>
                    <a:pt x="394959" y="140163"/>
                  </a:lnTo>
                  <a:lnTo>
                    <a:pt x="395311" y="139893"/>
                  </a:lnTo>
                  <a:lnTo>
                    <a:pt x="399880" y="143308"/>
                  </a:lnTo>
                  <a:lnTo>
                    <a:pt x="405767" y="147710"/>
                  </a:lnTo>
                  <a:lnTo>
                    <a:pt x="405503" y="148070"/>
                  </a:lnTo>
                  <a:lnTo>
                    <a:pt x="405415" y="148249"/>
                  </a:lnTo>
                  <a:lnTo>
                    <a:pt x="406997" y="149507"/>
                  </a:lnTo>
                  <a:lnTo>
                    <a:pt x="406294" y="150675"/>
                  </a:lnTo>
                  <a:lnTo>
                    <a:pt x="417277" y="159660"/>
                  </a:lnTo>
                  <a:lnTo>
                    <a:pt x="419035" y="160918"/>
                  </a:lnTo>
                  <a:lnTo>
                    <a:pt x="420792" y="160918"/>
                  </a:lnTo>
                  <a:lnTo>
                    <a:pt x="420880" y="162176"/>
                  </a:lnTo>
                  <a:lnTo>
                    <a:pt x="423867" y="161816"/>
                  </a:lnTo>
                  <a:lnTo>
                    <a:pt x="424922" y="161727"/>
                  </a:lnTo>
                  <a:lnTo>
                    <a:pt x="424922" y="161996"/>
                  </a:lnTo>
                  <a:lnTo>
                    <a:pt x="424922" y="162984"/>
                  </a:lnTo>
                  <a:lnTo>
                    <a:pt x="425009" y="163883"/>
                  </a:lnTo>
                  <a:lnTo>
                    <a:pt x="426943" y="167028"/>
                  </a:lnTo>
                  <a:lnTo>
                    <a:pt x="427206" y="167207"/>
                  </a:lnTo>
                  <a:lnTo>
                    <a:pt x="428173" y="168016"/>
                  </a:lnTo>
                  <a:lnTo>
                    <a:pt x="430106" y="169184"/>
                  </a:lnTo>
                  <a:lnTo>
                    <a:pt x="430281" y="169274"/>
                  </a:lnTo>
                  <a:lnTo>
                    <a:pt x="434060" y="171969"/>
                  </a:lnTo>
                  <a:lnTo>
                    <a:pt x="434235" y="172059"/>
                  </a:lnTo>
                  <a:lnTo>
                    <a:pt x="434587" y="172149"/>
                  </a:lnTo>
                  <a:lnTo>
                    <a:pt x="436959" y="172149"/>
                  </a:lnTo>
                  <a:lnTo>
                    <a:pt x="437311" y="172149"/>
                  </a:lnTo>
                  <a:lnTo>
                    <a:pt x="438102" y="172149"/>
                  </a:lnTo>
                  <a:lnTo>
                    <a:pt x="439507" y="172059"/>
                  </a:lnTo>
                  <a:lnTo>
                    <a:pt x="440210" y="172059"/>
                  </a:lnTo>
                  <a:lnTo>
                    <a:pt x="440562" y="171700"/>
                  </a:lnTo>
                  <a:lnTo>
                    <a:pt x="440738" y="171610"/>
                  </a:lnTo>
                  <a:lnTo>
                    <a:pt x="442846" y="169184"/>
                  </a:lnTo>
                  <a:lnTo>
                    <a:pt x="442934" y="169364"/>
                  </a:lnTo>
                  <a:lnTo>
                    <a:pt x="445482" y="172149"/>
                  </a:lnTo>
                  <a:lnTo>
                    <a:pt x="450227" y="171430"/>
                  </a:lnTo>
                  <a:lnTo>
                    <a:pt x="455236" y="168106"/>
                  </a:lnTo>
                  <a:lnTo>
                    <a:pt x="463407" y="156066"/>
                  </a:lnTo>
                  <a:lnTo>
                    <a:pt x="466570" y="146273"/>
                  </a:lnTo>
                  <a:lnTo>
                    <a:pt x="466746" y="145823"/>
                  </a:lnTo>
                  <a:lnTo>
                    <a:pt x="466834" y="145554"/>
                  </a:lnTo>
                  <a:lnTo>
                    <a:pt x="466922" y="145284"/>
                  </a:lnTo>
                  <a:lnTo>
                    <a:pt x="467361" y="143847"/>
                  </a:lnTo>
                  <a:lnTo>
                    <a:pt x="467537" y="142679"/>
                  </a:lnTo>
                  <a:lnTo>
                    <a:pt x="468415" y="135042"/>
                  </a:lnTo>
                  <a:lnTo>
                    <a:pt x="468679" y="129381"/>
                  </a:lnTo>
                  <a:lnTo>
                    <a:pt x="468767" y="128393"/>
                  </a:lnTo>
                  <a:lnTo>
                    <a:pt x="468943" y="127494"/>
                  </a:lnTo>
                  <a:lnTo>
                    <a:pt x="469206" y="126326"/>
                  </a:lnTo>
                  <a:lnTo>
                    <a:pt x="469558" y="122463"/>
                  </a:lnTo>
                  <a:lnTo>
                    <a:pt x="470964" y="124350"/>
                  </a:lnTo>
                  <a:lnTo>
                    <a:pt x="473072" y="127135"/>
                  </a:lnTo>
                  <a:lnTo>
                    <a:pt x="475005" y="129651"/>
                  </a:lnTo>
                  <a:lnTo>
                    <a:pt x="477729" y="133155"/>
                  </a:lnTo>
                  <a:lnTo>
                    <a:pt x="483792" y="141241"/>
                  </a:lnTo>
                  <a:lnTo>
                    <a:pt x="486867" y="145284"/>
                  </a:lnTo>
                  <a:lnTo>
                    <a:pt x="487658" y="145823"/>
                  </a:lnTo>
                  <a:lnTo>
                    <a:pt x="490909" y="148519"/>
                  </a:lnTo>
                  <a:lnTo>
                    <a:pt x="492579" y="150046"/>
                  </a:lnTo>
                  <a:lnTo>
                    <a:pt x="495127" y="152472"/>
                  </a:lnTo>
                  <a:lnTo>
                    <a:pt x="497148" y="154449"/>
                  </a:lnTo>
                  <a:lnTo>
                    <a:pt x="503914" y="159121"/>
                  </a:lnTo>
                  <a:lnTo>
                    <a:pt x="515600" y="161727"/>
                  </a:lnTo>
                  <a:lnTo>
                    <a:pt x="516478" y="161727"/>
                  </a:lnTo>
                  <a:lnTo>
                    <a:pt x="516654" y="163703"/>
                  </a:lnTo>
                  <a:lnTo>
                    <a:pt x="516654" y="164153"/>
                  </a:lnTo>
                  <a:lnTo>
                    <a:pt x="516478" y="170442"/>
                  </a:lnTo>
                  <a:lnTo>
                    <a:pt x="516391" y="175024"/>
                  </a:lnTo>
                  <a:lnTo>
                    <a:pt x="516215" y="176911"/>
                  </a:lnTo>
                  <a:lnTo>
                    <a:pt x="516039" y="178888"/>
                  </a:lnTo>
                  <a:lnTo>
                    <a:pt x="515688" y="181673"/>
                  </a:lnTo>
                  <a:lnTo>
                    <a:pt x="515424" y="183021"/>
                  </a:lnTo>
                  <a:lnTo>
                    <a:pt x="515336" y="183290"/>
                  </a:lnTo>
                  <a:lnTo>
                    <a:pt x="513052" y="186704"/>
                  </a:lnTo>
                  <a:lnTo>
                    <a:pt x="512437" y="187693"/>
                  </a:lnTo>
                  <a:lnTo>
                    <a:pt x="509976" y="191377"/>
                  </a:lnTo>
                  <a:lnTo>
                    <a:pt x="506286" y="197307"/>
                  </a:lnTo>
                  <a:lnTo>
                    <a:pt x="505671" y="198385"/>
                  </a:lnTo>
                  <a:lnTo>
                    <a:pt x="505319" y="199193"/>
                  </a:lnTo>
                  <a:lnTo>
                    <a:pt x="504089" y="202069"/>
                  </a:lnTo>
                  <a:lnTo>
                    <a:pt x="504001" y="202338"/>
                  </a:lnTo>
                  <a:lnTo>
                    <a:pt x="503826" y="202877"/>
                  </a:lnTo>
                  <a:lnTo>
                    <a:pt x="502683" y="206561"/>
                  </a:lnTo>
                  <a:lnTo>
                    <a:pt x="501717" y="209796"/>
                  </a:lnTo>
                  <a:lnTo>
                    <a:pt x="499960" y="215546"/>
                  </a:lnTo>
                  <a:lnTo>
                    <a:pt x="499784" y="216085"/>
                  </a:lnTo>
                  <a:lnTo>
                    <a:pt x="499520" y="217073"/>
                  </a:lnTo>
                  <a:lnTo>
                    <a:pt x="499344" y="217882"/>
                  </a:lnTo>
                  <a:lnTo>
                    <a:pt x="499257" y="218151"/>
                  </a:lnTo>
                  <a:lnTo>
                    <a:pt x="498993" y="218870"/>
                  </a:lnTo>
                  <a:lnTo>
                    <a:pt x="497587" y="223992"/>
                  </a:lnTo>
                  <a:lnTo>
                    <a:pt x="497236" y="225429"/>
                  </a:lnTo>
                  <a:lnTo>
                    <a:pt x="496972" y="227046"/>
                  </a:lnTo>
                  <a:lnTo>
                    <a:pt x="496972" y="227226"/>
                  </a:lnTo>
                  <a:lnTo>
                    <a:pt x="496972" y="227496"/>
                  </a:lnTo>
                  <a:lnTo>
                    <a:pt x="496884" y="228664"/>
                  </a:lnTo>
                  <a:lnTo>
                    <a:pt x="496884" y="230191"/>
                  </a:lnTo>
                  <a:lnTo>
                    <a:pt x="496972" y="231359"/>
                  </a:lnTo>
                  <a:lnTo>
                    <a:pt x="497587" y="234234"/>
                  </a:lnTo>
                  <a:lnTo>
                    <a:pt x="497851" y="235402"/>
                  </a:lnTo>
                  <a:lnTo>
                    <a:pt x="498466" y="238008"/>
                  </a:lnTo>
                  <a:lnTo>
                    <a:pt x="498817" y="239266"/>
                  </a:lnTo>
                  <a:lnTo>
                    <a:pt x="501190" y="246723"/>
                  </a:lnTo>
                  <a:lnTo>
                    <a:pt x="501805" y="248610"/>
                  </a:lnTo>
                  <a:lnTo>
                    <a:pt x="503035" y="252384"/>
                  </a:lnTo>
                  <a:lnTo>
                    <a:pt x="505583" y="264333"/>
                  </a:lnTo>
                  <a:lnTo>
                    <a:pt x="505671" y="265142"/>
                  </a:lnTo>
                  <a:lnTo>
                    <a:pt x="506725" y="273588"/>
                  </a:lnTo>
                  <a:lnTo>
                    <a:pt x="507252" y="277811"/>
                  </a:lnTo>
                  <a:lnTo>
                    <a:pt x="507340" y="278350"/>
                  </a:lnTo>
                  <a:lnTo>
                    <a:pt x="507604" y="280416"/>
                  </a:lnTo>
                  <a:lnTo>
                    <a:pt x="490821" y="284729"/>
                  </a:lnTo>
                  <a:lnTo>
                    <a:pt x="493809" y="305754"/>
                  </a:lnTo>
                  <a:lnTo>
                    <a:pt x="494424" y="309887"/>
                  </a:lnTo>
                  <a:lnTo>
                    <a:pt x="509801" y="306472"/>
                  </a:lnTo>
                  <a:lnTo>
                    <a:pt x="511206" y="306113"/>
                  </a:lnTo>
                  <a:lnTo>
                    <a:pt x="520784" y="303597"/>
                  </a:lnTo>
                  <a:lnTo>
                    <a:pt x="521663" y="303328"/>
                  </a:lnTo>
                  <a:lnTo>
                    <a:pt x="523068" y="303597"/>
                  </a:lnTo>
                  <a:lnTo>
                    <a:pt x="524123" y="304046"/>
                  </a:lnTo>
                  <a:lnTo>
                    <a:pt x="525880" y="304855"/>
                  </a:lnTo>
                  <a:lnTo>
                    <a:pt x="526319" y="305125"/>
                  </a:lnTo>
                  <a:lnTo>
                    <a:pt x="527286" y="305754"/>
                  </a:lnTo>
                  <a:lnTo>
                    <a:pt x="529043" y="307910"/>
                  </a:lnTo>
                  <a:lnTo>
                    <a:pt x="530186" y="309976"/>
                  </a:lnTo>
                  <a:lnTo>
                    <a:pt x="530361" y="314649"/>
                  </a:lnTo>
                  <a:lnTo>
                    <a:pt x="530537" y="316266"/>
                  </a:lnTo>
                  <a:lnTo>
                    <a:pt x="530976" y="324083"/>
                  </a:lnTo>
                  <a:lnTo>
                    <a:pt x="531240" y="330462"/>
                  </a:lnTo>
                  <a:lnTo>
                    <a:pt x="531416" y="330911"/>
                  </a:lnTo>
                  <a:lnTo>
                    <a:pt x="531591" y="331360"/>
                  </a:lnTo>
                  <a:lnTo>
                    <a:pt x="532822" y="334685"/>
                  </a:lnTo>
                  <a:lnTo>
                    <a:pt x="533173" y="335493"/>
                  </a:lnTo>
                  <a:lnTo>
                    <a:pt x="533349" y="335763"/>
                  </a:lnTo>
                  <a:lnTo>
                    <a:pt x="535721" y="340255"/>
                  </a:lnTo>
                  <a:lnTo>
                    <a:pt x="537039" y="343939"/>
                  </a:lnTo>
                  <a:lnTo>
                    <a:pt x="537566" y="345556"/>
                  </a:lnTo>
                  <a:lnTo>
                    <a:pt x="539324" y="349061"/>
                  </a:lnTo>
                  <a:lnTo>
                    <a:pt x="540642" y="351756"/>
                  </a:lnTo>
                  <a:lnTo>
                    <a:pt x="541784" y="353373"/>
                  </a:lnTo>
                  <a:lnTo>
                    <a:pt x="542575" y="354451"/>
                  </a:lnTo>
                  <a:lnTo>
                    <a:pt x="542663" y="354721"/>
                  </a:lnTo>
                  <a:lnTo>
                    <a:pt x="547759" y="361909"/>
                  </a:lnTo>
                  <a:lnTo>
                    <a:pt x="548198" y="362538"/>
                  </a:lnTo>
                  <a:lnTo>
                    <a:pt x="548901" y="363436"/>
                  </a:lnTo>
                  <a:lnTo>
                    <a:pt x="551713" y="365593"/>
                  </a:lnTo>
                  <a:lnTo>
                    <a:pt x="552328" y="365772"/>
                  </a:lnTo>
                  <a:lnTo>
                    <a:pt x="553822" y="366042"/>
                  </a:lnTo>
                  <a:lnTo>
                    <a:pt x="556809" y="366581"/>
                  </a:lnTo>
                  <a:lnTo>
                    <a:pt x="560412" y="367300"/>
                  </a:lnTo>
                  <a:lnTo>
                    <a:pt x="564014" y="367929"/>
                  </a:lnTo>
                  <a:lnTo>
                    <a:pt x="564541" y="368019"/>
                  </a:lnTo>
                  <a:lnTo>
                    <a:pt x="564717" y="368108"/>
                  </a:lnTo>
                  <a:lnTo>
                    <a:pt x="568935" y="368827"/>
                  </a:lnTo>
                  <a:lnTo>
                    <a:pt x="573064" y="369636"/>
                  </a:lnTo>
                  <a:lnTo>
                    <a:pt x="583784" y="371523"/>
                  </a:lnTo>
                  <a:lnTo>
                    <a:pt x="587650" y="372241"/>
                  </a:lnTo>
                  <a:lnTo>
                    <a:pt x="588353" y="372331"/>
                  </a:lnTo>
                  <a:lnTo>
                    <a:pt x="584048" y="396051"/>
                  </a:lnTo>
                  <a:lnTo>
                    <a:pt x="583608" y="398657"/>
                  </a:lnTo>
                  <a:lnTo>
                    <a:pt x="583169" y="401083"/>
                  </a:lnTo>
                  <a:lnTo>
                    <a:pt x="579567" y="420670"/>
                  </a:lnTo>
                  <a:lnTo>
                    <a:pt x="578336" y="427768"/>
                  </a:lnTo>
                  <a:lnTo>
                    <a:pt x="576667" y="437382"/>
                  </a:lnTo>
                  <a:lnTo>
                    <a:pt x="571571" y="466133"/>
                  </a:lnTo>
                  <a:lnTo>
                    <a:pt x="568232" y="484462"/>
                  </a:lnTo>
                  <a:lnTo>
                    <a:pt x="568056" y="485540"/>
                  </a:lnTo>
                  <a:lnTo>
                    <a:pt x="563136" y="512674"/>
                  </a:lnTo>
                  <a:lnTo>
                    <a:pt x="562696" y="515280"/>
                  </a:lnTo>
                  <a:lnTo>
                    <a:pt x="561027" y="524175"/>
                  </a:lnTo>
                  <a:lnTo>
                    <a:pt x="557073" y="545918"/>
                  </a:lnTo>
                  <a:lnTo>
                    <a:pt x="552943" y="568830"/>
                  </a:lnTo>
                  <a:lnTo>
                    <a:pt x="552152" y="573592"/>
                  </a:lnTo>
                  <a:lnTo>
                    <a:pt x="552064" y="575209"/>
                  </a:lnTo>
                  <a:lnTo>
                    <a:pt x="551976" y="578174"/>
                  </a:lnTo>
                  <a:lnTo>
                    <a:pt x="552064" y="581049"/>
                  </a:lnTo>
                  <a:lnTo>
                    <a:pt x="552240" y="583385"/>
                  </a:lnTo>
                  <a:lnTo>
                    <a:pt x="552679" y="585991"/>
                  </a:lnTo>
                  <a:lnTo>
                    <a:pt x="553382" y="588596"/>
                  </a:lnTo>
                  <a:lnTo>
                    <a:pt x="553997" y="591112"/>
                  </a:lnTo>
                  <a:lnTo>
                    <a:pt x="554700" y="593089"/>
                  </a:lnTo>
                  <a:lnTo>
                    <a:pt x="555843" y="595874"/>
                  </a:lnTo>
                  <a:lnTo>
                    <a:pt x="556809" y="597851"/>
                  </a:lnTo>
                  <a:lnTo>
                    <a:pt x="557864" y="599558"/>
                  </a:lnTo>
                  <a:lnTo>
                    <a:pt x="559094" y="601535"/>
                  </a:lnTo>
                  <a:lnTo>
                    <a:pt x="561027" y="604050"/>
                  </a:lnTo>
                  <a:lnTo>
                    <a:pt x="563575" y="606746"/>
                  </a:lnTo>
                  <a:lnTo>
                    <a:pt x="572801" y="616360"/>
                  </a:lnTo>
                  <a:lnTo>
                    <a:pt x="592747" y="637384"/>
                  </a:lnTo>
                  <a:lnTo>
                    <a:pt x="592395" y="637923"/>
                  </a:lnTo>
                  <a:lnTo>
                    <a:pt x="587650" y="646549"/>
                  </a:lnTo>
                  <a:lnTo>
                    <a:pt x="582818" y="655354"/>
                  </a:lnTo>
                  <a:lnTo>
                    <a:pt x="579479" y="661194"/>
                  </a:lnTo>
                  <a:lnTo>
                    <a:pt x="576228" y="667753"/>
                  </a:lnTo>
                  <a:lnTo>
                    <a:pt x="575437" y="668741"/>
                  </a:lnTo>
                  <a:lnTo>
                    <a:pt x="571131" y="676288"/>
                  </a:lnTo>
                  <a:lnTo>
                    <a:pt x="563838" y="688687"/>
                  </a:lnTo>
                  <a:lnTo>
                    <a:pt x="561818" y="691113"/>
                  </a:lnTo>
                  <a:lnTo>
                    <a:pt x="559006" y="689945"/>
                  </a:lnTo>
                  <a:lnTo>
                    <a:pt x="550395" y="686172"/>
                  </a:lnTo>
                  <a:lnTo>
                    <a:pt x="549428" y="686082"/>
                  </a:lnTo>
                  <a:lnTo>
                    <a:pt x="548725" y="685992"/>
                  </a:lnTo>
                  <a:lnTo>
                    <a:pt x="546968" y="684734"/>
                  </a:lnTo>
                  <a:lnTo>
                    <a:pt x="545474" y="683746"/>
                  </a:lnTo>
                  <a:lnTo>
                    <a:pt x="542575" y="682488"/>
                  </a:lnTo>
                  <a:lnTo>
                    <a:pt x="540202" y="680781"/>
                  </a:lnTo>
                  <a:lnTo>
                    <a:pt x="535897" y="678894"/>
                  </a:lnTo>
                  <a:lnTo>
                    <a:pt x="533525" y="677906"/>
                  </a:lnTo>
                  <a:lnTo>
                    <a:pt x="529571" y="676917"/>
                  </a:lnTo>
                  <a:lnTo>
                    <a:pt x="524299" y="673773"/>
                  </a:lnTo>
                  <a:lnTo>
                    <a:pt x="521663" y="672245"/>
                  </a:lnTo>
                  <a:lnTo>
                    <a:pt x="517445" y="670089"/>
                  </a:lnTo>
                  <a:lnTo>
                    <a:pt x="513579" y="669370"/>
                  </a:lnTo>
                  <a:lnTo>
                    <a:pt x="510591" y="667663"/>
                  </a:lnTo>
                  <a:lnTo>
                    <a:pt x="508307" y="667124"/>
                  </a:lnTo>
                  <a:lnTo>
                    <a:pt x="506901" y="666764"/>
                  </a:lnTo>
                  <a:lnTo>
                    <a:pt x="503123" y="664698"/>
                  </a:lnTo>
                  <a:lnTo>
                    <a:pt x="497675" y="663260"/>
                  </a:lnTo>
                  <a:lnTo>
                    <a:pt x="486604" y="657151"/>
                  </a:lnTo>
                  <a:lnTo>
                    <a:pt x="482298" y="655444"/>
                  </a:lnTo>
                  <a:lnTo>
                    <a:pt x="479047" y="654455"/>
                  </a:lnTo>
                  <a:lnTo>
                    <a:pt x="476763" y="653108"/>
                  </a:lnTo>
                  <a:lnTo>
                    <a:pt x="470349" y="650951"/>
                  </a:lnTo>
                  <a:lnTo>
                    <a:pt x="469294" y="649783"/>
                  </a:lnTo>
                  <a:lnTo>
                    <a:pt x="464901" y="648795"/>
                  </a:lnTo>
                  <a:lnTo>
                    <a:pt x="462616" y="647806"/>
                  </a:lnTo>
                  <a:lnTo>
                    <a:pt x="461474" y="646818"/>
                  </a:lnTo>
                  <a:lnTo>
                    <a:pt x="459541" y="646009"/>
                  </a:lnTo>
                  <a:lnTo>
                    <a:pt x="457344" y="644572"/>
                  </a:lnTo>
                  <a:lnTo>
                    <a:pt x="456026" y="644213"/>
                  </a:lnTo>
                  <a:lnTo>
                    <a:pt x="455499" y="644302"/>
                  </a:lnTo>
                  <a:lnTo>
                    <a:pt x="454005" y="643943"/>
                  </a:lnTo>
                  <a:lnTo>
                    <a:pt x="453478" y="643224"/>
                  </a:lnTo>
                  <a:lnTo>
                    <a:pt x="452600" y="642595"/>
                  </a:lnTo>
                  <a:lnTo>
                    <a:pt x="449612" y="641966"/>
                  </a:lnTo>
                  <a:lnTo>
                    <a:pt x="445394" y="639990"/>
                  </a:lnTo>
                  <a:lnTo>
                    <a:pt x="443725" y="639540"/>
                  </a:lnTo>
                  <a:lnTo>
                    <a:pt x="442758" y="639001"/>
                  </a:lnTo>
                  <a:lnTo>
                    <a:pt x="441968" y="638552"/>
                  </a:lnTo>
                  <a:lnTo>
                    <a:pt x="441441" y="638372"/>
                  </a:lnTo>
                  <a:lnTo>
                    <a:pt x="441001" y="638013"/>
                  </a:lnTo>
                  <a:lnTo>
                    <a:pt x="439595" y="637384"/>
                  </a:lnTo>
                  <a:lnTo>
                    <a:pt x="438277" y="636216"/>
                  </a:lnTo>
                  <a:lnTo>
                    <a:pt x="437047" y="635677"/>
                  </a:lnTo>
                  <a:lnTo>
                    <a:pt x="435905" y="635318"/>
                  </a:lnTo>
                  <a:lnTo>
                    <a:pt x="435290" y="634868"/>
                  </a:lnTo>
                  <a:lnTo>
                    <a:pt x="434587" y="634689"/>
                  </a:lnTo>
                  <a:lnTo>
                    <a:pt x="433708" y="634509"/>
                  </a:lnTo>
                  <a:lnTo>
                    <a:pt x="432566" y="634150"/>
                  </a:lnTo>
                  <a:lnTo>
                    <a:pt x="431687" y="633610"/>
                  </a:lnTo>
                  <a:lnTo>
                    <a:pt x="429579" y="632532"/>
                  </a:lnTo>
                  <a:lnTo>
                    <a:pt x="428085" y="632083"/>
                  </a:lnTo>
                  <a:lnTo>
                    <a:pt x="427645" y="631993"/>
                  </a:lnTo>
                  <a:lnTo>
                    <a:pt x="426240" y="631544"/>
                  </a:lnTo>
                  <a:lnTo>
                    <a:pt x="425625" y="631454"/>
                  </a:lnTo>
                  <a:lnTo>
                    <a:pt x="425097" y="631274"/>
                  </a:lnTo>
                  <a:lnTo>
                    <a:pt x="424219" y="630915"/>
                  </a:lnTo>
                  <a:lnTo>
                    <a:pt x="423604" y="630466"/>
                  </a:lnTo>
                  <a:lnTo>
                    <a:pt x="422989" y="629837"/>
                  </a:lnTo>
                  <a:lnTo>
                    <a:pt x="422549" y="629657"/>
                  </a:lnTo>
                  <a:lnTo>
                    <a:pt x="422110" y="629477"/>
                  </a:lnTo>
                  <a:lnTo>
                    <a:pt x="421055" y="629298"/>
                  </a:lnTo>
                  <a:lnTo>
                    <a:pt x="420528" y="629028"/>
                  </a:lnTo>
                  <a:lnTo>
                    <a:pt x="419737" y="628489"/>
                  </a:lnTo>
                  <a:lnTo>
                    <a:pt x="418595" y="628040"/>
                  </a:lnTo>
                  <a:lnTo>
                    <a:pt x="418068" y="627770"/>
                  </a:lnTo>
                  <a:lnTo>
                    <a:pt x="417717" y="627411"/>
                  </a:lnTo>
                  <a:lnTo>
                    <a:pt x="416838" y="627141"/>
                  </a:lnTo>
                  <a:lnTo>
                    <a:pt x="416047" y="627051"/>
                  </a:lnTo>
                  <a:lnTo>
                    <a:pt x="414817" y="626512"/>
                  </a:lnTo>
                  <a:lnTo>
                    <a:pt x="414378" y="625973"/>
                  </a:lnTo>
                  <a:lnTo>
                    <a:pt x="410512" y="624446"/>
                  </a:lnTo>
                  <a:lnTo>
                    <a:pt x="409018" y="623368"/>
                  </a:lnTo>
                  <a:lnTo>
                    <a:pt x="407260" y="622649"/>
                  </a:lnTo>
                  <a:lnTo>
                    <a:pt x="406030" y="622110"/>
                  </a:lnTo>
                  <a:lnTo>
                    <a:pt x="404888" y="621930"/>
                  </a:lnTo>
                  <a:lnTo>
                    <a:pt x="403394" y="621481"/>
                  </a:lnTo>
                  <a:lnTo>
                    <a:pt x="402340" y="621211"/>
                  </a:lnTo>
                  <a:lnTo>
                    <a:pt x="399616" y="619953"/>
                  </a:lnTo>
                  <a:lnTo>
                    <a:pt x="398386" y="619055"/>
                  </a:lnTo>
                  <a:lnTo>
                    <a:pt x="396804" y="618516"/>
                  </a:lnTo>
                  <a:lnTo>
                    <a:pt x="396101" y="618246"/>
                  </a:lnTo>
                  <a:lnTo>
                    <a:pt x="395662" y="617977"/>
                  </a:lnTo>
                  <a:lnTo>
                    <a:pt x="395135" y="617528"/>
                  </a:lnTo>
                  <a:lnTo>
                    <a:pt x="394608" y="616899"/>
                  </a:lnTo>
                  <a:lnTo>
                    <a:pt x="394080" y="616629"/>
                  </a:lnTo>
                  <a:lnTo>
                    <a:pt x="393202" y="616539"/>
                  </a:lnTo>
                  <a:lnTo>
                    <a:pt x="392675" y="616449"/>
                  </a:lnTo>
                  <a:lnTo>
                    <a:pt x="392147" y="616270"/>
                  </a:lnTo>
                  <a:lnTo>
                    <a:pt x="391708" y="615910"/>
                  </a:lnTo>
                  <a:lnTo>
                    <a:pt x="391269" y="615641"/>
                  </a:lnTo>
                  <a:lnTo>
                    <a:pt x="390566" y="615191"/>
                  </a:lnTo>
                  <a:lnTo>
                    <a:pt x="389863" y="615012"/>
                  </a:lnTo>
                  <a:lnTo>
                    <a:pt x="389336" y="614742"/>
                  </a:lnTo>
                  <a:lnTo>
                    <a:pt x="388896" y="614293"/>
                  </a:lnTo>
                  <a:lnTo>
                    <a:pt x="388193" y="613664"/>
                  </a:lnTo>
                  <a:lnTo>
                    <a:pt x="387403" y="613484"/>
                  </a:lnTo>
                  <a:lnTo>
                    <a:pt x="386700" y="613395"/>
                  </a:lnTo>
                  <a:lnTo>
                    <a:pt x="385997" y="613215"/>
                  </a:lnTo>
                  <a:lnTo>
                    <a:pt x="385206" y="613035"/>
                  </a:lnTo>
                  <a:lnTo>
                    <a:pt x="384415" y="612676"/>
                  </a:lnTo>
                  <a:lnTo>
                    <a:pt x="383800" y="612137"/>
                  </a:lnTo>
                  <a:lnTo>
                    <a:pt x="382834" y="611687"/>
                  </a:lnTo>
                  <a:lnTo>
                    <a:pt x="382306" y="611508"/>
                  </a:lnTo>
                  <a:lnTo>
                    <a:pt x="381779" y="611418"/>
                  </a:lnTo>
                  <a:lnTo>
                    <a:pt x="380637" y="611058"/>
                  </a:lnTo>
                  <a:lnTo>
                    <a:pt x="380022" y="610519"/>
                  </a:lnTo>
                  <a:lnTo>
                    <a:pt x="379495" y="610160"/>
                  </a:lnTo>
                  <a:lnTo>
                    <a:pt x="378792" y="610340"/>
                  </a:lnTo>
                  <a:lnTo>
                    <a:pt x="378089" y="610340"/>
                  </a:lnTo>
                  <a:lnTo>
                    <a:pt x="377562" y="610160"/>
                  </a:lnTo>
                  <a:lnTo>
                    <a:pt x="376771" y="609621"/>
                  </a:lnTo>
                  <a:lnTo>
                    <a:pt x="375804" y="608543"/>
                  </a:lnTo>
                  <a:lnTo>
                    <a:pt x="375365" y="608273"/>
                  </a:lnTo>
                  <a:lnTo>
                    <a:pt x="374486" y="607824"/>
                  </a:lnTo>
                  <a:lnTo>
                    <a:pt x="373783" y="607644"/>
                  </a:lnTo>
                  <a:lnTo>
                    <a:pt x="372905" y="607734"/>
                  </a:lnTo>
                  <a:lnTo>
                    <a:pt x="372202" y="607644"/>
                  </a:lnTo>
                  <a:lnTo>
                    <a:pt x="371675" y="607465"/>
                  </a:lnTo>
                  <a:lnTo>
                    <a:pt x="371323" y="607105"/>
                  </a:lnTo>
                  <a:lnTo>
                    <a:pt x="370708" y="606566"/>
                  </a:lnTo>
                  <a:lnTo>
                    <a:pt x="369829" y="606117"/>
                  </a:lnTo>
                  <a:lnTo>
                    <a:pt x="369302" y="605937"/>
                  </a:lnTo>
                  <a:lnTo>
                    <a:pt x="368423" y="605668"/>
                  </a:lnTo>
                  <a:lnTo>
                    <a:pt x="367808" y="605308"/>
                  </a:lnTo>
                  <a:lnTo>
                    <a:pt x="367457" y="604859"/>
                  </a:lnTo>
                  <a:lnTo>
                    <a:pt x="367105" y="604500"/>
                  </a:lnTo>
                  <a:lnTo>
                    <a:pt x="366578" y="604320"/>
                  </a:lnTo>
                  <a:lnTo>
                    <a:pt x="365963" y="604230"/>
                  </a:lnTo>
                  <a:lnTo>
                    <a:pt x="364557" y="604230"/>
                  </a:lnTo>
                  <a:lnTo>
                    <a:pt x="363854" y="604140"/>
                  </a:lnTo>
                  <a:lnTo>
                    <a:pt x="363152" y="603691"/>
                  </a:lnTo>
                  <a:lnTo>
                    <a:pt x="362624" y="603152"/>
                  </a:lnTo>
                  <a:lnTo>
                    <a:pt x="361921" y="602792"/>
                  </a:lnTo>
                  <a:lnTo>
                    <a:pt x="361306" y="602613"/>
                  </a:lnTo>
                  <a:lnTo>
                    <a:pt x="360603" y="602163"/>
                  </a:lnTo>
                  <a:lnTo>
                    <a:pt x="359988" y="601624"/>
                  </a:lnTo>
                  <a:lnTo>
                    <a:pt x="359461" y="601355"/>
                  </a:lnTo>
                  <a:lnTo>
                    <a:pt x="358934" y="601085"/>
                  </a:lnTo>
                  <a:lnTo>
                    <a:pt x="358407" y="600995"/>
                  </a:lnTo>
                  <a:lnTo>
                    <a:pt x="357528" y="600906"/>
                  </a:lnTo>
                  <a:lnTo>
                    <a:pt x="356737" y="600636"/>
                  </a:lnTo>
                  <a:lnTo>
                    <a:pt x="356034" y="600367"/>
                  </a:lnTo>
                  <a:lnTo>
                    <a:pt x="355595" y="600007"/>
                  </a:lnTo>
                  <a:lnTo>
                    <a:pt x="355068" y="599648"/>
                  </a:lnTo>
                  <a:lnTo>
                    <a:pt x="354365" y="599378"/>
                  </a:lnTo>
                  <a:lnTo>
                    <a:pt x="353750" y="599288"/>
                  </a:lnTo>
                  <a:lnTo>
                    <a:pt x="353047" y="599198"/>
                  </a:lnTo>
                  <a:lnTo>
                    <a:pt x="352432" y="598929"/>
                  </a:lnTo>
                  <a:lnTo>
                    <a:pt x="351817" y="598480"/>
                  </a:lnTo>
                  <a:lnTo>
                    <a:pt x="350938" y="597761"/>
                  </a:lnTo>
                  <a:lnTo>
                    <a:pt x="350323" y="597312"/>
                  </a:lnTo>
                  <a:lnTo>
                    <a:pt x="349708" y="597132"/>
                  </a:lnTo>
                  <a:lnTo>
                    <a:pt x="349093" y="597042"/>
                  </a:lnTo>
                  <a:lnTo>
                    <a:pt x="348390" y="597132"/>
                  </a:lnTo>
                  <a:lnTo>
                    <a:pt x="347160" y="596773"/>
                  </a:lnTo>
                  <a:lnTo>
                    <a:pt x="346545" y="596323"/>
                  </a:lnTo>
                  <a:lnTo>
                    <a:pt x="346105" y="595874"/>
                  </a:lnTo>
                  <a:lnTo>
                    <a:pt x="345666" y="595605"/>
                  </a:lnTo>
                  <a:lnTo>
                    <a:pt x="345051" y="595425"/>
                  </a:lnTo>
                  <a:lnTo>
                    <a:pt x="344172" y="595245"/>
                  </a:lnTo>
                  <a:lnTo>
                    <a:pt x="343030" y="594976"/>
                  </a:lnTo>
                  <a:lnTo>
                    <a:pt x="342415" y="594616"/>
                  </a:lnTo>
                  <a:lnTo>
                    <a:pt x="341976" y="594167"/>
                  </a:lnTo>
                  <a:lnTo>
                    <a:pt x="341448" y="593808"/>
                  </a:lnTo>
                  <a:lnTo>
                    <a:pt x="340746" y="593718"/>
                  </a:lnTo>
                  <a:lnTo>
                    <a:pt x="339955" y="593628"/>
                  </a:lnTo>
                  <a:lnTo>
                    <a:pt x="339252" y="593268"/>
                  </a:lnTo>
                  <a:lnTo>
                    <a:pt x="338637" y="592909"/>
                  </a:lnTo>
                  <a:lnTo>
                    <a:pt x="338197" y="592550"/>
                  </a:lnTo>
                  <a:lnTo>
                    <a:pt x="337231" y="591921"/>
                  </a:lnTo>
                  <a:lnTo>
                    <a:pt x="336352" y="591741"/>
                  </a:lnTo>
                  <a:lnTo>
                    <a:pt x="335737" y="591561"/>
                  </a:lnTo>
                  <a:lnTo>
                    <a:pt x="335034" y="591292"/>
                  </a:lnTo>
                  <a:lnTo>
                    <a:pt x="334331" y="590843"/>
                  </a:lnTo>
                  <a:lnTo>
                    <a:pt x="333628" y="590303"/>
                  </a:lnTo>
                  <a:lnTo>
                    <a:pt x="333013" y="589854"/>
                  </a:lnTo>
                  <a:lnTo>
                    <a:pt x="332310" y="589585"/>
                  </a:lnTo>
                  <a:lnTo>
                    <a:pt x="331695" y="589495"/>
                  </a:lnTo>
                  <a:lnTo>
                    <a:pt x="331256" y="590124"/>
                  </a:lnTo>
                  <a:lnTo>
                    <a:pt x="330114" y="589944"/>
                  </a:lnTo>
                  <a:lnTo>
                    <a:pt x="329674" y="589135"/>
                  </a:lnTo>
                  <a:lnTo>
                    <a:pt x="329059" y="588507"/>
                  </a:lnTo>
                  <a:lnTo>
                    <a:pt x="328444" y="588327"/>
                  </a:lnTo>
                  <a:lnTo>
                    <a:pt x="327653" y="588327"/>
                  </a:lnTo>
                  <a:lnTo>
                    <a:pt x="327038" y="588147"/>
                  </a:lnTo>
                  <a:lnTo>
                    <a:pt x="326511" y="587967"/>
                  </a:lnTo>
                  <a:lnTo>
                    <a:pt x="325896" y="587608"/>
                  </a:lnTo>
                  <a:lnTo>
                    <a:pt x="325281" y="587249"/>
                  </a:lnTo>
                  <a:lnTo>
                    <a:pt x="324666" y="586799"/>
                  </a:lnTo>
                  <a:lnTo>
                    <a:pt x="324051" y="586530"/>
                  </a:lnTo>
                  <a:lnTo>
                    <a:pt x="323612" y="586170"/>
                  </a:lnTo>
                  <a:lnTo>
                    <a:pt x="322909" y="585811"/>
                  </a:lnTo>
                  <a:lnTo>
                    <a:pt x="321415" y="585272"/>
                  </a:lnTo>
                  <a:lnTo>
                    <a:pt x="320976" y="585002"/>
                  </a:lnTo>
                  <a:lnTo>
                    <a:pt x="320448" y="584733"/>
                  </a:lnTo>
                  <a:lnTo>
                    <a:pt x="319745" y="584463"/>
                  </a:lnTo>
                  <a:lnTo>
                    <a:pt x="318515" y="584194"/>
                  </a:lnTo>
                  <a:lnTo>
                    <a:pt x="317988" y="584014"/>
                  </a:lnTo>
                  <a:lnTo>
                    <a:pt x="317549" y="583655"/>
                  </a:lnTo>
                  <a:lnTo>
                    <a:pt x="317285" y="583116"/>
                  </a:lnTo>
                  <a:lnTo>
                    <a:pt x="316934" y="582756"/>
                  </a:lnTo>
                  <a:lnTo>
                    <a:pt x="316494" y="582307"/>
                  </a:lnTo>
                  <a:lnTo>
                    <a:pt x="315440" y="582127"/>
                  </a:lnTo>
                  <a:lnTo>
                    <a:pt x="314737" y="582217"/>
                  </a:lnTo>
                  <a:lnTo>
                    <a:pt x="314122" y="582127"/>
                  </a:lnTo>
                  <a:lnTo>
                    <a:pt x="313595" y="581768"/>
                  </a:lnTo>
                  <a:lnTo>
                    <a:pt x="313068" y="581498"/>
                  </a:lnTo>
                  <a:lnTo>
                    <a:pt x="312540" y="580780"/>
                  </a:lnTo>
                  <a:lnTo>
                    <a:pt x="312101" y="580330"/>
                  </a:lnTo>
                  <a:lnTo>
                    <a:pt x="311662" y="580061"/>
                  </a:lnTo>
                  <a:lnTo>
                    <a:pt x="310959" y="579791"/>
                  </a:lnTo>
                  <a:lnTo>
                    <a:pt x="309817" y="579791"/>
                  </a:lnTo>
                  <a:lnTo>
                    <a:pt x="309114" y="579612"/>
                  </a:lnTo>
                  <a:lnTo>
                    <a:pt x="308411" y="579162"/>
                  </a:lnTo>
                  <a:lnTo>
                    <a:pt x="307796" y="578623"/>
                  </a:lnTo>
                  <a:lnTo>
                    <a:pt x="307093" y="578533"/>
                  </a:lnTo>
                  <a:lnTo>
                    <a:pt x="306566" y="578443"/>
                  </a:lnTo>
                  <a:lnTo>
                    <a:pt x="306038" y="578443"/>
                  </a:lnTo>
                  <a:lnTo>
                    <a:pt x="305599" y="578354"/>
                  </a:lnTo>
                  <a:lnTo>
                    <a:pt x="305072" y="577904"/>
                  </a:lnTo>
                  <a:lnTo>
                    <a:pt x="304457" y="577186"/>
                  </a:lnTo>
                  <a:lnTo>
                    <a:pt x="303930" y="576826"/>
                  </a:lnTo>
                  <a:lnTo>
                    <a:pt x="303139" y="576736"/>
                  </a:lnTo>
                  <a:lnTo>
                    <a:pt x="302348" y="576826"/>
                  </a:lnTo>
                  <a:lnTo>
                    <a:pt x="301733" y="576467"/>
                  </a:lnTo>
                  <a:lnTo>
                    <a:pt x="301294" y="576287"/>
                  </a:lnTo>
                  <a:lnTo>
                    <a:pt x="300854" y="575928"/>
                  </a:lnTo>
                  <a:lnTo>
                    <a:pt x="300063" y="575389"/>
                  </a:lnTo>
                  <a:lnTo>
                    <a:pt x="299360" y="575209"/>
                  </a:lnTo>
                  <a:lnTo>
                    <a:pt x="298482" y="575029"/>
                  </a:lnTo>
                  <a:lnTo>
                    <a:pt x="297691" y="574580"/>
                  </a:lnTo>
                  <a:lnTo>
                    <a:pt x="296988" y="574221"/>
                  </a:lnTo>
                  <a:lnTo>
                    <a:pt x="296373" y="573861"/>
                  </a:lnTo>
                  <a:lnTo>
                    <a:pt x="295319" y="573502"/>
                  </a:lnTo>
                  <a:lnTo>
                    <a:pt x="294616" y="573412"/>
                  </a:lnTo>
                  <a:lnTo>
                    <a:pt x="294088" y="573232"/>
                  </a:lnTo>
                  <a:lnTo>
                    <a:pt x="293473" y="572963"/>
                  </a:lnTo>
                  <a:lnTo>
                    <a:pt x="293034" y="572693"/>
                  </a:lnTo>
                  <a:lnTo>
                    <a:pt x="292507" y="572334"/>
                  </a:lnTo>
                  <a:lnTo>
                    <a:pt x="291892" y="571885"/>
                  </a:lnTo>
                  <a:lnTo>
                    <a:pt x="291277" y="571525"/>
                  </a:lnTo>
                  <a:lnTo>
                    <a:pt x="290574" y="571435"/>
                  </a:lnTo>
                  <a:lnTo>
                    <a:pt x="289871" y="571345"/>
                  </a:lnTo>
                  <a:lnTo>
                    <a:pt x="288992" y="571166"/>
                  </a:lnTo>
                  <a:lnTo>
                    <a:pt x="288289" y="570717"/>
                  </a:lnTo>
                  <a:lnTo>
                    <a:pt x="287762" y="570717"/>
                  </a:lnTo>
                  <a:lnTo>
                    <a:pt x="287235" y="570447"/>
                  </a:lnTo>
                  <a:lnTo>
                    <a:pt x="286796" y="569908"/>
                  </a:lnTo>
                  <a:lnTo>
                    <a:pt x="286356" y="569369"/>
                  </a:lnTo>
                  <a:lnTo>
                    <a:pt x="285917" y="569009"/>
                  </a:lnTo>
                  <a:lnTo>
                    <a:pt x="284863" y="568920"/>
                  </a:lnTo>
                  <a:lnTo>
                    <a:pt x="284072" y="568830"/>
                  </a:lnTo>
                  <a:lnTo>
                    <a:pt x="283457" y="568650"/>
                  </a:lnTo>
                  <a:lnTo>
                    <a:pt x="283017" y="568291"/>
                  </a:lnTo>
                  <a:lnTo>
                    <a:pt x="282314" y="567752"/>
                  </a:lnTo>
                  <a:lnTo>
                    <a:pt x="281611" y="567392"/>
                  </a:lnTo>
                  <a:lnTo>
                    <a:pt x="280118" y="567212"/>
                  </a:lnTo>
                  <a:lnTo>
                    <a:pt x="279678" y="567123"/>
                  </a:lnTo>
                  <a:lnTo>
                    <a:pt x="279239" y="566853"/>
                  </a:lnTo>
                  <a:lnTo>
                    <a:pt x="278624" y="566314"/>
                  </a:lnTo>
                  <a:lnTo>
                    <a:pt x="278097" y="565955"/>
                  </a:lnTo>
                  <a:lnTo>
                    <a:pt x="277657" y="565775"/>
                  </a:lnTo>
                  <a:lnTo>
                    <a:pt x="277042" y="565685"/>
                  </a:lnTo>
                  <a:lnTo>
                    <a:pt x="275988" y="565685"/>
                  </a:lnTo>
                  <a:lnTo>
                    <a:pt x="275197" y="565505"/>
                  </a:lnTo>
                  <a:lnTo>
                    <a:pt x="274582" y="565326"/>
                  </a:lnTo>
                  <a:lnTo>
                    <a:pt x="273967" y="564876"/>
                  </a:lnTo>
                  <a:lnTo>
                    <a:pt x="272913" y="564158"/>
                  </a:lnTo>
                  <a:lnTo>
                    <a:pt x="272298" y="563798"/>
                  </a:lnTo>
                  <a:lnTo>
                    <a:pt x="271331" y="563529"/>
                  </a:lnTo>
                  <a:lnTo>
                    <a:pt x="270189" y="563079"/>
                  </a:lnTo>
                  <a:lnTo>
                    <a:pt x="269662" y="562540"/>
                  </a:lnTo>
                  <a:lnTo>
                    <a:pt x="269222" y="562181"/>
                  </a:lnTo>
                  <a:lnTo>
                    <a:pt x="268607" y="561822"/>
                  </a:lnTo>
                  <a:lnTo>
                    <a:pt x="267641" y="561732"/>
                  </a:lnTo>
                  <a:lnTo>
                    <a:pt x="266323" y="561372"/>
                  </a:lnTo>
                  <a:lnTo>
                    <a:pt x="265795" y="561013"/>
                  </a:lnTo>
                  <a:lnTo>
                    <a:pt x="265356" y="560474"/>
                  </a:lnTo>
                  <a:lnTo>
                    <a:pt x="264565" y="559845"/>
                  </a:lnTo>
                  <a:lnTo>
                    <a:pt x="263950" y="559755"/>
                  </a:lnTo>
                  <a:lnTo>
                    <a:pt x="263072" y="559575"/>
                  </a:lnTo>
                  <a:lnTo>
                    <a:pt x="262544" y="559396"/>
                  </a:lnTo>
                  <a:lnTo>
                    <a:pt x="262017" y="559126"/>
                  </a:lnTo>
                  <a:lnTo>
                    <a:pt x="261226" y="558677"/>
                  </a:lnTo>
                  <a:lnTo>
                    <a:pt x="260611" y="558138"/>
                  </a:lnTo>
                  <a:lnTo>
                    <a:pt x="259908" y="557868"/>
                  </a:lnTo>
                  <a:lnTo>
                    <a:pt x="258942" y="557509"/>
                  </a:lnTo>
                  <a:lnTo>
                    <a:pt x="258239" y="557419"/>
                  </a:lnTo>
                  <a:lnTo>
                    <a:pt x="257624" y="557149"/>
                  </a:lnTo>
                  <a:lnTo>
                    <a:pt x="256570" y="556880"/>
                  </a:lnTo>
                  <a:lnTo>
                    <a:pt x="255867" y="556251"/>
                  </a:lnTo>
                  <a:lnTo>
                    <a:pt x="255339" y="555892"/>
                  </a:lnTo>
                  <a:lnTo>
                    <a:pt x="254812" y="555622"/>
                  </a:lnTo>
                  <a:lnTo>
                    <a:pt x="254285" y="555532"/>
                  </a:lnTo>
                  <a:lnTo>
                    <a:pt x="253582" y="555263"/>
                  </a:lnTo>
                  <a:lnTo>
                    <a:pt x="253055" y="555083"/>
                  </a:lnTo>
                  <a:lnTo>
                    <a:pt x="252528" y="554903"/>
                  </a:lnTo>
                  <a:lnTo>
                    <a:pt x="251825" y="554454"/>
                  </a:lnTo>
                  <a:lnTo>
                    <a:pt x="251034" y="553915"/>
                  </a:lnTo>
                  <a:lnTo>
                    <a:pt x="249980" y="553735"/>
                  </a:lnTo>
                  <a:lnTo>
                    <a:pt x="249277" y="553645"/>
                  </a:lnTo>
                  <a:lnTo>
                    <a:pt x="248398" y="553286"/>
                  </a:lnTo>
                  <a:lnTo>
                    <a:pt x="247871" y="553106"/>
                  </a:lnTo>
                  <a:lnTo>
                    <a:pt x="247344" y="552927"/>
                  </a:lnTo>
                  <a:lnTo>
                    <a:pt x="246816" y="552567"/>
                  </a:lnTo>
                  <a:lnTo>
                    <a:pt x="246113" y="552118"/>
                  </a:lnTo>
                  <a:lnTo>
                    <a:pt x="245674" y="551489"/>
                  </a:lnTo>
                  <a:lnTo>
                    <a:pt x="244883" y="550950"/>
                  </a:lnTo>
                  <a:lnTo>
                    <a:pt x="244092" y="551040"/>
                  </a:lnTo>
                  <a:lnTo>
                    <a:pt x="242774" y="551040"/>
                  </a:lnTo>
                  <a:lnTo>
                    <a:pt x="242335" y="550770"/>
                  </a:lnTo>
                  <a:lnTo>
                    <a:pt x="241720" y="550321"/>
                  </a:lnTo>
                  <a:lnTo>
                    <a:pt x="241105" y="549872"/>
                  </a:lnTo>
                  <a:lnTo>
                    <a:pt x="239963" y="549512"/>
                  </a:lnTo>
                  <a:lnTo>
                    <a:pt x="238996" y="549422"/>
                  </a:lnTo>
                  <a:lnTo>
                    <a:pt x="237854" y="548344"/>
                  </a:lnTo>
                  <a:lnTo>
                    <a:pt x="236887" y="547985"/>
                  </a:lnTo>
                  <a:lnTo>
                    <a:pt x="236097" y="547985"/>
                  </a:lnTo>
                  <a:lnTo>
                    <a:pt x="235482" y="547536"/>
                  </a:lnTo>
                  <a:lnTo>
                    <a:pt x="234954" y="546817"/>
                  </a:lnTo>
                  <a:lnTo>
                    <a:pt x="234515" y="546547"/>
                  </a:lnTo>
                  <a:lnTo>
                    <a:pt x="233724" y="546637"/>
                  </a:lnTo>
                  <a:lnTo>
                    <a:pt x="232933" y="546368"/>
                  </a:lnTo>
                  <a:lnTo>
                    <a:pt x="232143" y="545559"/>
                  </a:lnTo>
                  <a:lnTo>
                    <a:pt x="231615" y="545379"/>
                  </a:lnTo>
                  <a:lnTo>
                    <a:pt x="231000" y="545289"/>
                  </a:lnTo>
                  <a:lnTo>
                    <a:pt x="230297" y="544750"/>
                  </a:lnTo>
                  <a:lnTo>
                    <a:pt x="229419" y="544840"/>
                  </a:lnTo>
                  <a:lnTo>
                    <a:pt x="228979" y="544571"/>
                  </a:lnTo>
                  <a:lnTo>
                    <a:pt x="228540" y="544121"/>
                  </a:lnTo>
                  <a:lnTo>
                    <a:pt x="226959" y="543762"/>
                  </a:lnTo>
                  <a:lnTo>
                    <a:pt x="226080" y="543672"/>
                  </a:lnTo>
                  <a:lnTo>
                    <a:pt x="225201" y="543403"/>
                  </a:lnTo>
                  <a:lnTo>
                    <a:pt x="224674" y="543043"/>
                  </a:lnTo>
                  <a:lnTo>
                    <a:pt x="224235" y="542594"/>
                  </a:lnTo>
                  <a:lnTo>
                    <a:pt x="223883" y="542324"/>
                  </a:lnTo>
                  <a:lnTo>
                    <a:pt x="223356" y="541875"/>
                  </a:lnTo>
                  <a:lnTo>
                    <a:pt x="222917" y="541696"/>
                  </a:lnTo>
                  <a:lnTo>
                    <a:pt x="221511" y="541606"/>
                  </a:lnTo>
                  <a:lnTo>
                    <a:pt x="220808" y="541785"/>
                  </a:lnTo>
                  <a:lnTo>
                    <a:pt x="219841" y="541516"/>
                  </a:lnTo>
                  <a:lnTo>
                    <a:pt x="218963" y="541067"/>
                  </a:lnTo>
                  <a:lnTo>
                    <a:pt x="217645" y="540797"/>
                  </a:lnTo>
                  <a:lnTo>
                    <a:pt x="216678" y="540168"/>
                  </a:lnTo>
                  <a:lnTo>
                    <a:pt x="216063" y="539809"/>
                  </a:lnTo>
                  <a:lnTo>
                    <a:pt x="215448" y="539809"/>
                  </a:lnTo>
                  <a:lnTo>
                    <a:pt x="214833" y="539449"/>
                  </a:lnTo>
                  <a:lnTo>
                    <a:pt x="214306" y="538731"/>
                  </a:lnTo>
                  <a:lnTo>
                    <a:pt x="213251" y="538461"/>
                  </a:lnTo>
                  <a:lnTo>
                    <a:pt x="212548" y="538371"/>
                  </a:lnTo>
                  <a:lnTo>
                    <a:pt x="212109" y="537832"/>
                  </a:lnTo>
                  <a:lnTo>
                    <a:pt x="211670" y="537383"/>
                  </a:lnTo>
                  <a:lnTo>
                    <a:pt x="210703" y="536934"/>
                  </a:lnTo>
                  <a:lnTo>
                    <a:pt x="209825" y="536844"/>
                  </a:lnTo>
                  <a:lnTo>
                    <a:pt x="208858" y="536754"/>
                  </a:lnTo>
                  <a:lnTo>
                    <a:pt x="208331" y="536215"/>
                  </a:lnTo>
                  <a:lnTo>
                    <a:pt x="207452" y="535676"/>
                  </a:lnTo>
                  <a:lnTo>
                    <a:pt x="206661" y="535586"/>
                  </a:lnTo>
                  <a:lnTo>
                    <a:pt x="205783" y="535406"/>
                  </a:lnTo>
                  <a:lnTo>
                    <a:pt x="204640" y="535316"/>
                  </a:lnTo>
                  <a:lnTo>
                    <a:pt x="203674" y="535047"/>
                  </a:lnTo>
                  <a:lnTo>
                    <a:pt x="202620" y="534508"/>
                  </a:lnTo>
                  <a:lnTo>
                    <a:pt x="201653" y="533969"/>
                  </a:lnTo>
                  <a:lnTo>
                    <a:pt x="200774" y="533699"/>
                  </a:lnTo>
                  <a:lnTo>
                    <a:pt x="200071" y="533070"/>
                  </a:lnTo>
                  <a:lnTo>
                    <a:pt x="199544" y="532711"/>
                  </a:lnTo>
                  <a:lnTo>
                    <a:pt x="198666" y="532531"/>
                  </a:lnTo>
                  <a:lnTo>
                    <a:pt x="197875" y="532531"/>
                  </a:lnTo>
                  <a:lnTo>
                    <a:pt x="197435" y="532172"/>
                  </a:lnTo>
                  <a:lnTo>
                    <a:pt x="196293" y="531812"/>
                  </a:lnTo>
                  <a:lnTo>
                    <a:pt x="195151" y="531453"/>
                  </a:lnTo>
                  <a:lnTo>
                    <a:pt x="194272" y="531183"/>
                  </a:lnTo>
                  <a:lnTo>
                    <a:pt x="193394" y="530464"/>
                  </a:lnTo>
                  <a:lnTo>
                    <a:pt x="192603" y="530285"/>
                  </a:lnTo>
                  <a:lnTo>
                    <a:pt x="191548" y="529746"/>
                  </a:lnTo>
                  <a:lnTo>
                    <a:pt x="190933" y="529207"/>
                  </a:lnTo>
                  <a:lnTo>
                    <a:pt x="189967" y="528847"/>
                  </a:lnTo>
                  <a:lnTo>
                    <a:pt x="189527" y="528847"/>
                  </a:lnTo>
                  <a:lnTo>
                    <a:pt x="188824" y="528667"/>
                  </a:lnTo>
                  <a:lnTo>
                    <a:pt x="188034" y="528218"/>
                  </a:lnTo>
                  <a:lnTo>
                    <a:pt x="186979" y="527949"/>
                  </a:lnTo>
                  <a:lnTo>
                    <a:pt x="185925" y="527499"/>
                  </a:lnTo>
                  <a:lnTo>
                    <a:pt x="184431" y="526601"/>
                  </a:lnTo>
                  <a:lnTo>
                    <a:pt x="183465" y="526242"/>
                  </a:lnTo>
                  <a:lnTo>
                    <a:pt x="182674" y="525882"/>
                  </a:lnTo>
                  <a:lnTo>
                    <a:pt x="181532" y="525433"/>
                  </a:lnTo>
                  <a:lnTo>
                    <a:pt x="181092" y="525433"/>
                  </a:lnTo>
                  <a:lnTo>
                    <a:pt x="180126" y="525074"/>
                  </a:lnTo>
                  <a:lnTo>
                    <a:pt x="179511" y="524804"/>
                  </a:lnTo>
                  <a:lnTo>
                    <a:pt x="178017" y="523995"/>
                  </a:lnTo>
                  <a:lnTo>
                    <a:pt x="177050" y="523546"/>
                  </a:lnTo>
                  <a:lnTo>
                    <a:pt x="175908" y="523187"/>
                  </a:lnTo>
                  <a:lnTo>
                    <a:pt x="175029" y="522468"/>
                  </a:lnTo>
                  <a:lnTo>
                    <a:pt x="174063" y="521749"/>
                  </a:lnTo>
                  <a:lnTo>
                    <a:pt x="172393" y="520761"/>
                  </a:lnTo>
                  <a:lnTo>
                    <a:pt x="170460" y="520222"/>
                  </a:lnTo>
                  <a:lnTo>
                    <a:pt x="168791" y="519503"/>
                  </a:lnTo>
                  <a:lnTo>
                    <a:pt x="167649" y="518964"/>
                  </a:lnTo>
                  <a:lnTo>
                    <a:pt x="166506" y="518335"/>
                  </a:lnTo>
                  <a:lnTo>
                    <a:pt x="164310" y="517526"/>
                  </a:lnTo>
                  <a:lnTo>
                    <a:pt x="162992" y="517257"/>
                  </a:lnTo>
                  <a:lnTo>
                    <a:pt x="161674" y="516628"/>
                  </a:lnTo>
                  <a:lnTo>
                    <a:pt x="160531" y="516358"/>
                  </a:lnTo>
                  <a:lnTo>
                    <a:pt x="159741" y="516089"/>
                  </a:lnTo>
                  <a:lnTo>
                    <a:pt x="159038" y="515550"/>
                  </a:lnTo>
                  <a:lnTo>
                    <a:pt x="158423" y="515370"/>
                  </a:lnTo>
                  <a:lnTo>
                    <a:pt x="157017" y="514651"/>
                  </a:lnTo>
                  <a:lnTo>
                    <a:pt x="155699" y="514382"/>
                  </a:lnTo>
                  <a:lnTo>
                    <a:pt x="154732" y="514022"/>
                  </a:lnTo>
                  <a:lnTo>
                    <a:pt x="153502" y="513393"/>
                  </a:lnTo>
                  <a:lnTo>
                    <a:pt x="152272" y="513034"/>
                  </a:lnTo>
                  <a:lnTo>
                    <a:pt x="151481" y="512585"/>
                  </a:lnTo>
                  <a:lnTo>
                    <a:pt x="150427" y="512405"/>
                  </a:lnTo>
                  <a:lnTo>
                    <a:pt x="149021" y="511776"/>
                  </a:lnTo>
                  <a:lnTo>
                    <a:pt x="147967" y="511147"/>
                  </a:lnTo>
                  <a:lnTo>
                    <a:pt x="146473" y="510518"/>
                  </a:lnTo>
                  <a:lnTo>
                    <a:pt x="144540" y="509530"/>
                  </a:lnTo>
                  <a:lnTo>
                    <a:pt x="143310" y="508991"/>
                  </a:lnTo>
                  <a:lnTo>
                    <a:pt x="141904" y="508452"/>
                  </a:lnTo>
                  <a:lnTo>
                    <a:pt x="140674" y="507913"/>
                  </a:lnTo>
                  <a:lnTo>
                    <a:pt x="139092" y="507553"/>
                  </a:lnTo>
                  <a:lnTo>
                    <a:pt x="137686" y="506834"/>
                  </a:lnTo>
                  <a:lnTo>
                    <a:pt x="136456" y="506565"/>
                  </a:lnTo>
                  <a:lnTo>
                    <a:pt x="135138" y="505846"/>
                  </a:lnTo>
                  <a:lnTo>
                    <a:pt x="133732" y="505307"/>
                  </a:lnTo>
                  <a:lnTo>
                    <a:pt x="132590" y="504588"/>
                  </a:lnTo>
                  <a:lnTo>
                    <a:pt x="131448" y="504408"/>
                  </a:lnTo>
                  <a:lnTo>
                    <a:pt x="130218" y="503869"/>
                  </a:lnTo>
                  <a:lnTo>
                    <a:pt x="129339" y="503690"/>
                  </a:lnTo>
                  <a:lnTo>
                    <a:pt x="128285" y="502971"/>
                  </a:lnTo>
                  <a:lnTo>
                    <a:pt x="127318" y="502432"/>
                  </a:lnTo>
                  <a:lnTo>
                    <a:pt x="126439" y="502252"/>
                  </a:lnTo>
                  <a:lnTo>
                    <a:pt x="125824" y="501803"/>
                  </a:lnTo>
                  <a:lnTo>
                    <a:pt x="125297" y="501533"/>
                  </a:lnTo>
                  <a:lnTo>
                    <a:pt x="124418" y="501264"/>
                  </a:lnTo>
                  <a:lnTo>
                    <a:pt x="122749" y="500725"/>
                  </a:lnTo>
                  <a:lnTo>
                    <a:pt x="121343" y="500275"/>
                  </a:lnTo>
                  <a:lnTo>
                    <a:pt x="119849" y="499646"/>
                  </a:lnTo>
                  <a:lnTo>
                    <a:pt x="118268" y="499107"/>
                  </a:lnTo>
                  <a:lnTo>
                    <a:pt x="116950" y="498478"/>
                  </a:lnTo>
                  <a:lnTo>
                    <a:pt x="115544" y="498029"/>
                  </a:lnTo>
                  <a:lnTo>
                    <a:pt x="113787" y="497400"/>
                  </a:lnTo>
                  <a:lnTo>
                    <a:pt x="112644" y="497131"/>
                  </a:lnTo>
                  <a:lnTo>
                    <a:pt x="111502" y="496412"/>
                  </a:lnTo>
                  <a:lnTo>
                    <a:pt x="110272" y="496232"/>
                  </a:lnTo>
                  <a:lnTo>
                    <a:pt x="109305" y="495963"/>
                  </a:lnTo>
                  <a:lnTo>
                    <a:pt x="108602" y="495603"/>
                  </a:lnTo>
                  <a:lnTo>
                    <a:pt x="107109" y="495244"/>
                  </a:lnTo>
                  <a:lnTo>
                    <a:pt x="105879" y="494795"/>
                  </a:lnTo>
                  <a:lnTo>
                    <a:pt x="104473" y="494345"/>
                  </a:lnTo>
                  <a:lnTo>
                    <a:pt x="103330" y="493986"/>
                  </a:lnTo>
                  <a:lnTo>
                    <a:pt x="102452" y="493267"/>
                  </a:lnTo>
                  <a:lnTo>
                    <a:pt x="101397" y="493267"/>
                  </a:lnTo>
                  <a:lnTo>
                    <a:pt x="100079" y="492548"/>
                  </a:lnTo>
                  <a:lnTo>
                    <a:pt x="99376" y="492279"/>
                  </a:lnTo>
                  <a:lnTo>
                    <a:pt x="98674" y="491740"/>
                  </a:lnTo>
                  <a:lnTo>
                    <a:pt x="97883" y="491560"/>
                  </a:lnTo>
                  <a:lnTo>
                    <a:pt x="96565" y="491111"/>
                  </a:lnTo>
                  <a:lnTo>
                    <a:pt x="95598" y="490662"/>
                  </a:lnTo>
                  <a:lnTo>
                    <a:pt x="94720" y="490482"/>
                  </a:lnTo>
                  <a:lnTo>
                    <a:pt x="93489" y="490392"/>
                  </a:lnTo>
                  <a:lnTo>
                    <a:pt x="92347" y="490302"/>
                  </a:lnTo>
                  <a:lnTo>
                    <a:pt x="91468" y="490033"/>
                  </a:lnTo>
                  <a:lnTo>
                    <a:pt x="90414" y="489853"/>
                  </a:lnTo>
                  <a:lnTo>
                    <a:pt x="89711" y="490033"/>
                  </a:lnTo>
                  <a:lnTo>
                    <a:pt x="88481" y="489494"/>
                  </a:lnTo>
                  <a:lnTo>
                    <a:pt x="87778" y="489494"/>
                  </a:lnTo>
                  <a:lnTo>
                    <a:pt x="86899" y="489314"/>
                  </a:lnTo>
                  <a:lnTo>
                    <a:pt x="85845" y="489224"/>
                  </a:lnTo>
                  <a:lnTo>
                    <a:pt x="84176" y="489134"/>
                  </a:lnTo>
                  <a:lnTo>
                    <a:pt x="82155" y="489314"/>
                  </a:lnTo>
                  <a:lnTo>
                    <a:pt x="80661" y="489673"/>
                  </a:lnTo>
                  <a:lnTo>
                    <a:pt x="79079" y="490302"/>
                  </a:lnTo>
                  <a:lnTo>
                    <a:pt x="77937" y="490302"/>
                  </a:lnTo>
                  <a:lnTo>
                    <a:pt x="77058" y="489673"/>
                  </a:lnTo>
                  <a:lnTo>
                    <a:pt x="76004" y="488056"/>
                  </a:lnTo>
                  <a:lnTo>
                    <a:pt x="75301" y="486708"/>
                  </a:lnTo>
                  <a:lnTo>
                    <a:pt x="75037" y="485450"/>
                  </a:lnTo>
                  <a:lnTo>
                    <a:pt x="74422" y="484193"/>
                  </a:lnTo>
                  <a:lnTo>
                    <a:pt x="73807" y="482575"/>
                  </a:lnTo>
                  <a:lnTo>
                    <a:pt x="72929" y="480958"/>
                  </a:lnTo>
                  <a:lnTo>
                    <a:pt x="71786" y="479970"/>
                  </a:lnTo>
                  <a:lnTo>
                    <a:pt x="70293" y="478891"/>
                  </a:lnTo>
                  <a:lnTo>
                    <a:pt x="68975" y="478083"/>
                  </a:lnTo>
                  <a:lnTo>
                    <a:pt x="68184" y="477544"/>
                  </a:lnTo>
                  <a:lnTo>
                    <a:pt x="67129" y="476466"/>
                  </a:lnTo>
                  <a:lnTo>
                    <a:pt x="66075" y="475657"/>
                  </a:lnTo>
                  <a:lnTo>
                    <a:pt x="64493" y="474848"/>
                  </a:lnTo>
                  <a:lnTo>
                    <a:pt x="63263" y="474399"/>
                  </a:lnTo>
                  <a:lnTo>
                    <a:pt x="61682" y="473680"/>
                  </a:lnTo>
                  <a:lnTo>
                    <a:pt x="60539" y="473231"/>
                  </a:lnTo>
                  <a:lnTo>
                    <a:pt x="59573" y="473051"/>
                  </a:lnTo>
                  <a:lnTo>
                    <a:pt x="58519" y="472961"/>
                  </a:lnTo>
                  <a:lnTo>
                    <a:pt x="57288" y="472782"/>
                  </a:lnTo>
                  <a:lnTo>
                    <a:pt x="56410" y="472872"/>
                  </a:lnTo>
                  <a:lnTo>
                    <a:pt x="55795" y="472692"/>
                  </a:lnTo>
                  <a:lnTo>
                    <a:pt x="54477" y="472512"/>
                  </a:lnTo>
                  <a:lnTo>
                    <a:pt x="53686" y="472602"/>
                  </a:lnTo>
                  <a:lnTo>
                    <a:pt x="53071" y="473411"/>
                  </a:lnTo>
                  <a:lnTo>
                    <a:pt x="52719" y="474130"/>
                  </a:lnTo>
                  <a:lnTo>
                    <a:pt x="52368" y="475298"/>
                  </a:lnTo>
                  <a:lnTo>
                    <a:pt x="51753" y="476196"/>
                  </a:lnTo>
                  <a:lnTo>
                    <a:pt x="51577" y="477005"/>
                  </a:lnTo>
                  <a:lnTo>
                    <a:pt x="51489" y="477634"/>
                  </a:lnTo>
                  <a:lnTo>
                    <a:pt x="50698" y="478173"/>
                  </a:lnTo>
                  <a:lnTo>
                    <a:pt x="50171" y="478083"/>
                  </a:lnTo>
                  <a:lnTo>
                    <a:pt x="50347" y="477184"/>
                  </a:lnTo>
                  <a:lnTo>
                    <a:pt x="50698" y="476196"/>
                  </a:lnTo>
                  <a:lnTo>
                    <a:pt x="51050" y="475657"/>
                  </a:lnTo>
                  <a:lnTo>
                    <a:pt x="51401" y="474938"/>
                  </a:lnTo>
                  <a:lnTo>
                    <a:pt x="51226" y="474669"/>
                  </a:lnTo>
                  <a:lnTo>
                    <a:pt x="50611" y="475028"/>
                  </a:lnTo>
                  <a:lnTo>
                    <a:pt x="50171" y="476016"/>
                  </a:lnTo>
                  <a:lnTo>
                    <a:pt x="49468" y="477005"/>
                  </a:lnTo>
                  <a:lnTo>
                    <a:pt x="48765" y="477634"/>
                  </a:lnTo>
                  <a:lnTo>
                    <a:pt x="48590" y="478083"/>
                  </a:lnTo>
                  <a:lnTo>
                    <a:pt x="48590" y="478622"/>
                  </a:lnTo>
                  <a:lnTo>
                    <a:pt x="48238" y="479071"/>
                  </a:lnTo>
                  <a:lnTo>
                    <a:pt x="47711" y="479610"/>
                  </a:lnTo>
                  <a:lnTo>
                    <a:pt x="47535" y="479970"/>
                  </a:lnTo>
                  <a:lnTo>
                    <a:pt x="47623" y="480509"/>
                  </a:lnTo>
                  <a:lnTo>
                    <a:pt x="47008" y="481048"/>
                  </a:lnTo>
                  <a:lnTo>
                    <a:pt x="46042" y="481048"/>
                  </a:lnTo>
                  <a:lnTo>
                    <a:pt x="45163" y="480868"/>
                  </a:lnTo>
                  <a:lnTo>
                    <a:pt x="45163" y="480329"/>
                  </a:lnTo>
                  <a:lnTo>
                    <a:pt x="45866" y="479341"/>
                  </a:lnTo>
                  <a:lnTo>
                    <a:pt x="46042" y="478622"/>
                  </a:lnTo>
                  <a:lnTo>
                    <a:pt x="46569" y="477723"/>
                  </a:lnTo>
                  <a:lnTo>
                    <a:pt x="46569" y="477005"/>
                  </a:lnTo>
                  <a:lnTo>
                    <a:pt x="45954" y="476376"/>
                  </a:lnTo>
                  <a:lnTo>
                    <a:pt x="45514" y="476555"/>
                  </a:lnTo>
                  <a:lnTo>
                    <a:pt x="45251" y="477364"/>
                  </a:lnTo>
                  <a:lnTo>
                    <a:pt x="44724" y="478083"/>
                  </a:lnTo>
                  <a:lnTo>
                    <a:pt x="44108" y="478712"/>
                  </a:lnTo>
                  <a:lnTo>
                    <a:pt x="43318" y="479610"/>
                  </a:lnTo>
                  <a:lnTo>
                    <a:pt x="42615" y="480060"/>
                  </a:lnTo>
                  <a:lnTo>
                    <a:pt x="41824" y="479970"/>
                  </a:lnTo>
                  <a:lnTo>
                    <a:pt x="41912" y="478981"/>
                  </a:lnTo>
                  <a:lnTo>
                    <a:pt x="42088" y="477723"/>
                  </a:lnTo>
                  <a:lnTo>
                    <a:pt x="42790" y="476645"/>
                  </a:lnTo>
                  <a:lnTo>
                    <a:pt x="43318" y="475477"/>
                  </a:lnTo>
                  <a:lnTo>
                    <a:pt x="44284" y="474399"/>
                  </a:lnTo>
                  <a:lnTo>
                    <a:pt x="45251" y="473770"/>
                  </a:lnTo>
                  <a:lnTo>
                    <a:pt x="45954" y="473141"/>
                  </a:lnTo>
                  <a:lnTo>
                    <a:pt x="45426" y="471704"/>
                  </a:lnTo>
                  <a:lnTo>
                    <a:pt x="43757" y="470985"/>
                  </a:lnTo>
                  <a:lnTo>
                    <a:pt x="42966" y="470536"/>
                  </a:lnTo>
                  <a:lnTo>
                    <a:pt x="42351" y="469817"/>
                  </a:lnTo>
                  <a:lnTo>
                    <a:pt x="41472" y="470895"/>
                  </a:lnTo>
                  <a:lnTo>
                    <a:pt x="40330" y="472243"/>
                  </a:lnTo>
                  <a:lnTo>
                    <a:pt x="39364" y="473680"/>
                  </a:lnTo>
                  <a:lnTo>
                    <a:pt x="38836" y="475298"/>
                  </a:lnTo>
                  <a:lnTo>
                    <a:pt x="37870" y="475028"/>
                  </a:lnTo>
                  <a:lnTo>
                    <a:pt x="37518" y="474219"/>
                  </a:lnTo>
                  <a:lnTo>
                    <a:pt x="38397" y="472961"/>
                  </a:lnTo>
                  <a:lnTo>
                    <a:pt x="38661" y="471704"/>
                  </a:lnTo>
                  <a:lnTo>
                    <a:pt x="38046" y="471524"/>
                  </a:lnTo>
                  <a:lnTo>
                    <a:pt x="38046" y="470176"/>
                  </a:lnTo>
                  <a:lnTo>
                    <a:pt x="38749" y="468828"/>
                  </a:lnTo>
                  <a:lnTo>
                    <a:pt x="39715" y="467930"/>
                  </a:lnTo>
                  <a:lnTo>
                    <a:pt x="39452" y="466672"/>
                  </a:lnTo>
                  <a:lnTo>
                    <a:pt x="38573" y="466043"/>
                  </a:lnTo>
                  <a:lnTo>
                    <a:pt x="37782" y="466852"/>
                  </a:lnTo>
                  <a:lnTo>
                    <a:pt x="36640" y="468559"/>
                  </a:lnTo>
                  <a:lnTo>
                    <a:pt x="36113" y="469817"/>
                  </a:lnTo>
                  <a:lnTo>
                    <a:pt x="35585" y="470895"/>
                  </a:lnTo>
                  <a:lnTo>
                    <a:pt x="34443" y="471524"/>
                  </a:lnTo>
                  <a:lnTo>
                    <a:pt x="33301" y="471075"/>
                  </a:lnTo>
                  <a:lnTo>
                    <a:pt x="31280" y="470176"/>
                  </a:lnTo>
                  <a:lnTo>
                    <a:pt x="30226" y="470715"/>
                  </a:lnTo>
                  <a:lnTo>
                    <a:pt x="28117" y="471524"/>
                  </a:lnTo>
                  <a:lnTo>
                    <a:pt x="26623" y="471254"/>
                  </a:lnTo>
                  <a:lnTo>
                    <a:pt x="25217" y="470086"/>
                  </a:lnTo>
                  <a:lnTo>
                    <a:pt x="24426" y="468828"/>
                  </a:lnTo>
                  <a:lnTo>
                    <a:pt x="24426" y="467481"/>
                  </a:lnTo>
                  <a:lnTo>
                    <a:pt x="24163" y="466672"/>
                  </a:lnTo>
                  <a:lnTo>
                    <a:pt x="23636" y="465235"/>
                  </a:lnTo>
                  <a:lnTo>
                    <a:pt x="23108" y="463617"/>
                  </a:lnTo>
                  <a:lnTo>
                    <a:pt x="21615" y="462539"/>
                  </a:lnTo>
                  <a:lnTo>
                    <a:pt x="21175" y="462719"/>
                  </a:lnTo>
                  <a:lnTo>
                    <a:pt x="20209" y="463617"/>
                  </a:lnTo>
                  <a:lnTo>
                    <a:pt x="18715" y="464516"/>
                  </a:lnTo>
                  <a:lnTo>
                    <a:pt x="17485" y="465235"/>
                  </a:lnTo>
                  <a:lnTo>
                    <a:pt x="16870" y="464965"/>
                  </a:lnTo>
                  <a:lnTo>
                    <a:pt x="16958" y="463438"/>
                  </a:lnTo>
                  <a:lnTo>
                    <a:pt x="17485" y="461551"/>
                  </a:lnTo>
                  <a:lnTo>
                    <a:pt x="17397" y="460473"/>
                  </a:lnTo>
                  <a:lnTo>
                    <a:pt x="18012" y="458855"/>
                  </a:lnTo>
                  <a:lnTo>
                    <a:pt x="18715" y="456968"/>
                  </a:lnTo>
                  <a:lnTo>
                    <a:pt x="20121" y="455441"/>
                  </a:lnTo>
                  <a:lnTo>
                    <a:pt x="20648" y="454183"/>
                  </a:lnTo>
                  <a:lnTo>
                    <a:pt x="21615" y="453914"/>
                  </a:lnTo>
                  <a:lnTo>
                    <a:pt x="21790" y="453285"/>
                  </a:lnTo>
                  <a:lnTo>
                    <a:pt x="21175" y="452476"/>
                  </a:lnTo>
                  <a:lnTo>
                    <a:pt x="20912" y="453015"/>
                  </a:lnTo>
                  <a:lnTo>
                    <a:pt x="19330" y="453375"/>
                  </a:lnTo>
                  <a:lnTo>
                    <a:pt x="18715" y="452746"/>
                  </a:lnTo>
                  <a:lnTo>
                    <a:pt x="18276" y="453914"/>
                  </a:lnTo>
                  <a:lnTo>
                    <a:pt x="17485" y="455351"/>
                  </a:lnTo>
                  <a:lnTo>
                    <a:pt x="16782" y="457238"/>
                  </a:lnTo>
                  <a:lnTo>
                    <a:pt x="16079" y="458136"/>
                  </a:lnTo>
                  <a:lnTo>
                    <a:pt x="15376" y="457957"/>
                  </a:lnTo>
                  <a:lnTo>
                    <a:pt x="15640" y="456340"/>
                  </a:lnTo>
                  <a:lnTo>
                    <a:pt x="15991" y="454093"/>
                  </a:lnTo>
                  <a:lnTo>
                    <a:pt x="17133" y="453195"/>
                  </a:lnTo>
                  <a:lnTo>
                    <a:pt x="17397" y="452206"/>
                  </a:lnTo>
                  <a:lnTo>
                    <a:pt x="17397" y="451398"/>
                  </a:lnTo>
                  <a:lnTo>
                    <a:pt x="18451" y="450949"/>
                  </a:lnTo>
                  <a:lnTo>
                    <a:pt x="19154" y="449601"/>
                  </a:lnTo>
                  <a:lnTo>
                    <a:pt x="20385" y="448702"/>
                  </a:lnTo>
                  <a:lnTo>
                    <a:pt x="21615" y="447714"/>
                  </a:lnTo>
                  <a:lnTo>
                    <a:pt x="22318" y="446726"/>
                  </a:lnTo>
                  <a:lnTo>
                    <a:pt x="24251" y="446366"/>
                  </a:lnTo>
                  <a:lnTo>
                    <a:pt x="25129" y="446816"/>
                  </a:lnTo>
                  <a:lnTo>
                    <a:pt x="25569" y="447445"/>
                  </a:lnTo>
                  <a:lnTo>
                    <a:pt x="26535" y="447534"/>
                  </a:lnTo>
                  <a:lnTo>
                    <a:pt x="26799" y="446995"/>
                  </a:lnTo>
                  <a:lnTo>
                    <a:pt x="27062" y="445468"/>
                  </a:lnTo>
                  <a:lnTo>
                    <a:pt x="27502" y="444659"/>
                  </a:lnTo>
                  <a:lnTo>
                    <a:pt x="27765" y="443671"/>
                  </a:lnTo>
                  <a:lnTo>
                    <a:pt x="28117" y="442772"/>
                  </a:lnTo>
                  <a:lnTo>
                    <a:pt x="29083" y="442143"/>
                  </a:lnTo>
                  <a:lnTo>
                    <a:pt x="30138" y="442503"/>
                  </a:lnTo>
                  <a:lnTo>
                    <a:pt x="31104" y="443312"/>
                  </a:lnTo>
                  <a:lnTo>
                    <a:pt x="31719" y="442413"/>
                  </a:lnTo>
                  <a:lnTo>
                    <a:pt x="31368" y="441065"/>
                  </a:lnTo>
                  <a:lnTo>
                    <a:pt x="30577" y="440886"/>
                  </a:lnTo>
                  <a:lnTo>
                    <a:pt x="29874" y="439628"/>
                  </a:lnTo>
                  <a:lnTo>
                    <a:pt x="29874" y="438460"/>
                  </a:lnTo>
                  <a:lnTo>
                    <a:pt x="30577" y="436842"/>
                  </a:lnTo>
                  <a:lnTo>
                    <a:pt x="31983" y="436303"/>
                  </a:lnTo>
                  <a:lnTo>
                    <a:pt x="33125" y="436034"/>
                  </a:lnTo>
                  <a:lnTo>
                    <a:pt x="35146" y="435315"/>
                  </a:lnTo>
                  <a:lnTo>
                    <a:pt x="36552" y="435225"/>
                  </a:lnTo>
                  <a:lnTo>
                    <a:pt x="38046" y="435045"/>
                  </a:lnTo>
                  <a:lnTo>
                    <a:pt x="39100" y="434327"/>
                  </a:lnTo>
                  <a:lnTo>
                    <a:pt x="40857" y="432709"/>
                  </a:lnTo>
                  <a:lnTo>
                    <a:pt x="42263" y="432080"/>
                  </a:lnTo>
                  <a:lnTo>
                    <a:pt x="43933" y="431631"/>
                  </a:lnTo>
                  <a:lnTo>
                    <a:pt x="45514" y="431541"/>
                  </a:lnTo>
                  <a:lnTo>
                    <a:pt x="46129" y="430553"/>
                  </a:lnTo>
                  <a:lnTo>
                    <a:pt x="45866" y="429475"/>
                  </a:lnTo>
                  <a:lnTo>
                    <a:pt x="46305" y="428037"/>
                  </a:lnTo>
                  <a:lnTo>
                    <a:pt x="46569" y="426600"/>
                  </a:lnTo>
                  <a:lnTo>
                    <a:pt x="47272" y="425162"/>
                  </a:lnTo>
                  <a:lnTo>
                    <a:pt x="47975" y="423635"/>
                  </a:lnTo>
                  <a:lnTo>
                    <a:pt x="48326" y="421838"/>
                  </a:lnTo>
                  <a:lnTo>
                    <a:pt x="48502" y="419592"/>
                  </a:lnTo>
                  <a:lnTo>
                    <a:pt x="48590" y="416716"/>
                  </a:lnTo>
                  <a:lnTo>
                    <a:pt x="48502" y="413482"/>
                  </a:lnTo>
                  <a:lnTo>
                    <a:pt x="47711" y="410697"/>
                  </a:lnTo>
                  <a:lnTo>
                    <a:pt x="47008" y="407462"/>
                  </a:lnTo>
                  <a:lnTo>
                    <a:pt x="46393" y="405216"/>
                  </a:lnTo>
                  <a:lnTo>
                    <a:pt x="45778" y="402790"/>
                  </a:lnTo>
                  <a:lnTo>
                    <a:pt x="44548" y="398387"/>
                  </a:lnTo>
                  <a:lnTo>
                    <a:pt x="43230" y="396231"/>
                  </a:lnTo>
                  <a:lnTo>
                    <a:pt x="42439" y="394614"/>
                  </a:lnTo>
                  <a:lnTo>
                    <a:pt x="42088" y="392457"/>
                  </a:lnTo>
                  <a:lnTo>
                    <a:pt x="41033" y="391110"/>
                  </a:lnTo>
                  <a:lnTo>
                    <a:pt x="40770" y="389762"/>
                  </a:lnTo>
                  <a:lnTo>
                    <a:pt x="39891" y="388774"/>
                  </a:lnTo>
                  <a:lnTo>
                    <a:pt x="39539" y="387875"/>
                  </a:lnTo>
                  <a:lnTo>
                    <a:pt x="38221" y="386527"/>
                  </a:lnTo>
                  <a:lnTo>
                    <a:pt x="36464" y="384191"/>
                  </a:lnTo>
                  <a:lnTo>
                    <a:pt x="34707" y="382394"/>
                  </a:lnTo>
                  <a:lnTo>
                    <a:pt x="33037" y="380957"/>
                  </a:lnTo>
                  <a:lnTo>
                    <a:pt x="31104" y="379250"/>
                  </a:lnTo>
                  <a:lnTo>
                    <a:pt x="29347" y="377273"/>
                  </a:lnTo>
                  <a:lnTo>
                    <a:pt x="26623" y="375117"/>
                  </a:lnTo>
                  <a:lnTo>
                    <a:pt x="22405" y="371612"/>
                  </a:lnTo>
                  <a:lnTo>
                    <a:pt x="19594" y="368827"/>
                  </a:lnTo>
                  <a:lnTo>
                    <a:pt x="16782" y="365503"/>
                  </a:lnTo>
                  <a:lnTo>
                    <a:pt x="11774" y="362538"/>
                  </a:lnTo>
                  <a:lnTo>
                    <a:pt x="9313" y="360741"/>
                  </a:lnTo>
                  <a:lnTo>
                    <a:pt x="7907" y="359034"/>
                  </a:lnTo>
                  <a:lnTo>
                    <a:pt x="6677" y="356787"/>
                  </a:lnTo>
                  <a:lnTo>
                    <a:pt x="6326" y="356338"/>
                  </a:lnTo>
                  <a:lnTo>
                    <a:pt x="6238" y="355799"/>
                  </a:lnTo>
                  <a:lnTo>
                    <a:pt x="5535" y="355530"/>
                  </a:lnTo>
                  <a:lnTo>
                    <a:pt x="4920" y="355799"/>
                  </a:lnTo>
                  <a:lnTo>
                    <a:pt x="4481" y="356698"/>
                  </a:lnTo>
                  <a:lnTo>
                    <a:pt x="4129" y="357327"/>
                  </a:lnTo>
                  <a:lnTo>
                    <a:pt x="3251" y="357506"/>
                  </a:lnTo>
                  <a:lnTo>
                    <a:pt x="2548" y="357416"/>
                  </a:lnTo>
                  <a:lnTo>
                    <a:pt x="1845" y="357147"/>
                  </a:lnTo>
                  <a:lnTo>
                    <a:pt x="1142" y="356698"/>
                  </a:lnTo>
                  <a:lnTo>
                    <a:pt x="1054" y="356159"/>
                  </a:lnTo>
                  <a:lnTo>
                    <a:pt x="1142" y="355530"/>
                  </a:lnTo>
                  <a:lnTo>
                    <a:pt x="1581" y="355080"/>
                  </a:lnTo>
                  <a:lnTo>
                    <a:pt x="2020" y="354631"/>
                  </a:lnTo>
                  <a:lnTo>
                    <a:pt x="1142" y="354362"/>
                  </a:lnTo>
                  <a:lnTo>
                    <a:pt x="439" y="353553"/>
                  </a:lnTo>
                  <a:lnTo>
                    <a:pt x="0" y="352834"/>
                  </a:lnTo>
                  <a:lnTo>
                    <a:pt x="87" y="352205"/>
                  </a:lnTo>
                  <a:lnTo>
                    <a:pt x="351" y="351217"/>
                  </a:lnTo>
                  <a:lnTo>
                    <a:pt x="351" y="350318"/>
                  </a:lnTo>
                  <a:lnTo>
                    <a:pt x="263" y="349330"/>
                  </a:lnTo>
                  <a:lnTo>
                    <a:pt x="615" y="348611"/>
                  </a:lnTo>
                  <a:lnTo>
                    <a:pt x="1405" y="347803"/>
                  </a:lnTo>
                  <a:lnTo>
                    <a:pt x="1933" y="346904"/>
                  </a:lnTo>
                  <a:lnTo>
                    <a:pt x="2811" y="346365"/>
                  </a:lnTo>
                  <a:lnTo>
                    <a:pt x="3514" y="346365"/>
                  </a:lnTo>
                  <a:lnTo>
                    <a:pt x="4041" y="345826"/>
                  </a:lnTo>
                  <a:lnTo>
                    <a:pt x="3866" y="344928"/>
                  </a:lnTo>
                  <a:lnTo>
                    <a:pt x="3866" y="343939"/>
                  </a:lnTo>
                  <a:lnTo>
                    <a:pt x="4041" y="343041"/>
                  </a:lnTo>
                  <a:lnTo>
                    <a:pt x="4481" y="341963"/>
                  </a:lnTo>
                  <a:lnTo>
                    <a:pt x="4832" y="340345"/>
                  </a:lnTo>
                  <a:lnTo>
                    <a:pt x="5271" y="339716"/>
                  </a:lnTo>
                  <a:lnTo>
                    <a:pt x="5799" y="339447"/>
                  </a:lnTo>
                  <a:lnTo>
                    <a:pt x="5974" y="338728"/>
                  </a:lnTo>
                  <a:lnTo>
                    <a:pt x="6150" y="337380"/>
                  </a:lnTo>
                  <a:lnTo>
                    <a:pt x="6765" y="336392"/>
                  </a:lnTo>
                  <a:lnTo>
                    <a:pt x="7205" y="335224"/>
                  </a:lnTo>
                  <a:lnTo>
                    <a:pt x="7820" y="334505"/>
                  </a:lnTo>
                  <a:lnTo>
                    <a:pt x="8786" y="333966"/>
                  </a:lnTo>
                  <a:lnTo>
                    <a:pt x="9665" y="333517"/>
                  </a:lnTo>
                  <a:lnTo>
                    <a:pt x="9928" y="333157"/>
                  </a:lnTo>
                  <a:lnTo>
                    <a:pt x="10368" y="332259"/>
                  </a:lnTo>
                  <a:lnTo>
                    <a:pt x="10631" y="330103"/>
                  </a:lnTo>
                  <a:lnTo>
                    <a:pt x="10631" y="328845"/>
                  </a:lnTo>
                  <a:lnTo>
                    <a:pt x="10895" y="327946"/>
                  </a:lnTo>
                  <a:lnTo>
                    <a:pt x="11774" y="327048"/>
                  </a:lnTo>
                  <a:lnTo>
                    <a:pt x="12125" y="325341"/>
                  </a:lnTo>
                  <a:lnTo>
                    <a:pt x="12125" y="323454"/>
                  </a:lnTo>
                  <a:lnTo>
                    <a:pt x="11949" y="322286"/>
                  </a:lnTo>
                  <a:lnTo>
                    <a:pt x="11686" y="321118"/>
                  </a:lnTo>
                  <a:lnTo>
                    <a:pt x="11159" y="320040"/>
                  </a:lnTo>
                  <a:lnTo>
                    <a:pt x="10631" y="319321"/>
                  </a:lnTo>
                  <a:lnTo>
                    <a:pt x="9753" y="318332"/>
                  </a:lnTo>
                  <a:lnTo>
                    <a:pt x="9401" y="317793"/>
                  </a:lnTo>
                  <a:lnTo>
                    <a:pt x="9313" y="317254"/>
                  </a:lnTo>
                  <a:lnTo>
                    <a:pt x="9225" y="315817"/>
                  </a:lnTo>
                  <a:lnTo>
                    <a:pt x="8962" y="315008"/>
                  </a:lnTo>
                  <a:lnTo>
                    <a:pt x="8083" y="312402"/>
                  </a:lnTo>
                  <a:lnTo>
                    <a:pt x="7907" y="311863"/>
                  </a:lnTo>
                  <a:lnTo>
                    <a:pt x="7292" y="310965"/>
                  </a:lnTo>
                  <a:lnTo>
                    <a:pt x="6326" y="310246"/>
                  </a:lnTo>
                  <a:lnTo>
                    <a:pt x="4832" y="309527"/>
                  </a:lnTo>
                  <a:lnTo>
                    <a:pt x="3953" y="309078"/>
                  </a:lnTo>
                  <a:lnTo>
                    <a:pt x="3602" y="308539"/>
                  </a:lnTo>
                  <a:lnTo>
                    <a:pt x="3338" y="307910"/>
                  </a:lnTo>
                  <a:lnTo>
                    <a:pt x="3338" y="306562"/>
                  </a:lnTo>
                  <a:lnTo>
                    <a:pt x="3251" y="305394"/>
                  </a:lnTo>
                  <a:lnTo>
                    <a:pt x="2987" y="303777"/>
                  </a:lnTo>
                  <a:lnTo>
                    <a:pt x="2811" y="302789"/>
                  </a:lnTo>
                  <a:lnTo>
                    <a:pt x="2811" y="301351"/>
                  </a:lnTo>
                  <a:lnTo>
                    <a:pt x="2987" y="300632"/>
                  </a:lnTo>
                  <a:lnTo>
                    <a:pt x="3690" y="299644"/>
                  </a:lnTo>
                  <a:lnTo>
                    <a:pt x="4217" y="299105"/>
                  </a:lnTo>
                  <a:lnTo>
                    <a:pt x="4656" y="298476"/>
                  </a:lnTo>
                  <a:lnTo>
                    <a:pt x="4832" y="297577"/>
                  </a:lnTo>
                  <a:lnTo>
                    <a:pt x="5096" y="296948"/>
                  </a:lnTo>
                  <a:lnTo>
                    <a:pt x="5711" y="296140"/>
                  </a:lnTo>
                  <a:lnTo>
                    <a:pt x="6502" y="295511"/>
                  </a:lnTo>
                  <a:lnTo>
                    <a:pt x="7380" y="295062"/>
                  </a:lnTo>
                  <a:lnTo>
                    <a:pt x="7820" y="294612"/>
                  </a:lnTo>
                  <a:lnTo>
                    <a:pt x="8435" y="294073"/>
                  </a:lnTo>
                  <a:lnTo>
                    <a:pt x="8962" y="293444"/>
                  </a:lnTo>
                  <a:lnTo>
                    <a:pt x="9313" y="292546"/>
                  </a:lnTo>
                  <a:lnTo>
                    <a:pt x="9489" y="291647"/>
                  </a:lnTo>
                  <a:lnTo>
                    <a:pt x="9313" y="290210"/>
                  </a:lnTo>
                  <a:lnTo>
                    <a:pt x="9225" y="289581"/>
                  </a:lnTo>
                  <a:lnTo>
                    <a:pt x="8874" y="288682"/>
                  </a:lnTo>
                  <a:lnTo>
                    <a:pt x="8435" y="287874"/>
                  </a:lnTo>
                  <a:lnTo>
                    <a:pt x="8083" y="287065"/>
                  </a:lnTo>
                  <a:lnTo>
                    <a:pt x="8083" y="286436"/>
                  </a:lnTo>
                  <a:lnTo>
                    <a:pt x="8435" y="285717"/>
                  </a:lnTo>
                  <a:lnTo>
                    <a:pt x="9225" y="284999"/>
                  </a:lnTo>
                  <a:lnTo>
                    <a:pt x="9401" y="284370"/>
                  </a:lnTo>
                  <a:lnTo>
                    <a:pt x="9225" y="282842"/>
                  </a:lnTo>
                  <a:lnTo>
                    <a:pt x="8962" y="281225"/>
                  </a:lnTo>
                  <a:lnTo>
                    <a:pt x="8347" y="279248"/>
                  </a:lnTo>
                  <a:lnTo>
                    <a:pt x="7732" y="277272"/>
                  </a:lnTo>
                  <a:lnTo>
                    <a:pt x="7644" y="276463"/>
                  </a:lnTo>
                  <a:lnTo>
                    <a:pt x="7468" y="275115"/>
                  </a:lnTo>
                  <a:lnTo>
                    <a:pt x="7292" y="274127"/>
                  </a:lnTo>
                  <a:lnTo>
                    <a:pt x="6238" y="272600"/>
                  </a:lnTo>
                  <a:lnTo>
                    <a:pt x="6150" y="270982"/>
                  </a:lnTo>
                  <a:lnTo>
                    <a:pt x="5799" y="269006"/>
                  </a:lnTo>
                  <a:lnTo>
                    <a:pt x="5711" y="268197"/>
                  </a:lnTo>
                  <a:lnTo>
                    <a:pt x="5799" y="266939"/>
                  </a:lnTo>
                  <a:lnTo>
                    <a:pt x="5799" y="265412"/>
                  </a:lnTo>
                  <a:lnTo>
                    <a:pt x="5359" y="263435"/>
                  </a:lnTo>
                  <a:lnTo>
                    <a:pt x="4569" y="261189"/>
                  </a:lnTo>
                  <a:lnTo>
                    <a:pt x="4041" y="259751"/>
                  </a:lnTo>
                  <a:lnTo>
                    <a:pt x="3866" y="258673"/>
                  </a:lnTo>
                  <a:lnTo>
                    <a:pt x="3251" y="256607"/>
                  </a:lnTo>
                  <a:lnTo>
                    <a:pt x="2635" y="255079"/>
                  </a:lnTo>
                  <a:lnTo>
                    <a:pt x="2548" y="254360"/>
                  </a:lnTo>
                  <a:lnTo>
                    <a:pt x="2987" y="253731"/>
                  </a:lnTo>
                  <a:lnTo>
                    <a:pt x="3251" y="252923"/>
                  </a:lnTo>
                  <a:lnTo>
                    <a:pt x="3514" y="252294"/>
                  </a:lnTo>
                  <a:lnTo>
                    <a:pt x="3866" y="251665"/>
                  </a:lnTo>
                  <a:lnTo>
                    <a:pt x="4305" y="250137"/>
                  </a:lnTo>
                  <a:lnTo>
                    <a:pt x="4832" y="248969"/>
                  </a:lnTo>
                  <a:lnTo>
                    <a:pt x="5008" y="247891"/>
                  </a:lnTo>
                  <a:lnTo>
                    <a:pt x="5447" y="247442"/>
                  </a:lnTo>
                  <a:lnTo>
                    <a:pt x="5887" y="246993"/>
                  </a:lnTo>
                  <a:lnTo>
                    <a:pt x="6502" y="246184"/>
                  </a:lnTo>
                  <a:lnTo>
                    <a:pt x="7205" y="245735"/>
                  </a:lnTo>
                  <a:lnTo>
                    <a:pt x="9050" y="245645"/>
                  </a:lnTo>
                  <a:lnTo>
                    <a:pt x="10807" y="244567"/>
                  </a:lnTo>
                  <a:lnTo>
                    <a:pt x="11949" y="243758"/>
                  </a:lnTo>
                  <a:lnTo>
                    <a:pt x="13619" y="243039"/>
                  </a:lnTo>
                  <a:lnTo>
                    <a:pt x="15113" y="242500"/>
                  </a:lnTo>
                  <a:lnTo>
                    <a:pt x="16518" y="241871"/>
                  </a:lnTo>
                  <a:lnTo>
                    <a:pt x="17749" y="240973"/>
                  </a:lnTo>
                  <a:lnTo>
                    <a:pt x="19418" y="240074"/>
                  </a:lnTo>
                  <a:lnTo>
                    <a:pt x="21175" y="239895"/>
                  </a:lnTo>
                  <a:lnTo>
                    <a:pt x="22845" y="239535"/>
                  </a:lnTo>
                  <a:lnTo>
                    <a:pt x="25129" y="238547"/>
                  </a:lnTo>
                  <a:lnTo>
                    <a:pt x="26711" y="238188"/>
                  </a:lnTo>
                  <a:lnTo>
                    <a:pt x="27677" y="237649"/>
                  </a:lnTo>
                  <a:lnTo>
                    <a:pt x="29962" y="236480"/>
                  </a:lnTo>
                  <a:lnTo>
                    <a:pt x="30753" y="236301"/>
                  </a:lnTo>
                  <a:lnTo>
                    <a:pt x="31544" y="235762"/>
                  </a:lnTo>
                  <a:lnTo>
                    <a:pt x="31895" y="235312"/>
                  </a:lnTo>
                  <a:lnTo>
                    <a:pt x="33389" y="233965"/>
                  </a:lnTo>
                  <a:lnTo>
                    <a:pt x="35585" y="233515"/>
                  </a:lnTo>
                  <a:lnTo>
                    <a:pt x="36376" y="233066"/>
                  </a:lnTo>
                  <a:lnTo>
                    <a:pt x="37431" y="232437"/>
                  </a:lnTo>
                  <a:lnTo>
                    <a:pt x="38924" y="231090"/>
                  </a:lnTo>
                  <a:lnTo>
                    <a:pt x="39715" y="230550"/>
                  </a:lnTo>
                  <a:lnTo>
                    <a:pt x="40418" y="229832"/>
                  </a:lnTo>
                  <a:lnTo>
                    <a:pt x="41824" y="227855"/>
                  </a:lnTo>
                  <a:lnTo>
                    <a:pt x="42088" y="227226"/>
                  </a:lnTo>
                  <a:lnTo>
                    <a:pt x="42966" y="225968"/>
                  </a:lnTo>
                  <a:lnTo>
                    <a:pt x="43406" y="225609"/>
                  </a:lnTo>
                  <a:lnTo>
                    <a:pt x="44372" y="225429"/>
                  </a:lnTo>
                  <a:lnTo>
                    <a:pt x="44724" y="225160"/>
                  </a:lnTo>
                  <a:lnTo>
                    <a:pt x="45251" y="224890"/>
                  </a:lnTo>
                  <a:lnTo>
                    <a:pt x="45426" y="224800"/>
                  </a:lnTo>
                  <a:lnTo>
                    <a:pt x="45690" y="224531"/>
                  </a:lnTo>
                  <a:lnTo>
                    <a:pt x="45954" y="224351"/>
                  </a:lnTo>
                  <a:lnTo>
                    <a:pt x="46305" y="224261"/>
                  </a:lnTo>
                  <a:lnTo>
                    <a:pt x="46657" y="223992"/>
                  </a:lnTo>
                  <a:lnTo>
                    <a:pt x="47184" y="223452"/>
                  </a:lnTo>
                  <a:lnTo>
                    <a:pt x="47535" y="222913"/>
                  </a:lnTo>
                  <a:lnTo>
                    <a:pt x="47975" y="222464"/>
                  </a:lnTo>
                  <a:lnTo>
                    <a:pt x="48326" y="221925"/>
                  </a:lnTo>
                  <a:lnTo>
                    <a:pt x="48765" y="221386"/>
                  </a:lnTo>
                  <a:lnTo>
                    <a:pt x="49293" y="220847"/>
                  </a:lnTo>
                  <a:lnTo>
                    <a:pt x="49820" y="220487"/>
                  </a:lnTo>
                  <a:lnTo>
                    <a:pt x="50523" y="220038"/>
                  </a:lnTo>
                  <a:lnTo>
                    <a:pt x="50874" y="219589"/>
                  </a:lnTo>
                  <a:lnTo>
                    <a:pt x="51314" y="218870"/>
                  </a:lnTo>
                  <a:lnTo>
                    <a:pt x="51577" y="218511"/>
                  </a:lnTo>
                  <a:lnTo>
                    <a:pt x="51929" y="218062"/>
                  </a:lnTo>
                  <a:lnTo>
                    <a:pt x="52280" y="217612"/>
                  </a:lnTo>
                  <a:lnTo>
                    <a:pt x="52368" y="217073"/>
                  </a:lnTo>
                  <a:lnTo>
                    <a:pt x="52456" y="216624"/>
                  </a:lnTo>
                  <a:lnTo>
                    <a:pt x="52719" y="215995"/>
                  </a:lnTo>
                  <a:lnTo>
                    <a:pt x="52983" y="215456"/>
                  </a:lnTo>
                  <a:lnTo>
                    <a:pt x="52983" y="215186"/>
                  </a:lnTo>
                  <a:lnTo>
                    <a:pt x="53159" y="214917"/>
                  </a:lnTo>
                  <a:lnTo>
                    <a:pt x="53247" y="214557"/>
                  </a:lnTo>
                  <a:lnTo>
                    <a:pt x="53686" y="213929"/>
                  </a:lnTo>
                  <a:lnTo>
                    <a:pt x="53862" y="213389"/>
                  </a:lnTo>
                  <a:lnTo>
                    <a:pt x="54125" y="212761"/>
                  </a:lnTo>
                  <a:lnTo>
                    <a:pt x="54213" y="212132"/>
                  </a:lnTo>
                  <a:lnTo>
                    <a:pt x="54477" y="211772"/>
                  </a:lnTo>
                  <a:lnTo>
                    <a:pt x="54477" y="209796"/>
                  </a:lnTo>
                  <a:lnTo>
                    <a:pt x="54652" y="208717"/>
                  </a:lnTo>
                  <a:lnTo>
                    <a:pt x="54740" y="208088"/>
                  </a:lnTo>
                  <a:lnTo>
                    <a:pt x="55004" y="207370"/>
                  </a:lnTo>
                  <a:lnTo>
                    <a:pt x="55355" y="206471"/>
                  </a:lnTo>
                  <a:lnTo>
                    <a:pt x="55619" y="205573"/>
                  </a:lnTo>
                  <a:lnTo>
                    <a:pt x="55795" y="205123"/>
                  </a:lnTo>
                  <a:lnTo>
                    <a:pt x="55970" y="204135"/>
                  </a:lnTo>
                  <a:lnTo>
                    <a:pt x="55970" y="203596"/>
                  </a:lnTo>
                  <a:lnTo>
                    <a:pt x="55883" y="202967"/>
                  </a:lnTo>
                  <a:lnTo>
                    <a:pt x="55883" y="202338"/>
                  </a:lnTo>
                  <a:lnTo>
                    <a:pt x="55970" y="201709"/>
                  </a:lnTo>
                  <a:lnTo>
                    <a:pt x="55970" y="200901"/>
                  </a:lnTo>
                  <a:lnTo>
                    <a:pt x="55970" y="199553"/>
                  </a:lnTo>
                  <a:lnTo>
                    <a:pt x="55970" y="198924"/>
                  </a:lnTo>
                  <a:lnTo>
                    <a:pt x="56058" y="198205"/>
                  </a:lnTo>
                  <a:lnTo>
                    <a:pt x="56146" y="197576"/>
                  </a:lnTo>
                  <a:lnTo>
                    <a:pt x="56322" y="196947"/>
                  </a:lnTo>
                  <a:lnTo>
                    <a:pt x="56410" y="196408"/>
                  </a:lnTo>
                  <a:lnTo>
                    <a:pt x="56234" y="195959"/>
                  </a:lnTo>
                  <a:lnTo>
                    <a:pt x="56058" y="195150"/>
                  </a:lnTo>
                  <a:lnTo>
                    <a:pt x="55883" y="194162"/>
                  </a:lnTo>
                  <a:lnTo>
                    <a:pt x="55619" y="193263"/>
                  </a:lnTo>
                  <a:lnTo>
                    <a:pt x="55443" y="192095"/>
                  </a:lnTo>
                  <a:lnTo>
                    <a:pt x="55180" y="190927"/>
                  </a:lnTo>
                  <a:lnTo>
                    <a:pt x="55004" y="189939"/>
                  </a:lnTo>
                  <a:lnTo>
                    <a:pt x="54565" y="188771"/>
                  </a:lnTo>
                  <a:lnTo>
                    <a:pt x="54125" y="187513"/>
                  </a:lnTo>
                  <a:lnTo>
                    <a:pt x="53774" y="186165"/>
                  </a:lnTo>
                  <a:lnTo>
                    <a:pt x="53422" y="185447"/>
                  </a:lnTo>
                  <a:lnTo>
                    <a:pt x="53071" y="184458"/>
                  </a:lnTo>
                  <a:lnTo>
                    <a:pt x="52719" y="183111"/>
                  </a:lnTo>
                  <a:lnTo>
                    <a:pt x="52456" y="182212"/>
                  </a:lnTo>
                  <a:lnTo>
                    <a:pt x="52016" y="181134"/>
                  </a:lnTo>
                  <a:lnTo>
                    <a:pt x="51665" y="180235"/>
                  </a:lnTo>
                  <a:lnTo>
                    <a:pt x="51314" y="179427"/>
                  </a:lnTo>
                  <a:lnTo>
                    <a:pt x="50962" y="178708"/>
                  </a:lnTo>
                  <a:lnTo>
                    <a:pt x="50698" y="177989"/>
                  </a:lnTo>
                  <a:lnTo>
                    <a:pt x="50259" y="177091"/>
                  </a:lnTo>
                  <a:lnTo>
                    <a:pt x="49908" y="176013"/>
                  </a:lnTo>
                  <a:lnTo>
                    <a:pt x="49293" y="174844"/>
                  </a:lnTo>
                  <a:lnTo>
                    <a:pt x="48941" y="173676"/>
                  </a:lnTo>
                  <a:lnTo>
                    <a:pt x="48062" y="171969"/>
                  </a:lnTo>
                  <a:lnTo>
                    <a:pt x="47535" y="171430"/>
                  </a:lnTo>
                  <a:lnTo>
                    <a:pt x="46744" y="170981"/>
                  </a:lnTo>
                  <a:lnTo>
                    <a:pt x="45866" y="170891"/>
                  </a:lnTo>
                  <a:lnTo>
                    <a:pt x="45339" y="170891"/>
                  </a:lnTo>
                  <a:lnTo>
                    <a:pt x="44811" y="170981"/>
                  </a:lnTo>
                  <a:lnTo>
                    <a:pt x="44108" y="170981"/>
                  </a:lnTo>
                  <a:lnTo>
                    <a:pt x="43669" y="170532"/>
                  </a:lnTo>
                  <a:lnTo>
                    <a:pt x="43318" y="169723"/>
                  </a:lnTo>
                  <a:lnTo>
                    <a:pt x="42878" y="169004"/>
                  </a:lnTo>
                  <a:lnTo>
                    <a:pt x="42527" y="168375"/>
                  </a:lnTo>
                  <a:lnTo>
                    <a:pt x="41824" y="167207"/>
                  </a:lnTo>
                  <a:lnTo>
                    <a:pt x="41824" y="166668"/>
                  </a:lnTo>
                  <a:lnTo>
                    <a:pt x="41824" y="166219"/>
                  </a:lnTo>
                  <a:lnTo>
                    <a:pt x="41912" y="165949"/>
                  </a:lnTo>
                  <a:lnTo>
                    <a:pt x="42000" y="165680"/>
                  </a:lnTo>
                  <a:lnTo>
                    <a:pt x="42175" y="165410"/>
                  </a:lnTo>
                  <a:lnTo>
                    <a:pt x="42175" y="165141"/>
                  </a:lnTo>
                  <a:lnTo>
                    <a:pt x="42175" y="164871"/>
                  </a:lnTo>
                  <a:lnTo>
                    <a:pt x="42088" y="164692"/>
                  </a:lnTo>
                  <a:lnTo>
                    <a:pt x="41648" y="164602"/>
                  </a:lnTo>
                  <a:lnTo>
                    <a:pt x="41121" y="164602"/>
                  </a:lnTo>
                  <a:lnTo>
                    <a:pt x="40682" y="164602"/>
                  </a:lnTo>
                  <a:lnTo>
                    <a:pt x="40330" y="164602"/>
                  </a:lnTo>
                  <a:lnTo>
                    <a:pt x="39979" y="164422"/>
                  </a:lnTo>
                  <a:lnTo>
                    <a:pt x="39803" y="163883"/>
                  </a:lnTo>
                  <a:lnTo>
                    <a:pt x="39539" y="163613"/>
                  </a:lnTo>
                  <a:lnTo>
                    <a:pt x="39100" y="163254"/>
                  </a:lnTo>
                  <a:lnTo>
                    <a:pt x="39012" y="163074"/>
                  </a:lnTo>
                  <a:lnTo>
                    <a:pt x="39276" y="162715"/>
                  </a:lnTo>
                  <a:lnTo>
                    <a:pt x="39715" y="162625"/>
                  </a:lnTo>
                  <a:lnTo>
                    <a:pt x="40067" y="162535"/>
                  </a:lnTo>
                  <a:lnTo>
                    <a:pt x="40506" y="162176"/>
                  </a:lnTo>
                  <a:lnTo>
                    <a:pt x="40770" y="161906"/>
                  </a:lnTo>
                  <a:lnTo>
                    <a:pt x="40770" y="161547"/>
                  </a:lnTo>
                  <a:lnTo>
                    <a:pt x="40770" y="161188"/>
                  </a:lnTo>
                  <a:lnTo>
                    <a:pt x="40506" y="160469"/>
                  </a:lnTo>
                  <a:lnTo>
                    <a:pt x="40242" y="159840"/>
                  </a:lnTo>
                  <a:lnTo>
                    <a:pt x="40067" y="159391"/>
                  </a:lnTo>
                  <a:lnTo>
                    <a:pt x="39715" y="158851"/>
                  </a:lnTo>
                  <a:lnTo>
                    <a:pt x="39364" y="158492"/>
                  </a:lnTo>
                  <a:lnTo>
                    <a:pt x="38924" y="157863"/>
                  </a:lnTo>
                  <a:lnTo>
                    <a:pt x="38309" y="157055"/>
                  </a:lnTo>
                  <a:lnTo>
                    <a:pt x="37782" y="156336"/>
                  </a:lnTo>
                  <a:lnTo>
                    <a:pt x="37518" y="155886"/>
                  </a:lnTo>
                  <a:lnTo>
                    <a:pt x="37167" y="155617"/>
                  </a:lnTo>
                  <a:lnTo>
                    <a:pt x="36991" y="155707"/>
                  </a:lnTo>
                  <a:lnTo>
                    <a:pt x="36816" y="155797"/>
                  </a:lnTo>
                  <a:lnTo>
                    <a:pt x="36552" y="155617"/>
                  </a:lnTo>
                  <a:lnTo>
                    <a:pt x="36376" y="155347"/>
                  </a:lnTo>
                  <a:lnTo>
                    <a:pt x="36025" y="155258"/>
                  </a:lnTo>
                  <a:lnTo>
                    <a:pt x="35761" y="154988"/>
                  </a:lnTo>
                  <a:lnTo>
                    <a:pt x="35498" y="154629"/>
                  </a:lnTo>
                  <a:lnTo>
                    <a:pt x="35673" y="154359"/>
                  </a:lnTo>
                  <a:lnTo>
                    <a:pt x="35761" y="154000"/>
                  </a:lnTo>
                  <a:lnTo>
                    <a:pt x="35410" y="153730"/>
                  </a:lnTo>
                  <a:lnTo>
                    <a:pt x="35234" y="153820"/>
                  </a:lnTo>
                  <a:lnTo>
                    <a:pt x="35058" y="154090"/>
                  </a:lnTo>
                  <a:lnTo>
                    <a:pt x="34795" y="154269"/>
                  </a:lnTo>
                  <a:lnTo>
                    <a:pt x="34443" y="154179"/>
                  </a:lnTo>
                  <a:lnTo>
                    <a:pt x="33828" y="153820"/>
                  </a:lnTo>
                  <a:lnTo>
                    <a:pt x="33389" y="153820"/>
                  </a:lnTo>
                  <a:lnTo>
                    <a:pt x="33213" y="154090"/>
                  </a:lnTo>
                  <a:lnTo>
                    <a:pt x="33213" y="154539"/>
                  </a:lnTo>
                  <a:lnTo>
                    <a:pt x="33037" y="154808"/>
                  </a:lnTo>
                  <a:lnTo>
                    <a:pt x="32862" y="154988"/>
                  </a:lnTo>
                  <a:lnTo>
                    <a:pt x="32510" y="155078"/>
                  </a:lnTo>
                  <a:lnTo>
                    <a:pt x="32334" y="155527"/>
                  </a:lnTo>
                  <a:lnTo>
                    <a:pt x="32334" y="155976"/>
                  </a:lnTo>
                  <a:lnTo>
                    <a:pt x="32159" y="156066"/>
                  </a:lnTo>
                  <a:lnTo>
                    <a:pt x="31807" y="155976"/>
                  </a:lnTo>
                  <a:lnTo>
                    <a:pt x="31631" y="155437"/>
                  </a:lnTo>
                  <a:lnTo>
                    <a:pt x="31456" y="155078"/>
                  </a:lnTo>
                  <a:lnTo>
                    <a:pt x="31192" y="154898"/>
                  </a:lnTo>
                  <a:lnTo>
                    <a:pt x="30665" y="154808"/>
                  </a:lnTo>
                  <a:lnTo>
                    <a:pt x="30401" y="155078"/>
                  </a:lnTo>
                  <a:lnTo>
                    <a:pt x="30313" y="155437"/>
                  </a:lnTo>
                  <a:lnTo>
                    <a:pt x="30138" y="155886"/>
                  </a:lnTo>
                  <a:lnTo>
                    <a:pt x="29874" y="155707"/>
                  </a:lnTo>
                  <a:lnTo>
                    <a:pt x="29259" y="155527"/>
                  </a:lnTo>
                  <a:lnTo>
                    <a:pt x="28995" y="155078"/>
                  </a:lnTo>
                  <a:lnTo>
                    <a:pt x="28732" y="154808"/>
                  </a:lnTo>
                  <a:lnTo>
                    <a:pt x="28380" y="154449"/>
                  </a:lnTo>
                  <a:lnTo>
                    <a:pt x="28029" y="154090"/>
                  </a:lnTo>
                  <a:lnTo>
                    <a:pt x="27590" y="153730"/>
                  </a:lnTo>
                  <a:lnTo>
                    <a:pt x="27590" y="153461"/>
                  </a:lnTo>
                  <a:lnTo>
                    <a:pt x="27677" y="153281"/>
                  </a:lnTo>
                  <a:lnTo>
                    <a:pt x="27414" y="153101"/>
                  </a:lnTo>
                  <a:lnTo>
                    <a:pt x="27238" y="153191"/>
                  </a:lnTo>
                  <a:lnTo>
                    <a:pt x="26974" y="153011"/>
                  </a:lnTo>
                  <a:lnTo>
                    <a:pt x="26974" y="152832"/>
                  </a:lnTo>
                  <a:lnTo>
                    <a:pt x="27150" y="152652"/>
                  </a:lnTo>
                  <a:lnTo>
                    <a:pt x="27150" y="152382"/>
                  </a:lnTo>
                  <a:lnTo>
                    <a:pt x="26974" y="152203"/>
                  </a:lnTo>
                  <a:lnTo>
                    <a:pt x="26974" y="151933"/>
                  </a:lnTo>
                  <a:lnTo>
                    <a:pt x="26887" y="151753"/>
                  </a:lnTo>
                  <a:lnTo>
                    <a:pt x="26711" y="151574"/>
                  </a:lnTo>
                  <a:lnTo>
                    <a:pt x="26447" y="151664"/>
                  </a:lnTo>
                  <a:lnTo>
                    <a:pt x="26184" y="151843"/>
                  </a:lnTo>
                  <a:lnTo>
                    <a:pt x="26272" y="151574"/>
                  </a:lnTo>
                  <a:lnTo>
                    <a:pt x="26096" y="151214"/>
                  </a:lnTo>
                  <a:lnTo>
                    <a:pt x="25832" y="151035"/>
                  </a:lnTo>
                  <a:lnTo>
                    <a:pt x="25657" y="150765"/>
                  </a:lnTo>
                  <a:lnTo>
                    <a:pt x="25569" y="150316"/>
                  </a:lnTo>
                  <a:lnTo>
                    <a:pt x="25744" y="149956"/>
                  </a:lnTo>
                  <a:lnTo>
                    <a:pt x="26272" y="149687"/>
                  </a:lnTo>
                  <a:lnTo>
                    <a:pt x="26887" y="149507"/>
                  </a:lnTo>
                  <a:lnTo>
                    <a:pt x="27414" y="149238"/>
                  </a:lnTo>
                  <a:lnTo>
                    <a:pt x="28029" y="149238"/>
                  </a:lnTo>
                  <a:lnTo>
                    <a:pt x="28820" y="149238"/>
                  </a:lnTo>
                  <a:lnTo>
                    <a:pt x="29259" y="149148"/>
                  </a:lnTo>
                  <a:lnTo>
                    <a:pt x="29786" y="148878"/>
                  </a:lnTo>
                  <a:lnTo>
                    <a:pt x="30489" y="148699"/>
                  </a:lnTo>
                  <a:lnTo>
                    <a:pt x="31104" y="148609"/>
                  </a:lnTo>
                  <a:lnTo>
                    <a:pt x="31807" y="148249"/>
                  </a:lnTo>
                  <a:lnTo>
                    <a:pt x="32159" y="147890"/>
                  </a:lnTo>
                  <a:lnTo>
                    <a:pt x="32159" y="147351"/>
                  </a:lnTo>
                  <a:lnTo>
                    <a:pt x="31807" y="146273"/>
                  </a:lnTo>
                  <a:lnTo>
                    <a:pt x="31456" y="145913"/>
                  </a:lnTo>
                  <a:lnTo>
                    <a:pt x="30928" y="145823"/>
                  </a:lnTo>
                  <a:lnTo>
                    <a:pt x="30401" y="145464"/>
                  </a:lnTo>
                  <a:lnTo>
                    <a:pt x="29962" y="145105"/>
                  </a:lnTo>
                  <a:lnTo>
                    <a:pt x="29698" y="144296"/>
                  </a:lnTo>
                  <a:lnTo>
                    <a:pt x="29259" y="143577"/>
                  </a:lnTo>
                  <a:lnTo>
                    <a:pt x="28820" y="142679"/>
                  </a:lnTo>
                  <a:lnTo>
                    <a:pt x="28292" y="141960"/>
                  </a:lnTo>
                  <a:lnTo>
                    <a:pt x="27677" y="142409"/>
                  </a:lnTo>
                  <a:lnTo>
                    <a:pt x="27150" y="142589"/>
                  </a:lnTo>
                  <a:lnTo>
                    <a:pt x="26623" y="142319"/>
                  </a:lnTo>
                  <a:lnTo>
                    <a:pt x="25832" y="141511"/>
                  </a:lnTo>
                  <a:lnTo>
                    <a:pt x="26359" y="141061"/>
                  </a:lnTo>
                  <a:lnTo>
                    <a:pt x="26887" y="140882"/>
                  </a:lnTo>
                  <a:lnTo>
                    <a:pt x="27238" y="140612"/>
                  </a:lnTo>
                  <a:lnTo>
                    <a:pt x="26799" y="140343"/>
                  </a:lnTo>
                  <a:lnTo>
                    <a:pt x="26272" y="140343"/>
                  </a:lnTo>
                  <a:lnTo>
                    <a:pt x="25393" y="140612"/>
                  </a:lnTo>
                  <a:lnTo>
                    <a:pt x="24954" y="140882"/>
                  </a:lnTo>
                  <a:lnTo>
                    <a:pt x="24426" y="140972"/>
                  </a:lnTo>
                  <a:lnTo>
                    <a:pt x="24075" y="140522"/>
                  </a:lnTo>
                  <a:lnTo>
                    <a:pt x="24339" y="139893"/>
                  </a:lnTo>
                  <a:lnTo>
                    <a:pt x="23811" y="139893"/>
                  </a:lnTo>
                  <a:lnTo>
                    <a:pt x="23196" y="140163"/>
                  </a:lnTo>
                  <a:lnTo>
                    <a:pt x="22581" y="140163"/>
                  </a:lnTo>
                  <a:lnTo>
                    <a:pt x="22054" y="140073"/>
                  </a:lnTo>
                  <a:lnTo>
                    <a:pt x="21527" y="140163"/>
                  </a:lnTo>
                  <a:lnTo>
                    <a:pt x="21087" y="139804"/>
                  </a:lnTo>
                  <a:lnTo>
                    <a:pt x="21263" y="139085"/>
                  </a:lnTo>
                  <a:lnTo>
                    <a:pt x="21439" y="138366"/>
                  </a:lnTo>
                  <a:lnTo>
                    <a:pt x="21790" y="137827"/>
                  </a:lnTo>
                  <a:lnTo>
                    <a:pt x="21439" y="137468"/>
                  </a:lnTo>
                  <a:lnTo>
                    <a:pt x="20912" y="137468"/>
                  </a:lnTo>
                  <a:lnTo>
                    <a:pt x="20209" y="137198"/>
                  </a:lnTo>
                  <a:lnTo>
                    <a:pt x="19506" y="136839"/>
                  </a:lnTo>
                  <a:lnTo>
                    <a:pt x="18979" y="136210"/>
                  </a:lnTo>
                  <a:lnTo>
                    <a:pt x="18891" y="135671"/>
                  </a:lnTo>
                  <a:lnTo>
                    <a:pt x="18803" y="134682"/>
                  </a:lnTo>
                  <a:lnTo>
                    <a:pt x="18627" y="134053"/>
                  </a:lnTo>
                  <a:lnTo>
                    <a:pt x="18100" y="133874"/>
                  </a:lnTo>
                  <a:lnTo>
                    <a:pt x="17661" y="134233"/>
                  </a:lnTo>
                  <a:lnTo>
                    <a:pt x="17133" y="134772"/>
                  </a:lnTo>
                  <a:lnTo>
                    <a:pt x="15288" y="134772"/>
                  </a:lnTo>
                  <a:lnTo>
                    <a:pt x="14937" y="134413"/>
                  </a:lnTo>
                  <a:lnTo>
                    <a:pt x="15376" y="133784"/>
                  </a:lnTo>
                  <a:lnTo>
                    <a:pt x="14849" y="133694"/>
                  </a:lnTo>
                  <a:lnTo>
                    <a:pt x="14058" y="134413"/>
                  </a:lnTo>
                  <a:lnTo>
                    <a:pt x="13179" y="133694"/>
                  </a:lnTo>
                  <a:lnTo>
                    <a:pt x="13267" y="133155"/>
                  </a:lnTo>
                  <a:lnTo>
                    <a:pt x="13882" y="132795"/>
                  </a:lnTo>
                  <a:lnTo>
                    <a:pt x="14497" y="132526"/>
                  </a:lnTo>
                  <a:lnTo>
                    <a:pt x="15903" y="131807"/>
                  </a:lnTo>
                  <a:lnTo>
                    <a:pt x="16079" y="131268"/>
                  </a:lnTo>
                  <a:lnTo>
                    <a:pt x="15025" y="131358"/>
                  </a:lnTo>
                  <a:lnTo>
                    <a:pt x="14585" y="131627"/>
                  </a:lnTo>
                  <a:lnTo>
                    <a:pt x="13882" y="131897"/>
                  </a:lnTo>
                  <a:lnTo>
                    <a:pt x="13267" y="131987"/>
                  </a:lnTo>
                  <a:lnTo>
                    <a:pt x="12828" y="131807"/>
                  </a:lnTo>
                  <a:lnTo>
                    <a:pt x="12652" y="131088"/>
                  </a:lnTo>
                  <a:lnTo>
                    <a:pt x="13092" y="130459"/>
                  </a:lnTo>
                  <a:lnTo>
                    <a:pt x="13531" y="129920"/>
                  </a:lnTo>
                  <a:lnTo>
                    <a:pt x="14234" y="129022"/>
                  </a:lnTo>
                  <a:lnTo>
                    <a:pt x="15728" y="128483"/>
                  </a:lnTo>
                  <a:lnTo>
                    <a:pt x="16079" y="127944"/>
                  </a:lnTo>
                  <a:lnTo>
                    <a:pt x="15728" y="127135"/>
                  </a:lnTo>
                  <a:lnTo>
                    <a:pt x="15640" y="126596"/>
                  </a:lnTo>
                  <a:lnTo>
                    <a:pt x="15903" y="125518"/>
                  </a:lnTo>
                  <a:lnTo>
                    <a:pt x="15376" y="124619"/>
                  </a:lnTo>
                  <a:lnTo>
                    <a:pt x="15376" y="123990"/>
                  </a:lnTo>
                  <a:lnTo>
                    <a:pt x="15728" y="123721"/>
                  </a:lnTo>
                  <a:lnTo>
                    <a:pt x="16255" y="123541"/>
                  </a:lnTo>
                  <a:lnTo>
                    <a:pt x="17309" y="123721"/>
                  </a:lnTo>
                  <a:lnTo>
                    <a:pt x="18012" y="123541"/>
                  </a:lnTo>
                  <a:lnTo>
                    <a:pt x="18715" y="123272"/>
                  </a:lnTo>
                  <a:lnTo>
                    <a:pt x="19506" y="122822"/>
                  </a:lnTo>
                  <a:lnTo>
                    <a:pt x="20297" y="122643"/>
                  </a:lnTo>
                  <a:lnTo>
                    <a:pt x="21263" y="122732"/>
                  </a:lnTo>
                  <a:lnTo>
                    <a:pt x="22230" y="122463"/>
                  </a:lnTo>
                  <a:lnTo>
                    <a:pt x="23108" y="122553"/>
                  </a:lnTo>
                  <a:lnTo>
                    <a:pt x="23899" y="122732"/>
                  </a:lnTo>
                  <a:lnTo>
                    <a:pt x="25393" y="122553"/>
                  </a:lnTo>
                  <a:lnTo>
                    <a:pt x="26272" y="122373"/>
                  </a:lnTo>
                  <a:lnTo>
                    <a:pt x="27150" y="122283"/>
                  </a:lnTo>
                  <a:lnTo>
                    <a:pt x="28380" y="122014"/>
                  </a:lnTo>
                  <a:lnTo>
                    <a:pt x="29347" y="121654"/>
                  </a:lnTo>
                  <a:lnTo>
                    <a:pt x="30050" y="121025"/>
                  </a:lnTo>
                  <a:lnTo>
                    <a:pt x="30665" y="120307"/>
                  </a:lnTo>
                  <a:lnTo>
                    <a:pt x="31016" y="119678"/>
                  </a:lnTo>
                  <a:lnTo>
                    <a:pt x="30928" y="119049"/>
                  </a:lnTo>
                  <a:lnTo>
                    <a:pt x="30313" y="118689"/>
                  </a:lnTo>
                  <a:lnTo>
                    <a:pt x="29698" y="118240"/>
                  </a:lnTo>
                  <a:lnTo>
                    <a:pt x="30050" y="117791"/>
                  </a:lnTo>
                  <a:lnTo>
                    <a:pt x="31368" y="118420"/>
                  </a:lnTo>
                  <a:lnTo>
                    <a:pt x="31895" y="118510"/>
                  </a:lnTo>
                  <a:lnTo>
                    <a:pt x="32949" y="118060"/>
                  </a:lnTo>
                  <a:lnTo>
                    <a:pt x="34092" y="117611"/>
                  </a:lnTo>
                  <a:lnTo>
                    <a:pt x="35146" y="116802"/>
                  </a:lnTo>
                  <a:lnTo>
                    <a:pt x="36113" y="116263"/>
                  </a:lnTo>
                  <a:lnTo>
                    <a:pt x="36728" y="115904"/>
                  </a:lnTo>
                  <a:lnTo>
                    <a:pt x="37255" y="115005"/>
                  </a:lnTo>
                  <a:lnTo>
                    <a:pt x="37343" y="114107"/>
                  </a:lnTo>
                  <a:lnTo>
                    <a:pt x="37343" y="113568"/>
                  </a:lnTo>
                  <a:lnTo>
                    <a:pt x="35849" y="113208"/>
                  </a:lnTo>
                  <a:lnTo>
                    <a:pt x="36113" y="112580"/>
                  </a:lnTo>
                  <a:lnTo>
                    <a:pt x="37518" y="112849"/>
                  </a:lnTo>
                  <a:lnTo>
                    <a:pt x="38836" y="112759"/>
                  </a:lnTo>
                  <a:lnTo>
                    <a:pt x="39891" y="112759"/>
                  </a:lnTo>
                  <a:lnTo>
                    <a:pt x="40594" y="112759"/>
                  </a:lnTo>
                  <a:lnTo>
                    <a:pt x="40770" y="112040"/>
                  </a:lnTo>
                  <a:lnTo>
                    <a:pt x="41121" y="111412"/>
                  </a:lnTo>
                  <a:lnTo>
                    <a:pt x="41385" y="111142"/>
                  </a:lnTo>
                  <a:lnTo>
                    <a:pt x="41385" y="110423"/>
                  </a:lnTo>
                  <a:lnTo>
                    <a:pt x="41560" y="109704"/>
                  </a:lnTo>
                  <a:lnTo>
                    <a:pt x="41736" y="109075"/>
                  </a:lnTo>
                  <a:lnTo>
                    <a:pt x="41560" y="108447"/>
                  </a:lnTo>
                  <a:lnTo>
                    <a:pt x="41824" y="107278"/>
                  </a:lnTo>
                  <a:lnTo>
                    <a:pt x="41560" y="106650"/>
                  </a:lnTo>
                  <a:lnTo>
                    <a:pt x="41385" y="105841"/>
                  </a:lnTo>
                  <a:lnTo>
                    <a:pt x="41560" y="104942"/>
                  </a:lnTo>
                  <a:lnTo>
                    <a:pt x="41736" y="104224"/>
                  </a:lnTo>
                  <a:lnTo>
                    <a:pt x="41648" y="103595"/>
                  </a:lnTo>
                  <a:lnTo>
                    <a:pt x="40418" y="103595"/>
                  </a:lnTo>
                  <a:lnTo>
                    <a:pt x="29347" y="103774"/>
                  </a:lnTo>
                  <a:lnTo>
                    <a:pt x="28820" y="103954"/>
                  </a:lnTo>
                  <a:lnTo>
                    <a:pt x="28380" y="103595"/>
                  </a:lnTo>
                  <a:lnTo>
                    <a:pt x="28292" y="103415"/>
                  </a:lnTo>
                  <a:lnTo>
                    <a:pt x="28380" y="103145"/>
                  </a:lnTo>
                  <a:lnTo>
                    <a:pt x="28908" y="103056"/>
                  </a:lnTo>
                  <a:lnTo>
                    <a:pt x="29874" y="103145"/>
                  </a:lnTo>
                  <a:lnTo>
                    <a:pt x="31807" y="103145"/>
                  </a:lnTo>
                  <a:lnTo>
                    <a:pt x="32774" y="103145"/>
                  </a:lnTo>
                  <a:lnTo>
                    <a:pt x="37079" y="103056"/>
                  </a:lnTo>
                  <a:lnTo>
                    <a:pt x="38221" y="103056"/>
                  </a:lnTo>
                  <a:lnTo>
                    <a:pt x="40418" y="102966"/>
                  </a:lnTo>
                  <a:lnTo>
                    <a:pt x="41472" y="102966"/>
                  </a:lnTo>
                  <a:lnTo>
                    <a:pt x="42703" y="102876"/>
                  </a:lnTo>
                  <a:lnTo>
                    <a:pt x="43493" y="102876"/>
                  </a:lnTo>
                  <a:lnTo>
                    <a:pt x="45602" y="102786"/>
                  </a:lnTo>
                  <a:lnTo>
                    <a:pt x="46569" y="102786"/>
                  </a:lnTo>
                  <a:lnTo>
                    <a:pt x="46920" y="102966"/>
                  </a:lnTo>
                  <a:lnTo>
                    <a:pt x="47272" y="103056"/>
                  </a:lnTo>
                  <a:lnTo>
                    <a:pt x="47975" y="103415"/>
                  </a:lnTo>
                  <a:lnTo>
                    <a:pt x="48941" y="103685"/>
                  </a:lnTo>
                  <a:lnTo>
                    <a:pt x="51489" y="104493"/>
                  </a:lnTo>
                  <a:lnTo>
                    <a:pt x="51665" y="104583"/>
                  </a:lnTo>
                  <a:lnTo>
                    <a:pt x="53071" y="105032"/>
                  </a:lnTo>
                  <a:lnTo>
                    <a:pt x="53862" y="105482"/>
                  </a:lnTo>
                  <a:lnTo>
                    <a:pt x="55355" y="106919"/>
                  </a:lnTo>
                  <a:lnTo>
                    <a:pt x="56146" y="106650"/>
                  </a:lnTo>
                  <a:lnTo>
                    <a:pt x="56849" y="106200"/>
                  </a:lnTo>
                  <a:lnTo>
                    <a:pt x="57288" y="105841"/>
                  </a:lnTo>
                  <a:lnTo>
                    <a:pt x="57728" y="105302"/>
                  </a:lnTo>
                  <a:lnTo>
                    <a:pt x="58343" y="104493"/>
                  </a:lnTo>
                  <a:lnTo>
                    <a:pt x="58431" y="104044"/>
                  </a:lnTo>
                  <a:lnTo>
                    <a:pt x="58606" y="103325"/>
                  </a:lnTo>
                  <a:lnTo>
                    <a:pt x="58870" y="102966"/>
                  </a:lnTo>
                  <a:lnTo>
                    <a:pt x="59046" y="102786"/>
                  </a:lnTo>
                  <a:lnTo>
                    <a:pt x="59661" y="102517"/>
                  </a:lnTo>
                  <a:lnTo>
                    <a:pt x="60012" y="101798"/>
                  </a:lnTo>
                  <a:lnTo>
                    <a:pt x="59134" y="100989"/>
                  </a:lnTo>
                  <a:lnTo>
                    <a:pt x="57991" y="100180"/>
                  </a:lnTo>
                  <a:lnTo>
                    <a:pt x="57816" y="100180"/>
                  </a:lnTo>
                  <a:lnTo>
                    <a:pt x="56761" y="99821"/>
                  </a:lnTo>
                  <a:lnTo>
                    <a:pt x="56849" y="99462"/>
                  </a:lnTo>
                  <a:lnTo>
                    <a:pt x="58255" y="99731"/>
                  </a:lnTo>
                  <a:lnTo>
                    <a:pt x="58431" y="99731"/>
                  </a:lnTo>
                  <a:lnTo>
                    <a:pt x="58694" y="99821"/>
                  </a:lnTo>
                  <a:lnTo>
                    <a:pt x="59221" y="100180"/>
                  </a:lnTo>
                  <a:lnTo>
                    <a:pt x="59924" y="100540"/>
                  </a:lnTo>
                  <a:lnTo>
                    <a:pt x="60012" y="100809"/>
                  </a:lnTo>
                  <a:lnTo>
                    <a:pt x="60188" y="101079"/>
                  </a:lnTo>
                  <a:lnTo>
                    <a:pt x="61067" y="101618"/>
                  </a:lnTo>
                  <a:lnTo>
                    <a:pt x="63351" y="103235"/>
                  </a:lnTo>
                  <a:lnTo>
                    <a:pt x="64054" y="103595"/>
                  </a:lnTo>
                  <a:lnTo>
                    <a:pt x="64318" y="103595"/>
                  </a:lnTo>
                  <a:lnTo>
                    <a:pt x="64669" y="103505"/>
                  </a:lnTo>
                  <a:lnTo>
                    <a:pt x="64933" y="103954"/>
                  </a:lnTo>
                  <a:lnTo>
                    <a:pt x="65636" y="105392"/>
                  </a:lnTo>
                  <a:lnTo>
                    <a:pt x="66514" y="107099"/>
                  </a:lnTo>
                  <a:lnTo>
                    <a:pt x="66690" y="107368"/>
                  </a:lnTo>
                  <a:lnTo>
                    <a:pt x="67129" y="107548"/>
                  </a:lnTo>
                  <a:lnTo>
                    <a:pt x="67481" y="107458"/>
                  </a:lnTo>
                  <a:lnTo>
                    <a:pt x="68623" y="106560"/>
                  </a:lnTo>
                  <a:lnTo>
                    <a:pt x="69765" y="105482"/>
                  </a:lnTo>
                  <a:lnTo>
                    <a:pt x="70468" y="104583"/>
                  </a:lnTo>
                  <a:lnTo>
                    <a:pt x="70732" y="104313"/>
                  </a:lnTo>
                  <a:lnTo>
                    <a:pt x="70908" y="104044"/>
                  </a:lnTo>
                  <a:lnTo>
                    <a:pt x="71259" y="104044"/>
                  </a:lnTo>
                  <a:lnTo>
                    <a:pt x="71523" y="104044"/>
                  </a:lnTo>
                  <a:lnTo>
                    <a:pt x="71786" y="104044"/>
                  </a:lnTo>
                  <a:lnTo>
                    <a:pt x="72138" y="103954"/>
                  </a:lnTo>
                  <a:lnTo>
                    <a:pt x="72753" y="103505"/>
                  </a:lnTo>
                  <a:lnTo>
                    <a:pt x="73192" y="102786"/>
                  </a:lnTo>
                  <a:lnTo>
                    <a:pt x="74159" y="102157"/>
                  </a:lnTo>
                  <a:lnTo>
                    <a:pt x="72929" y="100001"/>
                  </a:lnTo>
                  <a:lnTo>
                    <a:pt x="72401" y="99102"/>
                  </a:lnTo>
                  <a:lnTo>
                    <a:pt x="71874" y="98294"/>
                  </a:lnTo>
                  <a:lnTo>
                    <a:pt x="71699" y="98024"/>
                  </a:lnTo>
                  <a:lnTo>
                    <a:pt x="70468" y="98204"/>
                  </a:lnTo>
                  <a:lnTo>
                    <a:pt x="70293" y="97844"/>
                  </a:lnTo>
                  <a:lnTo>
                    <a:pt x="65724" y="95598"/>
                  </a:lnTo>
                  <a:lnTo>
                    <a:pt x="65460" y="94700"/>
                  </a:lnTo>
                  <a:lnTo>
                    <a:pt x="64406" y="93891"/>
                  </a:lnTo>
                  <a:lnTo>
                    <a:pt x="65460" y="92094"/>
                  </a:lnTo>
                  <a:lnTo>
                    <a:pt x="67305" y="93442"/>
                  </a:lnTo>
                  <a:lnTo>
                    <a:pt x="66954" y="94071"/>
                  </a:lnTo>
                  <a:lnTo>
                    <a:pt x="68272" y="94790"/>
                  </a:lnTo>
                  <a:lnTo>
                    <a:pt x="68447" y="94610"/>
                  </a:lnTo>
                  <a:lnTo>
                    <a:pt x="69238" y="95149"/>
                  </a:lnTo>
                  <a:lnTo>
                    <a:pt x="69150" y="95329"/>
                  </a:lnTo>
                  <a:lnTo>
                    <a:pt x="69590" y="95508"/>
                  </a:lnTo>
                  <a:lnTo>
                    <a:pt x="70117" y="95778"/>
                  </a:lnTo>
                  <a:lnTo>
                    <a:pt x="70820" y="96137"/>
                  </a:lnTo>
                  <a:lnTo>
                    <a:pt x="71523" y="96497"/>
                  </a:lnTo>
                  <a:lnTo>
                    <a:pt x="72138" y="97575"/>
                  </a:lnTo>
                  <a:lnTo>
                    <a:pt x="72665" y="98383"/>
                  </a:lnTo>
                  <a:lnTo>
                    <a:pt x="72841" y="98743"/>
                  </a:lnTo>
                  <a:lnTo>
                    <a:pt x="73544" y="99821"/>
                  </a:lnTo>
                  <a:lnTo>
                    <a:pt x="73632" y="100091"/>
                  </a:lnTo>
                  <a:lnTo>
                    <a:pt x="74247" y="101079"/>
                  </a:lnTo>
                  <a:lnTo>
                    <a:pt x="74686" y="101708"/>
                  </a:lnTo>
                  <a:lnTo>
                    <a:pt x="75477" y="103145"/>
                  </a:lnTo>
                  <a:lnTo>
                    <a:pt x="75916" y="103774"/>
                  </a:lnTo>
                  <a:lnTo>
                    <a:pt x="76180" y="104224"/>
                  </a:lnTo>
                  <a:lnTo>
                    <a:pt x="78288" y="103954"/>
                  </a:lnTo>
                  <a:lnTo>
                    <a:pt x="79431" y="104403"/>
                  </a:lnTo>
                  <a:lnTo>
                    <a:pt x="79958" y="105571"/>
                  </a:lnTo>
                  <a:lnTo>
                    <a:pt x="81452" y="105571"/>
                  </a:lnTo>
                  <a:lnTo>
                    <a:pt x="82682" y="104853"/>
                  </a:lnTo>
                  <a:lnTo>
                    <a:pt x="83912" y="104493"/>
                  </a:lnTo>
                  <a:lnTo>
                    <a:pt x="84791" y="103954"/>
                  </a:lnTo>
                  <a:lnTo>
                    <a:pt x="85406" y="103235"/>
                  </a:lnTo>
                  <a:lnTo>
                    <a:pt x="85845" y="102606"/>
                  </a:lnTo>
                  <a:lnTo>
                    <a:pt x="86724" y="102696"/>
                  </a:lnTo>
                  <a:lnTo>
                    <a:pt x="87514" y="102696"/>
                  </a:lnTo>
                  <a:lnTo>
                    <a:pt x="87427" y="100540"/>
                  </a:lnTo>
                  <a:lnTo>
                    <a:pt x="84000" y="94700"/>
                  </a:lnTo>
                  <a:lnTo>
                    <a:pt x="82155" y="94161"/>
                  </a:lnTo>
                  <a:lnTo>
                    <a:pt x="82506" y="93082"/>
                  </a:lnTo>
                  <a:lnTo>
                    <a:pt x="84878" y="94071"/>
                  </a:lnTo>
                  <a:lnTo>
                    <a:pt x="88130" y="100001"/>
                  </a:lnTo>
                  <a:lnTo>
                    <a:pt x="88657" y="101259"/>
                  </a:lnTo>
                  <a:lnTo>
                    <a:pt x="89096" y="103505"/>
                  </a:lnTo>
                  <a:lnTo>
                    <a:pt x="88745" y="103685"/>
                  </a:lnTo>
                  <a:lnTo>
                    <a:pt x="88745" y="104673"/>
                  </a:lnTo>
                  <a:lnTo>
                    <a:pt x="89096" y="106470"/>
                  </a:lnTo>
                  <a:lnTo>
                    <a:pt x="89360" y="107278"/>
                  </a:lnTo>
                  <a:lnTo>
                    <a:pt x="89799" y="107997"/>
                  </a:lnTo>
                  <a:lnTo>
                    <a:pt x="90326" y="108177"/>
                  </a:lnTo>
                  <a:lnTo>
                    <a:pt x="91029" y="108177"/>
                  </a:lnTo>
                  <a:lnTo>
                    <a:pt x="91468" y="108087"/>
                  </a:lnTo>
                  <a:lnTo>
                    <a:pt x="92084" y="107818"/>
                  </a:lnTo>
                  <a:lnTo>
                    <a:pt x="92611" y="107458"/>
                  </a:lnTo>
                  <a:lnTo>
                    <a:pt x="93314" y="107278"/>
                  </a:lnTo>
                  <a:lnTo>
                    <a:pt x="93929" y="108177"/>
                  </a:lnTo>
                  <a:lnTo>
                    <a:pt x="95071" y="107997"/>
                  </a:lnTo>
                  <a:lnTo>
                    <a:pt x="96038" y="107458"/>
                  </a:lnTo>
                  <a:lnTo>
                    <a:pt x="97092" y="107099"/>
                  </a:lnTo>
                  <a:lnTo>
                    <a:pt x="97971" y="106739"/>
                  </a:lnTo>
                  <a:lnTo>
                    <a:pt x="98498" y="106290"/>
                  </a:lnTo>
                  <a:lnTo>
                    <a:pt x="99464" y="105931"/>
                  </a:lnTo>
                  <a:lnTo>
                    <a:pt x="100079" y="105482"/>
                  </a:lnTo>
                  <a:lnTo>
                    <a:pt x="101046" y="104763"/>
                  </a:lnTo>
                  <a:lnTo>
                    <a:pt x="101837" y="104134"/>
                  </a:lnTo>
                  <a:lnTo>
                    <a:pt x="102452" y="103505"/>
                  </a:lnTo>
                  <a:lnTo>
                    <a:pt x="102803" y="102966"/>
                  </a:lnTo>
                  <a:lnTo>
                    <a:pt x="103330" y="102337"/>
                  </a:lnTo>
                  <a:lnTo>
                    <a:pt x="103945" y="101438"/>
                  </a:lnTo>
                  <a:lnTo>
                    <a:pt x="104824" y="100360"/>
                  </a:lnTo>
                  <a:lnTo>
                    <a:pt x="105791" y="99192"/>
                  </a:lnTo>
                  <a:lnTo>
                    <a:pt x="106318" y="98024"/>
                  </a:lnTo>
                  <a:lnTo>
                    <a:pt x="106669" y="97485"/>
                  </a:lnTo>
                  <a:lnTo>
                    <a:pt x="107109" y="96676"/>
                  </a:lnTo>
                  <a:lnTo>
                    <a:pt x="107197" y="95958"/>
                  </a:lnTo>
                  <a:lnTo>
                    <a:pt x="107460" y="95059"/>
                  </a:lnTo>
                  <a:lnTo>
                    <a:pt x="107812" y="94161"/>
                  </a:lnTo>
                  <a:lnTo>
                    <a:pt x="107987" y="93262"/>
                  </a:lnTo>
                  <a:lnTo>
                    <a:pt x="108075" y="92543"/>
                  </a:lnTo>
                  <a:lnTo>
                    <a:pt x="108602" y="91825"/>
                  </a:lnTo>
                  <a:lnTo>
                    <a:pt x="108778" y="90926"/>
                  </a:lnTo>
                  <a:lnTo>
                    <a:pt x="108866" y="90207"/>
                  </a:lnTo>
                  <a:lnTo>
                    <a:pt x="109042" y="89309"/>
                  </a:lnTo>
                  <a:lnTo>
                    <a:pt x="109130" y="88770"/>
                  </a:lnTo>
                  <a:lnTo>
                    <a:pt x="109657" y="88051"/>
                  </a:lnTo>
                  <a:lnTo>
                    <a:pt x="109745" y="87602"/>
                  </a:lnTo>
                  <a:lnTo>
                    <a:pt x="109745" y="87063"/>
                  </a:lnTo>
                  <a:lnTo>
                    <a:pt x="110096" y="86344"/>
                  </a:lnTo>
                  <a:lnTo>
                    <a:pt x="110096" y="85355"/>
                  </a:lnTo>
                  <a:lnTo>
                    <a:pt x="110096" y="84727"/>
                  </a:lnTo>
                  <a:lnTo>
                    <a:pt x="110535" y="84098"/>
                  </a:lnTo>
                  <a:lnTo>
                    <a:pt x="110623" y="83109"/>
                  </a:lnTo>
                  <a:lnTo>
                    <a:pt x="110535" y="82211"/>
                  </a:lnTo>
                  <a:lnTo>
                    <a:pt x="110623" y="81582"/>
                  </a:lnTo>
                  <a:lnTo>
                    <a:pt x="110887" y="80953"/>
                  </a:lnTo>
                  <a:lnTo>
                    <a:pt x="110887" y="80324"/>
                  </a:lnTo>
                  <a:lnTo>
                    <a:pt x="110799" y="79515"/>
                  </a:lnTo>
                  <a:lnTo>
                    <a:pt x="110887" y="79156"/>
                  </a:lnTo>
                  <a:lnTo>
                    <a:pt x="111151" y="78707"/>
                  </a:lnTo>
                  <a:lnTo>
                    <a:pt x="111063" y="78347"/>
                  </a:lnTo>
                  <a:lnTo>
                    <a:pt x="110975" y="78078"/>
                  </a:lnTo>
                  <a:lnTo>
                    <a:pt x="110975" y="77718"/>
                  </a:lnTo>
                  <a:lnTo>
                    <a:pt x="111151" y="77449"/>
                  </a:lnTo>
                  <a:lnTo>
                    <a:pt x="111238" y="77000"/>
                  </a:lnTo>
                  <a:lnTo>
                    <a:pt x="111414" y="76460"/>
                  </a:lnTo>
                  <a:lnTo>
                    <a:pt x="111414" y="76101"/>
                  </a:lnTo>
                  <a:lnTo>
                    <a:pt x="111151" y="75742"/>
                  </a:lnTo>
                  <a:lnTo>
                    <a:pt x="110799" y="75562"/>
                  </a:lnTo>
                  <a:lnTo>
                    <a:pt x="110623" y="75382"/>
                  </a:lnTo>
                  <a:lnTo>
                    <a:pt x="110535" y="75113"/>
                  </a:lnTo>
                  <a:lnTo>
                    <a:pt x="110535" y="74933"/>
                  </a:lnTo>
                  <a:lnTo>
                    <a:pt x="110711" y="74753"/>
                  </a:lnTo>
                  <a:lnTo>
                    <a:pt x="110887" y="74484"/>
                  </a:lnTo>
                  <a:lnTo>
                    <a:pt x="111063" y="74214"/>
                  </a:lnTo>
                  <a:lnTo>
                    <a:pt x="111063" y="73945"/>
                  </a:lnTo>
                  <a:lnTo>
                    <a:pt x="111063" y="73675"/>
                  </a:lnTo>
                  <a:lnTo>
                    <a:pt x="110975" y="73495"/>
                  </a:lnTo>
                  <a:lnTo>
                    <a:pt x="110799" y="73316"/>
                  </a:lnTo>
                  <a:lnTo>
                    <a:pt x="110623" y="73046"/>
                  </a:lnTo>
                  <a:lnTo>
                    <a:pt x="110711" y="72867"/>
                  </a:lnTo>
                  <a:lnTo>
                    <a:pt x="110887" y="72507"/>
                  </a:lnTo>
                  <a:lnTo>
                    <a:pt x="110975" y="72327"/>
                  </a:lnTo>
                  <a:lnTo>
                    <a:pt x="111151" y="71968"/>
                  </a:lnTo>
                  <a:lnTo>
                    <a:pt x="111238" y="71788"/>
                  </a:lnTo>
                  <a:lnTo>
                    <a:pt x="111238" y="71429"/>
                  </a:lnTo>
                  <a:lnTo>
                    <a:pt x="111151" y="71249"/>
                  </a:lnTo>
                  <a:lnTo>
                    <a:pt x="110975" y="71159"/>
                  </a:lnTo>
                  <a:lnTo>
                    <a:pt x="110799" y="70980"/>
                  </a:lnTo>
                  <a:lnTo>
                    <a:pt x="110623" y="70800"/>
                  </a:lnTo>
                  <a:lnTo>
                    <a:pt x="110799" y="70620"/>
                  </a:lnTo>
                  <a:lnTo>
                    <a:pt x="110975" y="70620"/>
                  </a:lnTo>
                  <a:lnTo>
                    <a:pt x="111151" y="70441"/>
                  </a:lnTo>
                  <a:lnTo>
                    <a:pt x="111238" y="70261"/>
                  </a:lnTo>
                  <a:lnTo>
                    <a:pt x="111151" y="69991"/>
                  </a:lnTo>
                  <a:lnTo>
                    <a:pt x="111063" y="69632"/>
                  </a:lnTo>
                  <a:lnTo>
                    <a:pt x="110975" y="69273"/>
                  </a:lnTo>
                  <a:lnTo>
                    <a:pt x="110887" y="69003"/>
                  </a:lnTo>
                  <a:lnTo>
                    <a:pt x="110887" y="68644"/>
                  </a:lnTo>
                  <a:lnTo>
                    <a:pt x="110887" y="68374"/>
                  </a:lnTo>
                  <a:lnTo>
                    <a:pt x="111063" y="68105"/>
                  </a:lnTo>
                  <a:lnTo>
                    <a:pt x="111063" y="67835"/>
                  </a:lnTo>
                  <a:lnTo>
                    <a:pt x="111063" y="67476"/>
                  </a:lnTo>
                  <a:lnTo>
                    <a:pt x="110799" y="67116"/>
                  </a:lnTo>
                  <a:lnTo>
                    <a:pt x="110623" y="66937"/>
                  </a:lnTo>
                  <a:lnTo>
                    <a:pt x="110448" y="66397"/>
                  </a:lnTo>
                  <a:lnTo>
                    <a:pt x="110535" y="66038"/>
                  </a:lnTo>
                  <a:lnTo>
                    <a:pt x="110711" y="65499"/>
                  </a:lnTo>
                  <a:lnTo>
                    <a:pt x="110887" y="65140"/>
                  </a:lnTo>
                  <a:lnTo>
                    <a:pt x="110711" y="64690"/>
                  </a:lnTo>
                  <a:lnTo>
                    <a:pt x="110623" y="64421"/>
                  </a:lnTo>
                  <a:lnTo>
                    <a:pt x="110448" y="64331"/>
                  </a:lnTo>
                  <a:lnTo>
                    <a:pt x="110272" y="64151"/>
                  </a:lnTo>
                  <a:lnTo>
                    <a:pt x="110184" y="63882"/>
                  </a:lnTo>
                  <a:lnTo>
                    <a:pt x="110008" y="63702"/>
                  </a:lnTo>
                  <a:lnTo>
                    <a:pt x="110008" y="63432"/>
                  </a:lnTo>
                  <a:lnTo>
                    <a:pt x="110096" y="63073"/>
                  </a:lnTo>
                  <a:lnTo>
                    <a:pt x="110184" y="62624"/>
                  </a:lnTo>
                  <a:lnTo>
                    <a:pt x="110008" y="62354"/>
                  </a:lnTo>
                  <a:lnTo>
                    <a:pt x="109833" y="62264"/>
                  </a:lnTo>
                  <a:lnTo>
                    <a:pt x="109657" y="61995"/>
                  </a:lnTo>
                  <a:lnTo>
                    <a:pt x="109481" y="61725"/>
                  </a:lnTo>
                  <a:lnTo>
                    <a:pt x="109481" y="61546"/>
                  </a:lnTo>
                  <a:lnTo>
                    <a:pt x="109481" y="61276"/>
                  </a:lnTo>
                  <a:lnTo>
                    <a:pt x="109569" y="60827"/>
                  </a:lnTo>
                  <a:lnTo>
                    <a:pt x="109393" y="60647"/>
                  </a:lnTo>
                  <a:lnTo>
                    <a:pt x="109217" y="60467"/>
                  </a:lnTo>
                  <a:lnTo>
                    <a:pt x="109042" y="60378"/>
                  </a:lnTo>
                  <a:lnTo>
                    <a:pt x="109042" y="60198"/>
                  </a:lnTo>
                  <a:lnTo>
                    <a:pt x="109042" y="59839"/>
                  </a:lnTo>
                  <a:lnTo>
                    <a:pt x="108954" y="59479"/>
                  </a:lnTo>
                  <a:lnTo>
                    <a:pt x="108778" y="59299"/>
                  </a:lnTo>
                  <a:lnTo>
                    <a:pt x="108690" y="59030"/>
                  </a:lnTo>
                  <a:lnTo>
                    <a:pt x="108515" y="58760"/>
                  </a:lnTo>
                  <a:lnTo>
                    <a:pt x="108515" y="58491"/>
                  </a:lnTo>
                  <a:lnTo>
                    <a:pt x="108602" y="58311"/>
                  </a:lnTo>
                  <a:lnTo>
                    <a:pt x="108690" y="58042"/>
                  </a:lnTo>
                  <a:lnTo>
                    <a:pt x="108690" y="57682"/>
                  </a:lnTo>
                  <a:lnTo>
                    <a:pt x="108602" y="57323"/>
                  </a:lnTo>
                  <a:lnTo>
                    <a:pt x="108602" y="57143"/>
                  </a:lnTo>
                  <a:lnTo>
                    <a:pt x="108778" y="56874"/>
                  </a:lnTo>
                  <a:lnTo>
                    <a:pt x="108778" y="56604"/>
                  </a:lnTo>
                  <a:lnTo>
                    <a:pt x="108778" y="56334"/>
                  </a:lnTo>
                  <a:lnTo>
                    <a:pt x="108602" y="55975"/>
                  </a:lnTo>
                  <a:lnTo>
                    <a:pt x="108602" y="55795"/>
                  </a:lnTo>
                  <a:lnTo>
                    <a:pt x="108690" y="55526"/>
                  </a:lnTo>
                  <a:lnTo>
                    <a:pt x="108602" y="55077"/>
                  </a:lnTo>
                  <a:lnTo>
                    <a:pt x="108690" y="54448"/>
                  </a:lnTo>
                  <a:lnTo>
                    <a:pt x="108690" y="53998"/>
                  </a:lnTo>
                  <a:lnTo>
                    <a:pt x="108954" y="53729"/>
                  </a:lnTo>
                  <a:lnTo>
                    <a:pt x="109042" y="53549"/>
                  </a:lnTo>
                  <a:lnTo>
                    <a:pt x="109042" y="53190"/>
                  </a:lnTo>
                  <a:lnTo>
                    <a:pt x="108866" y="52920"/>
                  </a:lnTo>
                  <a:lnTo>
                    <a:pt x="108690" y="52741"/>
                  </a:lnTo>
                  <a:lnTo>
                    <a:pt x="108602" y="52471"/>
                  </a:lnTo>
                  <a:lnTo>
                    <a:pt x="108690" y="52112"/>
                  </a:lnTo>
                  <a:lnTo>
                    <a:pt x="108778" y="51662"/>
                  </a:lnTo>
                  <a:lnTo>
                    <a:pt x="108690" y="51303"/>
                  </a:lnTo>
                  <a:lnTo>
                    <a:pt x="108515" y="51033"/>
                  </a:lnTo>
                  <a:lnTo>
                    <a:pt x="108515" y="50674"/>
                  </a:lnTo>
                  <a:lnTo>
                    <a:pt x="108602" y="50404"/>
                  </a:lnTo>
                  <a:lnTo>
                    <a:pt x="108602" y="49865"/>
                  </a:lnTo>
                  <a:lnTo>
                    <a:pt x="108339" y="49416"/>
                  </a:lnTo>
                  <a:lnTo>
                    <a:pt x="107987" y="49057"/>
                  </a:lnTo>
                  <a:lnTo>
                    <a:pt x="107636" y="48787"/>
                  </a:lnTo>
                  <a:lnTo>
                    <a:pt x="106845" y="48428"/>
                  </a:lnTo>
                  <a:lnTo>
                    <a:pt x="106581" y="47979"/>
                  </a:lnTo>
                  <a:lnTo>
                    <a:pt x="106581" y="47439"/>
                  </a:lnTo>
                  <a:lnTo>
                    <a:pt x="106845" y="47170"/>
                  </a:lnTo>
                  <a:lnTo>
                    <a:pt x="107284" y="46990"/>
                  </a:lnTo>
                  <a:lnTo>
                    <a:pt x="108075" y="46990"/>
                  </a:lnTo>
                  <a:lnTo>
                    <a:pt x="108866" y="47080"/>
                  </a:lnTo>
                  <a:lnTo>
                    <a:pt x="109657" y="47080"/>
                  </a:lnTo>
                  <a:lnTo>
                    <a:pt x="110448" y="47170"/>
                  </a:lnTo>
                  <a:lnTo>
                    <a:pt x="111414" y="47170"/>
                  </a:lnTo>
                  <a:lnTo>
                    <a:pt x="112029" y="47170"/>
                  </a:lnTo>
                  <a:lnTo>
                    <a:pt x="112556" y="47080"/>
                  </a:lnTo>
                  <a:lnTo>
                    <a:pt x="113259" y="46721"/>
                  </a:lnTo>
                  <a:lnTo>
                    <a:pt x="113962" y="46451"/>
                  </a:lnTo>
                  <a:lnTo>
                    <a:pt x="114929" y="46002"/>
                  </a:lnTo>
                  <a:lnTo>
                    <a:pt x="115632" y="45642"/>
                  </a:lnTo>
                  <a:lnTo>
                    <a:pt x="115807" y="45193"/>
                  </a:lnTo>
                  <a:lnTo>
                    <a:pt x="115983" y="44924"/>
                  </a:lnTo>
                  <a:lnTo>
                    <a:pt x="116335" y="44564"/>
                  </a:lnTo>
                  <a:lnTo>
                    <a:pt x="116686" y="44295"/>
                  </a:lnTo>
                  <a:lnTo>
                    <a:pt x="116774" y="43935"/>
                  </a:lnTo>
                  <a:lnTo>
                    <a:pt x="116423" y="43576"/>
                  </a:lnTo>
                  <a:lnTo>
                    <a:pt x="116510" y="43127"/>
                  </a:lnTo>
                  <a:lnTo>
                    <a:pt x="116598" y="42857"/>
                  </a:lnTo>
                  <a:lnTo>
                    <a:pt x="116950" y="42677"/>
                  </a:lnTo>
                  <a:lnTo>
                    <a:pt x="117213" y="42588"/>
                  </a:lnTo>
                  <a:lnTo>
                    <a:pt x="117389" y="42138"/>
                  </a:lnTo>
                  <a:lnTo>
                    <a:pt x="117125" y="41959"/>
                  </a:lnTo>
                  <a:lnTo>
                    <a:pt x="116686" y="41599"/>
                  </a:lnTo>
                  <a:lnTo>
                    <a:pt x="116598" y="41420"/>
                  </a:lnTo>
                  <a:lnTo>
                    <a:pt x="116686" y="40970"/>
                  </a:lnTo>
                  <a:lnTo>
                    <a:pt x="117213" y="40701"/>
                  </a:lnTo>
                  <a:lnTo>
                    <a:pt x="117389" y="40341"/>
                  </a:lnTo>
                  <a:lnTo>
                    <a:pt x="117125" y="39982"/>
                  </a:lnTo>
                  <a:lnTo>
                    <a:pt x="116598" y="39533"/>
                  </a:lnTo>
                  <a:lnTo>
                    <a:pt x="116510" y="39173"/>
                  </a:lnTo>
                  <a:lnTo>
                    <a:pt x="116686" y="38994"/>
                  </a:lnTo>
                  <a:lnTo>
                    <a:pt x="116862" y="38724"/>
                  </a:lnTo>
                  <a:lnTo>
                    <a:pt x="117038" y="38185"/>
                  </a:lnTo>
                  <a:lnTo>
                    <a:pt x="116862" y="37916"/>
                  </a:lnTo>
                  <a:lnTo>
                    <a:pt x="116598" y="37466"/>
                  </a:lnTo>
                  <a:lnTo>
                    <a:pt x="116598" y="37107"/>
                  </a:lnTo>
                  <a:lnTo>
                    <a:pt x="116686" y="36747"/>
                  </a:lnTo>
                  <a:lnTo>
                    <a:pt x="116862" y="36388"/>
                  </a:lnTo>
                  <a:lnTo>
                    <a:pt x="116862" y="36119"/>
                  </a:lnTo>
                  <a:lnTo>
                    <a:pt x="116598" y="35759"/>
                  </a:lnTo>
                  <a:lnTo>
                    <a:pt x="116423" y="35579"/>
                  </a:lnTo>
                  <a:lnTo>
                    <a:pt x="116423" y="35130"/>
                  </a:lnTo>
                  <a:lnTo>
                    <a:pt x="116510" y="34771"/>
                  </a:lnTo>
                  <a:lnTo>
                    <a:pt x="116423" y="34232"/>
                  </a:lnTo>
                  <a:lnTo>
                    <a:pt x="116159" y="33872"/>
                  </a:lnTo>
                  <a:lnTo>
                    <a:pt x="116071" y="33513"/>
                  </a:lnTo>
                  <a:lnTo>
                    <a:pt x="116159" y="33064"/>
                  </a:lnTo>
                  <a:lnTo>
                    <a:pt x="116159" y="32704"/>
                  </a:lnTo>
                  <a:lnTo>
                    <a:pt x="116071" y="32345"/>
                  </a:lnTo>
                  <a:lnTo>
                    <a:pt x="118883" y="31267"/>
                  </a:lnTo>
                  <a:lnTo>
                    <a:pt x="123979" y="29380"/>
                  </a:lnTo>
                  <a:lnTo>
                    <a:pt x="123803" y="27673"/>
                  </a:lnTo>
                  <a:lnTo>
                    <a:pt x="123803" y="27313"/>
                  </a:lnTo>
                  <a:lnTo>
                    <a:pt x="129427" y="26325"/>
                  </a:lnTo>
                  <a:lnTo>
                    <a:pt x="129515" y="27134"/>
                  </a:lnTo>
                  <a:lnTo>
                    <a:pt x="129515" y="27403"/>
                  </a:lnTo>
                  <a:lnTo>
                    <a:pt x="134962" y="27044"/>
                  </a:lnTo>
                  <a:lnTo>
                    <a:pt x="139092" y="25427"/>
                  </a:lnTo>
                  <a:lnTo>
                    <a:pt x="146121" y="22462"/>
                  </a:lnTo>
                  <a:lnTo>
                    <a:pt x="148406" y="21473"/>
                  </a:lnTo>
                  <a:lnTo>
                    <a:pt x="148582" y="21383"/>
                  </a:lnTo>
                  <a:lnTo>
                    <a:pt x="149197" y="21204"/>
                  </a:lnTo>
                  <a:lnTo>
                    <a:pt x="157105" y="17520"/>
                  </a:lnTo>
                  <a:lnTo>
                    <a:pt x="164661" y="14016"/>
                  </a:lnTo>
                  <a:lnTo>
                    <a:pt x="167297" y="12848"/>
                  </a:lnTo>
                  <a:lnTo>
                    <a:pt x="171251" y="10961"/>
                  </a:lnTo>
                  <a:lnTo>
                    <a:pt x="173272" y="10063"/>
                  </a:lnTo>
                  <a:lnTo>
                    <a:pt x="178544" y="7637"/>
                  </a:lnTo>
                  <a:lnTo>
                    <a:pt x="178983" y="7457"/>
                  </a:lnTo>
                  <a:lnTo>
                    <a:pt x="178720" y="5929"/>
                  </a:lnTo>
                  <a:lnTo>
                    <a:pt x="178017" y="2425"/>
                  </a:lnTo>
                  <a:lnTo>
                    <a:pt x="177929" y="1527"/>
                  </a:lnTo>
                  <a:lnTo>
                    <a:pt x="178896" y="808"/>
                  </a:lnTo>
                  <a:lnTo>
                    <a:pt x="180126" y="89"/>
                  </a:lnTo>
                  <a:lnTo>
                    <a:pt x="1803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82507" y="3268269"/>
              <a:ext cx="1159555" cy="1153573"/>
            </a:xfrm>
            <a:custGeom>
              <a:avLst/>
              <a:pathLst>
                <a:path w="1159555" h="1153573">
                  <a:moveTo>
                    <a:pt x="1159485" y="1066869"/>
                  </a:moveTo>
                  <a:lnTo>
                    <a:pt x="1157640" y="1067139"/>
                  </a:lnTo>
                  <a:lnTo>
                    <a:pt x="1156498" y="1066869"/>
                  </a:lnTo>
                  <a:lnTo>
                    <a:pt x="1155180" y="1066510"/>
                  </a:lnTo>
                  <a:lnTo>
                    <a:pt x="1154125" y="1065881"/>
                  </a:lnTo>
                  <a:lnTo>
                    <a:pt x="1153071" y="1065881"/>
                  </a:lnTo>
                  <a:lnTo>
                    <a:pt x="1151753" y="1066240"/>
                  </a:lnTo>
                  <a:lnTo>
                    <a:pt x="1151138" y="1066151"/>
                  </a:lnTo>
                  <a:lnTo>
                    <a:pt x="1149732" y="1065252"/>
                  </a:lnTo>
                  <a:lnTo>
                    <a:pt x="1149205" y="1064264"/>
                  </a:lnTo>
                  <a:lnTo>
                    <a:pt x="1148326" y="1063096"/>
                  </a:lnTo>
                  <a:lnTo>
                    <a:pt x="1147359" y="1062377"/>
                  </a:lnTo>
                  <a:lnTo>
                    <a:pt x="1147184" y="1062377"/>
                  </a:lnTo>
                  <a:lnTo>
                    <a:pt x="1145514" y="1062646"/>
                  </a:lnTo>
                  <a:lnTo>
                    <a:pt x="1144196" y="1063365"/>
                  </a:lnTo>
                  <a:lnTo>
                    <a:pt x="1143230" y="1064084"/>
                  </a:lnTo>
                  <a:lnTo>
                    <a:pt x="1141648" y="1064533"/>
                  </a:lnTo>
                  <a:lnTo>
                    <a:pt x="1139891" y="1064803"/>
                  </a:lnTo>
                  <a:lnTo>
                    <a:pt x="1137167" y="1064982"/>
                  </a:lnTo>
                  <a:lnTo>
                    <a:pt x="1135322" y="1064982"/>
                  </a:lnTo>
                  <a:lnTo>
                    <a:pt x="1134180" y="1064982"/>
                  </a:lnTo>
                  <a:lnTo>
                    <a:pt x="1132422" y="1064803"/>
                  </a:lnTo>
                  <a:lnTo>
                    <a:pt x="1131016" y="1064893"/>
                  </a:lnTo>
                  <a:lnTo>
                    <a:pt x="1129874" y="1065342"/>
                  </a:lnTo>
                  <a:lnTo>
                    <a:pt x="1128732" y="1066151"/>
                  </a:lnTo>
                  <a:lnTo>
                    <a:pt x="1126184" y="1067498"/>
                  </a:lnTo>
                  <a:lnTo>
                    <a:pt x="1123196" y="1067498"/>
                  </a:lnTo>
                  <a:lnTo>
                    <a:pt x="1121527" y="1066869"/>
                  </a:lnTo>
                  <a:lnTo>
                    <a:pt x="1119506" y="1066600"/>
                  </a:lnTo>
                  <a:lnTo>
                    <a:pt x="1117661" y="1066151"/>
                  </a:lnTo>
                  <a:lnTo>
                    <a:pt x="1115113" y="1065611"/>
                  </a:lnTo>
                  <a:lnTo>
                    <a:pt x="1113443" y="1064893"/>
                  </a:lnTo>
                  <a:lnTo>
                    <a:pt x="1112213" y="1064354"/>
                  </a:lnTo>
                  <a:lnTo>
                    <a:pt x="1111334" y="1063814"/>
                  </a:lnTo>
                  <a:lnTo>
                    <a:pt x="1110016" y="1063186"/>
                  </a:lnTo>
                  <a:lnTo>
                    <a:pt x="1108962" y="1063186"/>
                  </a:lnTo>
                  <a:lnTo>
                    <a:pt x="1107117" y="1063186"/>
                  </a:lnTo>
                  <a:lnTo>
                    <a:pt x="1105359" y="1063006"/>
                  </a:lnTo>
                  <a:lnTo>
                    <a:pt x="1103778" y="1062826"/>
                  </a:lnTo>
                  <a:lnTo>
                    <a:pt x="1102108" y="1062017"/>
                  </a:lnTo>
                  <a:lnTo>
                    <a:pt x="1100439" y="1060939"/>
                  </a:lnTo>
                  <a:lnTo>
                    <a:pt x="1098594" y="1059502"/>
                  </a:lnTo>
                  <a:lnTo>
                    <a:pt x="1096924" y="1058693"/>
                  </a:lnTo>
                  <a:lnTo>
                    <a:pt x="1094815" y="1057705"/>
                  </a:lnTo>
                  <a:lnTo>
                    <a:pt x="1094288" y="1057525"/>
                  </a:lnTo>
                  <a:lnTo>
                    <a:pt x="1093497" y="1057256"/>
                  </a:lnTo>
                  <a:lnTo>
                    <a:pt x="1092267" y="1057345"/>
                  </a:lnTo>
                  <a:lnTo>
                    <a:pt x="1091740" y="1057435"/>
                  </a:lnTo>
                  <a:lnTo>
                    <a:pt x="1090158" y="1057974"/>
                  </a:lnTo>
                  <a:lnTo>
                    <a:pt x="1089016" y="1058873"/>
                  </a:lnTo>
                  <a:lnTo>
                    <a:pt x="1087874" y="1060310"/>
                  </a:lnTo>
                  <a:lnTo>
                    <a:pt x="1086995" y="1061478"/>
                  </a:lnTo>
                  <a:lnTo>
                    <a:pt x="1086029" y="1062826"/>
                  </a:lnTo>
                  <a:lnTo>
                    <a:pt x="1085414" y="1063814"/>
                  </a:lnTo>
                  <a:lnTo>
                    <a:pt x="1084271" y="1064893"/>
                  </a:lnTo>
                  <a:lnTo>
                    <a:pt x="1083481" y="1064803"/>
                  </a:lnTo>
                  <a:lnTo>
                    <a:pt x="1082338" y="1064354"/>
                  </a:lnTo>
                  <a:lnTo>
                    <a:pt x="1080317" y="1063096"/>
                  </a:lnTo>
                  <a:lnTo>
                    <a:pt x="1079702" y="1062557"/>
                  </a:lnTo>
                  <a:lnTo>
                    <a:pt x="1078648" y="1061748"/>
                  </a:lnTo>
                  <a:lnTo>
                    <a:pt x="1077681" y="1061029"/>
                  </a:lnTo>
                  <a:lnTo>
                    <a:pt x="1076803" y="1060490"/>
                  </a:lnTo>
                  <a:lnTo>
                    <a:pt x="1075221" y="1060400"/>
                  </a:lnTo>
                  <a:lnTo>
                    <a:pt x="1073991" y="1060849"/>
                  </a:lnTo>
                  <a:lnTo>
                    <a:pt x="1072937" y="1061389"/>
                  </a:lnTo>
                  <a:lnTo>
                    <a:pt x="1071619" y="1062107"/>
                  </a:lnTo>
                  <a:lnTo>
                    <a:pt x="1070213" y="1062467"/>
                  </a:lnTo>
                  <a:lnTo>
                    <a:pt x="1068368" y="1061838"/>
                  </a:lnTo>
                  <a:lnTo>
                    <a:pt x="1067577" y="1060939"/>
                  </a:lnTo>
                  <a:lnTo>
                    <a:pt x="1066874" y="1060490"/>
                  </a:lnTo>
                  <a:lnTo>
                    <a:pt x="1065644" y="1059681"/>
                  </a:lnTo>
                  <a:lnTo>
                    <a:pt x="1065116" y="1058963"/>
                  </a:lnTo>
                  <a:lnTo>
                    <a:pt x="1064326" y="1057884"/>
                  </a:lnTo>
                  <a:lnTo>
                    <a:pt x="1063447" y="1057166"/>
                  </a:lnTo>
                  <a:lnTo>
                    <a:pt x="1062041" y="1055998"/>
                  </a:lnTo>
                  <a:lnTo>
                    <a:pt x="1060723" y="1055189"/>
                  </a:lnTo>
                  <a:lnTo>
                    <a:pt x="1059142" y="1054470"/>
                  </a:lnTo>
                  <a:lnTo>
                    <a:pt x="1057296" y="1054201"/>
                  </a:lnTo>
                  <a:lnTo>
                    <a:pt x="1056242" y="1053931"/>
                  </a:lnTo>
                  <a:lnTo>
                    <a:pt x="1053870" y="1053751"/>
                  </a:lnTo>
                  <a:lnTo>
                    <a:pt x="1051937" y="1053482"/>
                  </a:lnTo>
                  <a:lnTo>
                    <a:pt x="1050355" y="1053212"/>
                  </a:lnTo>
                  <a:lnTo>
                    <a:pt x="1048510" y="1053392"/>
                  </a:lnTo>
                  <a:lnTo>
                    <a:pt x="1047455" y="1053751"/>
                  </a:lnTo>
                  <a:lnTo>
                    <a:pt x="1046313" y="1054201"/>
                  </a:lnTo>
                  <a:lnTo>
                    <a:pt x="1045347" y="1054291"/>
                  </a:lnTo>
                  <a:lnTo>
                    <a:pt x="1044116" y="1054380"/>
                  </a:lnTo>
                  <a:lnTo>
                    <a:pt x="1042271" y="1054291"/>
                  </a:lnTo>
                  <a:lnTo>
                    <a:pt x="1040690" y="1054291"/>
                  </a:lnTo>
                  <a:lnTo>
                    <a:pt x="1039372" y="1054291"/>
                  </a:lnTo>
                  <a:lnTo>
                    <a:pt x="1038054" y="1054740"/>
                  </a:lnTo>
                  <a:lnTo>
                    <a:pt x="1036824" y="1055189"/>
                  </a:lnTo>
                  <a:lnTo>
                    <a:pt x="1034803" y="1055908"/>
                  </a:lnTo>
                  <a:lnTo>
                    <a:pt x="1033045" y="1056806"/>
                  </a:lnTo>
                  <a:lnTo>
                    <a:pt x="1029531" y="1057705"/>
                  </a:lnTo>
                  <a:lnTo>
                    <a:pt x="1028388" y="1058244"/>
                  </a:lnTo>
                  <a:lnTo>
                    <a:pt x="1027510" y="1058693"/>
                  </a:lnTo>
                  <a:lnTo>
                    <a:pt x="1026719" y="1059592"/>
                  </a:lnTo>
                  <a:lnTo>
                    <a:pt x="1025840" y="1060849"/>
                  </a:lnTo>
                  <a:lnTo>
                    <a:pt x="1024259" y="1061389"/>
                  </a:lnTo>
                  <a:lnTo>
                    <a:pt x="1023116" y="1061568"/>
                  </a:lnTo>
                  <a:lnTo>
                    <a:pt x="1021974" y="1062017"/>
                  </a:lnTo>
                  <a:lnTo>
                    <a:pt x="1021095" y="1062557"/>
                  </a:lnTo>
                  <a:lnTo>
                    <a:pt x="1020305" y="1063275"/>
                  </a:lnTo>
                  <a:lnTo>
                    <a:pt x="1018899" y="1063725"/>
                  </a:lnTo>
                  <a:lnTo>
                    <a:pt x="1017844" y="1064174"/>
                  </a:lnTo>
                  <a:lnTo>
                    <a:pt x="1016702" y="1064713"/>
                  </a:lnTo>
                  <a:lnTo>
                    <a:pt x="1015033" y="1064713"/>
                  </a:lnTo>
                  <a:lnTo>
                    <a:pt x="1013715" y="1065072"/>
                  </a:lnTo>
                  <a:lnTo>
                    <a:pt x="1011957" y="1065701"/>
                  </a:lnTo>
                  <a:lnTo>
                    <a:pt x="1009761" y="1065881"/>
                  </a:lnTo>
                  <a:lnTo>
                    <a:pt x="1007564" y="1065701"/>
                  </a:lnTo>
                  <a:lnTo>
                    <a:pt x="1004137" y="1065522"/>
                  </a:lnTo>
                  <a:lnTo>
                    <a:pt x="1001501" y="1065432"/>
                  </a:lnTo>
                  <a:lnTo>
                    <a:pt x="1000095" y="1066151"/>
                  </a:lnTo>
                  <a:lnTo>
                    <a:pt x="997723" y="1067319"/>
                  </a:lnTo>
                  <a:lnTo>
                    <a:pt x="995175" y="1068756"/>
                  </a:lnTo>
                  <a:lnTo>
                    <a:pt x="993681" y="1069744"/>
                  </a:lnTo>
                  <a:lnTo>
                    <a:pt x="989991" y="1071901"/>
                  </a:lnTo>
                  <a:lnTo>
                    <a:pt x="988145" y="1073159"/>
                  </a:lnTo>
                  <a:lnTo>
                    <a:pt x="987706" y="1074237"/>
                  </a:lnTo>
                  <a:lnTo>
                    <a:pt x="985861" y="1075674"/>
                  </a:lnTo>
                  <a:lnTo>
                    <a:pt x="984279" y="1076483"/>
                  </a:lnTo>
                  <a:lnTo>
                    <a:pt x="982434" y="1077292"/>
                  </a:lnTo>
                  <a:lnTo>
                    <a:pt x="979095" y="1077651"/>
                  </a:lnTo>
                  <a:lnTo>
                    <a:pt x="976371" y="1077741"/>
                  </a:lnTo>
                  <a:lnTo>
                    <a:pt x="974438" y="1078370"/>
                  </a:lnTo>
                  <a:lnTo>
                    <a:pt x="972593" y="1079538"/>
                  </a:lnTo>
                  <a:lnTo>
                    <a:pt x="971539" y="1080616"/>
                  </a:lnTo>
                  <a:lnTo>
                    <a:pt x="970836" y="1081155"/>
                  </a:lnTo>
                  <a:lnTo>
                    <a:pt x="969869" y="1081515"/>
                  </a:lnTo>
                  <a:lnTo>
                    <a:pt x="968200" y="1081604"/>
                  </a:lnTo>
                  <a:lnTo>
                    <a:pt x="966530" y="1081515"/>
                  </a:lnTo>
                  <a:lnTo>
                    <a:pt x="963016" y="1081964"/>
                  </a:lnTo>
                  <a:lnTo>
                    <a:pt x="958095" y="1081694"/>
                  </a:lnTo>
                  <a:lnTo>
                    <a:pt x="955283" y="1081694"/>
                  </a:lnTo>
                  <a:lnTo>
                    <a:pt x="953175" y="1081874"/>
                  </a:lnTo>
                  <a:lnTo>
                    <a:pt x="949924" y="1082503"/>
                  </a:lnTo>
                  <a:lnTo>
                    <a:pt x="947639" y="1083491"/>
                  </a:lnTo>
                  <a:lnTo>
                    <a:pt x="946057" y="1084390"/>
                  </a:lnTo>
                  <a:lnTo>
                    <a:pt x="944827" y="1085737"/>
                  </a:lnTo>
                  <a:lnTo>
                    <a:pt x="944037" y="1086905"/>
                  </a:lnTo>
                  <a:lnTo>
                    <a:pt x="942982" y="1087265"/>
                  </a:lnTo>
                  <a:lnTo>
                    <a:pt x="941928" y="1087894"/>
                  </a:lnTo>
                  <a:lnTo>
                    <a:pt x="940083" y="1087984"/>
                  </a:lnTo>
                  <a:lnTo>
                    <a:pt x="939116" y="1087984"/>
                  </a:lnTo>
                  <a:lnTo>
                    <a:pt x="938589" y="1087984"/>
                  </a:lnTo>
                  <a:lnTo>
                    <a:pt x="937886" y="1087984"/>
                  </a:lnTo>
                  <a:lnTo>
                    <a:pt x="937359" y="1088163"/>
                  </a:lnTo>
                  <a:lnTo>
                    <a:pt x="936216" y="1088792"/>
                  </a:lnTo>
                  <a:lnTo>
                    <a:pt x="934635" y="1088882"/>
                  </a:lnTo>
                  <a:lnTo>
                    <a:pt x="933493" y="1089062"/>
                  </a:lnTo>
                  <a:lnTo>
                    <a:pt x="931560" y="1088972"/>
                  </a:lnTo>
                  <a:lnTo>
                    <a:pt x="930329" y="1088972"/>
                  </a:lnTo>
                  <a:lnTo>
                    <a:pt x="929539" y="1088972"/>
                  </a:lnTo>
                  <a:lnTo>
                    <a:pt x="927693" y="1089781"/>
                  </a:lnTo>
                  <a:lnTo>
                    <a:pt x="925848" y="1090499"/>
                  </a:lnTo>
                  <a:lnTo>
                    <a:pt x="924618" y="1090859"/>
                  </a:lnTo>
                  <a:lnTo>
                    <a:pt x="922861" y="1091128"/>
                  </a:lnTo>
                  <a:lnTo>
                    <a:pt x="921631" y="1090949"/>
                  </a:lnTo>
                  <a:lnTo>
                    <a:pt x="920400" y="1090769"/>
                  </a:lnTo>
                  <a:lnTo>
                    <a:pt x="918380" y="1091308"/>
                  </a:lnTo>
                  <a:lnTo>
                    <a:pt x="916974" y="1092207"/>
                  </a:lnTo>
                  <a:lnTo>
                    <a:pt x="916534" y="1092835"/>
                  </a:lnTo>
                  <a:lnTo>
                    <a:pt x="916183" y="1093824"/>
                  </a:lnTo>
                  <a:lnTo>
                    <a:pt x="915831" y="1095082"/>
                  </a:lnTo>
                  <a:lnTo>
                    <a:pt x="914689" y="1096070"/>
                  </a:lnTo>
                  <a:lnTo>
                    <a:pt x="914074" y="1096879"/>
                  </a:lnTo>
                  <a:lnTo>
                    <a:pt x="913195" y="1097508"/>
                  </a:lnTo>
                  <a:lnTo>
                    <a:pt x="911350" y="1098586"/>
                  </a:lnTo>
                  <a:lnTo>
                    <a:pt x="909681" y="1099484"/>
                  </a:lnTo>
                  <a:lnTo>
                    <a:pt x="908626" y="1099844"/>
                  </a:lnTo>
                  <a:lnTo>
                    <a:pt x="906693" y="1100562"/>
                  </a:lnTo>
                  <a:lnTo>
                    <a:pt x="905727" y="1100742"/>
                  </a:lnTo>
                  <a:lnTo>
                    <a:pt x="903969" y="1100832"/>
                  </a:lnTo>
                  <a:lnTo>
                    <a:pt x="903091" y="1100832"/>
                  </a:lnTo>
                  <a:lnTo>
                    <a:pt x="901685" y="1101820"/>
                  </a:lnTo>
                  <a:lnTo>
                    <a:pt x="900982" y="1102180"/>
                  </a:lnTo>
                  <a:lnTo>
                    <a:pt x="900103" y="1102539"/>
                  </a:lnTo>
                  <a:lnTo>
                    <a:pt x="898434" y="1102719"/>
                  </a:lnTo>
                  <a:lnTo>
                    <a:pt x="897379" y="1102719"/>
                  </a:lnTo>
                  <a:lnTo>
                    <a:pt x="895446" y="1102539"/>
                  </a:lnTo>
                  <a:lnTo>
                    <a:pt x="893601" y="1103078"/>
                  </a:lnTo>
                  <a:lnTo>
                    <a:pt x="891932" y="1103707"/>
                  </a:lnTo>
                  <a:lnTo>
                    <a:pt x="890262" y="1104426"/>
                  </a:lnTo>
                  <a:lnTo>
                    <a:pt x="887626" y="1105774"/>
                  </a:lnTo>
                  <a:lnTo>
                    <a:pt x="884639" y="1107750"/>
                  </a:lnTo>
                  <a:lnTo>
                    <a:pt x="883233" y="1108829"/>
                  </a:lnTo>
                  <a:lnTo>
                    <a:pt x="881476" y="1110086"/>
                  </a:lnTo>
                  <a:lnTo>
                    <a:pt x="880597" y="1111704"/>
                  </a:lnTo>
                  <a:lnTo>
                    <a:pt x="879191" y="1113680"/>
                  </a:lnTo>
                  <a:lnTo>
                    <a:pt x="877873" y="1114130"/>
                  </a:lnTo>
                  <a:lnTo>
                    <a:pt x="876204" y="1114309"/>
                  </a:lnTo>
                  <a:lnTo>
                    <a:pt x="873919" y="1114848"/>
                  </a:lnTo>
                  <a:lnTo>
                    <a:pt x="871898" y="1114848"/>
                  </a:lnTo>
                  <a:lnTo>
                    <a:pt x="869965" y="1114579"/>
                  </a:lnTo>
                  <a:lnTo>
                    <a:pt x="868559" y="1113860"/>
                  </a:lnTo>
                  <a:lnTo>
                    <a:pt x="867417" y="1112962"/>
                  </a:lnTo>
                  <a:lnTo>
                    <a:pt x="866275" y="1113051"/>
                  </a:lnTo>
                  <a:lnTo>
                    <a:pt x="865220" y="1113411"/>
                  </a:lnTo>
                  <a:lnTo>
                    <a:pt x="863727" y="1114669"/>
                  </a:lnTo>
                  <a:lnTo>
                    <a:pt x="863024" y="1115387"/>
                  </a:lnTo>
                  <a:lnTo>
                    <a:pt x="861969" y="1116196"/>
                  </a:lnTo>
                  <a:lnTo>
                    <a:pt x="861618" y="1116466"/>
                  </a:lnTo>
                  <a:lnTo>
                    <a:pt x="861266" y="1116645"/>
                  </a:lnTo>
                  <a:lnTo>
                    <a:pt x="860915" y="1116915"/>
                  </a:lnTo>
                  <a:lnTo>
                    <a:pt x="860651" y="1117184"/>
                  </a:lnTo>
                  <a:lnTo>
                    <a:pt x="860388" y="1117454"/>
                  </a:lnTo>
                  <a:lnTo>
                    <a:pt x="860124" y="1117813"/>
                  </a:lnTo>
                  <a:lnTo>
                    <a:pt x="859860" y="1118083"/>
                  </a:lnTo>
                  <a:lnTo>
                    <a:pt x="859597" y="1118442"/>
                  </a:lnTo>
                  <a:lnTo>
                    <a:pt x="859333" y="1118892"/>
                  </a:lnTo>
                  <a:lnTo>
                    <a:pt x="859245" y="1119161"/>
                  </a:lnTo>
                  <a:lnTo>
                    <a:pt x="858982" y="1119610"/>
                  </a:lnTo>
                  <a:lnTo>
                    <a:pt x="858718" y="1119880"/>
                  </a:lnTo>
                  <a:lnTo>
                    <a:pt x="858279" y="1120149"/>
                  </a:lnTo>
                  <a:lnTo>
                    <a:pt x="857312" y="1120688"/>
                  </a:lnTo>
                  <a:lnTo>
                    <a:pt x="856961" y="1121138"/>
                  </a:lnTo>
                  <a:lnTo>
                    <a:pt x="856697" y="1121407"/>
                  </a:lnTo>
                  <a:lnTo>
                    <a:pt x="856434" y="1121767"/>
                  </a:lnTo>
                  <a:lnTo>
                    <a:pt x="856258" y="1122036"/>
                  </a:lnTo>
                  <a:lnTo>
                    <a:pt x="855994" y="1122485"/>
                  </a:lnTo>
                  <a:lnTo>
                    <a:pt x="855819" y="1122845"/>
                  </a:lnTo>
                  <a:lnTo>
                    <a:pt x="855467" y="1123025"/>
                  </a:lnTo>
                  <a:lnTo>
                    <a:pt x="855028" y="1123114"/>
                  </a:lnTo>
                  <a:lnTo>
                    <a:pt x="854676" y="1123204"/>
                  </a:lnTo>
                  <a:lnTo>
                    <a:pt x="854149" y="1123114"/>
                  </a:lnTo>
                  <a:lnTo>
                    <a:pt x="853798" y="1123025"/>
                  </a:lnTo>
                  <a:lnTo>
                    <a:pt x="853358" y="1122935"/>
                  </a:lnTo>
                  <a:lnTo>
                    <a:pt x="852919" y="1122845"/>
                  </a:lnTo>
                  <a:lnTo>
                    <a:pt x="852480" y="1122755"/>
                  </a:lnTo>
                  <a:lnTo>
                    <a:pt x="852040" y="1122755"/>
                  </a:lnTo>
                  <a:lnTo>
                    <a:pt x="851601" y="1122755"/>
                  </a:lnTo>
                  <a:lnTo>
                    <a:pt x="851162" y="1122665"/>
                  </a:lnTo>
                  <a:lnTo>
                    <a:pt x="850722" y="1122755"/>
                  </a:lnTo>
                  <a:lnTo>
                    <a:pt x="850371" y="1122755"/>
                  </a:lnTo>
                  <a:lnTo>
                    <a:pt x="849932" y="1122845"/>
                  </a:lnTo>
                  <a:lnTo>
                    <a:pt x="849492" y="1122845"/>
                  </a:lnTo>
                  <a:lnTo>
                    <a:pt x="849141" y="1122935"/>
                  </a:lnTo>
                  <a:lnTo>
                    <a:pt x="848789" y="1123025"/>
                  </a:lnTo>
                  <a:lnTo>
                    <a:pt x="848350" y="1123114"/>
                  </a:lnTo>
                  <a:lnTo>
                    <a:pt x="847911" y="1123114"/>
                  </a:lnTo>
                  <a:lnTo>
                    <a:pt x="847471" y="1123114"/>
                  </a:lnTo>
                  <a:lnTo>
                    <a:pt x="847120" y="1123204"/>
                  </a:lnTo>
                  <a:lnTo>
                    <a:pt x="846593" y="1123204"/>
                  </a:lnTo>
                  <a:lnTo>
                    <a:pt x="846241" y="1123204"/>
                  </a:lnTo>
                  <a:lnTo>
                    <a:pt x="845890" y="1123114"/>
                  </a:lnTo>
                  <a:lnTo>
                    <a:pt x="845099" y="1122845"/>
                  </a:lnTo>
                  <a:lnTo>
                    <a:pt x="844572" y="1122485"/>
                  </a:lnTo>
                  <a:lnTo>
                    <a:pt x="844484" y="1122216"/>
                  </a:lnTo>
                  <a:lnTo>
                    <a:pt x="844045" y="1122126"/>
                  </a:lnTo>
                  <a:lnTo>
                    <a:pt x="843693" y="1122036"/>
                  </a:lnTo>
                  <a:lnTo>
                    <a:pt x="843254" y="1121946"/>
                  </a:lnTo>
                  <a:lnTo>
                    <a:pt x="842814" y="1121767"/>
                  </a:lnTo>
                  <a:lnTo>
                    <a:pt x="842463" y="1121587"/>
                  </a:lnTo>
                  <a:lnTo>
                    <a:pt x="842111" y="1121317"/>
                  </a:lnTo>
                  <a:lnTo>
                    <a:pt x="841760" y="1121138"/>
                  </a:lnTo>
                  <a:lnTo>
                    <a:pt x="841409" y="1120958"/>
                  </a:lnTo>
                  <a:lnTo>
                    <a:pt x="841057" y="1120778"/>
                  </a:lnTo>
                  <a:lnTo>
                    <a:pt x="840618" y="1120509"/>
                  </a:lnTo>
                  <a:lnTo>
                    <a:pt x="840266" y="1120329"/>
                  </a:lnTo>
                  <a:lnTo>
                    <a:pt x="840003" y="1120329"/>
                  </a:lnTo>
                  <a:lnTo>
                    <a:pt x="839827" y="1120239"/>
                  </a:lnTo>
                  <a:lnTo>
                    <a:pt x="839475" y="1120149"/>
                  </a:lnTo>
                  <a:lnTo>
                    <a:pt x="839036" y="1120149"/>
                  </a:lnTo>
                  <a:lnTo>
                    <a:pt x="838597" y="1120149"/>
                  </a:lnTo>
                  <a:lnTo>
                    <a:pt x="838245" y="1120239"/>
                  </a:lnTo>
                  <a:lnTo>
                    <a:pt x="837806" y="1120239"/>
                  </a:lnTo>
                  <a:lnTo>
                    <a:pt x="837542" y="1120419"/>
                  </a:lnTo>
                  <a:lnTo>
                    <a:pt x="837367" y="1120419"/>
                  </a:lnTo>
                  <a:lnTo>
                    <a:pt x="836927" y="1120599"/>
                  </a:lnTo>
                  <a:lnTo>
                    <a:pt x="836752" y="1120688"/>
                  </a:lnTo>
                  <a:lnTo>
                    <a:pt x="836576" y="1120688"/>
                  </a:lnTo>
                  <a:lnTo>
                    <a:pt x="836224" y="1121048"/>
                  </a:lnTo>
                  <a:lnTo>
                    <a:pt x="835785" y="1121228"/>
                  </a:lnTo>
                  <a:lnTo>
                    <a:pt x="834906" y="1121677"/>
                  </a:lnTo>
                  <a:lnTo>
                    <a:pt x="833325" y="1122036"/>
                  </a:lnTo>
                  <a:lnTo>
                    <a:pt x="831655" y="1122126"/>
                  </a:lnTo>
                  <a:lnTo>
                    <a:pt x="830162" y="1122755"/>
                  </a:lnTo>
                  <a:lnTo>
                    <a:pt x="828668" y="1123474"/>
                  </a:lnTo>
                  <a:lnTo>
                    <a:pt x="827789" y="1123833"/>
                  </a:lnTo>
                  <a:lnTo>
                    <a:pt x="827174" y="1124103"/>
                  </a:lnTo>
                  <a:lnTo>
                    <a:pt x="826120" y="1124282"/>
                  </a:lnTo>
                  <a:lnTo>
                    <a:pt x="825593" y="1124372"/>
                  </a:lnTo>
                  <a:lnTo>
                    <a:pt x="825241" y="1124462"/>
                  </a:lnTo>
                  <a:lnTo>
                    <a:pt x="824802" y="1124462"/>
                  </a:lnTo>
                  <a:lnTo>
                    <a:pt x="824538" y="1124462"/>
                  </a:lnTo>
                  <a:lnTo>
                    <a:pt x="823923" y="1124193"/>
                  </a:lnTo>
                  <a:lnTo>
                    <a:pt x="823308" y="1124193"/>
                  </a:lnTo>
                  <a:lnTo>
                    <a:pt x="823132" y="1124193"/>
                  </a:lnTo>
                  <a:lnTo>
                    <a:pt x="822254" y="1124193"/>
                  </a:lnTo>
                  <a:lnTo>
                    <a:pt x="821990" y="1124193"/>
                  </a:lnTo>
                  <a:lnTo>
                    <a:pt x="821024" y="1124282"/>
                  </a:lnTo>
                  <a:lnTo>
                    <a:pt x="820496" y="1124282"/>
                  </a:lnTo>
                  <a:lnTo>
                    <a:pt x="819969" y="1124282"/>
                  </a:lnTo>
                  <a:lnTo>
                    <a:pt x="819266" y="1124462"/>
                  </a:lnTo>
                  <a:lnTo>
                    <a:pt x="818827" y="1124552"/>
                  </a:lnTo>
                  <a:lnTo>
                    <a:pt x="818563" y="1124642"/>
                  </a:lnTo>
                  <a:lnTo>
                    <a:pt x="818388" y="1124822"/>
                  </a:lnTo>
                  <a:lnTo>
                    <a:pt x="817948" y="1125091"/>
                  </a:lnTo>
                  <a:lnTo>
                    <a:pt x="817421" y="1125271"/>
                  </a:lnTo>
                  <a:lnTo>
                    <a:pt x="816542" y="1125361"/>
                  </a:lnTo>
                  <a:lnTo>
                    <a:pt x="815664" y="1125361"/>
                  </a:lnTo>
                  <a:lnTo>
                    <a:pt x="814785" y="1125271"/>
                  </a:lnTo>
                  <a:lnTo>
                    <a:pt x="813731" y="1125181"/>
                  </a:lnTo>
                  <a:lnTo>
                    <a:pt x="813291" y="1125091"/>
                  </a:lnTo>
                  <a:lnTo>
                    <a:pt x="813116" y="1125001"/>
                  </a:lnTo>
                  <a:lnTo>
                    <a:pt x="811534" y="1125181"/>
                  </a:lnTo>
                  <a:lnTo>
                    <a:pt x="809864" y="1125091"/>
                  </a:lnTo>
                  <a:lnTo>
                    <a:pt x="809425" y="1125091"/>
                  </a:lnTo>
                  <a:lnTo>
                    <a:pt x="808459" y="1124911"/>
                  </a:lnTo>
                  <a:lnTo>
                    <a:pt x="807580" y="1125091"/>
                  </a:lnTo>
                  <a:lnTo>
                    <a:pt x="806877" y="1125181"/>
                  </a:lnTo>
                  <a:lnTo>
                    <a:pt x="806613" y="1125271"/>
                  </a:lnTo>
                  <a:lnTo>
                    <a:pt x="805032" y="1124732"/>
                  </a:lnTo>
                  <a:lnTo>
                    <a:pt x="803450" y="1124732"/>
                  </a:lnTo>
                  <a:lnTo>
                    <a:pt x="801254" y="1125540"/>
                  </a:lnTo>
                  <a:lnTo>
                    <a:pt x="800990" y="1125540"/>
                  </a:lnTo>
                  <a:lnTo>
                    <a:pt x="800463" y="1125540"/>
                  </a:lnTo>
                  <a:lnTo>
                    <a:pt x="800111" y="1125630"/>
                  </a:lnTo>
                  <a:lnTo>
                    <a:pt x="799408" y="1125720"/>
                  </a:lnTo>
                  <a:lnTo>
                    <a:pt x="798442" y="1125900"/>
                  </a:lnTo>
                  <a:lnTo>
                    <a:pt x="797827" y="1126349"/>
                  </a:lnTo>
                  <a:lnTo>
                    <a:pt x="797036" y="1126529"/>
                  </a:lnTo>
                  <a:lnTo>
                    <a:pt x="795718" y="1127337"/>
                  </a:lnTo>
                  <a:lnTo>
                    <a:pt x="794576" y="1127607"/>
                  </a:lnTo>
                  <a:lnTo>
                    <a:pt x="794136" y="1127787"/>
                  </a:lnTo>
                  <a:lnTo>
                    <a:pt x="792643" y="1128505"/>
                  </a:lnTo>
                  <a:lnTo>
                    <a:pt x="791061" y="1129044"/>
                  </a:lnTo>
                  <a:lnTo>
                    <a:pt x="790622" y="1129224"/>
                  </a:lnTo>
                  <a:lnTo>
                    <a:pt x="789567" y="1129583"/>
                  </a:lnTo>
                  <a:lnTo>
                    <a:pt x="788425" y="1129673"/>
                  </a:lnTo>
                  <a:lnTo>
                    <a:pt x="787986" y="1129673"/>
                  </a:lnTo>
                  <a:lnTo>
                    <a:pt x="786931" y="1130033"/>
                  </a:lnTo>
                  <a:lnTo>
                    <a:pt x="785877" y="1130482"/>
                  </a:lnTo>
                  <a:lnTo>
                    <a:pt x="785877" y="1130752"/>
                  </a:lnTo>
                  <a:lnTo>
                    <a:pt x="785613" y="1130662"/>
                  </a:lnTo>
                  <a:lnTo>
                    <a:pt x="784998" y="1131021"/>
                  </a:lnTo>
                  <a:lnTo>
                    <a:pt x="784471" y="1131380"/>
                  </a:lnTo>
                  <a:lnTo>
                    <a:pt x="783944" y="1131650"/>
                  </a:lnTo>
                  <a:lnTo>
                    <a:pt x="783592" y="1132099"/>
                  </a:lnTo>
                  <a:lnTo>
                    <a:pt x="782802" y="1133088"/>
                  </a:lnTo>
                  <a:lnTo>
                    <a:pt x="782450" y="1133627"/>
                  </a:lnTo>
                  <a:lnTo>
                    <a:pt x="780869" y="1133986"/>
                  </a:lnTo>
                  <a:lnTo>
                    <a:pt x="780605" y="1133717"/>
                  </a:lnTo>
                  <a:lnTo>
                    <a:pt x="780341" y="1133537"/>
                  </a:lnTo>
                  <a:lnTo>
                    <a:pt x="780253" y="1133357"/>
                  </a:lnTo>
                  <a:lnTo>
                    <a:pt x="780078" y="1133088"/>
                  </a:lnTo>
                  <a:lnTo>
                    <a:pt x="779814" y="1132728"/>
                  </a:lnTo>
                  <a:lnTo>
                    <a:pt x="778936" y="1131291"/>
                  </a:lnTo>
                  <a:lnTo>
                    <a:pt x="778408" y="1130033"/>
                  </a:lnTo>
                  <a:lnTo>
                    <a:pt x="777442" y="1128775"/>
                  </a:lnTo>
                  <a:lnTo>
                    <a:pt x="777530" y="1128595"/>
                  </a:lnTo>
                  <a:lnTo>
                    <a:pt x="777266" y="1128595"/>
                  </a:lnTo>
                  <a:lnTo>
                    <a:pt x="776563" y="1126978"/>
                  </a:lnTo>
                  <a:lnTo>
                    <a:pt x="776036" y="1125540"/>
                  </a:lnTo>
                  <a:lnTo>
                    <a:pt x="773576" y="1121317"/>
                  </a:lnTo>
                  <a:lnTo>
                    <a:pt x="772258" y="1120509"/>
                  </a:lnTo>
                  <a:lnTo>
                    <a:pt x="770500" y="1119790"/>
                  </a:lnTo>
                  <a:lnTo>
                    <a:pt x="767776" y="1118263"/>
                  </a:lnTo>
                  <a:lnTo>
                    <a:pt x="764789" y="1117364"/>
                  </a:lnTo>
                  <a:lnTo>
                    <a:pt x="763120" y="1116466"/>
                  </a:lnTo>
                  <a:lnTo>
                    <a:pt x="762065" y="1115387"/>
                  </a:lnTo>
                  <a:lnTo>
                    <a:pt x="760396" y="1114759"/>
                  </a:lnTo>
                  <a:lnTo>
                    <a:pt x="758726" y="1114489"/>
                  </a:lnTo>
                  <a:lnTo>
                    <a:pt x="757145" y="1115028"/>
                  </a:lnTo>
                  <a:lnTo>
                    <a:pt x="756266" y="1114759"/>
                  </a:lnTo>
                  <a:lnTo>
                    <a:pt x="755563" y="1114399"/>
                  </a:lnTo>
                  <a:lnTo>
                    <a:pt x="754684" y="1113590"/>
                  </a:lnTo>
                  <a:lnTo>
                    <a:pt x="753981" y="1113231"/>
                  </a:lnTo>
                  <a:lnTo>
                    <a:pt x="752663" y="1112782"/>
                  </a:lnTo>
                  <a:lnTo>
                    <a:pt x="751521" y="1112782"/>
                  </a:lnTo>
                  <a:lnTo>
                    <a:pt x="750115" y="1113680"/>
                  </a:lnTo>
                  <a:lnTo>
                    <a:pt x="748885" y="1114489"/>
                  </a:lnTo>
                  <a:lnTo>
                    <a:pt x="747304" y="1115028"/>
                  </a:lnTo>
                  <a:lnTo>
                    <a:pt x="746249" y="1115298"/>
                  </a:lnTo>
                  <a:lnTo>
                    <a:pt x="745107" y="1115298"/>
                  </a:lnTo>
                  <a:lnTo>
                    <a:pt x="743437" y="1115028"/>
                  </a:lnTo>
                  <a:lnTo>
                    <a:pt x="741592" y="1115208"/>
                  </a:lnTo>
                  <a:lnTo>
                    <a:pt x="738781" y="1115837"/>
                  </a:lnTo>
                  <a:lnTo>
                    <a:pt x="737023" y="1116286"/>
                  </a:lnTo>
                  <a:lnTo>
                    <a:pt x="734036" y="1116286"/>
                  </a:lnTo>
                  <a:lnTo>
                    <a:pt x="731312" y="1116555"/>
                  </a:lnTo>
                  <a:lnTo>
                    <a:pt x="730609" y="1116376"/>
                  </a:lnTo>
                  <a:lnTo>
                    <a:pt x="729994" y="1116645"/>
                  </a:lnTo>
                  <a:lnTo>
                    <a:pt x="729291" y="1116466"/>
                  </a:lnTo>
                  <a:lnTo>
                    <a:pt x="728500" y="1116645"/>
                  </a:lnTo>
                  <a:lnTo>
                    <a:pt x="728061" y="1116645"/>
                  </a:lnTo>
                  <a:lnTo>
                    <a:pt x="727534" y="1116376"/>
                  </a:lnTo>
                  <a:lnTo>
                    <a:pt x="727358" y="1116286"/>
                  </a:lnTo>
                  <a:lnTo>
                    <a:pt x="726216" y="1116196"/>
                  </a:lnTo>
                  <a:lnTo>
                    <a:pt x="724898" y="1115747"/>
                  </a:lnTo>
                  <a:lnTo>
                    <a:pt x="724634" y="1115747"/>
                  </a:lnTo>
                  <a:lnTo>
                    <a:pt x="724283" y="1115747"/>
                  </a:lnTo>
                  <a:lnTo>
                    <a:pt x="724107" y="1115657"/>
                  </a:lnTo>
                  <a:lnTo>
                    <a:pt x="723755" y="1115477"/>
                  </a:lnTo>
                  <a:lnTo>
                    <a:pt x="723492" y="1115477"/>
                  </a:lnTo>
                  <a:lnTo>
                    <a:pt x="723228" y="1115567"/>
                  </a:lnTo>
                  <a:lnTo>
                    <a:pt x="722965" y="1115657"/>
                  </a:lnTo>
                  <a:lnTo>
                    <a:pt x="722701" y="1115747"/>
                  </a:lnTo>
                  <a:lnTo>
                    <a:pt x="722174" y="1115567"/>
                  </a:lnTo>
                  <a:lnTo>
                    <a:pt x="721822" y="1115567"/>
                  </a:lnTo>
                  <a:lnTo>
                    <a:pt x="721207" y="1115298"/>
                  </a:lnTo>
                  <a:lnTo>
                    <a:pt x="720416" y="1115387"/>
                  </a:lnTo>
                  <a:lnTo>
                    <a:pt x="719977" y="1115477"/>
                  </a:lnTo>
                  <a:lnTo>
                    <a:pt x="719538" y="1115298"/>
                  </a:lnTo>
                  <a:lnTo>
                    <a:pt x="719011" y="1115118"/>
                  </a:lnTo>
                  <a:lnTo>
                    <a:pt x="718483" y="1114848"/>
                  </a:lnTo>
                  <a:lnTo>
                    <a:pt x="718044" y="1114759"/>
                  </a:lnTo>
                  <a:lnTo>
                    <a:pt x="717780" y="1114579"/>
                  </a:lnTo>
                  <a:lnTo>
                    <a:pt x="717253" y="1114309"/>
                  </a:lnTo>
                  <a:lnTo>
                    <a:pt x="716990" y="1114219"/>
                  </a:lnTo>
                  <a:lnTo>
                    <a:pt x="716726" y="1114040"/>
                  </a:lnTo>
                  <a:lnTo>
                    <a:pt x="716287" y="1113860"/>
                  </a:lnTo>
                  <a:lnTo>
                    <a:pt x="715935" y="1113770"/>
                  </a:lnTo>
                  <a:lnTo>
                    <a:pt x="715496" y="1113590"/>
                  </a:lnTo>
                  <a:lnTo>
                    <a:pt x="715057" y="1113590"/>
                  </a:lnTo>
                  <a:lnTo>
                    <a:pt x="714705" y="1113590"/>
                  </a:lnTo>
                  <a:lnTo>
                    <a:pt x="714266" y="1113590"/>
                  </a:lnTo>
                  <a:lnTo>
                    <a:pt x="713914" y="1113501"/>
                  </a:lnTo>
                  <a:lnTo>
                    <a:pt x="713387" y="1113590"/>
                  </a:lnTo>
                  <a:lnTo>
                    <a:pt x="713036" y="1113590"/>
                  </a:lnTo>
                  <a:lnTo>
                    <a:pt x="712684" y="1113501"/>
                  </a:lnTo>
                  <a:lnTo>
                    <a:pt x="712245" y="1113411"/>
                  </a:lnTo>
                  <a:lnTo>
                    <a:pt x="711806" y="1113231"/>
                  </a:lnTo>
                  <a:lnTo>
                    <a:pt x="711366" y="1113231"/>
                  </a:lnTo>
                  <a:lnTo>
                    <a:pt x="711015" y="1113231"/>
                  </a:lnTo>
                  <a:lnTo>
                    <a:pt x="710575" y="1113051"/>
                  </a:lnTo>
                  <a:lnTo>
                    <a:pt x="710224" y="1112962"/>
                  </a:lnTo>
                  <a:lnTo>
                    <a:pt x="709785" y="1112962"/>
                  </a:lnTo>
                  <a:lnTo>
                    <a:pt x="709345" y="1112872"/>
                  </a:lnTo>
                  <a:lnTo>
                    <a:pt x="708994" y="1112692"/>
                  </a:lnTo>
                  <a:lnTo>
                    <a:pt x="708554" y="1112602"/>
                  </a:lnTo>
                  <a:lnTo>
                    <a:pt x="708203" y="1112692"/>
                  </a:lnTo>
                  <a:lnTo>
                    <a:pt x="707764" y="1112422"/>
                  </a:lnTo>
                  <a:lnTo>
                    <a:pt x="707412" y="1112333"/>
                  </a:lnTo>
                  <a:lnTo>
                    <a:pt x="706973" y="1112153"/>
                  </a:lnTo>
                  <a:lnTo>
                    <a:pt x="706534" y="1111973"/>
                  </a:lnTo>
                  <a:lnTo>
                    <a:pt x="706182" y="1111883"/>
                  </a:lnTo>
                  <a:lnTo>
                    <a:pt x="705743" y="1111794"/>
                  </a:lnTo>
                  <a:lnTo>
                    <a:pt x="705391" y="1111704"/>
                  </a:lnTo>
                  <a:lnTo>
                    <a:pt x="704952" y="1111614"/>
                  </a:lnTo>
                  <a:lnTo>
                    <a:pt x="704600" y="1111524"/>
                  </a:lnTo>
                  <a:lnTo>
                    <a:pt x="704161" y="1111434"/>
                  </a:lnTo>
                  <a:lnTo>
                    <a:pt x="703722" y="1111524"/>
                  </a:lnTo>
                  <a:lnTo>
                    <a:pt x="703370" y="1111524"/>
                  </a:lnTo>
                  <a:lnTo>
                    <a:pt x="702931" y="1111614"/>
                  </a:lnTo>
                  <a:lnTo>
                    <a:pt x="702580" y="1111614"/>
                  </a:lnTo>
                  <a:lnTo>
                    <a:pt x="702140" y="1111614"/>
                  </a:lnTo>
                  <a:lnTo>
                    <a:pt x="701701" y="1111704"/>
                  </a:lnTo>
                  <a:lnTo>
                    <a:pt x="701262" y="1111883"/>
                  </a:lnTo>
                  <a:lnTo>
                    <a:pt x="700822" y="1111883"/>
                  </a:lnTo>
                  <a:lnTo>
                    <a:pt x="700559" y="1112063"/>
                  </a:lnTo>
                  <a:lnTo>
                    <a:pt x="700119" y="1112063"/>
                  </a:lnTo>
                  <a:lnTo>
                    <a:pt x="699768" y="1112153"/>
                  </a:lnTo>
                  <a:lnTo>
                    <a:pt x="699329" y="1112243"/>
                  </a:lnTo>
                  <a:lnTo>
                    <a:pt x="698889" y="1112422"/>
                  </a:lnTo>
                  <a:lnTo>
                    <a:pt x="698626" y="1112602"/>
                  </a:lnTo>
                  <a:lnTo>
                    <a:pt x="698186" y="1112782"/>
                  </a:lnTo>
                  <a:lnTo>
                    <a:pt x="697747" y="1112962"/>
                  </a:lnTo>
                  <a:lnTo>
                    <a:pt x="697395" y="1113051"/>
                  </a:lnTo>
                  <a:lnTo>
                    <a:pt x="696956" y="1113141"/>
                  </a:lnTo>
                  <a:lnTo>
                    <a:pt x="696605" y="1113141"/>
                  </a:lnTo>
                  <a:lnTo>
                    <a:pt x="695990" y="1113051"/>
                  </a:lnTo>
                  <a:lnTo>
                    <a:pt x="695638" y="1112962"/>
                  </a:lnTo>
                  <a:lnTo>
                    <a:pt x="695199" y="1112872"/>
                  </a:lnTo>
                  <a:lnTo>
                    <a:pt x="694759" y="1112962"/>
                  </a:lnTo>
                  <a:lnTo>
                    <a:pt x="694408" y="1112962"/>
                  </a:lnTo>
                  <a:lnTo>
                    <a:pt x="693881" y="1112962"/>
                  </a:lnTo>
                  <a:lnTo>
                    <a:pt x="693529" y="1112782"/>
                  </a:lnTo>
                  <a:lnTo>
                    <a:pt x="693090" y="1112692"/>
                  </a:lnTo>
                  <a:lnTo>
                    <a:pt x="692651" y="1112692"/>
                  </a:lnTo>
                  <a:lnTo>
                    <a:pt x="692299" y="1112692"/>
                  </a:lnTo>
                  <a:lnTo>
                    <a:pt x="691860" y="1112602"/>
                  </a:lnTo>
                  <a:lnTo>
                    <a:pt x="691508" y="1112512"/>
                  </a:lnTo>
                  <a:lnTo>
                    <a:pt x="691069" y="1112333"/>
                  </a:lnTo>
                  <a:lnTo>
                    <a:pt x="690454" y="1112243"/>
                  </a:lnTo>
                  <a:lnTo>
                    <a:pt x="689048" y="1112243"/>
                  </a:lnTo>
                  <a:lnTo>
                    <a:pt x="688609" y="1112333"/>
                  </a:lnTo>
                  <a:lnTo>
                    <a:pt x="688169" y="1112422"/>
                  </a:lnTo>
                  <a:lnTo>
                    <a:pt x="687818" y="1112512"/>
                  </a:lnTo>
                  <a:lnTo>
                    <a:pt x="687379" y="1112602"/>
                  </a:lnTo>
                  <a:lnTo>
                    <a:pt x="687203" y="1112602"/>
                  </a:lnTo>
                  <a:lnTo>
                    <a:pt x="687027" y="1112602"/>
                  </a:lnTo>
                  <a:lnTo>
                    <a:pt x="686588" y="1112782"/>
                  </a:lnTo>
                  <a:lnTo>
                    <a:pt x="686149" y="1112872"/>
                  </a:lnTo>
                  <a:lnTo>
                    <a:pt x="685797" y="1112962"/>
                  </a:lnTo>
                  <a:lnTo>
                    <a:pt x="685358" y="1112962"/>
                  </a:lnTo>
                  <a:lnTo>
                    <a:pt x="684918" y="1113141"/>
                  </a:lnTo>
                  <a:lnTo>
                    <a:pt x="684567" y="1113321"/>
                  </a:lnTo>
                  <a:lnTo>
                    <a:pt x="684128" y="1113590"/>
                  </a:lnTo>
                  <a:lnTo>
                    <a:pt x="683776" y="1113680"/>
                  </a:lnTo>
                  <a:lnTo>
                    <a:pt x="683337" y="1113950"/>
                  </a:lnTo>
                  <a:lnTo>
                    <a:pt x="683073" y="1114040"/>
                  </a:lnTo>
                  <a:lnTo>
                    <a:pt x="682546" y="1114130"/>
                  </a:lnTo>
                  <a:lnTo>
                    <a:pt x="682195" y="1114219"/>
                  </a:lnTo>
                  <a:lnTo>
                    <a:pt x="681667" y="1114309"/>
                  </a:lnTo>
                  <a:lnTo>
                    <a:pt x="681404" y="1114309"/>
                  </a:lnTo>
                  <a:lnTo>
                    <a:pt x="680964" y="1114399"/>
                  </a:lnTo>
                  <a:lnTo>
                    <a:pt x="680613" y="1114579"/>
                  </a:lnTo>
                  <a:lnTo>
                    <a:pt x="680261" y="1114669"/>
                  </a:lnTo>
                  <a:lnTo>
                    <a:pt x="679822" y="1114579"/>
                  </a:lnTo>
                  <a:lnTo>
                    <a:pt x="679383" y="1114489"/>
                  </a:lnTo>
                  <a:lnTo>
                    <a:pt x="678943" y="1114579"/>
                  </a:lnTo>
                  <a:lnTo>
                    <a:pt x="678592" y="1114579"/>
                  </a:lnTo>
                  <a:lnTo>
                    <a:pt x="678153" y="1114759"/>
                  </a:lnTo>
                  <a:lnTo>
                    <a:pt x="677713" y="1114848"/>
                  </a:lnTo>
                  <a:lnTo>
                    <a:pt x="677362" y="1114938"/>
                  </a:lnTo>
                  <a:lnTo>
                    <a:pt x="676923" y="1114938"/>
                  </a:lnTo>
                  <a:lnTo>
                    <a:pt x="676571" y="1114848"/>
                  </a:lnTo>
                  <a:lnTo>
                    <a:pt x="676132" y="1114848"/>
                  </a:lnTo>
                  <a:lnTo>
                    <a:pt x="675868" y="1114848"/>
                  </a:lnTo>
                  <a:lnTo>
                    <a:pt x="675605" y="1114759"/>
                  </a:lnTo>
                  <a:lnTo>
                    <a:pt x="675429" y="1114848"/>
                  </a:lnTo>
                  <a:lnTo>
                    <a:pt x="674990" y="1114938"/>
                  </a:lnTo>
                  <a:lnTo>
                    <a:pt x="674726" y="1115028"/>
                  </a:lnTo>
                  <a:lnTo>
                    <a:pt x="673056" y="1115118"/>
                  </a:lnTo>
                  <a:lnTo>
                    <a:pt x="671475" y="1115298"/>
                  </a:lnTo>
                  <a:lnTo>
                    <a:pt x="671211" y="1115298"/>
                  </a:lnTo>
                  <a:lnTo>
                    <a:pt x="670772" y="1115298"/>
                  </a:lnTo>
                  <a:lnTo>
                    <a:pt x="670508" y="1115298"/>
                  </a:lnTo>
                  <a:lnTo>
                    <a:pt x="670245" y="1115208"/>
                  </a:lnTo>
                  <a:lnTo>
                    <a:pt x="669630" y="1115028"/>
                  </a:lnTo>
                  <a:lnTo>
                    <a:pt x="669278" y="1114938"/>
                  </a:lnTo>
                  <a:lnTo>
                    <a:pt x="669015" y="1114938"/>
                  </a:lnTo>
                  <a:lnTo>
                    <a:pt x="668663" y="1115028"/>
                  </a:lnTo>
                  <a:lnTo>
                    <a:pt x="668048" y="1115028"/>
                  </a:lnTo>
                  <a:lnTo>
                    <a:pt x="666818" y="1115028"/>
                  </a:lnTo>
                  <a:lnTo>
                    <a:pt x="664973" y="1115118"/>
                  </a:lnTo>
                  <a:lnTo>
                    <a:pt x="664358" y="1115028"/>
                  </a:lnTo>
                  <a:lnTo>
                    <a:pt x="664006" y="1115118"/>
                  </a:lnTo>
                  <a:lnTo>
                    <a:pt x="663567" y="1115208"/>
                  </a:lnTo>
                  <a:lnTo>
                    <a:pt x="663128" y="1115298"/>
                  </a:lnTo>
                  <a:lnTo>
                    <a:pt x="662425" y="1115567"/>
                  </a:lnTo>
                  <a:lnTo>
                    <a:pt x="661985" y="1115567"/>
                  </a:lnTo>
                  <a:lnTo>
                    <a:pt x="661634" y="1115657"/>
                  </a:lnTo>
                  <a:lnTo>
                    <a:pt x="660316" y="1115837"/>
                  </a:lnTo>
                  <a:lnTo>
                    <a:pt x="659964" y="1115927"/>
                  </a:lnTo>
                  <a:lnTo>
                    <a:pt x="659437" y="1116016"/>
                  </a:lnTo>
                  <a:lnTo>
                    <a:pt x="658734" y="1116286"/>
                  </a:lnTo>
                  <a:lnTo>
                    <a:pt x="658383" y="1116376"/>
                  </a:lnTo>
                  <a:lnTo>
                    <a:pt x="657328" y="1116555"/>
                  </a:lnTo>
                  <a:lnTo>
                    <a:pt x="656713" y="1116735"/>
                  </a:lnTo>
                  <a:lnTo>
                    <a:pt x="655483" y="1116825"/>
                  </a:lnTo>
                  <a:lnTo>
                    <a:pt x="654429" y="1117005"/>
                  </a:lnTo>
                  <a:lnTo>
                    <a:pt x="653902" y="1117095"/>
                  </a:lnTo>
                  <a:lnTo>
                    <a:pt x="653199" y="1117184"/>
                  </a:lnTo>
                  <a:lnTo>
                    <a:pt x="652935" y="1117184"/>
                  </a:lnTo>
                  <a:lnTo>
                    <a:pt x="652408" y="1117095"/>
                  </a:lnTo>
                  <a:lnTo>
                    <a:pt x="651529" y="1116915"/>
                  </a:lnTo>
                  <a:lnTo>
                    <a:pt x="651266" y="1116915"/>
                  </a:lnTo>
                  <a:lnTo>
                    <a:pt x="651090" y="1116915"/>
                  </a:lnTo>
                  <a:lnTo>
                    <a:pt x="650826" y="1116915"/>
                  </a:lnTo>
                  <a:lnTo>
                    <a:pt x="650563" y="1117005"/>
                  </a:lnTo>
                  <a:lnTo>
                    <a:pt x="650211" y="1117095"/>
                  </a:lnTo>
                  <a:lnTo>
                    <a:pt x="649948" y="1117184"/>
                  </a:lnTo>
                  <a:lnTo>
                    <a:pt x="649596" y="1117364"/>
                  </a:lnTo>
                  <a:lnTo>
                    <a:pt x="649333" y="1117544"/>
                  </a:lnTo>
                  <a:lnTo>
                    <a:pt x="648981" y="1117813"/>
                  </a:lnTo>
                  <a:lnTo>
                    <a:pt x="647927" y="1118442"/>
                  </a:lnTo>
                  <a:lnTo>
                    <a:pt x="647575" y="1118622"/>
                  </a:lnTo>
                  <a:lnTo>
                    <a:pt x="646872" y="1119161"/>
                  </a:lnTo>
                  <a:lnTo>
                    <a:pt x="646609" y="1119341"/>
                  </a:lnTo>
                  <a:lnTo>
                    <a:pt x="646345" y="1119431"/>
                  </a:lnTo>
                  <a:lnTo>
                    <a:pt x="645994" y="1119431"/>
                  </a:lnTo>
                  <a:lnTo>
                    <a:pt x="645554" y="1119431"/>
                  </a:lnTo>
                  <a:lnTo>
                    <a:pt x="645027" y="1119610"/>
                  </a:lnTo>
                  <a:lnTo>
                    <a:pt x="644676" y="1119610"/>
                  </a:lnTo>
                  <a:lnTo>
                    <a:pt x="643270" y="1119700"/>
                  </a:lnTo>
                  <a:lnTo>
                    <a:pt x="643006" y="1119610"/>
                  </a:lnTo>
                  <a:lnTo>
                    <a:pt x="642391" y="1119520"/>
                  </a:lnTo>
                  <a:lnTo>
                    <a:pt x="642040" y="1119520"/>
                  </a:lnTo>
                  <a:lnTo>
                    <a:pt x="641600" y="1119610"/>
                  </a:lnTo>
                  <a:lnTo>
                    <a:pt x="641249" y="1119700"/>
                  </a:lnTo>
                  <a:lnTo>
                    <a:pt x="640897" y="1119790"/>
                  </a:lnTo>
                  <a:lnTo>
                    <a:pt x="640634" y="1119880"/>
                  </a:lnTo>
                  <a:lnTo>
                    <a:pt x="640370" y="1119970"/>
                  </a:lnTo>
                  <a:lnTo>
                    <a:pt x="639843" y="1120239"/>
                  </a:lnTo>
                  <a:lnTo>
                    <a:pt x="639228" y="1120599"/>
                  </a:lnTo>
                  <a:lnTo>
                    <a:pt x="638789" y="1120778"/>
                  </a:lnTo>
                  <a:lnTo>
                    <a:pt x="638261" y="1121138"/>
                  </a:lnTo>
                  <a:lnTo>
                    <a:pt x="637822" y="1121407"/>
                  </a:lnTo>
                  <a:lnTo>
                    <a:pt x="637471" y="1121407"/>
                  </a:lnTo>
                  <a:lnTo>
                    <a:pt x="636416" y="1121946"/>
                  </a:lnTo>
                  <a:lnTo>
                    <a:pt x="635801" y="1122126"/>
                  </a:lnTo>
                  <a:lnTo>
                    <a:pt x="634659" y="1122396"/>
                  </a:lnTo>
                  <a:lnTo>
                    <a:pt x="634395" y="1122485"/>
                  </a:lnTo>
                  <a:lnTo>
                    <a:pt x="634132" y="1122485"/>
                  </a:lnTo>
                  <a:lnTo>
                    <a:pt x="632989" y="1122575"/>
                  </a:lnTo>
                  <a:lnTo>
                    <a:pt x="631759" y="1122665"/>
                  </a:lnTo>
                  <a:lnTo>
                    <a:pt x="631583" y="1122755"/>
                  </a:lnTo>
                  <a:lnTo>
                    <a:pt x="631408" y="1122755"/>
                  </a:lnTo>
                  <a:lnTo>
                    <a:pt x="631320" y="1122935"/>
                  </a:lnTo>
                  <a:lnTo>
                    <a:pt x="630881" y="1123204"/>
                  </a:lnTo>
                  <a:lnTo>
                    <a:pt x="630617" y="1123384"/>
                  </a:lnTo>
                  <a:lnTo>
                    <a:pt x="630353" y="1123474"/>
                  </a:lnTo>
                  <a:lnTo>
                    <a:pt x="629826" y="1123564"/>
                  </a:lnTo>
                  <a:lnTo>
                    <a:pt x="629563" y="1123653"/>
                  </a:lnTo>
                  <a:lnTo>
                    <a:pt x="628947" y="1123743"/>
                  </a:lnTo>
                  <a:lnTo>
                    <a:pt x="628245" y="1123833"/>
                  </a:lnTo>
                  <a:lnTo>
                    <a:pt x="627893" y="1123923"/>
                  </a:lnTo>
                  <a:lnTo>
                    <a:pt x="627454" y="1124013"/>
                  </a:lnTo>
                  <a:lnTo>
                    <a:pt x="626927" y="1124103"/>
                  </a:lnTo>
                  <a:lnTo>
                    <a:pt x="626663" y="1124282"/>
                  </a:lnTo>
                  <a:lnTo>
                    <a:pt x="626136" y="1124552"/>
                  </a:lnTo>
                  <a:lnTo>
                    <a:pt x="625081" y="1125001"/>
                  </a:lnTo>
                  <a:lnTo>
                    <a:pt x="624818" y="1125181"/>
                  </a:lnTo>
                  <a:lnTo>
                    <a:pt x="624642" y="1125361"/>
                  </a:lnTo>
                  <a:lnTo>
                    <a:pt x="624203" y="1125720"/>
                  </a:lnTo>
                  <a:lnTo>
                    <a:pt x="624027" y="1125900"/>
                  </a:lnTo>
                  <a:lnTo>
                    <a:pt x="623851" y="1125990"/>
                  </a:lnTo>
                  <a:lnTo>
                    <a:pt x="623588" y="1126079"/>
                  </a:lnTo>
                  <a:lnTo>
                    <a:pt x="623236" y="1126259"/>
                  </a:lnTo>
                  <a:lnTo>
                    <a:pt x="622973" y="1126259"/>
                  </a:lnTo>
                  <a:lnTo>
                    <a:pt x="622270" y="1126259"/>
                  </a:lnTo>
                  <a:lnTo>
                    <a:pt x="620776" y="1126798"/>
                  </a:lnTo>
                  <a:lnTo>
                    <a:pt x="619194" y="1127068"/>
                  </a:lnTo>
                  <a:lnTo>
                    <a:pt x="617437" y="1127607"/>
                  </a:lnTo>
                  <a:lnTo>
                    <a:pt x="616383" y="1127966"/>
                  </a:lnTo>
                  <a:lnTo>
                    <a:pt x="614625" y="1128326"/>
                  </a:lnTo>
                  <a:lnTo>
                    <a:pt x="613132" y="1129224"/>
                  </a:lnTo>
                  <a:lnTo>
                    <a:pt x="610759" y="1130212"/>
                  </a:lnTo>
                  <a:lnTo>
                    <a:pt x="609529" y="1130662"/>
                  </a:lnTo>
                  <a:lnTo>
                    <a:pt x="608914" y="1131021"/>
                  </a:lnTo>
                  <a:lnTo>
                    <a:pt x="607772" y="1131380"/>
                  </a:lnTo>
                  <a:lnTo>
                    <a:pt x="606190" y="1132009"/>
                  </a:lnTo>
                  <a:lnTo>
                    <a:pt x="605311" y="1132099"/>
                  </a:lnTo>
                  <a:lnTo>
                    <a:pt x="603993" y="1132279"/>
                  </a:lnTo>
                  <a:lnTo>
                    <a:pt x="602851" y="1132369"/>
                  </a:lnTo>
                  <a:lnTo>
                    <a:pt x="601094" y="1132548"/>
                  </a:lnTo>
                  <a:lnTo>
                    <a:pt x="599512" y="1132908"/>
                  </a:lnTo>
                  <a:lnTo>
                    <a:pt x="596964" y="1133537"/>
                  </a:lnTo>
                  <a:lnTo>
                    <a:pt x="596437" y="1133806"/>
                  </a:lnTo>
                  <a:lnTo>
                    <a:pt x="594065" y="1134525"/>
                  </a:lnTo>
                  <a:lnTo>
                    <a:pt x="592131" y="1135154"/>
                  </a:lnTo>
                  <a:lnTo>
                    <a:pt x="591253" y="1135873"/>
                  </a:lnTo>
                  <a:lnTo>
                    <a:pt x="590989" y="1136053"/>
                  </a:lnTo>
                  <a:lnTo>
                    <a:pt x="590638" y="1136502"/>
                  </a:lnTo>
                  <a:lnTo>
                    <a:pt x="590286" y="1136682"/>
                  </a:lnTo>
                  <a:lnTo>
                    <a:pt x="589935" y="1136951"/>
                  </a:lnTo>
                  <a:lnTo>
                    <a:pt x="589583" y="1137131"/>
                  </a:lnTo>
                  <a:lnTo>
                    <a:pt x="588880" y="1137310"/>
                  </a:lnTo>
                  <a:lnTo>
                    <a:pt x="587914" y="1137490"/>
                  </a:lnTo>
                  <a:lnTo>
                    <a:pt x="587035" y="1137670"/>
                  </a:lnTo>
                  <a:lnTo>
                    <a:pt x="586596" y="1137850"/>
                  </a:lnTo>
                  <a:lnTo>
                    <a:pt x="586157" y="1138029"/>
                  </a:lnTo>
                  <a:lnTo>
                    <a:pt x="585717" y="1138209"/>
                  </a:lnTo>
                  <a:lnTo>
                    <a:pt x="585014" y="1138478"/>
                  </a:lnTo>
                  <a:lnTo>
                    <a:pt x="584311" y="1138928"/>
                  </a:lnTo>
                  <a:lnTo>
                    <a:pt x="583521" y="1139197"/>
                  </a:lnTo>
                  <a:lnTo>
                    <a:pt x="583169" y="1139287"/>
                  </a:lnTo>
                  <a:lnTo>
                    <a:pt x="582554" y="1139197"/>
                  </a:lnTo>
                  <a:lnTo>
                    <a:pt x="582203" y="1139287"/>
                  </a:lnTo>
                  <a:lnTo>
                    <a:pt x="580797" y="1139467"/>
                  </a:lnTo>
                  <a:lnTo>
                    <a:pt x="580182" y="1139467"/>
                  </a:lnTo>
                  <a:lnTo>
                    <a:pt x="579303" y="1139736"/>
                  </a:lnTo>
                  <a:lnTo>
                    <a:pt x="577897" y="1140455"/>
                  </a:lnTo>
                  <a:lnTo>
                    <a:pt x="576667" y="1140904"/>
                  </a:lnTo>
                  <a:lnTo>
                    <a:pt x="575788" y="1141084"/>
                  </a:lnTo>
                  <a:lnTo>
                    <a:pt x="574822" y="1141264"/>
                  </a:lnTo>
                  <a:lnTo>
                    <a:pt x="573240" y="1141264"/>
                  </a:lnTo>
                  <a:lnTo>
                    <a:pt x="572186" y="1141443"/>
                  </a:lnTo>
                  <a:lnTo>
                    <a:pt x="570604" y="1141713"/>
                  </a:lnTo>
                  <a:lnTo>
                    <a:pt x="569023" y="1141803"/>
                  </a:lnTo>
                  <a:lnTo>
                    <a:pt x="566650" y="1141803"/>
                  </a:lnTo>
                  <a:lnTo>
                    <a:pt x="565069" y="1141803"/>
                  </a:lnTo>
                  <a:lnTo>
                    <a:pt x="563751" y="1141893"/>
                  </a:lnTo>
                  <a:lnTo>
                    <a:pt x="563399" y="1141893"/>
                  </a:lnTo>
                  <a:lnTo>
                    <a:pt x="562433" y="1141983"/>
                  </a:lnTo>
                  <a:lnTo>
                    <a:pt x="560587" y="1141893"/>
                  </a:lnTo>
                  <a:lnTo>
                    <a:pt x="559797" y="1142072"/>
                  </a:lnTo>
                  <a:lnTo>
                    <a:pt x="558479" y="1142162"/>
                  </a:lnTo>
                  <a:lnTo>
                    <a:pt x="557161" y="1142252"/>
                  </a:lnTo>
                  <a:lnTo>
                    <a:pt x="556546" y="1142252"/>
                  </a:lnTo>
                  <a:lnTo>
                    <a:pt x="555579" y="1142432"/>
                  </a:lnTo>
                  <a:lnTo>
                    <a:pt x="554964" y="1142612"/>
                  </a:lnTo>
                  <a:lnTo>
                    <a:pt x="553997" y="1143061"/>
                  </a:lnTo>
                  <a:lnTo>
                    <a:pt x="551274" y="1143420"/>
                  </a:lnTo>
                  <a:lnTo>
                    <a:pt x="549692" y="1143510"/>
                  </a:lnTo>
                  <a:lnTo>
                    <a:pt x="548725" y="1143780"/>
                  </a:lnTo>
                  <a:lnTo>
                    <a:pt x="548198" y="1143869"/>
                  </a:lnTo>
                  <a:lnTo>
                    <a:pt x="547144" y="1143869"/>
                  </a:lnTo>
                  <a:lnTo>
                    <a:pt x="546529" y="1143780"/>
                  </a:lnTo>
                  <a:lnTo>
                    <a:pt x="545914" y="1143959"/>
                  </a:lnTo>
                  <a:lnTo>
                    <a:pt x="545211" y="1144498"/>
                  </a:lnTo>
                  <a:lnTo>
                    <a:pt x="544244" y="1144768"/>
                  </a:lnTo>
                  <a:lnTo>
                    <a:pt x="543366" y="1144768"/>
                  </a:lnTo>
                  <a:lnTo>
                    <a:pt x="542838" y="1144408"/>
                  </a:lnTo>
                  <a:lnTo>
                    <a:pt x="542487" y="1144229"/>
                  </a:lnTo>
                  <a:lnTo>
                    <a:pt x="541696" y="1143869"/>
                  </a:lnTo>
                  <a:lnTo>
                    <a:pt x="540730" y="1143600"/>
                  </a:lnTo>
                  <a:lnTo>
                    <a:pt x="539675" y="1143330"/>
                  </a:lnTo>
                  <a:lnTo>
                    <a:pt x="539148" y="1143420"/>
                  </a:lnTo>
                  <a:lnTo>
                    <a:pt x="538533" y="1143600"/>
                  </a:lnTo>
                  <a:lnTo>
                    <a:pt x="538006" y="1143780"/>
                  </a:lnTo>
                  <a:lnTo>
                    <a:pt x="537127" y="1143959"/>
                  </a:lnTo>
                  <a:lnTo>
                    <a:pt x="536600" y="1144049"/>
                  </a:lnTo>
                  <a:lnTo>
                    <a:pt x="535897" y="1144229"/>
                  </a:lnTo>
                  <a:lnTo>
                    <a:pt x="534579" y="1144229"/>
                  </a:lnTo>
                  <a:lnTo>
                    <a:pt x="533964" y="1144498"/>
                  </a:lnTo>
                  <a:lnTo>
                    <a:pt x="533437" y="1144588"/>
                  </a:lnTo>
                  <a:lnTo>
                    <a:pt x="532646" y="1144858"/>
                  </a:lnTo>
                  <a:lnTo>
                    <a:pt x="531591" y="1144768"/>
                  </a:lnTo>
                  <a:lnTo>
                    <a:pt x="530889" y="1144678"/>
                  </a:lnTo>
                  <a:lnTo>
                    <a:pt x="530361" y="1144498"/>
                  </a:lnTo>
                  <a:lnTo>
                    <a:pt x="529834" y="1144678"/>
                  </a:lnTo>
                  <a:lnTo>
                    <a:pt x="529043" y="1145127"/>
                  </a:lnTo>
                  <a:lnTo>
                    <a:pt x="528077" y="1145756"/>
                  </a:lnTo>
                  <a:lnTo>
                    <a:pt x="527550" y="1146026"/>
                  </a:lnTo>
                  <a:lnTo>
                    <a:pt x="527022" y="1146475"/>
                  </a:lnTo>
                  <a:lnTo>
                    <a:pt x="526407" y="1146475"/>
                  </a:lnTo>
                  <a:lnTo>
                    <a:pt x="525880" y="1146205"/>
                  </a:lnTo>
                  <a:lnTo>
                    <a:pt x="525265" y="1146116"/>
                  </a:lnTo>
                  <a:lnTo>
                    <a:pt x="524738" y="1145936"/>
                  </a:lnTo>
                  <a:lnTo>
                    <a:pt x="524035" y="1145936"/>
                  </a:lnTo>
                  <a:lnTo>
                    <a:pt x="523683" y="1145846"/>
                  </a:lnTo>
                  <a:lnTo>
                    <a:pt x="523156" y="1146295"/>
                  </a:lnTo>
                  <a:lnTo>
                    <a:pt x="522541" y="1146295"/>
                  </a:lnTo>
                  <a:lnTo>
                    <a:pt x="521750" y="1146385"/>
                  </a:lnTo>
                  <a:lnTo>
                    <a:pt x="521047" y="1146655"/>
                  </a:lnTo>
                  <a:lnTo>
                    <a:pt x="520345" y="1146834"/>
                  </a:lnTo>
                  <a:lnTo>
                    <a:pt x="519642" y="1147104"/>
                  </a:lnTo>
                  <a:lnTo>
                    <a:pt x="519202" y="1147104"/>
                  </a:lnTo>
                  <a:lnTo>
                    <a:pt x="518499" y="1147643"/>
                  </a:lnTo>
                  <a:lnTo>
                    <a:pt x="517884" y="1148092"/>
                  </a:lnTo>
                  <a:lnTo>
                    <a:pt x="517533" y="1148811"/>
                  </a:lnTo>
                  <a:lnTo>
                    <a:pt x="517269" y="1149081"/>
                  </a:lnTo>
                  <a:lnTo>
                    <a:pt x="516918" y="1148901"/>
                  </a:lnTo>
                  <a:lnTo>
                    <a:pt x="516303" y="1148721"/>
                  </a:lnTo>
                  <a:lnTo>
                    <a:pt x="515776" y="1148811"/>
                  </a:lnTo>
                  <a:lnTo>
                    <a:pt x="515160" y="1148721"/>
                  </a:lnTo>
                  <a:lnTo>
                    <a:pt x="514545" y="1148542"/>
                  </a:lnTo>
                  <a:lnTo>
                    <a:pt x="513842" y="1148542"/>
                  </a:lnTo>
                  <a:lnTo>
                    <a:pt x="513140" y="1148631"/>
                  </a:lnTo>
                  <a:lnTo>
                    <a:pt x="512261" y="1148901"/>
                  </a:lnTo>
                  <a:lnTo>
                    <a:pt x="511470" y="1149081"/>
                  </a:lnTo>
                  <a:lnTo>
                    <a:pt x="510855" y="1149350"/>
                  </a:lnTo>
                  <a:lnTo>
                    <a:pt x="510328" y="1149620"/>
                  </a:lnTo>
                  <a:lnTo>
                    <a:pt x="509449" y="1149799"/>
                  </a:lnTo>
                  <a:lnTo>
                    <a:pt x="508834" y="1150159"/>
                  </a:lnTo>
                  <a:lnTo>
                    <a:pt x="508483" y="1150518"/>
                  </a:lnTo>
                  <a:lnTo>
                    <a:pt x="508131" y="1150878"/>
                  </a:lnTo>
                  <a:lnTo>
                    <a:pt x="507692" y="1151327"/>
                  </a:lnTo>
                  <a:lnTo>
                    <a:pt x="507077" y="1151776"/>
                  </a:lnTo>
                  <a:lnTo>
                    <a:pt x="506374" y="1152135"/>
                  </a:lnTo>
                  <a:lnTo>
                    <a:pt x="505056" y="1152675"/>
                  </a:lnTo>
                  <a:lnTo>
                    <a:pt x="503650" y="1153214"/>
                  </a:lnTo>
                  <a:lnTo>
                    <a:pt x="502508" y="1153303"/>
                  </a:lnTo>
                  <a:lnTo>
                    <a:pt x="501190" y="1153393"/>
                  </a:lnTo>
                  <a:lnTo>
                    <a:pt x="499520" y="1153573"/>
                  </a:lnTo>
                  <a:lnTo>
                    <a:pt x="497939" y="1150069"/>
                  </a:lnTo>
                  <a:lnTo>
                    <a:pt x="493457" y="1146026"/>
                  </a:lnTo>
                  <a:lnTo>
                    <a:pt x="243917" y="758779"/>
                  </a:lnTo>
                  <a:lnTo>
                    <a:pt x="68447" y="491300"/>
                  </a:lnTo>
                  <a:lnTo>
                    <a:pt x="10104" y="397768"/>
                  </a:lnTo>
                  <a:lnTo>
                    <a:pt x="0" y="375935"/>
                  </a:lnTo>
                  <a:lnTo>
                    <a:pt x="157720" y="275934"/>
                  </a:lnTo>
                  <a:lnTo>
                    <a:pt x="327038" y="181144"/>
                  </a:lnTo>
                  <a:lnTo>
                    <a:pt x="356210" y="187074"/>
                  </a:lnTo>
                  <a:lnTo>
                    <a:pt x="387051" y="191656"/>
                  </a:lnTo>
                  <a:lnTo>
                    <a:pt x="397595" y="192644"/>
                  </a:lnTo>
                  <a:lnTo>
                    <a:pt x="413675" y="197856"/>
                  </a:lnTo>
                  <a:lnTo>
                    <a:pt x="430721" y="198574"/>
                  </a:lnTo>
                  <a:lnTo>
                    <a:pt x="467625" y="203157"/>
                  </a:lnTo>
                  <a:lnTo>
                    <a:pt x="488185" y="210704"/>
                  </a:lnTo>
                  <a:lnTo>
                    <a:pt x="502332" y="223822"/>
                  </a:lnTo>
                  <a:lnTo>
                    <a:pt x="516391" y="242510"/>
                  </a:lnTo>
                  <a:lnTo>
                    <a:pt x="535370" y="257335"/>
                  </a:lnTo>
                  <a:lnTo>
                    <a:pt x="551098" y="263894"/>
                  </a:lnTo>
                  <a:lnTo>
                    <a:pt x="566474" y="269465"/>
                  </a:lnTo>
                  <a:lnTo>
                    <a:pt x="582554" y="263175"/>
                  </a:lnTo>
                  <a:lnTo>
                    <a:pt x="598282" y="250058"/>
                  </a:lnTo>
                  <a:lnTo>
                    <a:pt x="613395" y="246464"/>
                  </a:lnTo>
                  <a:lnTo>
                    <a:pt x="630705" y="246464"/>
                  </a:lnTo>
                  <a:lnTo>
                    <a:pt x="643270" y="239276"/>
                  </a:lnTo>
                  <a:lnTo>
                    <a:pt x="653814" y="227775"/>
                  </a:lnTo>
                  <a:lnTo>
                    <a:pt x="667609" y="220228"/>
                  </a:lnTo>
                  <a:lnTo>
                    <a:pt x="679471" y="216724"/>
                  </a:lnTo>
                  <a:lnTo>
                    <a:pt x="696517" y="206751"/>
                  </a:lnTo>
                  <a:lnTo>
                    <a:pt x="718659" y="193633"/>
                  </a:lnTo>
                  <a:lnTo>
                    <a:pt x="736672" y="184738"/>
                  </a:lnTo>
                  <a:lnTo>
                    <a:pt x="754596" y="169284"/>
                  </a:lnTo>
                  <a:lnTo>
                    <a:pt x="767776" y="158502"/>
                  </a:lnTo>
                  <a:lnTo>
                    <a:pt x="791852" y="140802"/>
                  </a:lnTo>
                  <a:lnTo>
                    <a:pt x="809864" y="126965"/>
                  </a:lnTo>
                  <a:lnTo>
                    <a:pt x="825680" y="114297"/>
                  </a:lnTo>
                  <a:lnTo>
                    <a:pt x="832007" y="109265"/>
                  </a:lnTo>
                  <a:lnTo>
                    <a:pt x="850019" y="93811"/>
                  </a:lnTo>
                  <a:lnTo>
                    <a:pt x="868296" y="86893"/>
                  </a:lnTo>
                  <a:lnTo>
                    <a:pt x="884639" y="82041"/>
                  </a:lnTo>
                  <a:lnTo>
                    <a:pt x="900982" y="77099"/>
                  </a:lnTo>
                  <a:lnTo>
                    <a:pt x="916710" y="66857"/>
                  </a:lnTo>
                  <a:lnTo>
                    <a:pt x="933756" y="51493"/>
                  </a:lnTo>
                  <a:lnTo>
                    <a:pt x="960292" y="43047"/>
                  </a:lnTo>
                  <a:lnTo>
                    <a:pt x="981643" y="38105"/>
                  </a:lnTo>
                  <a:lnTo>
                    <a:pt x="983489" y="37656"/>
                  </a:lnTo>
                  <a:lnTo>
                    <a:pt x="995614" y="35410"/>
                  </a:lnTo>
                  <a:lnTo>
                    <a:pt x="1004577" y="33703"/>
                  </a:lnTo>
                  <a:lnTo>
                    <a:pt x="1055539" y="28042"/>
                  </a:lnTo>
                  <a:lnTo>
                    <a:pt x="1083481" y="22382"/>
                  </a:lnTo>
                  <a:lnTo>
                    <a:pt x="1115288" y="11061"/>
                  </a:lnTo>
                  <a:lnTo>
                    <a:pt x="1127765" y="8994"/>
                  </a:lnTo>
                  <a:lnTo>
                    <a:pt x="1130313" y="8545"/>
                  </a:lnTo>
                  <a:lnTo>
                    <a:pt x="1155619" y="459"/>
                  </a:lnTo>
                  <a:lnTo>
                    <a:pt x="115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932472" y="2102586"/>
              <a:ext cx="681738" cy="801896"/>
            </a:xfrm>
            <a:custGeom>
              <a:avLst/>
              <a:pathLst>
                <a:path w="681738" h="801896">
                  <a:moveTo>
                    <a:pt x="129233" y="5570"/>
                  </a:moveTo>
                  <a:lnTo>
                    <a:pt x="132397" y="7996"/>
                  </a:lnTo>
                  <a:lnTo>
                    <a:pt x="134857" y="10602"/>
                  </a:lnTo>
                  <a:lnTo>
                    <a:pt x="136087" y="11859"/>
                  </a:lnTo>
                  <a:lnTo>
                    <a:pt x="135999" y="12039"/>
                  </a:lnTo>
                  <a:lnTo>
                    <a:pt x="136526" y="12578"/>
                  </a:lnTo>
                  <a:lnTo>
                    <a:pt x="137405" y="13926"/>
                  </a:lnTo>
                  <a:lnTo>
                    <a:pt x="137581" y="14914"/>
                  </a:lnTo>
                  <a:lnTo>
                    <a:pt x="138108" y="15993"/>
                  </a:lnTo>
                  <a:lnTo>
                    <a:pt x="138196" y="16172"/>
                  </a:lnTo>
                  <a:lnTo>
                    <a:pt x="138899" y="17250"/>
                  </a:lnTo>
                  <a:lnTo>
                    <a:pt x="139777" y="18329"/>
                  </a:lnTo>
                  <a:lnTo>
                    <a:pt x="140656" y="19317"/>
                  </a:lnTo>
                  <a:lnTo>
                    <a:pt x="144874" y="24618"/>
                  </a:lnTo>
                  <a:lnTo>
                    <a:pt x="145313" y="25157"/>
                  </a:lnTo>
                  <a:lnTo>
                    <a:pt x="145928" y="25876"/>
                  </a:lnTo>
                  <a:lnTo>
                    <a:pt x="146543" y="26505"/>
                  </a:lnTo>
                  <a:lnTo>
                    <a:pt x="148476" y="29110"/>
                  </a:lnTo>
                  <a:lnTo>
                    <a:pt x="152430" y="34142"/>
                  </a:lnTo>
                  <a:lnTo>
                    <a:pt x="152957" y="34951"/>
                  </a:lnTo>
                  <a:lnTo>
                    <a:pt x="162447" y="48877"/>
                  </a:lnTo>
                  <a:lnTo>
                    <a:pt x="165259" y="52920"/>
                  </a:lnTo>
                  <a:lnTo>
                    <a:pt x="160778" y="61186"/>
                  </a:lnTo>
                  <a:lnTo>
                    <a:pt x="151639" y="77629"/>
                  </a:lnTo>
                  <a:lnTo>
                    <a:pt x="152694" y="78257"/>
                  </a:lnTo>
                  <a:lnTo>
                    <a:pt x="167895" y="86703"/>
                  </a:lnTo>
                  <a:lnTo>
                    <a:pt x="175188" y="90567"/>
                  </a:lnTo>
                  <a:lnTo>
                    <a:pt x="177560" y="86434"/>
                  </a:lnTo>
                  <a:lnTo>
                    <a:pt x="179932" y="82301"/>
                  </a:lnTo>
                  <a:lnTo>
                    <a:pt x="183447" y="83918"/>
                  </a:lnTo>
                  <a:lnTo>
                    <a:pt x="184150" y="83019"/>
                  </a:lnTo>
                  <a:lnTo>
                    <a:pt x="185556" y="80414"/>
                  </a:lnTo>
                  <a:lnTo>
                    <a:pt x="193552" y="84457"/>
                  </a:lnTo>
                  <a:lnTo>
                    <a:pt x="194782" y="77808"/>
                  </a:lnTo>
                  <a:lnTo>
                    <a:pt x="196100" y="72327"/>
                  </a:lnTo>
                  <a:lnTo>
                    <a:pt x="197506" y="69902"/>
                  </a:lnTo>
                  <a:lnTo>
                    <a:pt x="198296" y="68644"/>
                  </a:lnTo>
                  <a:lnTo>
                    <a:pt x="199439" y="66847"/>
                  </a:lnTo>
                  <a:lnTo>
                    <a:pt x="201196" y="64241"/>
                  </a:lnTo>
                  <a:lnTo>
                    <a:pt x="204271" y="61186"/>
                  </a:lnTo>
                  <a:lnTo>
                    <a:pt x="205238" y="60198"/>
                  </a:lnTo>
                  <a:lnTo>
                    <a:pt x="206732" y="61186"/>
                  </a:lnTo>
                  <a:lnTo>
                    <a:pt x="218418" y="68105"/>
                  </a:lnTo>
                  <a:lnTo>
                    <a:pt x="230543" y="91106"/>
                  </a:lnTo>
                  <a:lnTo>
                    <a:pt x="234585" y="93801"/>
                  </a:lnTo>
                  <a:lnTo>
                    <a:pt x="236167" y="94700"/>
                  </a:lnTo>
                  <a:lnTo>
                    <a:pt x="237046" y="95149"/>
                  </a:lnTo>
                  <a:lnTo>
                    <a:pt x="233531" y="102696"/>
                  </a:lnTo>
                  <a:lnTo>
                    <a:pt x="235376" y="103774"/>
                  </a:lnTo>
                  <a:lnTo>
                    <a:pt x="237924" y="105122"/>
                  </a:lnTo>
                  <a:lnTo>
                    <a:pt x="238539" y="105571"/>
                  </a:lnTo>
                  <a:lnTo>
                    <a:pt x="238188" y="106560"/>
                  </a:lnTo>
                  <a:lnTo>
                    <a:pt x="238451" y="107368"/>
                  </a:lnTo>
                  <a:lnTo>
                    <a:pt x="239594" y="109615"/>
                  </a:lnTo>
                  <a:lnTo>
                    <a:pt x="282385" y="175833"/>
                  </a:lnTo>
                  <a:lnTo>
                    <a:pt x="280452" y="176911"/>
                  </a:lnTo>
                  <a:lnTo>
                    <a:pt x="282824" y="181853"/>
                  </a:lnTo>
                  <a:lnTo>
                    <a:pt x="285724" y="180235"/>
                  </a:lnTo>
                  <a:lnTo>
                    <a:pt x="288623" y="177989"/>
                  </a:lnTo>
                  <a:lnTo>
                    <a:pt x="290293" y="176282"/>
                  </a:lnTo>
                  <a:lnTo>
                    <a:pt x="291259" y="175024"/>
                  </a:lnTo>
                  <a:lnTo>
                    <a:pt x="294071" y="177720"/>
                  </a:lnTo>
                  <a:lnTo>
                    <a:pt x="295653" y="176731"/>
                  </a:lnTo>
                  <a:lnTo>
                    <a:pt x="297410" y="178349"/>
                  </a:lnTo>
                  <a:lnTo>
                    <a:pt x="297322" y="179067"/>
                  </a:lnTo>
                  <a:lnTo>
                    <a:pt x="297937" y="179786"/>
                  </a:lnTo>
                  <a:lnTo>
                    <a:pt x="297937" y="180325"/>
                  </a:lnTo>
                  <a:lnTo>
                    <a:pt x="297146" y="180774"/>
                  </a:lnTo>
                  <a:lnTo>
                    <a:pt x="295916" y="181403"/>
                  </a:lnTo>
                  <a:lnTo>
                    <a:pt x="295037" y="182032"/>
                  </a:lnTo>
                  <a:lnTo>
                    <a:pt x="294598" y="183021"/>
                  </a:lnTo>
                  <a:lnTo>
                    <a:pt x="294422" y="184009"/>
                  </a:lnTo>
                  <a:lnTo>
                    <a:pt x="294422" y="185177"/>
                  </a:lnTo>
                  <a:lnTo>
                    <a:pt x="294686" y="186165"/>
                  </a:lnTo>
                  <a:lnTo>
                    <a:pt x="294598" y="186974"/>
                  </a:lnTo>
                  <a:lnTo>
                    <a:pt x="295301" y="187244"/>
                  </a:lnTo>
                  <a:lnTo>
                    <a:pt x="295916" y="187513"/>
                  </a:lnTo>
                  <a:lnTo>
                    <a:pt x="296531" y="188142"/>
                  </a:lnTo>
                  <a:lnTo>
                    <a:pt x="297322" y="189130"/>
                  </a:lnTo>
                  <a:lnTo>
                    <a:pt x="297761" y="190119"/>
                  </a:lnTo>
                  <a:lnTo>
                    <a:pt x="299519" y="189759"/>
                  </a:lnTo>
                  <a:lnTo>
                    <a:pt x="300046" y="190119"/>
                  </a:lnTo>
                  <a:lnTo>
                    <a:pt x="301540" y="190478"/>
                  </a:lnTo>
                  <a:lnTo>
                    <a:pt x="302418" y="191197"/>
                  </a:lnTo>
                  <a:lnTo>
                    <a:pt x="303297" y="192994"/>
                  </a:lnTo>
                  <a:lnTo>
                    <a:pt x="303385" y="193533"/>
                  </a:lnTo>
                  <a:lnTo>
                    <a:pt x="304088" y="194701"/>
                  </a:lnTo>
                  <a:lnTo>
                    <a:pt x="305406" y="197037"/>
                  </a:lnTo>
                  <a:lnTo>
                    <a:pt x="306899" y="199373"/>
                  </a:lnTo>
                  <a:lnTo>
                    <a:pt x="307339" y="199553"/>
                  </a:lnTo>
                  <a:lnTo>
                    <a:pt x="315071" y="200361"/>
                  </a:lnTo>
                  <a:lnTo>
                    <a:pt x="315862" y="200182"/>
                  </a:lnTo>
                  <a:lnTo>
                    <a:pt x="320870" y="199283"/>
                  </a:lnTo>
                  <a:lnTo>
                    <a:pt x="325966" y="196947"/>
                  </a:lnTo>
                  <a:lnTo>
                    <a:pt x="330272" y="195150"/>
                  </a:lnTo>
                  <a:lnTo>
                    <a:pt x="336247" y="194342"/>
                  </a:lnTo>
                  <a:lnTo>
                    <a:pt x="344155" y="194521"/>
                  </a:lnTo>
                  <a:lnTo>
                    <a:pt x="351975" y="193174"/>
                  </a:lnTo>
                  <a:lnTo>
                    <a:pt x="361640" y="188861"/>
                  </a:lnTo>
                  <a:lnTo>
                    <a:pt x="368142" y="183919"/>
                  </a:lnTo>
                  <a:lnTo>
                    <a:pt x="375611" y="178708"/>
                  </a:lnTo>
                  <a:lnTo>
                    <a:pt x="380531" y="173587"/>
                  </a:lnTo>
                  <a:lnTo>
                    <a:pt x="383519" y="170532"/>
                  </a:lnTo>
                  <a:lnTo>
                    <a:pt x="389230" y="164063"/>
                  </a:lnTo>
                  <a:lnTo>
                    <a:pt x="403201" y="155617"/>
                  </a:lnTo>
                  <a:lnTo>
                    <a:pt x="411900" y="152921"/>
                  </a:lnTo>
                  <a:lnTo>
                    <a:pt x="425695" y="150316"/>
                  </a:lnTo>
                  <a:lnTo>
                    <a:pt x="434657" y="146902"/>
                  </a:lnTo>
                  <a:lnTo>
                    <a:pt x="446168" y="140792"/>
                  </a:lnTo>
                  <a:lnTo>
                    <a:pt x="450561" y="138815"/>
                  </a:lnTo>
                  <a:lnTo>
                    <a:pt x="459436" y="140253"/>
                  </a:lnTo>
                  <a:lnTo>
                    <a:pt x="469540" y="143577"/>
                  </a:lnTo>
                  <a:lnTo>
                    <a:pt x="480084" y="144476"/>
                  </a:lnTo>
                  <a:lnTo>
                    <a:pt x="496515" y="145015"/>
                  </a:lnTo>
                  <a:lnTo>
                    <a:pt x="513561" y="144655"/>
                  </a:lnTo>
                  <a:lnTo>
                    <a:pt x="523578" y="144566"/>
                  </a:lnTo>
                  <a:lnTo>
                    <a:pt x="534298" y="140882"/>
                  </a:lnTo>
                  <a:lnTo>
                    <a:pt x="549762" y="128483"/>
                  </a:lnTo>
                  <a:lnTo>
                    <a:pt x="559252" y="119678"/>
                  </a:lnTo>
                  <a:lnTo>
                    <a:pt x="563909" y="116263"/>
                  </a:lnTo>
                  <a:lnTo>
                    <a:pt x="573047" y="108806"/>
                  </a:lnTo>
                  <a:lnTo>
                    <a:pt x="578495" y="107997"/>
                  </a:lnTo>
                  <a:lnTo>
                    <a:pt x="590708" y="107458"/>
                  </a:lnTo>
                  <a:lnTo>
                    <a:pt x="595629" y="106739"/>
                  </a:lnTo>
                  <a:lnTo>
                    <a:pt x="602219" y="105751"/>
                  </a:lnTo>
                  <a:lnTo>
                    <a:pt x="610214" y="105392"/>
                  </a:lnTo>
                  <a:lnTo>
                    <a:pt x="617156" y="108177"/>
                  </a:lnTo>
                  <a:lnTo>
                    <a:pt x="617947" y="108536"/>
                  </a:lnTo>
                  <a:lnTo>
                    <a:pt x="627173" y="112759"/>
                  </a:lnTo>
                  <a:lnTo>
                    <a:pt x="638332" y="116084"/>
                  </a:lnTo>
                  <a:lnTo>
                    <a:pt x="644658" y="116173"/>
                  </a:lnTo>
                  <a:lnTo>
                    <a:pt x="659156" y="110962"/>
                  </a:lnTo>
                  <a:lnTo>
                    <a:pt x="664692" y="104044"/>
                  </a:lnTo>
                  <a:lnTo>
                    <a:pt x="681738" y="84187"/>
                  </a:lnTo>
                  <a:lnTo>
                    <a:pt x="676026" y="104403"/>
                  </a:lnTo>
                  <a:lnTo>
                    <a:pt x="676290" y="121295"/>
                  </a:lnTo>
                  <a:lnTo>
                    <a:pt x="671369" y="144745"/>
                  </a:lnTo>
                  <a:lnTo>
                    <a:pt x="670842" y="146183"/>
                  </a:lnTo>
                  <a:lnTo>
                    <a:pt x="664252" y="162356"/>
                  </a:lnTo>
                  <a:lnTo>
                    <a:pt x="658980" y="175384"/>
                  </a:lnTo>
                  <a:lnTo>
                    <a:pt x="658453" y="185896"/>
                  </a:lnTo>
                  <a:lnTo>
                    <a:pt x="662495" y="213479"/>
                  </a:lnTo>
                  <a:lnTo>
                    <a:pt x="662056" y="227316"/>
                  </a:lnTo>
                  <a:lnTo>
                    <a:pt x="661968" y="231179"/>
                  </a:lnTo>
                  <a:lnTo>
                    <a:pt x="669173" y="239445"/>
                  </a:lnTo>
                  <a:lnTo>
                    <a:pt x="674093" y="245016"/>
                  </a:lnTo>
                  <a:lnTo>
                    <a:pt x="674620" y="246544"/>
                  </a:lnTo>
                  <a:lnTo>
                    <a:pt x="677872" y="256337"/>
                  </a:lnTo>
                  <a:lnTo>
                    <a:pt x="672775" y="260740"/>
                  </a:lnTo>
                  <a:lnTo>
                    <a:pt x="660035" y="262357"/>
                  </a:lnTo>
                  <a:lnTo>
                    <a:pt x="639562" y="261279"/>
                  </a:lnTo>
                  <a:lnTo>
                    <a:pt x="613905" y="265412"/>
                  </a:lnTo>
                  <a:lnTo>
                    <a:pt x="602834" y="275924"/>
                  </a:lnTo>
                  <a:lnTo>
                    <a:pt x="591147" y="286975"/>
                  </a:lnTo>
                  <a:lnTo>
                    <a:pt x="582361" y="298835"/>
                  </a:lnTo>
                  <a:lnTo>
                    <a:pt x="579725" y="321567"/>
                  </a:lnTo>
                  <a:lnTo>
                    <a:pt x="575771" y="329833"/>
                  </a:lnTo>
                  <a:lnTo>
                    <a:pt x="568917" y="333427"/>
                  </a:lnTo>
                  <a:lnTo>
                    <a:pt x="549674" y="340435"/>
                  </a:lnTo>
                  <a:lnTo>
                    <a:pt x="547302" y="355350"/>
                  </a:lnTo>
                  <a:lnTo>
                    <a:pt x="544842" y="357686"/>
                  </a:lnTo>
                  <a:lnTo>
                    <a:pt x="539306" y="360921"/>
                  </a:lnTo>
                  <a:lnTo>
                    <a:pt x="536670" y="361460"/>
                  </a:lnTo>
                  <a:lnTo>
                    <a:pt x="531574" y="362628"/>
                  </a:lnTo>
                  <a:lnTo>
                    <a:pt x="529641" y="364604"/>
                  </a:lnTo>
                  <a:lnTo>
                    <a:pt x="528586" y="368558"/>
                  </a:lnTo>
                  <a:lnTo>
                    <a:pt x="528674" y="376285"/>
                  </a:lnTo>
                  <a:lnTo>
                    <a:pt x="527181" y="379699"/>
                  </a:lnTo>
                  <a:lnTo>
                    <a:pt x="517076" y="390031"/>
                  </a:lnTo>
                  <a:lnTo>
                    <a:pt x="509080" y="395782"/>
                  </a:lnTo>
                  <a:lnTo>
                    <a:pt x="501875" y="398118"/>
                  </a:lnTo>
                  <a:lnTo>
                    <a:pt x="489047" y="403688"/>
                  </a:lnTo>
                  <a:lnTo>
                    <a:pt x="482193" y="410607"/>
                  </a:lnTo>
                  <a:lnTo>
                    <a:pt x="478678" y="411595"/>
                  </a:lnTo>
                  <a:lnTo>
                    <a:pt x="474724" y="414650"/>
                  </a:lnTo>
                  <a:lnTo>
                    <a:pt x="469013" y="420670"/>
                  </a:lnTo>
                  <a:lnTo>
                    <a:pt x="463390" y="425072"/>
                  </a:lnTo>
                  <a:lnTo>
                    <a:pt x="455218" y="428936"/>
                  </a:lnTo>
                  <a:lnTo>
                    <a:pt x="451879" y="430283"/>
                  </a:lnTo>
                  <a:lnTo>
                    <a:pt x="445641" y="432889"/>
                  </a:lnTo>
                  <a:lnTo>
                    <a:pt x="441247" y="438550"/>
                  </a:lnTo>
                  <a:lnTo>
                    <a:pt x="425080" y="444749"/>
                  </a:lnTo>
                  <a:lnTo>
                    <a:pt x="425343" y="451038"/>
                  </a:lnTo>
                  <a:lnTo>
                    <a:pt x="437557" y="470356"/>
                  </a:lnTo>
                  <a:lnTo>
                    <a:pt x="440896" y="479700"/>
                  </a:lnTo>
                  <a:lnTo>
                    <a:pt x="440281" y="484372"/>
                  </a:lnTo>
                  <a:lnTo>
                    <a:pt x="432812" y="489494"/>
                  </a:lnTo>
                  <a:lnTo>
                    <a:pt x="426398" y="503779"/>
                  </a:lnTo>
                  <a:lnTo>
                    <a:pt x="424201" y="519593"/>
                  </a:lnTo>
                  <a:lnTo>
                    <a:pt x="424465" y="530824"/>
                  </a:lnTo>
                  <a:lnTo>
                    <a:pt x="418402" y="541696"/>
                  </a:lnTo>
                  <a:lnTo>
                    <a:pt x="418578" y="557599"/>
                  </a:lnTo>
                  <a:lnTo>
                    <a:pt x="408824" y="572514"/>
                  </a:lnTo>
                  <a:lnTo>
                    <a:pt x="398983" y="581858"/>
                  </a:lnTo>
                  <a:lnTo>
                    <a:pt x="395381" y="585272"/>
                  </a:lnTo>
                  <a:lnTo>
                    <a:pt x="381586" y="596054"/>
                  </a:lnTo>
                  <a:lnTo>
                    <a:pt x="364803" y="608722"/>
                  </a:lnTo>
                  <a:lnTo>
                    <a:pt x="353469" y="621211"/>
                  </a:lnTo>
                  <a:lnTo>
                    <a:pt x="346439" y="630286"/>
                  </a:lnTo>
                  <a:lnTo>
                    <a:pt x="337565" y="638822"/>
                  </a:lnTo>
                  <a:lnTo>
                    <a:pt x="327372" y="654994"/>
                  </a:lnTo>
                  <a:lnTo>
                    <a:pt x="317004" y="656791"/>
                  </a:lnTo>
                  <a:lnTo>
                    <a:pt x="309008" y="667753"/>
                  </a:lnTo>
                  <a:lnTo>
                    <a:pt x="304615" y="668112"/>
                  </a:lnTo>
                  <a:lnTo>
                    <a:pt x="295389" y="667843"/>
                  </a:lnTo>
                  <a:lnTo>
                    <a:pt x="283703" y="667304"/>
                  </a:lnTo>
                  <a:lnTo>
                    <a:pt x="277640" y="668382"/>
                  </a:lnTo>
                  <a:lnTo>
                    <a:pt x="273422" y="672245"/>
                  </a:lnTo>
                  <a:lnTo>
                    <a:pt x="270874" y="673593"/>
                  </a:lnTo>
                  <a:lnTo>
                    <a:pt x="268238" y="675839"/>
                  </a:lnTo>
                  <a:lnTo>
                    <a:pt x="260154" y="680961"/>
                  </a:lnTo>
                  <a:lnTo>
                    <a:pt x="254531" y="684734"/>
                  </a:lnTo>
                  <a:lnTo>
                    <a:pt x="248556" y="686082"/>
                  </a:lnTo>
                  <a:lnTo>
                    <a:pt x="245129" y="687340"/>
                  </a:lnTo>
                  <a:lnTo>
                    <a:pt x="242933" y="688957"/>
                  </a:lnTo>
                  <a:lnTo>
                    <a:pt x="232828" y="690574"/>
                  </a:lnTo>
                  <a:lnTo>
                    <a:pt x="228083" y="691922"/>
                  </a:lnTo>
                  <a:lnTo>
                    <a:pt x="223251" y="694168"/>
                  </a:lnTo>
                  <a:lnTo>
                    <a:pt x="219297" y="697582"/>
                  </a:lnTo>
                  <a:lnTo>
                    <a:pt x="210071" y="696145"/>
                  </a:lnTo>
                  <a:lnTo>
                    <a:pt x="203481" y="695696"/>
                  </a:lnTo>
                  <a:lnTo>
                    <a:pt x="199351" y="696145"/>
                  </a:lnTo>
                  <a:lnTo>
                    <a:pt x="193288" y="698032"/>
                  </a:lnTo>
                  <a:lnTo>
                    <a:pt x="190389" y="697852"/>
                  </a:lnTo>
                  <a:lnTo>
                    <a:pt x="185380" y="698840"/>
                  </a:lnTo>
                  <a:lnTo>
                    <a:pt x="177911" y="699829"/>
                  </a:lnTo>
                  <a:lnTo>
                    <a:pt x="171234" y="700637"/>
                  </a:lnTo>
                  <a:lnTo>
                    <a:pt x="169564" y="701536"/>
                  </a:lnTo>
                  <a:lnTo>
                    <a:pt x="159460" y="706388"/>
                  </a:lnTo>
                  <a:lnTo>
                    <a:pt x="155769" y="712587"/>
                  </a:lnTo>
                  <a:lnTo>
                    <a:pt x="153221" y="716540"/>
                  </a:lnTo>
                  <a:lnTo>
                    <a:pt x="147949" y="721123"/>
                  </a:lnTo>
                  <a:lnTo>
                    <a:pt x="140568" y="726154"/>
                  </a:lnTo>
                  <a:lnTo>
                    <a:pt x="133539" y="729928"/>
                  </a:lnTo>
                  <a:lnTo>
                    <a:pt x="129936" y="731006"/>
                  </a:lnTo>
                  <a:lnTo>
                    <a:pt x="127213" y="732893"/>
                  </a:lnTo>
                  <a:lnTo>
                    <a:pt x="125104" y="733702"/>
                  </a:lnTo>
                  <a:lnTo>
                    <a:pt x="120623" y="734870"/>
                  </a:lnTo>
                  <a:lnTo>
                    <a:pt x="119129" y="736307"/>
                  </a:lnTo>
                  <a:lnTo>
                    <a:pt x="118250" y="742866"/>
                  </a:lnTo>
                  <a:lnTo>
                    <a:pt x="116932" y="747718"/>
                  </a:lnTo>
                  <a:lnTo>
                    <a:pt x="115087" y="750234"/>
                  </a:lnTo>
                  <a:lnTo>
                    <a:pt x="113154" y="751581"/>
                  </a:lnTo>
                  <a:lnTo>
                    <a:pt x="112100" y="753828"/>
                  </a:lnTo>
                  <a:lnTo>
                    <a:pt x="110079" y="757422"/>
                  </a:lnTo>
                  <a:lnTo>
                    <a:pt x="107530" y="760387"/>
                  </a:lnTo>
                  <a:lnTo>
                    <a:pt x="105773" y="762094"/>
                  </a:lnTo>
                  <a:lnTo>
                    <a:pt x="105422" y="762453"/>
                  </a:lnTo>
                  <a:lnTo>
                    <a:pt x="105158" y="762723"/>
                  </a:lnTo>
                  <a:lnTo>
                    <a:pt x="101204" y="765148"/>
                  </a:lnTo>
                  <a:lnTo>
                    <a:pt x="100150" y="765598"/>
                  </a:lnTo>
                  <a:lnTo>
                    <a:pt x="99535" y="765867"/>
                  </a:lnTo>
                  <a:lnTo>
                    <a:pt x="99095" y="766137"/>
                  </a:lnTo>
                  <a:lnTo>
                    <a:pt x="97338" y="767035"/>
                  </a:lnTo>
                  <a:lnTo>
                    <a:pt x="95405" y="768024"/>
                  </a:lnTo>
                  <a:lnTo>
                    <a:pt x="93999" y="768383"/>
                  </a:lnTo>
                  <a:lnTo>
                    <a:pt x="93560" y="768563"/>
                  </a:lnTo>
                  <a:lnTo>
                    <a:pt x="92066" y="769192"/>
                  </a:lnTo>
                  <a:lnTo>
                    <a:pt x="91539" y="769461"/>
                  </a:lnTo>
                  <a:lnTo>
                    <a:pt x="89694" y="770629"/>
                  </a:lnTo>
                  <a:lnTo>
                    <a:pt x="89166" y="771977"/>
                  </a:lnTo>
                  <a:lnTo>
                    <a:pt x="88376" y="772606"/>
                  </a:lnTo>
                  <a:lnTo>
                    <a:pt x="87409" y="773235"/>
                  </a:lnTo>
                  <a:lnTo>
                    <a:pt x="85740" y="774852"/>
                  </a:lnTo>
                  <a:lnTo>
                    <a:pt x="84158" y="776110"/>
                  </a:lnTo>
                  <a:lnTo>
                    <a:pt x="83279" y="776829"/>
                  </a:lnTo>
                  <a:lnTo>
                    <a:pt x="82928" y="777188"/>
                  </a:lnTo>
                  <a:lnTo>
                    <a:pt x="82752" y="777548"/>
                  </a:lnTo>
                  <a:lnTo>
                    <a:pt x="82225" y="778266"/>
                  </a:lnTo>
                  <a:lnTo>
                    <a:pt x="81961" y="778716"/>
                  </a:lnTo>
                  <a:lnTo>
                    <a:pt x="81873" y="779434"/>
                  </a:lnTo>
                  <a:lnTo>
                    <a:pt x="81873" y="779704"/>
                  </a:lnTo>
                  <a:lnTo>
                    <a:pt x="81961" y="780063"/>
                  </a:lnTo>
                  <a:lnTo>
                    <a:pt x="81961" y="780513"/>
                  </a:lnTo>
                  <a:lnTo>
                    <a:pt x="81961" y="780692"/>
                  </a:lnTo>
                  <a:lnTo>
                    <a:pt x="81786" y="781052"/>
                  </a:lnTo>
                  <a:lnTo>
                    <a:pt x="81083" y="780962"/>
                  </a:lnTo>
                  <a:lnTo>
                    <a:pt x="80116" y="783478"/>
                  </a:lnTo>
                  <a:lnTo>
                    <a:pt x="79765" y="783837"/>
                  </a:lnTo>
                  <a:lnTo>
                    <a:pt x="79501" y="784017"/>
                  </a:lnTo>
                  <a:lnTo>
                    <a:pt x="76338" y="784106"/>
                  </a:lnTo>
                  <a:lnTo>
                    <a:pt x="75371" y="783657"/>
                  </a:lnTo>
                  <a:lnTo>
                    <a:pt x="75020" y="783657"/>
                  </a:lnTo>
                  <a:lnTo>
                    <a:pt x="74756" y="783567"/>
                  </a:lnTo>
                  <a:lnTo>
                    <a:pt x="74581" y="783567"/>
                  </a:lnTo>
                  <a:lnTo>
                    <a:pt x="74756" y="783298"/>
                  </a:lnTo>
                  <a:lnTo>
                    <a:pt x="74668" y="783118"/>
                  </a:lnTo>
                  <a:lnTo>
                    <a:pt x="74581" y="782849"/>
                  </a:lnTo>
                  <a:lnTo>
                    <a:pt x="74405" y="782669"/>
                  </a:lnTo>
                  <a:lnTo>
                    <a:pt x="74141" y="782399"/>
                  </a:lnTo>
                  <a:lnTo>
                    <a:pt x="73614" y="782849"/>
                  </a:lnTo>
                  <a:lnTo>
                    <a:pt x="73438" y="783028"/>
                  </a:lnTo>
                  <a:lnTo>
                    <a:pt x="72296" y="784106"/>
                  </a:lnTo>
                  <a:lnTo>
                    <a:pt x="71769" y="784556"/>
                  </a:lnTo>
                  <a:lnTo>
                    <a:pt x="71681" y="785005"/>
                  </a:lnTo>
                  <a:lnTo>
                    <a:pt x="70187" y="789318"/>
                  </a:lnTo>
                  <a:lnTo>
                    <a:pt x="69133" y="792462"/>
                  </a:lnTo>
                  <a:lnTo>
                    <a:pt x="68342" y="794888"/>
                  </a:lnTo>
                  <a:lnTo>
                    <a:pt x="67991" y="795787"/>
                  </a:lnTo>
                  <a:lnTo>
                    <a:pt x="67903" y="796326"/>
                  </a:lnTo>
                  <a:lnTo>
                    <a:pt x="67991" y="796955"/>
                  </a:lnTo>
                  <a:lnTo>
                    <a:pt x="68342" y="798213"/>
                  </a:lnTo>
                  <a:lnTo>
                    <a:pt x="67903" y="798213"/>
                  </a:lnTo>
                  <a:lnTo>
                    <a:pt x="65882" y="798752"/>
                  </a:lnTo>
                  <a:lnTo>
                    <a:pt x="65179" y="798931"/>
                  </a:lnTo>
                  <a:lnTo>
                    <a:pt x="62806" y="799560"/>
                  </a:lnTo>
                  <a:lnTo>
                    <a:pt x="54547" y="801896"/>
                  </a:lnTo>
                  <a:lnTo>
                    <a:pt x="54371" y="801896"/>
                  </a:lnTo>
                  <a:lnTo>
                    <a:pt x="54108" y="801807"/>
                  </a:lnTo>
                  <a:lnTo>
                    <a:pt x="51735" y="801088"/>
                  </a:lnTo>
                  <a:lnTo>
                    <a:pt x="48221" y="799920"/>
                  </a:lnTo>
                  <a:lnTo>
                    <a:pt x="47342" y="799650"/>
                  </a:lnTo>
                  <a:lnTo>
                    <a:pt x="47166" y="799560"/>
                  </a:lnTo>
                  <a:lnTo>
                    <a:pt x="46903" y="798213"/>
                  </a:lnTo>
                  <a:lnTo>
                    <a:pt x="46903" y="798033"/>
                  </a:lnTo>
                  <a:lnTo>
                    <a:pt x="46639" y="796506"/>
                  </a:lnTo>
                  <a:lnTo>
                    <a:pt x="45936" y="792912"/>
                  </a:lnTo>
                  <a:lnTo>
                    <a:pt x="45497" y="791115"/>
                  </a:lnTo>
                  <a:lnTo>
                    <a:pt x="43739" y="782310"/>
                  </a:lnTo>
                  <a:lnTo>
                    <a:pt x="43212" y="780063"/>
                  </a:lnTo>
                  <a:lnTo>
                    <a:pt x="41718" y="773325"/>
                  </a:lnTo>
                  <a:lnTo>
                    <a:pt x="40928" y="769910"/>
                  </a:lnTo>
                  <a:lnTo>
                    <a:pt x="40752" y="769012"/>
                  </a:lnTo>
                  <a:lnTo>
                    <a:pt x="39961" y="765328"/>
                  </a:lnTo>
                  <a:lnTo>
                    <a:pt x="37062" y="752210"/>
                  </a:lnTo>
                  <a:lnTo>
                    <a:pt x="33020" y="733612"/>
                  </a:lnTo>
                  <a:lnTo>
                    <a:pt x="26869" y="707106"/>
                  </a:lnTo>
                  <a:lnTo>
                    <a:pt x="23794" y="693899"/>
                  </a:lnTo>
                  <a:lnTo>
                    <a:pt x="23794" y="693629"/>
                  </a:lnTo>
                  <a:lnTo>
                    <a:pt x="23706" y="693360"/>
                  </a:lnTo>
                  <a:lnTo>
                    <a:pt x="23442" y="692461"/>
                  </a:lnTo>
                  <a:lnTo>
                    <a:pt x="18434" y="667573"/>
                  </a:lnTo>
                  <a:lnTo>
                    <a:pt x="18082" y="665147"/>
                  </a:lnTo>
                  <a:lnTo>
                    <a:pt x="17995" y="664518"/>
                  </a:lnTo>
                  <a:lnTo>
                    <a:pt x="18082" y="661643"/>
                  </a:lnTo>
                  <a:lnTo>
                    <a:pt x="16325" y="653197"/>
                  </a:lnTo>
                  <a:lnTo>
                    <a:pt x="8856" y="616270"/>
                  </a:lnTo>
                  <a:lnTo>
                    <a:pt x="8769" y="613664"/>
                  </a:lnTo>
                  <a:lnTo>
                    <a:pt x="8681" y="612496"/>
                  </a:lnTo>
                  <a:lnTo>
                    <a:pt x="8681" y="611867"/>
                  </a:lnTo>
                  <a:lnTo>
                    <a:pt x="8681" y="611508"/>
                  </a:lnTo>
                  <a:lnTo>
                    <a:pt x="8593" y="610699"/>
                  </a:lnTo>
                  <a:lnTo>
                    <a:pt x="4727" y="590663"/>
                  </a:lnTo>
                  <a:lnTo>
                    <a:pt x="3057" y="580959"/>
                  </a:lnTo>
                  <a:lnTo>
                    <a:pt x="0" y="581438"/>
                  </a:lnTo>
                  <a:lnTo>
                    <a:pt x="0" y="145720"/>
                  </a:lnTo>
                  <a:lnTo>
                    <a:pt x="2003" y="142050"/>
                  </a:lnTo>
                  <a:lnTo>
                    <a:pt x="3145" y="139804"/>
                  </a:lnTo>
                  <a:lnTo>
                    <a:pt x="4463" y="135940"/>
                  </a:lnTo>
                  <a:lnTo>
                    <a:pt x="6308" y="132526"/>
                  </a:lnTo>
                  <a:lnTo>
                    <a:pt x="7187" y="129471"/>
                  </a:lnTo>
                  <a:lnTo>
                    <a:pt x="8856" y="126057"/>
                  </a:lnTo>
                  <a:lnTo>
                    <a:pt x="10965" y="122193"/>
                  </a:lnTo>
                  <a:lnTo>
                    <a:pt x="14041" y="117881"/>
                  </a:lnTo>
                  <a:lnTo>
                    <a:pt x="16589" y="115994"/>
                  </a:lnTo>
                  <a:lnTo>
                    <a:pt x="20191" y="113837"/>
                  </a:lnTo>
                  <a:lnTo>
                    <a:pt x="22827" y="112400"/>
                  </a:lnTo>
                  <a:lnTo>
                    <a:pt x="25287" y="108896"/>
                  </a:lnTo>
                  <a:lnTo>
                    <a:pt x="28275" y="105212"/>
                  </a:lnTo>
                  <a:lnTo>
                    <a:pt x="29944" y="102427"/>
                  </a:lnTo>
                  <a:lnTo>
                    <a:pt x="30735" y="101708"/>
                  </a:lnTo>
                  <a:lnTo>
                    <a:pt x="31877" y="100809"/>
                  </a:lnTo>
                  <a:lnTo>
                    <a:pt x="35216" y="97305"/>
                  </a:lnTo>
                  <a:lnTo>
                    <a:pt x="38380" y="93532"/>
                  </a:lnTo>
                  <a:lnTo>
                    <a:pt x="41279" y="89938"/>
                  </a:lnTo>
                  <a:lnTo>
                    <a:pt x="44091" y="85445"/>
                  </a:lnTo>
                  <a:lnTo>
                    <a:pt x="47254" y="80414"/>
                  </a:lnTo>
                  <a:lnTo>
                    <a:pt x="50857" y="77988"/>
                  </a:lnTo>
                  <a:lnTo>
                    <a:pt x="53580" y="74484"/>
                  </a:lnTo>
                  <a:lnTo>
                    <a:pt x="57447" y="69991"/>
                  </a:lnTo>
                  <a:lnTo>
                    <a:pt x="63334" y="64870"/>
                  </a:lnTo>
                  <a:lnTo>
                    <a:pt x="68342" y="60018"/>
                  </a:lnTo>
                  <a:lnTo>
                    <a:pt x="71329" y="56784"/>
                  </a:lnTo>
                  <a:lnTo>
                    <a:pt x="75811" y="51033"/>
                  </a:lnTo>
                  <a:lnTo>
                    <a:pt x="79325" y="46541"/>
                  </a:lnTo>
                  <a:lnTo>
                    <a:pt x="83631" y="42588"/>
                  </a:lnTo>
                  <a:lnTo>
                    <a:pt x="86179" y="41240"/>
                  </a:lnTo>
                  <a:lnTo>
                    <a:pt x="89869" y="38634"/>
                  </a:lnTo>
                  <a:lnTo>
                    <a:pt x="90660" y="37107"/>
                  </a:lnTo>
                  <a:lnTo>
                    <a:pt x="90924" y="36388"/>
                  </a:lnTo>
                  <a:lnTo>
                    <a:pt x="91539" y="35310"/>
                  </a:lnTo>
                  <a:lnTo>
                    <a:pt x="92505" y="33243"/>
                  </a:lnTo>
                  <a:lnTo>
                    <a:pt x="93384" y="30997"/>
                  </a:lnTo>
                  <a:lnTo>
                    <a:pt x="93823" y="29200"/>
                  </a:lnTo>
                  <a:lnTo>
                    <a:pt x="94878" y="26954"/>
                  </a:lnTo>
                  <a:lnTo>
                    <a:pt x="96284" y="24798"/>
                  </a:lnTo>
                  <a:lnTo>
                    <a:pt x="98041" y="22282"/>
                  </a:lnTo>
                  <a:lnTo>
                    <a:pt x="98304" y="21833"/>
                  </a:lnTo>
                  <a:lnTo>
                    <a:pt x="100853" y="18508"/>
                  </a:lnTo>
                  <a:lnTo>
                    <a:pt x="100940" y="18329"/>
                  </a:lnTo>
                  <a:lnTo>
                    <a:pt x="105070" y="12578"/>
                  </a:lnTo>
                  <a:lnTo>
                    <a:pt x="109815" y="7547"/>
                  </a:lnTo>
                  <a:lnTo>
                    <a:pt x="114296" y="1168"/>
                  </a:lnTo>
                  <a:lnTo>
                    <a:pt x="117284" y="0"/>
                  </a:lnTo>
                  <a:lnTo>
                    <a:pt x="124752" y="43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00080" y="3300534"/>
              <a:ext cx="679822" cy="376374"/>
            </a:xfrm>
            <a:custGeom>
              <a:avLst/>
              <a:pathLst>
                <a:path w="679822" h="376374">
                  <a:moveTo>
                    <a:pt x="587738" y="988"/>
                  </a:moveTo>
                  <a:lnTo>
                    <a:pt x="597052" y="1437"/>
                  </a:lnTo>
                  <a:lnTo>
                    <a:pt x="601972" y="1796"/>
                  </a:lnTo>
                  <a:lnTo>
                    <a:pt x="607772" y="3144"/>
                  </a:lnTo>
                  <a:lnTo>
                    <a:pt x="611550" y="3683"/>
                  </a:lnTo>
                  <a:lnTo>
                    <a:pt x="615768" y="3953"/>
                  </a:lnTo>
                  <a:lnTo>
                    <a:pt x="623324" y="3683"/>
                  </a:lnTo>
                  <a:lnTo>
                    <a:pt x="623763" y="3683"/>
                  </a:lnTo>
                  <a:lnTo>
                    <a:pt x="626136" y="3234"/>
                  </a:lnTo>
                  <a:lnTo>
                    <a:pt x="630002" y="3144"/>
                  </a:lnTo>
                  <a:lnTo>
                    <a:pt x="632726" y="2964"/>
                  </a:lnTo>
                  <a:lnTo>
                    <a:pt x="637295" y="3234"/>
                  </a:lnTo>
                  <a:lnTo>
                    <a:pt x="637910" y="3234"/>
                  </a:lnTo>
                  <a:lnTo>
                    <a:pt x="639404" y="3593"/>
                  </a:lnTo>
                  <a:lnTo>
                    <a:pt x="639579" y="3593"/>
                  </a:lnTo>
                  <a:lnTo>
                    <a:pt x="643973" y="3593"/>
                  </a:lnTo>
                  <a:lnTo>
                    <a:pt x="650914" y="5750"/>
                  </a:lnTo>
                  <a:lnTo>
                    <a:pt x="657153" y="7457"/>
                  </a:lnTo>
                  <a:lnTo>
                    <a:pt x="658910" y="7726"/>
                  </a:lnTo>
                  <a:lnTo>
                    <a:pt x="662073" y="8266"/>
                  </a:lnTo>
                  <a:lnTo>
                    <a:pt x="663303" y="8266"/>
                  </a:lnTo>
                  <a:lnTo>
                    <a:pt x="676483" y="10512"/>
                  </a:lnTo>
                  <a:lnTo>
                    <a:pt x="679822" y="11141"/>
                  </a:lnTo>
                  <a:lnTo>
                    <a:pt x="676307" y="11859"/>
                  </a:lnTo>
                  <a:lnTo>
                    <a:pt x="673935" y="13207"/>
                  </a:lnTo>
                  <a:lnTo>
                    <a:pt x="673408" y="13387"/>
                  </a:lnTo>
                  <a:lnTo>
                    <a:pt x="672793" y="13926"/>
                  </a:lnTo>
                  <a:lnTo>
                    <a:pt x="671387" y="14735"/>
                  </a:lnTo>
                  <a:lnTo>
                    <a:pt x="670333" y="15004"/>
                  </a:lnTo>
                  <a:lnTo>
                    <a:pt x="669190" y="15004"/>
                  </a:lnTo>
                  <a:lnTo>
                    <a:pt x="667433" y="15004"/>
                  </a:lnTo>
                  <a:lnTo>
                    <a:pt x="666730" y="14914"/>
                  </a:lnTo>
                  <a:lnTo>
                    <a:pt x="666291" y="14645"/>
                  </a:lnTo>
                  <a:lnTo>
                    <a:pt x="665851" y="14375"/>
                  </a:lnTo>
                  <a:lnTo>
                    <a:pt x="665324" y="14106"/>
                  </a:lnTo>
                  <a:lnTo>
                    <a:pt x="664621" y="14016"/>
                  </a:lnTo>
                  <a:lnTo>
                    <a:pt x="663655" y="14016"/>
                  </a:lnTo>
                  <a:lnTo>
                    <a:pt x="660931" y="13926"/>
                  </a:lnTo>
                  <a:lnTo>
                    <a:pt x="659964" y="14016"/>
                  </a:lnTo>
                  <a:lnTo>
                    <a:pt x="659437" y="14106"/>
                  </a:lnTo>
                  <a:lnTo>
                    <a:pt x="658910" y="14106"/>
                  </a:lnTo>
                  <a:lnTo>
                    <a:pt x="657943" y="14016"/>
                  </a:lnTo>
                  <a:lnTo>
                    <a:pt x="657240" y="13926"/>
                  </a:lnTo>
                  <a:lnTo>
                    <a:pt x="655571" y="13926"/>
                  </a:lnTo>
                  <a:lnTo>
                    <a:pt x="654165" y="14016"/>
                  </a:lnTo>
                  <a:lnTo>
                    <a:pt x="652847" y="13836"/>
                  </a:lnTo>
                  <a:lnTo>
                    <a:pt x="651968" y="13567"/>
                  </a:lnTo>
                  <a:lnTo>
                    <a:pt x="650299" y="13297"/>
                  </a:lnTo>
                  <a:lnTo>
                    <a:pt x="649245" y="13028"/>
                  </a:lnTo>
                  <a:lnTo>
                    <a:pt x="648015" y="13028"/>
                  </a:lnTo>
                  <a:lnTo>
                    <a:pt x="646433" y="13297"/>
                  </a:lnTo>
                  <a:lnTo>
                    <a:pt x="645115" y="13567"/>
                  </a:lnTo>
                  <a:lnTo>
                    <a:pt x="642303" y="13117"/>
                  </a:lnTo>
                  <a:lnTo>
                    <a:pt x="640019" y="13387"/>
                  </a:lnTo>
                  <a:lnTo>
                    <a:pt x="638876" y="14196"/>
                  </a:lnTo>
                  <a:lnTo>
                    <a:pt x="638437" y="14465"/>
                  </a:lnTo>
                  <a:lnTo>
                    <a:pt x="637207" y="15004"/>
                  </a:lnTo>
                  <a:lnTo>
                    <a:pt x="636416" y="15004"/>
                  </a:lnTo>
                  <a:lnTo>
                    <a:pt x="635450" y="14914"/>
                  </a:lnTo>
                  <a:lnTo>
                    <a:pt x="634747" y="14465"/>
                  </a:lnTo>
                  <a:lnTo>
                    <a:pt x="633780" y="13926"/>
                  </a:lnTo>
                  <a:lnTo>
                    <a:pt x="632989" y="13567"/>
                  </a:lnTo>
                  <a:lnTo>
                    <a:pt x="632814" y="13567"/>
                  </a:lnTo>
                  <a:lnTo>
                    <a:pt x="632286" y="13656"/>
                  </a:lnTo>
                  <a:lnTo>
                    <a:pt x="630617" y="14285"/>
                  </a:lnTo>
                  <a:lnTo>
                    <a:pt x="629563" y="14824"/>
                  </a:lnTo>
                  <a:lnTo>
                    <a:pt x="627981" y="15094"/>
                  </a:lnTo>
                  <a:lnTo>
                    <a:pt x="627190" y="15094"/>
                  </a:lnTo>
                  <a:lnTo>
                    <a:pt x="626663" y="15004"/>
                  </a:lnTo>
                  <a:lnTo>
                    <a:pt x="625696" y="14735"/>
                  </a:lnTo>
                  <a:lnTo>
                    <a:pt x="623851" y="14016"/>
                  </a:lnTo>
                  <a:lnTo>
                    <a:pt x="622885" y="13836"/>
                  </a:lnTo>
                  <a:lnTo>
                    <a:pt x="617437" y="14106"/>
                  </a:lnTo>
                  <a:lnTo>
                    <a:pt x="616031" y="14375"/>
                  </a:lnTo>
                  <a:lnTo>
                    <a:pt x="615152" y="14824"/>
                  </a:lnTo>
                  <a:lnTo>
                    <a:pt x="614625" y="15184"/>
                  </a:lnTo>
                  <a:lnTo>
                    <a:pt x="613571" y="15633"/>
                  </a:lnTo>
                  <a:lnTo>
                    <a:pt x="612429" y="16082"/>
                  </a:lnTo>
                  <a:lnTo>
                    <a:pt x="611286" y="16172"/>
                  </a:lnTo>
                  <a:lnTo>
                    <a:pt x="610583" y="16172"/>
                  </a:lnTo>
                  <a:lnTo>
                    <a:pt x="608914" y="15903"/>
                  </a:lnTo>
                  <a:lnTo>
                    <a:pt x="607596" y="15543"/>
                  </a:lnTo>
                  <a:lnTo>
                    <a:pt x="605926" y="15633"/>
                  </a:lnTo>
                  <a:lnTo>
                    <a:pt x="604169" y="15993"/>
                  </a:lnTo>
                  <a:lnTo>
                    <a:pt x="603290" y="16082"/>
                  </a:lnTo>
                  <a:lnTo>
                    <a:pt x="602763" y="16082"/>
                  </a:lnTo>
                  <a:lnTo>
                    <a:pt x="601094" y="16621"/>
                  </a:lnTo>
                  <a:lnTo>
                    <a:pt x="599512" y="17340"/>
                  </a:lnTo>
                  <a:lnTo>
                    <a:pt x="594504" y="18778"/>
                  </a:lnTo>
                  <a:lnTo>
                    <a:pt x="592307" y="18868"/>
                  </a:lnTo>
                  <a:lnTo>
                    <a:pt x="590813" y="18868"/>
                  </a:lnTo>
                  <a:lnTo>
                    <a:pt x="589583" y="19047"/>
                  </a:lnTo>
                  <a:lnTo>
                    <a:pt x="588441" y="19137"/>
                  </a:lnTo>
                  <a:lnTo>
                    <a:pt x="587914" y="19317"/>
                  </a:lnTo>
                  <a:lnTo>
                    <a:pt x="587123" y="19407"/>
                  </a:lnTo>
                  <a:lnTo>
                    <a:pt x="586157" y="19586"/>
                  </a:lnTo>
                  <a:lnTo>
                    <a:pt x="584663" y="19946"/>
                  </a:lnTo>
                  <a:lnTo>
                    <a:pt x="584048" y="20036"/>
                  </a:lnTo>
                  <a:lnTo>
                    <a:pt x="583784" y="20126"/>
                  </a:lnTo>
                  <a:lnTo>
                    <a:pt x="583345" y="20305"/>
                  </a:lnTo>
                  <a:lnTo>
                    <a:pt x="582818" y="20485"/>
                  </a:lnTo>
                  <a:lnTo>
                    <a:pt x="581939" y="20665"/>
                  </a:lnTo>
                  <a:lnTo>
                    <a:pt x="581324" y="20665"/>
                  </a:lnTo>
                  <a:lnTo>
                    <a:pt x="580533" y="21024"/>
                  </a:lnTo>
                  <a:lnTo>
                    <a:pt x="579654" y="21473"/>
                  </a:lnTo>
                  <a:lnTo>
                    <a:pt x="579303" y="21653"/>
                  </a:lnTo>
                  <a:lnTo>
                    <a:pt x="578864" y="22012"/>
                  </a:lnTo>
                  <a:lnTo>
                    <a:pt x="577546" y="23091"/>
                  </a:lnTo>
                  <a:lnTo>
                    <a:pt x="577194" y="23270"/>
                  </a:lnTo>
                  <a:lnTo>
                    <a:pt x="576403" y="23630"/>
                  </a:lnTo>
                  <a:lnTo>
                    <a:pt x="575788" y="23899"/>
                  </a:lnTo>
                  <a:lnTo>
                    <a:pt x="574910" y="24438"/>
                  </a:lnTo>
                  <a:lnTo>
                    <a:pt x="572889" y="26056"/>
                  </a:lnTo>
                  <a:lnTo>
                    <a:pt x="571131" y="26595"/>
                  </a:lnTo>
                  <a:lnTo>
                    <a:pt x="567968" y="26325"/>
                  </a:lnTo>
                  <a:lnTo>
                    <a:pt x="565684" y="26325"/>
                  </a:lnTo>
                  <a:lnTo>
                    <a:pt x="563048" y="27044"/>
                  </a:lnTo>
                  <a:lnTo>
                    <a:pt x="561027" y="28571"/>
                  </a:lnTo>
                  <a:lnTo>
                    <a:pt x="558918" y="28841"/>
                  </a:lnTo>
                  <a:lnTo>
                    <a:pt x="557336" y="29380"/>
                  </a:lnTo>
                  <a:lnTo>
                    <a:pt x="555667" y="29470"/>
                  </a:lnTo>
                  <a:lnTo>
                    <a:pt x="554261" y="29560"/>
                  </a:lnTo>
                  <a:lnTo>
                    <a:pt x="553646" y="28931"/>
                  </a:lnTo>
                  <a:lnTo>
                    <a:pt x="552240" y="28212"/>
                  </a:lnTo>
                  <a:lnTo>
                    <a:pt x="550219" y="29110"/>
                  </a:lnTo>
                  <a:lnTo>
                    <a:pt x="548374" y="30099"/>
                  </a:lnTo>
                  <a:lnTo>
                    <a:pt x="546265" y="29739"/>
                  </a:lnTo>
                  <a:lnTo>
                    <a:pt x="545035" y="28931"/>
                  </a:lnTo>
                  <a:lnTo>
                    <a:pt x="543981" y="28392"/>
                  </a:lnTo>
                  <a:lnTo>
                    <a:pt x="541345" y="28481"/>
                  </a:lnTo>
                  <a:lnTo>
                    <a:pt x="538094" y="29380"/>
                  </a:lnTo>
                  <a:lnTo>
                    <a:pt x="536688" y="29739"/>
                  </a:lnTo>
                  <a:lnTo>
                    <a:pt x="533437" y="30278"/>
                  </a:lnTo>
                  <a:lnTo>
                    <a:pt x="532822" y="31896"/>
                  </a:lnTo>
                  <a:lnTo>
                    <a:pt x="531855" y="32255"/>
                  </a:lnTo>
                  <a:lnTo>
                    <a:pt x="531240" y="32345"/>
                  </a:lnTo>
                  <a:lnTo>
                    <a:pt x="530273" y="32345"/>
                  </a:lnTo>
                  <a:lnTo>
                    <a:pt x="529571" y="32345"/>
                  </a:lnTo>
                  <a:lnTo>
                    <a:pt x="529043" y="32255"/>
                  </a:lnTo>
                  <a:lnTo>
                    <a:pt x="527725" y="32525"/>
                  </a:lnTo>
                  <a:lnTo>
                    <a:pt x="526935" y="32794"/>
                  </a:lnTo>
                  <a:lnTo>
                    <a:pt x="526319" y="33064"/>
                  </a:lnTo>
                  <a:lnTo>
                    <a:pt x="525617" y="33333"/>
                  </a:lnTo>
                  <a:lnTo>
                    <a:pt x="525177" y="33962"/>
                  </a:lnTo>
                  <a:lnTo>
                    <a:pt x="524386" y="34591"/>
                  </a:lnTo>
                  <a:lnTo>
                    <a:pt x="523683" y="35220"/>
                  </a:lnTo>
                  <a:lnTo>
                    <a:pt x="522629" y="36119"/>
                  </a:lnTo>
                  <a:lnTo>
                    <a:pt x="522981" y="37466"/>
                  </a:lnTo>
                  <a:lnTo>
                    <a:pt x="523420" y="38275"/>
                  </a:lnTo>
                  <a:lnTo>
                    <a:pt x="523508" y="38904"/>
                  </a:lnTo>
                  <a:lnTo>
                    <a:pt x="523420" y="39533"/>
                  </a:lnTo>
                  <a:lnTo>
                    <a:pt x="523156" y="40521"/>
                  </a:lnTo>
                  <a:lnTo>
                    <a:pt x="522278" y="41150"/>
                  </a:lnTo>
                  <a:lnTo>
                    <a:pt x="521487" y="41779"/>
                  </a:lnTo>
                  <a:lnTo>
                    <a:pt x="520696" y="43576"/>
                  </a:lnTo>
                  <a:lnTo>
                    <a:pt x="520345" y="44385"/>
                  </a:lnTo>
                  <a:lnTo>
                    <a:pt x="519466" y="47979"/>
                  </a:lnTo>
                  <a:lnTo>
                    <a:pt x="518324" y="49236"/>
                  </a:lnTo>
                  <a:lnTo>
                    <a:pt x="516654" y="51393"/>
                  </a:lnTo>
                  <a:lnTo>
                    <a:pt x="515688" y="51842"/>
                  </a:lnTo>
                  <a:lnTo>
                    <a:pt x="514282" y="52561"/>
                  </a:lnTo>
                  <a:lnTo>
                    <a:pt x="512437" y="56065"/>
                  </a:lnTo>
                  <a:lnTo>
                    <a:pt x="511997" y="56874"/>
                  </a:lnTo>
                  <a:lnTo>
                    <a:pt x="511558" y="57413"/>
                  </a:lnTo>
                  <a:lnTo>
                    <a:pt x="510855" y="58221"/>
                  </a:lnTo>
                  <a:lnTo>
                    <a:pt x="510240" y="58940"/>
                  </a:lnTo>
                  <a:lnTo>
                    <a:pt x="509625" y="59389"/>
                  </a:lnTo>
                  <a:lnTo>
                    <a:pt x="507428" y="62085"/>
                  </a:lnTo>
                  <a:lnTo>
                    <a:pt x="506901" y="62714"/>
                  </a:lnTo>
                  <a:lnTo>
                    <a:pt x="504968" y="65499"/>
                  </a:lnTo>
                  <a:lnTo>
                    <a:pt x="504177" y="67206"/>
                  </a:lnTo>
                  <a:lnTo>
                    <a:pt x="503650" y="68015"/>
                  </a:lnTo>
                  <a:lnTo>
                    <a:pt x="502859" y="69452"/>
                  </a:lnTo>
                  <a:lnTo>
                    <a:pt x="502156" y="70710"/>
                  </a:lnTo>
                  <a:lnTo>
                    <a:pt x="501541" y="71968"/>
                  </a:lnTo>
                  <a:lnTo>
                    <a:pt x="500926" y="73495"/>
                  </a:lnTo>
                  <a:lnTo>
                    <a:pt x="500662" y="74124"/>
                  </a:lnTo>
                  <a:lnTo>
                    <a:pt x="500223" y="74933"/>
                  </a:lnTo>
                  <a:lnTo>
                    <a:pt x="494248" y="75921"/>
                  </a:lnTo>
                  <a:lnTo>
                    <a:pt x="467537" y="80234"/>
                  </a:lnTo>
                  <a:lnTo>
                    <a:pt x="462265" y="81043"/>
                  </a:lnTo>
                  <a:lnTo>
                    <a:pt x="449612" y="84367"/>
                  </a:lnTo>
                  <a:lnTo>
                    <a:pt x="449085" y="84547"/>
                  </a:lnTo>
                  <a:lnTo>
                    <a:pt x="441792" y="87512"/>
                  </a:lnTo>
                  <a:lnTo>
                    <a:pt x="434499" y="92094"/>
                  </a:lnTo>
                  <a:lnTo>
                    <a:pt x="432742" y="93172"/>
                  </a:lnTo>
                  <a:lnTo>
                    <a:pt x="430809" y="94520"/>
                  </a:lnTo>
                  <a:lnTo>
                    <a:pt x="428700" y="95958"/>
                  </a:lnTo>
                  <a:lnTo>
                    <a:pt x="428348" y="96227"/>
                  </a:lnTo>
                  <a:lnTo>
                    <a:pt x="427558" y="96766"/>
                  </a:lnTo>
                  <a:lnTo>
                    <a:pt x="427206" y="97036"/>
                  </a:lnTo>
                  <a:lnTo>
                    <a:pt x="425888" y="98024"/>
                  </a:lnTo>
                  <a:lnTo>
                    <a:pt x="423340" y="99911"/>
                  </a:lnTo>
                  <a:lnTo>
                    <a:pt x="420704" y="101798"/>
                  </a:lnTo>
                  <a:lnTo>
                    <a:pt x="417541" y="104224"/>
                  </a:lnTo>
                  <a:lnTo>
                    <a:pt x="417014" y="104673"/>
                  </a:lnTo>
                  <a:lnTo>
                    <a:pt x="415783" y="105751"/>
                  </a:lnTo>
                  <a:lnTo>
                    <a:pt x="411039" y="109884"/>
                  </a:lnTo>
                  <a:lnTo>
                    <a:pt x="407788" y="112490"/>
                  </a:lnTo>
                  <a:lnTo>
                    <a:pt x="393553" y="123631"/>
                  </a:lnTo>
                  <a:lnTo>
                    <a:pt x="388281" y="127854"/>
                  </a:lnTo>
                  <a:lnTo>
                    <a:pt x="387051" y="128752"/>
                  </a:lnTo>
                  <a:lnTo>
                    <a:pt x="383624" y="131448"/>
                  </a:lnTo>
                  <a:lnTo>
                    <a:pt x="383449" y="131538"/>
                  </a:lnTo>
                  <a:lnTo>
                    <a:pt x="367896" y="143757"/>
                  </a:lnTo>
                  <a:lnTo>
                    <a:pt x="361746" y="148609"/>
                  </a:lnTo>
                  <a:lnTo>
                    <a:pt x="356474" y="152742"/>
                  </a:lnTo>
                  <a:lnTo>
                    <a:pt x="351202" y="156875"/>
                  </a:lnTo>
                  <a:lnTo>
                    <a:pt x="350938" y="157055"/>
                  </a:lnTo>
                  <a:lnTo>
                    <a:pt x="345930" y="161008"/>
                  </a:lnTo>
                  <a:lnTo>
                    <a:pt x="344172" y="162356"/>
                  </a:lnTo>
                  <a:lnTo>
                    <a:pt x="339252" y="165500"/>
                  </a:lnTo>
                  <a:lnTo>
                    <a:pt x="337495" y="166668"/>
                  </a:lnTo>
                  <a:lnTo>
                    <a:pt x="335210" y="168016"/>
                  </a:lnTo>
                  <a:lnTo>
                    <a:pt x="333101" y="169094"/>
                  </a:lnTo>
                  <a:lnTo>
                    <a:pt x="329059" y="170711"/>
                  </a:lnTo>
                  <a:lnTo>
                    <a:pt x="326863" y="171520"/>
                  </a:lnTo>
                  <a:lnTo>
                    <a:pt x="324051" y="172239"/>
                  </a:lnTo>
                  <a:lnTo>
                    <a:pt x="320361" y="172958"/>
                  </a:lnTo>
                  <a:lnTo>
                    <a:pt x="316231" y="173317"/>
                  </a:lnTo>
                  <a:lnTo>
                    <a:pt x="312716" y="173317"/>
                  </a:lnTo>
                  <a:lnTo>
                    <a:pt x="309553" y="173407"/>
                  </a:lnTo>
                  <a:lnTo>
                    <a:pt x="305248" y="173317"/>
                  </a:lnTo>
                  <a:lnTo>
                    <a:pt x="292946" y="173407"/>
                  </a:lnTo>
                  <a:lnTo>
                    <a:pt x="292595" y="173407"/>
                  </a:lnTo>
                  <a:lnTo>
                    <a:pt x="273440" y="172958"/>
                  </a:lnTo>
                  <a:lnTo>
                    <a:pt x="270540" y="172778"/>
                  </a:lnTo>
                  <a:lnTo>
                    <a:pt x="267904" y="172419"/>
                  </a:lnTo>
                  <a:lnTo>
                    <a:pt x="267377" y="172329"/>
                  </a:lnTo>
                  <a:lnTo>
                    <a:pt x="265708" y="172059"/>
                  </a:lnTo>
                  <a:lnTo>
                    <a:pt x="261226" y="171340"/>
                  </a:lnTo>
                  <a:lnTo>
                    <a:pt x="257272" y="170352"/>
                  </a:lnTo>
                  <a:lnTo>
                    <a:pt x="253582" y="169094"/>
                  </a:lnTo>
                  <a:lnTo>
                    <a:pt x="250507" y="167836"/>
                  </a:lnTo>
                  <a:lnTo>
                    <a:pt x="249628" y="167477"/>
                  </a:lnTo>
                  <a:lnTo>
                    <a:pt x="244268" y="164422"/>
                  </a:lnTo>
                  <a:lnTo>
                    <a:pt x="239084" y="168196"/>
                  </a:lnTo>
                  <a:lnTo>
                    <a:pt x="237854" y="169094"/>
                  </a:lnTo>
                  <a:lnTo>
                    <a:pt x="232055" y="168016"/>
                  </a:lnTo>
                  <a:lnTo>
                    <a:pt x="228540" y="167387"/>
                  </a:lnTo>
                  <a:lnTo>
                    <a:pt x="225025" y="166938"/>
                  </a:lnTo>
                  <a:lnTo>
                    <a:pt x="219666" y="166399"/>
                  </a:lnTo>
                  <a:lnTo>
                    <a:pt x="215975" y="165949"/>
                  </a:lnTo>
                  <a:lnTo>
                    <a:pt x="215448" y="165860"/>
                  </a:lnTo>
                  <a:lnTo>
                    <a:pt x="212373" y="165680"/>
                  </a:lnTo>
                  <a:lnTo>
                    <a:pt x="214130" y="170622"/>
                  </a:lnTo>
                  <a:lnTo>
                    <a:pt x="215536" y="173587"/>
                  </a:lnTo>
                  <a:lnTo>
                    <a:pt x="215975" y="174665"/>
                  </a:lnTo>
                  <a:lnTo>
                    <a:pt x="217293" y="177001"/>
                  </a:lnTo>
                  <a:lnTo>
                    <a:pt x="220281" y="182571"/>
                  </a:lnTo>
                  <a:lnTo>
                    <a:pt x="224323" y="188232"/>
                  </a:lnTo>
                  <a:lnTo>
                    <a:pt x="227310" y="192275"/>
                  </a:lnTo>
                  <a:lnTo>
                    <a:pt x="227837" y="192994"/>
                  </a:lnTo>
                  <a:lnTo>
                    <a:pt x="231088" y="196139"/>
                  </a:lnTo>
                  <a:lnTo>
                    <a:pt x="233549" y="198654"/>
                  </a:lnTo>
                  <a:lnTo>
                    <a:pt x="233812" y="198834"/>
                  </a:lnTo>
                  <a:lnTo>
                    <a:pt x="234076" y="199104"/>
                  </a:lnTo>
                  <a:lnTo>
                    <a:pt x="236712" y="201709"/>
                  </a:lnTo>
                  <a:lnTo>
                    <a:pt x="239436" y="204315"/>
                  </a:lnTo>
                  <a:lnTo>
                    <a:pt x="240841" y="205662"/>
                  </a:lnTo>
                  <a:lnTo>
                    <a:pt x="241369" y="206112"/>
                  </a:lnTo>
                  <a:lnTo>
                    <a:pt x="241896" y="206561"/>
                  </a:lnTo>
                  <a:lnTo>
                    <a:pt x="243477" y="208088"/>
                  </a:lnTo>
                  <a:lnTo>
                    <a:pt x="242599" y="209885"/>
                  </a:lnTo>
                  <a:lnTo>
                    <a:pt x="241105" y="212850"/>
                  </a:lnTo>
                  <a:lnTo>
                    <a:pt x="240929" y="213300"/>
                  </a:lnTo>
                  <a:lnTo>
                    <a:pt x="238293" y="220218"/>
                  </a:lnTo>
                  <a:lnTo>
                    <a:pt x="237854" y="221206"/>
                  </a:lnTo>
                  <a:lnTo>
                    <a:pt x="237678" y="221835"/>
                  </a:lnTo>
                  <a:lnTo>
                    <a:pt x="236800" y="223992"/>
                  </a:lnTo>
                  <a:lnTo>
                    <a:pt x="236800" y="224171"/>
                  </a:lnTo>
                  <a:lnTo>
                    <a:pt x="236097" y="225878"/>
                  </a:lnTo>
                  <a:lnTo>
                    <a:pt x="234251" y="230461"/>
                  </a:lnTo>
                  <a:lnTo>
                    <a:pt x="232670" y="233965"/>
                  </a:lnTo>
                  <a:lnTo>
                    <a:pt x="232231" y="234953"/>
                  </a:lnTo>
                  <a:lnTo>
                    <a:pt x="231703" y="236031"/>
                  </a:lnTo>
                  <a:lnTo>
                    <a:pt x="229507" y="236391"/>
                  </a:lnTo>
                  <a:lnTo>
                    <a:pt x="228540" y="236391"/>
                  </a:lnTo>
                  <a:lnTo>
                    <a:pt x="227134" y="236750"/>
                  </a:lnTo>
                  <a:lnTo>
                    <a:pt x="226783" y="236660"/>
                  </a:lnTo>
                  <a:lnTo>
                    <a:pt x="226519" y="236660"/>
                  </a:lnTo>
                  <a:lnTo>
                    <a:pt x="226080" y="236930"/>
                  </a:lnTo>
                  <a:lnTo>
                    <a:pt x="225289" y="237020"/>
                  </a:lnTo>
                  <a:lnTo>
                    <a:pt x="223268" y="236391"/>
                  </a:lnTo>
                  <a:lnTo>
                    <a:pt x="223092" y="236391"/>
                  </a:lnTo>
                  <a:lnTo>
                    <a:pt x="223092" y="236750"/>
                  </a:lnTo>
                  <a:lnTo>
                    <a:pt x="222917" y="237379"/>
                  </a:lnTo>
                  <a:lnTo>
                    <a:pt x="222741" y="237649"/>
                  </a:lnTo>
                  <a:lnTo>
                    <a:pt x="222565" y="237828"/>
                  </a:lnTo>
                  <a:lnTo>
                    <a:pt x="222038" y="238188"/>
                  </a:lnTo>
                  <a:lnTo>
                    <a:pt x="221862" y="238457"/>
                  </a:lnTo>
                  <a:lnTo>
                    <a:pt x="221599" y="238817"/>
                  </a:lnTo>
                  <a:lnTo>
                    <a:pt x="221335" y="239086"/>
                  </a:lnTo>
                  <a:lnTo>
                    <a:pt x="220193" y="240524"/>
                  </a:lnTo>
                  <a:lnTo>
                    <a:pt x="219402" y="240524"/>
                  </a:lnTo>
                  <a:lnTo>
                    <a:pt x="218699" y="240524"/>
                  </a:lnTo>
                  <a:lnTo>
                    <a:pt x="214130" y="241871"/>
                  </a:lnTo>
                  <a:lnTo>
                    <a:pt x="207101" y="244028"/>
                  </a:lnTo>
                  <a:lnTo>
                    <a:pt x="204553" y="248161"/>
                  </a:lnTo>
                  <a:lnTo>
                    <a:pt x="198929" y="256337"/>
                  </a:lnTo>
                  <a:lnTo>
                    <a:pt x="197787" y="257775"/>
                  </a:lnTo>
                  <a:lnTo>
                    <a:pt x="195854" y="262716"/>
                  </a:lnTo>
                  <a:lnTo>
                    <a:pt x="193569" y="267298"/>
                  </a:lnTo>
                  <a:lnTo>
                    <a:pt x="191988" y="269545"/>
                  </a:lnTo>
                  <a:lnTo>
                    <a:pt x="189879" y="273678"/>
                  </a:lnTo>
                  <a:lnTo>
                    <a:pt x="189000" y="276373"/>
                  </a:lnTo>
                  <a:lnTo>
                    <a:pt x="189615" y="279338"/>
                  </a:lnTo>
                  <a:lnTo>
                    <a:pt x="191812" y="282034"/>
                  </a:lnTo>
                  <a:lnTo>
                    <a:pt x="195327" y="284100"/>
                  </a:lnTo>
                  <a:lnTo>
                    <a:pt x="196820" y="285628"/>
                  </a:lnTo>
                  <a:lnTo>
                    <a:pt x="198314" y="287964"/>
                  </a:lnTo>
                  <a:lnTo>
                    <a:pt x="202532" y="290749"/>
                  </a:lnTo>
                  <a:lnTo>
                    <a:pt x="204553" y="293265"/>
                  </a:lnTo>
                  <a:lnTo>
                    <a:pt x="205607" y="295691"/>
                  </a:lnTo>
                  <a:lnTo>
                    <a:pt x="207189" y="298296"/>
                  </a:lnTo>
                  <a:lnTo>
                    <a:pt x="211845" y="301171"/>
                  </a:lnTo>
                  <a:lnTo>
                    <a:pt x="215184" y="303058"/>
                  </a:lnTo>
                  <a:lnTo>
                    <a:pt x="216590" y="304855"/>
                  </a:lnTo>
                  <a:lnTo>
                    <a:pt x="217557" y="307820"/>
                  </a:lnTo>
                  <a:lnTo>
                    <a:pt x="220281" y="309527"/>
                  </a:lnTo>
                  <a:lnTo>
                    <a:pt x="222829" y="311055"/>
                  </a:lnTo>
                  <a:lnTo>
                    <a:pt x="224498" y="313481"/>
                  </a:lnTo>
                  <a:lnTo>
                    <a:pt x="226783" y="315008"/>
                  </a:lnTo>
                  <a:lnTo>
                    <a:pt x="230034" y="315996"/>
                  </a:lnTo>
                  <a:lnTo>
                    <a:pt x="238469" y="314020"/>
                  </a:lnTo>
                  <a:lnTo>
                    <a:pt x="249101" y="314199"/>
                  </a:lnTo>
                  <a:lnTo>
                    <a:pt x="255691" y="311773"/>
                  </a:lnTo>
                  <a:lnTo>
                    <a:pt x="260348" y="309437"/>
                  </a:lnTo>
                  <a:lnTo>
                    <a:pt x="262017" y="307371"/>
                  </a:lnTo>
                  <a:lnTo>
                    <a:pt x="276427" y="306472"/>
                  </a:lnTo>
                  <a:lnTo>
                    <a:pt x="301557" y="304945"/>
                  </a:lnTo>
                  <a:lnTo>
                    <a:pt x="320097" y="296679"/>
                  </a:lnTo>
                  <a:lnTo>
                    <a:pt x="325193" y="294433"/>
                  </a:lnTo>
                  <a:lnTo>
                    <a:pt x="330992" y="308269"/>
                  </a:lnTo>
                  <a:lnTo>
                    <a:pt x="338285" y="325251"/>
                  </a:lnTo>
                  <a:lnTo>
                    <a:pt x="341185" y="332079"/>
                  </a:lnTo>
                  <a:lnTo>
                    <a:pt x="342239" y="334685"/>
                  </a:lnTo>
                  <a:lnTo>
                    <a:pt x="342591" y="335404"/>
                  </a:lnTo>
                  <a:lnTo>
                    <a:pt x="320624" y="345736"/>
                  </a:lnTo>
                  <a:lnTo>
                    <a:pt x="298394" y="355619"/>
                  </a:lnTo>
                  <a:lnTo>
                    <a:pt x="283545" y="365772"/>
                  </a:lnTo>
                  <a:lnTo>
                    <a:pt x="271770" y="374128"/>
                  </a:lnTo>
                  <a:lnTo>
                    <a:pt x="270892" y="374667"/>
                  </a:lnTo>
                  <a:lnTo>
                    <a:pt x="268871" y="375925"/>
                  </a:lnTo>
                  <a:lnTo>
                    <a:pt x="268519" y="376105"/>
                  </a:lnTo>
                  <a:lnTo>
                    <a:pt x="267904" y="376374"/>
                  </a:lnTo>
                  <a:lnTo>
                    <a:pt x="267729" y="375925"/>
                  </a:lnTo>
                  <a:lnTo>
                    <a:pt x="267465" y="375656"/>
                  </a:lnTo>
                  <a:lnTo>
                    <a:pt x="267201" y="375206"/>
                  </a:lnTo>
                  <a:lnTo>
                    <a:pt x="266674" y="374757"/>
                  </a:lnTo>
                  <a:lnTo>
                    <a:pt x="266498" y="374577"/>
                  </a:lnTo>
                  <a:lnTo>
                    <a:pt x="266235" y="374308"/>
                  </a:lnTo>
                  <a:lnTo>
                    <a:pt x="266059" y="374308"/>
                  </a:lnTo>
                  <a:lnTo>
                    <a:pt x="265883" y="374218"/>
                  </a:lnTo>
                  <a:lnTo>
                    <a:pt x="265268" y="373769"/>
                  </a:lnTo>
                  <a:lnTo>
                    <a:pt x="265005" y="373409"/>
                  </a:lnTo>
                  <a:lnTo>
                    <a:pt x="264477" y="372960"/>
                  </a:lnTo>
                  <a:lnTo>
                    <a:pt x="263862" y="372421"/>
                  </a:lnTo>
                  <a:lnTo>
                    <a:pt x="262984" y="371612"/>
                  </a:lnTo>
                  <a:lnTo>
                    <a:pt x="262720" y="371163"/>
                  </a:lnTo>
                  <a:lnTo>
                    <a:pt x="262544" y="370984"/>
                  </a:lnTo>
                  <a:lnTo>
                    <a:pt x="262105" y="370714"/>
                  </a:lnTo>
                  <a:lnTo>
                    <a:pt x="261841" y="370534"/>
                  </a:lnTo>
                  <a:lnTo>
                    <a:pt x="261578" y="370265"/>
                  </a:lnTo>
                  <a:lnTo>
                    <a:pt x="261314" y="370175"/>
                  </a:lnTo>
                  <a:lnTo>
                    <a:pt x="261402" y="369726"/>
                  </a:lnTo>
                  <a:lnTo>
                    <a:pt x="261490" y="369276"/>
                  </a:lnTo>
                  <a:lnTo>
                    <a:pt x="261490" y="369007"/>
                  </a:lnTo>
                  <a:lnTo>
                    <a:pt x="261578" y="368558"/>
                  </a:lnTo>
                  <a:lnTo>
                    <a:pt x="261578" y="368198"/>
                  </a:lnTo>
                  <a:lnTo>
                    <a:pt x="261490" y="367659"/>
                  </a:lnTo>
                  <a:lnTo>
                    <a:pt x="261402" y="367030"/>
                  </a:lnTo>
                  <a:lnTo>
                    <a:pt x="261490" y="366132"/>
                  </a:lnTo>
                  <a:lnTo>
                    <a:pt x="261666" y="365413"/>
                  </a:lnTo>
                  <a:lnTo>
                    <a:pt x="261841" y="364784"/>
                  </a:lnTo>
                  <a:lnTo>
                    <a:pt x="261929" y="364425"/>
                  </a:lnTo>
                  <a:lnTo>
                    <a:pt x="261929" y="363706"/>
                  </a:lnTo>
                  <a:lnTo>
                    <a:pt x="262017" y="363346"/>
                  </a:lnTo>
                  <a:lnTo>
                    <a:pt x="262544" y="362628"/>
                  </a:lnTo>
                  <a:lnTo>
                    <a:pt x="262808" y="362089"/>
                  </a:lnTo>
                  <a:lnTo>
                    <a:pt x="262896" y="361819"/>
                  </a:lnTo>
                  <a:lnTo>
                    <a:pt x="262896" y="360471"/>
                  </a:lnTo>
                  <a:lnTo>
                    <a:pt x="262808" y="359393"/>
                  </a:lnTo>
                  <a:lnTo>
                    <a:pt x="262720" y="358674"/>
                  </a:lnTo>
                  <a:lnTo>
                    <a:pt x="262808" y="357956"/>
                  </a:lnTo>
                  <a:lnTo>
                    <a:pt x="262984" y="357416"/>
                  </a:lnTo>
                  <a:lnTo>
                    <a:pt x="262632" y="356248"/>
                  </a:lnTo>
                  <a:lnTo>
                    <a:pt x="262105" y="354182"/>
                  </a:lnTo>
                  <a:lnTo>
                    <a:pt x="262984" y="353822"/>
                  </a:lnTo>
                  <a:lnTo>
                    <a:pt x="263687" y="353463"/>
                  </a:lnTo>
                  <a:lnTo>
                    <a:pt x="263687" y="353283"/>
                  </a:lnTo>
                  <a:lnTo>
                    <a:pt x="263599" y="353104"/>
                  </a:lnTo>
                  <a:lnTo>
                    <a:pt x="263335" y="351397"/>
                  </a:lnTo>
                  <a:lnTo>
                    <a:pt x="263159" y="351127"/>
                  </a:lnTo>
                  <a:lnTo>
                    <a:pt x="262896" y="350678"/>
                  </a:lnTo>
                  <a:lnTo>
                    <a:pt x="261666" y="350318"/>
                  </a:lnTo>
                  <a:lnTo>
                    <a:pt x="261139" y="349779"/>
                  </a:lnTo>
                  <a:lnTo>
                    <a:pt x="258942" y="348521"/>
                  </a:lnTo>
                  <a:lnTo>
                    <a:pt x="254109" y="347443"/>
                  </a:lnTo>
                  <a:lnTo>
                    <a:pt x="242511" y="346814"/>
                  </a:lnTo>
                  <a:lnTo>
                    <a:pt x="230825" y="346814"/>
                  </a:lnTo>
                  <a:lnTo>
                    <a:pt x="221774" y="345646"/>
                  </a:lnTo>
                  <a:lnTo>
                    <a:pt x="215097" y="343041"/>
                  </a:lnTo>
                  <a:lnTo>
                    <a:pt x="206134" y="338099"/>
                  </a:lnTo>
                  <a:lnTo>
                    <a:pt x="193657" y="326059"/>
                  </a:lnTo>
                  <a:lnTo>
                    <a:pt x="183816" y="319680"/>
                  </a:lnTo>
                  <a:lnTo>
                    <a:pt x="173360" y="318063"/>
                  </a:lnTo>
                  <a:lnTo>
                    <a:pt x="165364" y="319231"/>
                  </a:lnTo>
                  <a:lnTo>
                    <a:pt x="161059" y="322286"/>
                  </a:lnTo>
                  <a:lnTo>
                    <a:pt x="160444" y="322645"/>
                  </a:lnTo>
                  <a:lnTo>
                    <a:pt x="157808" y="327048"/>
                  </a:lnTo>
                  <a:lnTo>
                    <a:pt x="157017" y="327766"/>
                  </a:lnTo>
                  <a:lnTo>
                    <a:pt x="155875" y="328036"/>
                  </a:lnTo>
                  <a:lnTo>
                    <a:pt x="154908" y="328395"/>
                  </a:lnTo>
                  <a:lnTo>
                    <a:pt x="154293" y="328934"/>
                  </a:lnTo>
                  <a:lnTo>
                    <a:pt x="154117" y="329114"/>
                  </a:lnTo>
                  <a:lnTo>
                    <a:pt x="153854" y="329563"/>
                  </a:lnTo>
                  <a:lnTo>
                    <a:pt x="153678" y="329743"/>
                  </a:lnTo>
                  <a:lnTo>
                    <a:pt x="153502" y="330462"/>
                  </a:lnTo>
                  <a:lnTo>
                    <a:pt x="153414" y="330642"/>
                  </a:lnTo>
                  <a:lnTo>
                    <a:pt x="153326" y="330821"/>
                  </a:lnTo>
                  <a:lnTo>
                    <a:pt x="153151" y="331720"/>
                  </a:lnTo>
                  <a:lnTo>
                    <a:pt x="153063" y="331989"/>
                  </a:lnTo>
                  <a:lnTo>
                    <a:pt x="152711" y="332618"/>
                  </a:lnTo>
                  <a:lnTo>
                    <a:pt x="152360" y="333157"/>
                  </a:lnTo>
                  <a:lnTo>
                    <a:pt x="152272" y="333517"/>
                  </a:lnTo>
                  <a:lnTo>
                    <a:pt x="151921" y="334325"/>
                  </a:lnTo>
                  <a:lnTo>
                    <a:pt x="151745" y="334864"/>
                  </a:lnTo>
                  <a:lnTo>
                    <a:pt x="151569" y="335314"/>
                  </a:lnTo>
                  <a:lnTo>
                    <a:pt x="151481" y="335673"/>
                  </a:lnTo>
                  <a:lnTo>
                    <a:pt x="151306" y="336661"/>
                  </a:lnTo>
                  <a:lnTo>
                    <a:pt x="150954" y="337919"/>
                  </a:lnTo>
                  <a:lnTo>
                    <a:pt x="150866" y="338189"/>
                  </a:lnTo>
                  <a:lnTo>
                    <a:pt x="150778" y="338369"/>
                  </a:lnTo>
                  <a:lnTo>
                    <a:pt x="150427" y="338638"/>
                  </a:lnTo>
                  <a:lnTo>
                    <a:pt x="150163" y="338998"/>
                  </a:lnTo>
                  <a:lnTo>
                    <a:pt x="148582" y="339626"/>
                  </a:lnTo>
                  <a:lnTo>
                    <a:pt x="148318" y="339716"/>
                  </a:lnTo>
                  <a:lnTo>
                    <a:pt x="145858" y="340345"/>
                  </a:lnTo>
                  <a:lnTo>
                    <a:pt x="144803" y="340525"/>
                  </a:lnTo>
                  <a:lnTo>
                    <a:pt x="143134" y="340705"/>
                  </a:lnTo>
                  <a:lnTo>
                    <a:pt x="142958" y="340884"/>
                  </a:lnTo>
                  <a:lnTo>
                    <a:pt x="141113" y="341963"/>
                  </a:lnTo>
                  <a:lnTo>
                    <a:pt x="139268" y="343670"/>
                  </a:lnTo>
                  <a:lnTo>
                    <a:pt x="138916" y="344029"/>
                  </a:lnTo>
                  <a:lnTo>
                    <a:pt x="138477" y="344478"/>
                  </a:lnTo>
                  <a:lnTo>
                    <a:pt x="136456" y="346545"/>
                  </a:lnTo>
                  <a:lnTo>
                    <a:pt x="135226" y="348072"/>
                  </a:lnTo>
                  <a:lnTo>
                    <a:pt x="134435" y="349600"/>
                  </a:lnTo>
                  <a:lnTo>
                    <a:pt x="134084" y="350139"/>
                  </a:lnTo>
                  <a:lnTo>
                    <a:pt x="133293" y="351756"/>
                  </a:lnTo>
                  <a:lnTo>
                    <a:pt x="132854" y="352744"/>
                  </a:lnTo>
                  <a:lnTo>
                    <a:pt x="132590" y="353553"/>
                  </a:lnTo>
                  <a:lnTo>
                    <a:pt x="132502" y="354362"/>
                  </a:lnTo>
                  <a:lnTo>
                    <a:pt x="132502" y="354721"/>
                  </a:lnTo>
                  <a:lnTo>
                    <a:pt x="132502" y="354901"/>
                  </a:lnTo>
                  <a:lnTo>
                    <a:pt x="132502" y="355170"/>
                  </a:lnTo>
                  <a:lnTo>
                    <a:pt x="132502" y="355709"/>
                  </a:lnTo>
                  <a:lnTo>
                    <a:pt x="132414" y="355889"/>
                  </a:lnTo>
                  <a:lnTo>
                    <a:pt x="132326" y="356248"/>
                  </a:lnTo>
                  <a:lnTo>
                    <a:pt x="131975" y="356698"/>
                  </a:lnTo>
                  <a:lnTo>
                    <a:pt x="131799" y="356877"/>
                  </a:lnTo>
                  <a:lnTo>
                    <a:pt x="131623" y="357057"/>
                  </a:lnTo>
                  <a:lnTo>
                    <a:pt x="130042" y="357327"/>
                  </a:lnTo>
                  <a:lnTo>
                    <a:pt x="128724" y="357147"/>
                  </a:lnTo>
                  <a:lnTo>
                    <a:pt x="128372" y="357057"/>
                  </a:lnTo>
                  <a:lnTo>
                    <a:pt x="127582" y="356967"/>
                  </a:lnTo>
                  <a:lnTo>
                    <a:pt x="125912" y="356069"/>
                  </a:lnTo>
                  <a:lnTo>
                    <a:pt x="123100" y="354451"/>
                  </a:lnTo>
                  <a:lnTo>
                    <a:pt x="122749" y="354451"/>
                  </a:lnTo>
                  <a:lnTo>
                    <a:pt x="121958" y="354182"/>
                  </a:lnTo>
                  <a:lnTo>
                    <a:pt x="121431" y="354092"/>
                  </a:lnTo>
                  <a:lnTo>
                    <a:pt x="119146" y="354002"/>
                  </a:lnTo>
                  <a:lnTo>
                    <a:pt x="117389" y="353912"/>
                  </a:lnTo>
                  <a:lnTo>
                    <a:pt x="116335" y="354002"/>
                  </a:lnTo>
                  <a:lnTo>
                    <a:pt x="113787" y="354272"/>
                  </a:lnTo>
                  <a:lnTo>
                    <a:pt x="110887" y="354541"/>
                  </a:lnTo>
                  <a:lnTo>
                    <a:pt x="109833" y="354631"/>
                  </a:lnTo>
                  <a:lnTo>
                    <a:pt x="109305" y="354541"/>
                  </a:lnTo>
                  <a:lnTo>
                    <a:pt x="109130" y="354901"/>
                  </a:lnTo>
                  <a:lnTo>
                    <a:pt x="108602" y="358674"/>
                  </a:lnTo>
                  <a:lnTo>
                    <a:pt x="108075" y="362717"/>
                  </a:lnTo>
                  <a:lnTo>
                    <a:pt x="102100" y="364155"/>
                  </a:lnTo>
                  <a:lnTo>
                    <a:pt x="98322" y="365054"/>
                  </a:lnTo>
                  <a:lnTo>
                    <a:pt x="97180" y="365054"/>
                  </a:lnTo>
                  <a:lnTo>
                    <a:pt x="94632" y="364874"/>
                  </a:lnTo>
                  <a:lnTo>
                    <a:pt x="93314" y="364604"/>
                  </a:lnTo>
                  <a:lnTo>
                    <a:pt x="92699" y="364514"/>
                  </a:lnTo>
                  <a:lnTo>
                    <a:pt x="92347" y="364425"/>
                  </a:lnTo>
                  <a:lnTo>
                    <a:pt x="91732" y="364335"/>
                  </a:lnTo>
                  <a:lnTo>
                    <a:pt x="90941" y="363975"/>
                  </a:lnTo>
                  <a:lnTo>
                    <a:pt x="90326" y="363346"/>
                  </a:lnTo>
                  <a:lnTo>
                    <a:pt x="89711" y="362807"/>
                  </a:lnTo>
                  <a:lnTo>
                    <a:pt x="89184" y="362178"/>
                  </a:lnTo>
                  <a:lnTo>
                    <a:pt x="88832" y="361819"/>
                  </a:lnTo>
                  <a:lnTo>
                    <a:pt x="88042" y="360921"/>
                  </a:lnTo>
                  <a:lnTo>
                    <a:pt x="85230" y="359393"/>
                  </a:lnTo>
                  <a:lnTo>
                    <a:pt x="85054" y="359303"/>
                  </a:lnTo>
                  <a:lnTo>
                    <a:pt x="84615" y="359034"/>
                  </a:lnTo>
                  <a:lnTo>
                    <a:pt x="83473" y="358405"/>
                  </a:lnTo>
                  <a:lnTo>
                    <a:pt x="80924" y="357147"/>
                  </a:lnTo>
                  <a:lnTo>
                    <a:pt x="80222" y="356787"/>
                  </a:lnTo>
                  <a:lnTo>
                    <a:pt x="79167" y="356248"/>
                  </a:lnTo>
                  <a:lnTo>
                    <a:pt x="78376" y="355979"/>
                  </a:lnTo>
                  <a:lnTo>
                    <a:pt x="77586" y="355619"/>
                  </a:lnTo>
                  <a:lnTo>
                    <a:pt x="76619" y="355170"/>
                  </a:lnTo>
                  <a:lnTo>
                    <a:pt x="74247" y="354541"/>
                  </a:lnTo>
                  <a:lnTo>
                    <a:pt x="73983" y="354541"/>
                  </a:lnTo>
                  <a:lnTo>
                    <a:pt x="73807" y="354541"/>
                  </a:lnTo>
                  <a:lnTo>
                    <a:pt x="73368" y="354541"/>
                  </a:lnTo>
                  <a:lnTo>
                    <a:pt x="72489" y="354541"/>
                  </a:lnTo>
                  <a:lnTo>
                    <a:pt x="72050" y="354541"/>
                  </a:lnTo>
                  <a:lnTo>
                    <a:pt x="71523" y="354631"/>
                  </a:lnTo>
                  <a:lnTo>
                    <a:pt x="70293" y="354721"/>
                  </a:lnTo>
                  <a:lnTo>
                    <a:pt x="69326" y="354811"/>
                  </a:lnTo>
                  <a:lnTo>
                    <a:pt x="67393" y="354721"/>
                  </a:lnTo>
                  <a:lnTo>
                    <a:pt x="65987" y="354451"/>
                  </a:lnTo>
                  <a:lnTo>
                    <a:pt x="65372" y="354362"/>
                  </a:lnTo>
                  <a:lnTo>
                    <a:pt x="64757" y="354362"/>
                  </a:lnTo>
                  <a:lnTo>
                    <a:pt x="63966" y="354362"/>
                  </a:lnTo>
                  <a:lnTo>
                    <a:pt x="63703" y="354362"/>
                  </a:lnTo>
                  <a:lnTo>
                    <a:pt x="63000" y="354362"/>
                  </a:lnTo>
                  <a:lnTo>
                    <a:pt x="62736" y="354362"/>
                  </a:lnTo>
                  <a:lnTo>
                    <a:pt x="61682" y="354451"/>
                  </a:lnTo>
                  <a:lnTo>
                    <a:pt x="61155" y="354631"/>
                  </a:lnTo>
                  <a:lnTo>
                    <a:pt x="58782" y="355080"/>
                  </a:lnTo>
                  <a:lnTo>
                    <a:pt x="57552" y="355350"/>
                  </a:lnTo>
                  <a:lnTo>
                    <a:pt x="57376" y="355440"/>
                  </a:lnTo>
                  <a:lnTo>
                    <a:pt x="56761" y="355440"/>
                  </a:lnTo>
                  <a:lnTo>
                    <a:pt x="55180" y="355350"/>
                  </a:lnTo>
                  <a:lnTo>
                    <a:pt x="54477" y="354901"/>
                  </a:lnTo>
                  <a:lnTo>
                    <a:pt x="53510" y="354182"/>
                  </a:lnTo>
                  <a:lnTo>
                    <a:pt x="52368" y="353373"/>
                  </a:lnTo>
                  <a:lnTo>
                    <a:pt x="51050" y="352295"/>
                  </a:lnTo>
                  <a:lnTo>
                    <a:pt x="49908" y="351217"/>
                  </a:lnTo>
                  <a:lnTo>
                    <a:pt x="48062" y="349420"/>
                  </a:lnTo>
                  <a:lnTo>
                    <a:pt x="46657" y="345646"/>
                  </a:lnTo>
                  <a:lnTo>
                    <a:pt x="44548" y="340255"/>
                  </a:lnTo>
                  <a:lnTo>
                    <a:pt x="44021" y="338818"/>
                  </a:lnTo>
                  <a:lnTo>
                    <a:pt x="43757" y="338099"/>
                  </a:lnTo>
                  <a:lnTo>
                    <a:pt x="42966" y="336841"/>
                  </a:lnTo>
                  <a:lnTo>
                    <a:pt x="41121" y="334864"/>
                  </a:lnTo>
                  <a:lnTo>
                    <a:pt x="36552" y="330731"/>
                  </a:lnTo>
                  <a:lnTo>
                    <a:pt x="35498" y="330013"/>
                  </a:lnTo>
                  <a:lnTo>
                    <a:pt x="34355" y="329294"/>
                  </a:lnTo>
                  <a:lnTo>
                    <a:pt x="33477" y="328755"/>
                  </a:lnTo>
                  <a:lnTo>
                    <a:pt x="31983" y="327766"/>
                  </a:lnTo>
                  <a:lnTo>
                    <a:pt x="31719" y="327587"/>
                  </a:lnTo>
                  <a:lnTo>
                    <a:pt x="24778" y="321836"/>
                  </a:lnTo>
                  <a:lnTo>
                    <a:pt x="24514" y="321567"/>
                  </a:lnTo>
                  <a:lnTo>
                    <a:pt x="23372" y="320399"/>
                  </a:lnTo>
                  <a:lnTo>
                    <a:pt x="17661" y="314649"/>
                  </a:lnTo>
                  <a:lnTo>
                    <a:pt x="15552" y="311773"/>
                  </a:lnTo>
                  <a:lnTo>
                    <a:pt x="10807" y="305125"/>
                  </a:lnTo>
                  <a:lnTo>
                    <a:pt x="7556" y="300632"/>
                  </a:lnTo>
                  <a:lnTo>
                    <a:pt x="6326" y="298835"/>
                  </a:lnTo>
                  <a:lnTo>
                    <a:pt x="3602" y="295780"/>
                  </a:lnTo>
                  <a:lnTo>
                    <a:pt x="2723" y="294792"/>
                  </a:lnTo>
                  <a:lnTo>
                    <a:pt x="0" y="292276"/>
                  </a:lnTo>
                  <a:lnTo>
                    <a:pt x="790" y="288413"/>
                  </a:lnTo>
                  <a:lnTo>
                    <a:pt x="1230" y="286796"/>
                  </a:lnTo>
                  <a:lnTo>
                    <a:pt x="2723" y="282123"/>
                  </a:lnTo>
                  <a:lnTo>
                    <a:pt x="3075" y="281045"/>
                  </a:lnTo>
                  <a:lnTo>
                    <a:pt x="3514" y="279967"/>
                  </a:lnTo>
                  <a:lnTo>
                    <a:pt x="4656" y="276912"/>
                  </a:lnTo>
                  <a:lnTo>
                    <a:pt x="5008" y="276014"/>
                  </a:lnTo>
                  <a:lnTo>
                    <a:pt x="5359" y="274936"/>
                  </a:lnTo>
                  <a:lnTo>
                    <a:pt x="5623" y="274037"/>
                  </a:lnTo>
                  <a:lnTo>
                    <a:pt x="5711" y="273768"/>
                  </a:lnTo>
                  <a:lnTo>
                    <a:pt x="5887" y="273408"/>
                  </a:lnTo>
                  <a:lnTo>
                    <a:pt x="7468" y="268377"/>
                  </a:lnTo>
                  <a:lnTo>
                    <a:pt x="7732" y="267568"/>
                  </a:lnTo>
                  <a:lnTo>
                    <a:pt x="8962" y="261908"/>
                  </a:lnTo>
                  <a:lnTo>
                    <a:pt x="9050" y="261548"/>
                  </a:lnTo>
                  <a:lnTo>
                    <a:pt x="9928" y="257685"/>
                  </a:lnTo>
                  <a:lnTo>
                    <a:pt x="10016" y="257146"/>
                  </a:lnTo>
                  <a:lnTo>
                    <a:pt x="10192" y="256696"/>
                  </a:lnTo>
                  <a:lnTo>
                    <a:pt x="10456" y="255259"/>
                  </a:lnTo>
                  <a:lnTo>
                    <a:pt x="10543" y="254450"/>
                  </a:lnTo>
                  <a:lnTo>
                    <a:pt x="10983" y="248969"/>
                  </a:lnTo>
                  <a:lnTo>
                    <a:pt x="10983" y="248610"/>
                  </a:lnTo>
                  <a:lnTo>
                    <a:pt x="11159" y="246633"/>
                  </a:lnTo>
                  <a:lnTo>
                    <a:pt x="11686" y="239535"/>
                  </a:lnTo>
                  <a:lnTo>
                    <a:pt x="11861" y="236391"/>
                  </a:lnTo>
                  <a:lnTo>
                    <a:pt x="11861" y="236211"/>
                  </a:lnTo>
                  <a:lnTo>
                    <a:pt x="11774" y="235312"/>
                  </a:lnTo>
                  <a:lnTo>
                    <a:pt x="11422" y="231898"/>
                  </a:lnTo>
                  <a:lnTo>
                    <a:pt x="11334" y="230910"/>
                  </a:lnTo>
                  <a:lnTo>
                    <a:pt x="11159" y="229472"/>
                  </a:lnTo>
                  <a:lnTo>
                    <a:pt x="11071" y="227585"/>
                  </a:lnTo>
                  <a:lnTo>
                    <a:pt x="11071" y="226417"/>
                  </a:lnTo>
                  <a:lnTo>
                    <a:pt x="11071" y="225609"/>
                  </a:lnTo>
                  <a:lnTo>
                    <a:pt x="11159" y="222644"/>
                  </a:lnTo>
                  <a:lnTo>
                    <a:pt x="11159" y="222195"/>
                  </a:lnTo>
                  <a:lnTo>
                    <a:pt x="12037" y="222195"/>
                  </a:lnTo>
                  <a:lnTo>
                    <a:pt x="12477" y="219140"/>
                  </a:lnTo>
                  <a:lnTo>
                    <a:pt x="13004" y="215276"/>
                  </a:lnTo>
                  <a:lnTo>
                    <a:pt x="13004" y="214737"/>
                  </a:lnTo>
                  <a:lnTo>
                    <a:pt x="13267" y="212850"/>
                  </a:lnTo>
                  <a:lnTo>
                    <a:pt x="13355" y="211862"/>
                  </a:lnTo>
                  <a:lnTo>
                    <a:pt x="13443" y="211233"/>
                  </a:lnTo>
                  <a:lnTo>
                    <a:pt x="13179" y="209436"/>
                  </a:lnTo>
                  <a:lnTo>
                    <a:pt x="12740" y="206561"/>
                  </a:lnTo>
                  <a:lnTo>
                    <a:pt x="12652" y="206022"/>
                  </a:lnTo>
                  <a:lnTo>
                    <a:pt x="12037" y="203326"/>
                  </a:lnTo>
                  <a:lnTo>
                    <a:pt x="12301" y="203237"/>
                  </a:lnTo>
                  <a:lnTo>
                    <a:pt x="19067" y="200811"/>
                  </a:lnTo>
                  <a:lnTo>
                    <a:pt x="20297" y="200361"/>
                  </a:lnTo>
                  <a:lnTo>
                    <a:pt x="21615" y="199912"/>
                  </a:lnTo>
                  <a:lnTo>
                    <a:pt x="24514" y="198924"/>
                  </a:lnTo>
                  <a:lnTo>
                    <a:pt x="32686" y="196139"/>
                  </a:lnTo>
                  <a:lnTo>
                    <a:pt x="44021" y="192275"/>
                  </a:lnTo>
                  <a:lnTo>
                    <a:pt x="44987" y="193533"/>
                  </a:lnTo>
                  <a:lnTo>
                    <a:pt x="47272" y="194971"/>
                  </a:lnTo>
                  <a:lnTo>
                    <a:pt x="44284" y="203506"/>
                  </a:lnTo>
                  <a:lnTo>
                    <a:pt x="43581" y="205483"/>
                  </a:lnTo>
                  <a:lnTo>
                    <a:pt x="37167" y="222464"/>
                  </a:lnTo>
                  <a:lnTo>
                    <a:pt x="33389" y="227945"/>
                  </a:lnTo>
                  <a:lnTo>
                    <a:pt x="33652" y="228484"/>
                  </a:lnTo>
                  <a:lnTo>
                    <a:pt x="33301" y="228933"/>
                  </a:lnTo>
                  <a:lnTo>
                    <a:pt x="33828" y="229652"/>
                  </a:lnTo>
                  <a:lnTo>
                    <a:pt x="34355" y="230281"/>
                  </a:lnTo>
                  <a:lnTo>
                    <a:pt x="34707" y="230820"/>
                  </a:lnTo>
                  <a:lnTo>
                    <a:pt x="35058" y="231359"/>
                  </a:lnTo>
                  <a:lnTo>
                    <a:pt x="35410" y="231988"/>
                  </a:lnTo>
                  <a:lnTo>
                    <a:pt x="35937" y="232976"/>
                  </a:lnTo>
                  <a:lnTo>
                    <a:pt x="36288" y="233515"/>
                  </a:lnTo>
                  <a:lnTo>
                    <a:pt x="36376" y="233695"/>
                  </a:lnTo>
                  <a:lnTo>
                    <a:pt x="36640" y="234324"/>
                  </a:lnTo>
                  <a:lnTo>
                    <a:pt x="36991" y="234863"/>
                  </a:lnTo>
                  <a:lnTo>
                    <a:pt x="36025" y="235852"/>
                  </a:lnTo>
                  <a:lnTo>
                    <a:pt x="35761" y="236211"/>
                  </a:lnTo>
                  <a:lnTo>
                    <a:pt x="35322" y="237020"/>
                  </a:lnTo>
                  <a:lnTo>
                    <a:pt x="34619" y="238098"/>
                  </a:lnTo>
                  <a:lnTo>
                    <a:pt x="34795" y="238277"/>
                  </a:lnTo>
                  <a:lnTo>
                    <a:pt x="35498" y="239445"/>
                  </a:lnTo>
                  <a:lnTo>
                    <a:pt x="36552" y="241332"/>
                  </a:lnTo>
                  <a:lnTo>
                    <a:pt x="36991" y="242231"/>
                  </a:lnTo>
                  <a:lnTo>
                    <a:pt x="37343" y="242860"/>
                  </a:lnTo>
                  <a:lnTo>
                    <a:pt x="37958" y="243848"/>
                  </a:lnTo>
                  <a:lnTo>
                    <a:pt x="39276" y="246094"/>
                  </a:lnTo>
                  <a:lnTo>
                    <a:pt x="39452" y="246274"/>
                  </a:lnTo>
                  <a:lnTo>
                    <a:pt x="39979" y="247172"/>
                  </a:lnTo>
                  <a:lnTo>
                    <a:pt x="40330" y="247532"/>
                  </a:lnTo>
                  <a:lnTo>
                    <a:pt x="40506" y="247801"/>
                  </a:lnTo>
                  <a:lnTo>
                    <a:pt x="40945" y="248340"/>
                  </a:lnTo>
                  <a:lnTo>
                    <a:pt x="41560" y="248969"/>
                  </a:lnTo>
                  <a:lnTo>
                    <a:pt x="42088" y="249598"/>
                  </a:lnTo>
                  <a:lnTo>
                    <a:pt x="42263" y="249778"/>
                  </a:lnTo>
                  <a:lnTo>
                    <a:pt x="42439" y="249868"/>
                  </a:lnTo>
                  <a:lnTo>
                    <a:pt x="43230" y="250407"/>
                  </a:lnTo>
                  <a:lnTo>
                    <a:pt x="43757" y="250677"/>
                  </a:lnTo>
                  <a:lnTo>
                    <a:pt x="44108" y="250946"/>
                  </a:lnTo>
                  <a:lnTo>
                    <a:pt x="44811" y="251755"/>
                  </a:lnTo>
                  <a:lnTo>
                    <a:pt x="44987" y="251934"/>
                  </a:lnTo>
                  <a:lnTo>
                    <a:pt x="45602" y="252474"/>
                  </a:lnTo>
                  <a:lnTo>
                    <a:pt x="47008" y="254181"/>
                  </a:lnTo>
                  <a:lnTo>
                    <a:pt x="47272" y="254450"/>
                  </a:lnTo>
                  <a:lnTo>
                    <a:pt x="48062" y="255439"/>
                  </a:lnTo>
                  <a:lnTo>
                    <a:pt x="48238" y="255618"/>
                  </a:lnTo>
                  <a:lnTo>
                    <a:pt x="48414" y="255528"/>
                  </a:lnTo>
                  <a:lnTo>
                    <a:pt x="48765" y="255708"/>
                  </a:lnTo>
                  <a:lnTo>
                    <a:pt x="51753" y="253372"/>
                  </a:lnTo>
                  <a:lnTo>
                    <a:pt x="52631" y="252743"/>
                  </a:lnTo>
                  <a:lnTo>
                    <a:pt x="53422" y="252204"/>
                  </a:lnTo>
                  <a:lnTo>
                    <a:pt x="54301" y="251485"/>
                  </a:lnTo>
                  <a:lnTo>
                    <a:pt x="54828" y="251216"/>
                  </a:lnTo>
                  <a:lnTo>
                    <a:pt x="55092" y="250946"/>
                  </a:lnTo>
                  <a:lnTo>
                    <a:pt x="56058" y="250227"/>
                  </a:lnTo>
                  <a:lnTo>
                    <a:pt x="56849" y="249598"/>
                  </a:lnTo>
                  <a:lnTo>
                    <a:pt x="57640" y="248969"/>
                  </a:lnTo>
                  <a:lnTo>
                    <a:pt x="58958" y="247891"/>
                  </a:lnTo>
                  <a:lnTo>
                    <a:pt x="59837" y="247172"/>
                  </a:lnTo>
                  <a:lnTo>
                    <a:pt x="60276" y="246633"/>
                  </a:lnTo>
                  <a:lnTo>
                    <a:pt x="60803" y="246184"/>
                  </a:lnTo>
                  <a:lnTo>
                    <a:pt x="62297" y="244747"/>
                  </a:lnTo>
                  <a:lnTo>
                    <a:pt x="63791" y="243309"/>
                  </a:lnTo>
                  <a:lnTo>
                    <a:pt x="64406" y="242680"/>
                  </a:lnTo>
                  <a:lnTo>
                    <a:pt x="64493" y="242500"/>
                  </a:lnTo>
                  <a:lnTo>
                    <a:pt x="64406" y="241961"/>
                  </a:lnTo>
                  <a:lnTo>
                    <a:pt x="64581" y="241512"/>
                  </a:lnTo>
                  <a:lnTo>
                    <a:pt x="64933" y="241153"/>
                  </a:lnTo>
                  <a:lnTo>
                    <a:pt x="65196" y="240883"/>
                  </a:lnTo>
                  <a:lnTo>
                    <a:pt x="66602" y="239985"/>
                  </a:lnTo>
                  <a:lnTo>
                    <a:pt x="68711" y="239086"/>
                  </a:lnTo>
                  <a:lnTo>
                    <a:pt x="69326" y="238637"/>
                  </a:lnTo>
                  <a:lnTo>
                    <a:pt x="69765" y="238367"/>
                  </a:lnTo>
                  <a:lnTo>
                    <a:pt x="71083" y="237559"/>
                  </a:lnTo>
                  <a:lnTo>
                    <a:pt x="71523" y="237199"/>
                  </a:lnTo>
                  <a:lnTo>
                    <a:pt x="72489" y="236480"/>
                  </a:lnTo>
                  <a:lnTo>
                    <a:pt x="73456" y="236031"/>
                  </a:lnTo>
                  <a:lnTo>
                    <a:pt x="74686" y="235402"/>
                  </a:lnTo>
                  <a:lnTo>
                    <a:pt x="74950" y="235312"/>
                  </a:lnTo>
                  <a:lnTo>
                    <a:pt x="76443" y="234953"/>
                  </a:lnTo>
                  <a:lnTo>
                    <a:pt x="77849" y="234414"/>
                  </a:lnTo>
                  <a:lnTo>
                    <a:pt x="79694" y="233336"/>
                  </a:lnTo>
                  <a:lnTo>
                    <a:pt x="80222" y="232887"/>
                  </a:lnTo>
                  <a:lnTo>
                    <a:pt x="80485" y="232707"/>
                  </a:lnTo>
                  <a:lnTo>
                    <a:pt x="81540" y="231808"/>
                  </a:lnTo>
                  <a:lnTo>
                    <a:pt x="81979" y="231449"/>
                  </a:lnTo>
                  <a:lnTo>
                    <a:pt x="82242" y="231179"/>
                  </a:lnTo>
                  <a:lnTo>
                    <a:pt x="81364" y="228664"/>
                  </a:lnTo>
                  <a:lnTo>
                    <a:pt x="79519" y="223363"/>
                  </a:lnTo>
                  <a:lnTo>
                    <a:pt x="77498" y="217433"/>
                  </a:lnTo>
                  <a:lnTo>
                    <a:pt x="77322" y="216983"/>
                  </a:lnTo>
                  <a:lnTo>
                    <a:pt x="76619" y="214917"/>
                  </a:lnTo>
                  <a:lnTo>
                    <a:pt x="76268" y="214018"/>
                  </a:lnTo>
                  <a:lnTo>
                    <a:pt x="66690" y="184908"/>
                  </a:lnTo>
                  <a:lnTo>
                    <a:pt x="66251" y="184997"/>
                  </a:lnTo>
                  <a:lnTo>
                    <a:pt x="65548" y="182661"/>
                  </a:lnTo>
                  <a:lnTo>
                    <a:pt x="63175" y="173946"/>
                  </a:lnTo>
                  <a:lnTo>
                    <a:pt x="60891" y="165410"/>
                  </a:lnTo>
                  <a:lnTo>
                    <a:pt x="60364" y="163613"/>
                  </a:lnTo>
                  <a:lnTo>
                    <a:pt x="59924" y="161816"/>
                  </a:lnTo>
                  <a:lnTo>
                    <a:pt x="59221" y="158762"/>
                  </a:lnTo>
                  <a:lnTo>
                    <a:pt x="59221" y="158582"/>
                  </a:lnTo>
                  <a:lnTo>
                    <a:pt x="59046" y="157683"/>
                  </a:lnTo>
                  <a:lnTo>
                    <a:pt x="58343" y="153820"/>
                  </a:lnTo>
                  <a:lnTo>
                    <a:pt x="58079" y="152293"/>
                  </a:lnTo>
                  <a:lnTo>
                    <a:pt x="57903" y="151933"/>
                  </a:lnTo>
                  <a:lnTo>
                    <a:pt x="57464" y="150675"/>
                  </a:lnTo>
                  <a:lnTo>
                    <a:pt x="57288" y="150226"/>
                  </a:lnTo>
                  <a:lnTo>
                    <a:pt x="55883" y="147980"/>
                  </a:lnTo>
                  <a:lnTo>
                    <a:pt x="55795" y="147800"/>
                  </a:lnTo>
                  <a:lnTo>
                    <a:pt x="50874" y="141960"/>
                  </a:lnTo>
                  <a:lnTo>
                    <a:pt x="46832" y="137198"/>
                  </a:lnTo>
                  <a:lnTo>
                    <a:pt x="46393" y="137647"/>
                  </a:lnTo>
                  <a:lnTo>
                    <a:pt x="36200" y="124889"/>
                  </a:lnTo>
                  <a:lnTo>
                    <a:pt x="33652" y="121924"/>
                  </a:lnTo>
                  <a:lnTo>
                    <a:pt x="31368" y="118869"/>
                  </a:lnTo>
                  <a:lnTo>
                    <a:pt x="31104" y="118330"/>
                  </a:lnTo>
                  <a:lnTo>
                    <a:pt x="30138" y="116443"/>
                  </a:lnTo>
                  <a:lnTo>
                    <a:pt x="38046" y="111052"/>
                  </a:lnTo>
                  <a:lnTo>
                    <a:pt x="30226" y="99102"/>
                  </a:lnTo>
                  <a:lnTo>
                    <a:pt x="28732" y="96676"/>
                  </a:lnTo>
                  <a:lnTo>
                    <a:pt x="27326" y="94430"/>
                  </a:lnTo>
                  <a:lnTo>
                    <a:pt x="22845" y="87332"/>
                  </a:lnTo>
                  <a:lnTo>
                    <a:pt x="21703" y="85625"/>
                  </a:lnTo>
                  <a:lnTo>
                    <a:pt x="23021" y="84996"/>
                  </a:lnTo>
                  <a:lnTo>
                    <a:pt x="30138" y="83019"/>
                  </a:lnTo>
                  <a:lnTo>
                    <a:pt x="39188" y="81222"/>
                  </a:lnTo>
                  <a:lnTo>
                    <a:pt x="42878" y="79875"/>
                  </a:lnTo>
                  <a:lnTo>
                    <a:pt x="51665" y="78347"/>
                  </a:lnTo>
                  <a:lnTo>
                    <a:pt x="53949" y="78257"/>
                  </a:lnTo>
                  <a:lnTo>
                    <a:pt x="55531" y="77988"/>
                  </a:lnTo>
                  <a:lnTo>
                    <a:pt x="63263" y="76730"/>
                  </a:lnTo>
                  <a:lnTo>
                    <a:pt x="71786" y="75472"/>
                  </a:lnTo>
                  <a:lnTo>
                    <a:pt x="76004" y="73495"/>
                  </a:lnTo>
                  <a:lnTo>
                    <a:pt x="81627" y="70980"/>
                  </a:lnTo>
                  <a:lnTo>
                    <a:pt x="88042" y="67476"/>
                  </a:lnTo>
                  <a:lnTo>
                    <a:pt x="89975" y="66218"/>
                  </a:lnTo>
                  <a:lnTo>
                    <a:pt x="98761" y="63432"/>
                  </a:lnTo>
                  <a:lnTo>
                    <a:pt x="109657" y="59928"/>
                  </a:lnTo>
                  <a:lnTo>
                    <a:pt x="112381" y="59749"/>
                  </a:lnTo>
                  <a:lnTo>
                    <a:pt x="116950" y="59479"/>
                  </a:lnTo>
                  <a:lnTo>
                    <a:pt x="120816" y="58671"/>
                  </a:lnTo>
                  <a:lnTo>
                    <a:pt x="127845" y="56245"/>
                  </a:lnTo>
                  <a:lnTo>
                    <a:pt x="130833" y="55706"/>
                  </a:lnTo>
                  <a:lnTo>
                    <a:pt x="134259" y="55166"/>
                  </a:lnTo>
                  <a:lnTo>
                    <a:pt x="137071" y="54627"/>
                  </a:lnTo>
                  <a:lnTo>
                    <a:pt x="143485" y="52830"/>
                  </a:lnTo>
                  <a:lnTo>
                    <a:pt x="143749" y="52830"/>
                  </a:lnTo>
                  <a:lnTo>
                    <a:pt x="148494" y="53369"/>
                  </a:lnTo>
                  <a:lnTo>
                    <a:pt x="150427" y="53280"/>
                  </a:lnTo>
                  <a:lnTo>
                    <a:pt x="151393" y="53280"/>
                  </a:lnTo>
                  <a:lnTo>
                    <a:pt x="156490" y="53729"/>
                  </a:lnTo>
                  <a:lnTo>
                    <a:pt x="160531" y="53639"/>
                  </a:lnTo>
                  <a:lnTo>
                    <a:pt x="167034" y="52920"/>
                  </a:lnTo>
                  <a:lnTo>
                    <a:pt x="175293" y="51213"/>
                  </a:lnTo>
                  <a:lnTo>
                    <a:pt x="178632" y="51123"/>
                  </a:lnTo>
                  <a:lnTo>
                    <a:pt x="182498" y="51752"/>
                  </a:lnTo>
                  <a:lnTo>
                    <a:pt x="184519" y="51842"/>
                  </a:lnTo>
                  <a:lnTo>
                    <a:pt x="204904" y="51752"/>
                  </a:lnTo>
                  <a:lnTo>
                    <a:pt x="213427" y="50045"/>
                  </a:lnTo>
                  <a:lnTo>
                    <a:pt x="226256" y="48158"/>
                  </a:lnTo>
                  <a:lnTo>
                    <a:pt x="227925" y="47350"/>
                  </a:lnTo>
                  <a:lnTo>
                    <a:pt x="236712" y="45642"/>
                  </a:lnTo>
                  <a:lnTo>
                    <a:pt x="249101" y="44564"/>
                  </a:lnTo>
                  <a:lnTo>
                    <a:pt x="255252" y="43127"/>
                  </a:lnTo>
                  <a:lnTo>
                    <a:pt x="259206" y="42677"/>
                  </a:lnTo>
                  <a:lnTo>
                    <a:pt x="265971" y="40611"/>
                  </a:lnTo>
                  <a:lnTo>
                    <a:pt x="273703" y="39263"/>
                  </a:lnTo>
                  <a:lnTo>
                    <a:pt x="278009" y="39263"/>
                  </a:lnTo>
                  <a:lnTo>
                    <a:pt x="280030" y="39443"/>
                  </a:lnTo>
                  <a:lnTo>
                    <a:pt x="281787" y="39712"/>
                  </a:lnTo>
                  <a:lnTo>
                    <a:pt x="282666" y="39982"/>
                  </a:lnTo>
                  <a:lnTo>
                    <a:pt x="286532" y="41420"/>
                  </a:lnTo>
                  <a:lnTo>
                    <a:pt x="289168" y="41779"/>
                  </a:lnTo>
                  <a:lnTo>
                    <a:pt x="295758" y="42498"/>
                  </a:lnTo>
                  <a:lnTo>
                    <a:pt x="297603" y="42767"/>
                  </a:lnTo>
                  <a:lnTo>
                    <a:pt x="305335" y="44205"/>
                  </a:lnTo>
                  <a:lnTo>
                    <a:pt x="308235" y="44744"/>
                  </a:lnTo>
                  <a:lnTo>
                    <a:pt x="313331" y="45553"/>
                  </a:lnTo>
                  <a:lnTo>
                    <a:pt x="323436" y="47350"/>
                  </a:lnTo>
                  <a:lnTo>
                    <a:pt x="325017" y="47170"/>
                  </a:lnTo>
                  <a:lnTo>
                    <a:pt x="328356" y="45283"/>
                  </a:lnTo>
                  <a:lnTo>
                    <a:pt x="329587" y="45193"/>
                  </a:lnTo>
                  <a:lnTo>
                    <a:pt x="333277" y="45103"/>
                  </a:lnTo>
                  <a:lnTo>
                    <a:pt x="336352" y="44744"/>
                  </a:lnTo>
                  <a:lnTo>
                    <a:pt x="341361" y="44834"/>
                  </a:lnTo>
                  <a:lnTo>
                    <a:pt x="344612" y="45553"/>
                  </a:lnTo>
                  <a:lnTo>
                    <a:pt x="348478" y="47529"/>
                  </a:lnTo>
                  <a:lnTo>
                    <a:pt x="354013" y="47350"/>
                  </a:lnTo>
                  <a:lnTo>
                    <a:pt x="357440" y="46361"/>
                  </a:lnTo>
                  <a:lnTo>
                    <a:pt x="362712" y="46182"/>
                  </a:lnTo>
                  <a:lnTo>
                    <a:pt x="370884" y="48248"/>
                  </a:lnTo>
                  <a:lnTo>
                    <a:pt x="383097" y="48967"/>
                  </a:lnTo>
                  <a:lnTo>
                    <a:pt x="386788" y="49596"/>
                  </a:lnTo>
                  <a:lnTo>
                    <a:pt x="407085" y="45642"/>
                  </a:lnTo>
                  <a:lnTo>
                    <a:pt x="409281" y="45193"/>
                  </a:lnTo>
                  <a:lnTo>
                    <a:pt x="428348" y="38095"/>
                  </a:lnTo>
                  <a:lnTo>
                    <a:pt x="468415" y="25516"/>
                  </a:lnTo>
                  <a:lnTo>
                    <a:pt x="475972" y="23091"/>
                  </a:lnTo>
                  <a:lnTo>
                    <a:pt x="509888" y="9523"/>
                  </a:lnTo>
                  <a:lnTo>
                    <a:pt x="516127" y="6918"/>
                  </a:lnTo>
                  <a:lnTo>
                    <a:pt x="526495" y="2785"/>
                  </a:lnTo>
                  <a:lnTo>
                    <a:pt x="562784" y="2156"/>
                  </a:lnTo>
                  <a:lnTo>
                    <a:pt x="565859" y="0"/>
                  </a:lnTo>
                  <a:lnTo>
                    <a:pt x="571307" y="0"/>
                  </a:lnTo>
                  <a:lnTo>
                    <a:pt x="579391" y="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932472" y="2757580"/>
              <a:ext cx="334753" cy="513124"/>
            </a:xfrm>
            <a:custGeom>
              <a:avLst/>
              <a:pathLst>
                <a:path w="334753" h="513124">
                  <a:moveTo>
                    <a:pt x="323506" y="16711"/>
                  </a:moveTo>
                  <a:lnTo>
                    <a:pt x="325000" y="29919"/>
                  </a:lnTo>
                  <a:lnTo>
                    <a:pt x="334753" y="48428"/>
                  </a:lnTo>
                  <a:lnTo>
                    <a:pt x="332820" y="53010"/>
                  </a:lnTo>
                  <a:lnTo>
                    <a:pt x="327284" y="64421"/>
                  </a:lnTo>
                  <a:lnTo>
                    <a:pt x="323594" y="68284"/>
                  </a:lnTo>
                  <a:lnTo>
                    <a:pt x="322803" y="70710"/>
                  </a:lnTo>
                  <a:lnTo>
                    <a:pt x="320870" y="74933"/>
                  </a:lnTo>
                  <a:lnTo>
                    <a:pt x="319728" y="77718"/>
                  </a:lnTo>
                  <a:lnTo>
                    <a:pt x="317883" y="80953"/>
                  </a:lnTo>
                  <a:lnTo>
                    <a:pt x="317004" y="91914"/>
                  </a:lnTo>
                  <a:lnTo>
                    <a:pt x="318937" y="95059"/>
                  </a:lnTo>
                  <a:lnTo>
                    <a:pt x="321046" y="97665"/>
                  </a:lnTo>
                  <a:lnTo>
                    <a:pt x="322364" y="99372"/>
                  </a:lnTo>
                  <a:lnTo>
                    <a:pt x="322627" y="102157"/>
                  </a:lnTo>
                  <a:lnTo>
                    <a:pt x="319113" y="107189"/>
                  </a:lnTo>
                  <a:lnTo>
                    <a:pt x="316477" y="110693"/>
                  </a:lnTo>
                  <a:lnTo>
                    <a:pt x="315159" y="114017"/>
                  </a:lnTo>
                  <a:lnTo>
                    <a:pt x="314017" y="120307"/>
                  </a:lnTo>
                  <a:lnTo>
                    <a:pt x="314895" y="131088"/>
                  </a:lnTo>
                  <a:lnTo>
                    <a:pt x="316038" y="135311"/>
                  </a:lnTo>
                  <a:lnTo>
                    <a:pt x="317180" y="138995"/>
                  </a:lnTo>
                  <a:lnTo>
                    <a:pt x="317004" y="145195"/>
                  </a:lnTo>
                  <a:lnTo>
                    <a:pt x="316213" y="152742"/>
                  </a:lnTo>
                  <a:lnTo>
                    <a:pt x="317883" y="156875"/>
                  </a:lnTo>
                  <a:lnTo>
                    <a:pt x="318849" y="159840"/>
                  </a:lnTo>
                  <a:lnTo>
                    <a:pt x="321749" y="161996"/>
                  </a:lnTo>
                  <a:lnTo>
                    <a:pt x="321485" y="166399"/>
                  </a:lnTo>
                  <a:lnTo>
                    <a:pt x="320607" y="170532"/>
                  </a:lnTo>
                  <a:lnTo>
                    <a:pt x="321749" y="173048"/>
                  </a:lnTo>
                  <a:lnTo>
                    <a:pt x="321046" y="175114"/>
                  </a:lnTo>
                  <a:lnTo>
                    <a:pt x="320079" y="178528"/>
                  </a:lnTo>
                  <a:lnTo>
                    <a:pt x="322188" y="183470"/>
                  </a:lnTo>
                  <a:lnTo>
                    <a:pt x="324297" y="188501"/>
                  </a:lnTo>
                  <a:lnTo>
                    <a:pt x="323858" y="190568"/>
                  </a:lnTo>
                  <a:lnTo>
                    <a:pt x="324648" y="195330"/>
                  </a:lnTo>
                  <a:lnTo>
                    <a:pt x="323594" y="197846"/>
                  </a:lnTo>
                  <a:lnTo>
                    <a:pt x="321661" y="202338"/>
                  </a:lnTo>
                  <a:lnTo>
                    <a:pt x="315422" y="209616"/>
                  </a:lnTo>
                  <a:lnTo>
                    <a:pt x="313050" y="213210"/>
                  </a:lnTo>
                  <a:lnTo>
                    <a:pt x="310502" y="218870"/>
                  </a:lnTo>
                  <a:lnTo>
                    <a:pt x="309887" y="220038"/>
                  </a:lnTo>
                  <a:lnTo>
                    <a:pt x="307602" y="224890"/>
                  </a:lnTo>
                  <a:lnTo>
                    <a:pt x="307075" y="229922"/>
                  </a:lnTo>
                  <a:lnTo>
                    <a:pt x="309799" y="236391"/>
                  </a:lnTo>
                  <a:lnTo>
                    <a:pt x="310941" y="239445"/>
                  </a:lnTo>
                  <a:lnTo>
                    <a:pt x="311820" y="241871"/>
                  </a:lnTo>
                  <a:lnTo>
                    <a:pt x="311820" y="243399"/>
                  </a:lnTo>
                  <a:lnTo>
                    <a:pt x="310590" y="247891"/>
                  </a:lnTo>
                  <a:lnTo>
                    <a:pt x="304791" y="261728"/>
                  </a:lnTo>
                  <a:lnTo>
                    <a:pt x="312084" y="284909"/>
                  </a:lnTo>
                  <a:lnTo>
                    <a:pt x="309623" y="294972"/>
                  </a:lnTo>
                  <a:lnTo>
                    <a:pt x="307339" y="305394"/>
                  </a:lnTo>
                  <a:lnTo>
                    <a:pt x="306548" y="320848"/>
                  </a:lnTo>
                  <a:lnTo>
                    <a:pt x="304088" y="324532"/>
                  </a:lnTo>
                  <a:lnTo>
                    <a:pt x="302155" y="327587"/>
                  </a:lnTo>
                  <a:lnTo>
                    <a:pt x="295037" y="341963"/>
                  </a:lnTo>
                  <a:lnTo>
                    <a:pt x="288535" y="352924"/>
                  </a:lnTo>
                  <a:lnTo>
                    <a:pt x="281857" y="361639"/>
                  </a:lnTo>
                  <a:lnTo>
                    <a:pt x="279837" y="364245"/>
                  </a:lnTo>
                  <a:lnTo>
                    <a:pt x="241263" y="392278"/>
                  </a:lnTo>
                  <a:lnTo>
                    <a:pt x="235552" y="395692"/>
                  </a:lnTo>
                  <a:lnTo>
                    <a:pt x="234058" y="398118"/>
                  </a:lnTo>
                  <a:lnTo>
                    <a:pt x="233795" y="401262"/>
                  </a:lnTo>
                  <a:lnTo>
                    <a:pt x="225974" y="409529"/>
                  </a:lnTo>
                  <a:lnTo>
                    <a:pt x="223251" y="412404"/>
                  </a:lnTo>
                  <a:lnTo>
                    <a:pt x="219912" y="415818"/>
                  </a:lnTo>
                  <a:lnTo>
                    <a:pt x="208753" y="426330"/>
                  </a:lnTo>
                  <a:lnTo>
                    <a:pt x="205326" y="434866"/>
                  </a:lnTo>
                  <a:lnTo>
                    <a:pt x="200054" y="441425"/>
                  </a:lnTo>
                  <a:lnTo>
                    <a:pt x="188192" y="447804"/>
                  </a:lnTo>
                  <a:lnTo>
                    <a:pt x="180811" y="459484"/>
                  </a:lnTo>
                  <a:lnTo>
                    <a:pt x="180020" y="469817"/>
                  </a:lnTo>
                  <a:lnTo>
                    <a:pt x="177824" y="476915"/>
                  </a:lnTo>
                  <a:lnTo>
                    <a:pt x="174133" y="481677"/>
                  </a:lnTo>
                  <a:lnTo>
                    <a:pt x="172815" y="484193"/>
                  </a:lnTo>
                  <a:lnTo>
                    <a:pt x="173430" y="486978"/>
                  </a:lnTo>
                  <a:lnTo>
                    <a:pt x="174133" y="489943"/>
                  </a:lnTo>
                  <a:lnTo>
                    <a:pt x="175539" y="492908"/>
                  </a:lnTo>
                  <a:lnTo>
                    <a:pt x="175363" y="497400"/>
                  </a:lnTo>
                  <a:lnTo>
                    <a:pt x="175100" y="499736"/>
                  </a:lnTo>
                  <a:lnTo>
                    <a:pt x="176945" y="503151"/>
                  </a:lnTo>
                  <a:lnTo>
                    <a:pt x="177384" y="505037"/>
                  </a:lnTo>
                  <a:lnTo>
                    <a:pt x="176945" y="507284"/>
                  </a:lnTo>
                  <a:lnTo>
                    <a:pt x="175100" y="509350"/>
                  </a:lnTo>
                  <a:lnTo>
                    <a:pt x="173957" y="510428"/>
                  </a:lnTo>
                  <a:lnTo>
                    <a:pt x="173430" y="511327"/>
                  </a:lnTo>
                  <a:lnTo>
                    <a:pt x="170091" y="512046"/>
                  </a:lnTo>
                  <a:lnTo>
                    <a:pt x="169828" y="512495"/>
                  </a:lnTo>
                  <a:lnTo>
                    <a:pt x="169213" y="512585"/>
                  </a:lnTo>
                  <a:lnTo>
                    <a:pt x="168685" y="512674"/>
                  </a:lnTo>
                  <a:lnTo>
                    <a:pt x="168334" y="512674"/>
                  </a:lnTo>
                  <a:lnTo>
                    <a:pt x="167719" y="512764"/>
                  </a:lnTo>
                  <a:lnTo>
                    <a:pt x="167543" y="512854"/>
                  </a:lnTo>
                  <a:lnTo>
                    <a:pt x="166928" y="512944"/>
                  </a:lnTo>
                  <a:lnTo>
                    <a:pt x="166752" y="512944"/>
                  </a:lnTo>
                  <a:lnTo>
                    <a:pt x="166577" y="512944"/>
                  </a:lnTo>
                  <a:lnTo>
                    <a:pt x="165259" y="512944"/>
                  </a:lnTo>
                  <a:lnTo>
                    <a:pt x="163941" y="513034"/>
                  </a:lnTo>
                  <a:lnTo>
                    <a:pt x="163589" y="513034"/>
                  </a:lnTo>
                  <a:lnTo>
                    <a:pt x="162886" y="513034"/>
                  </a:lnTo>
                  <a:lnTo>
                    <a:pt x="162623" y="513034"/>
                  </a:lnTo>
                  <a:lnTo>
                    <a:pt x="161920" y="513034"/>
                  </a:lnTo>
                  <a:lnTo>
                    <a:pt x="161217" y="513124"/>
                  </a:lnTo>
                  <a:lnTo>
                    <a:pt x="160953" y="513124"/>
                  </a:lnTo>
                  <a:lnTo>
                    <a:pt x="160690" y="513124"/>
                  </a:lnTo>
                  <a:lnTo>
                    <a:pt x="160250" y="513124"/>
                  </a:lnTo>
                  <a:lnTo>
                    <a:pt x="159987" y="513124"/>
                  </a:lnTo>
                  <a:lnTo>
                    <a:pt x="159372" y="513124"/>
                  </a:lnTo>
                  <a:lnTo>
                    <a:pt x="158932" y="513124"/>
                  </a:lnTo>
                  <a:lnTo>
                    <a:pt x="158757" y="513124"/>
                  </a:lnTo>
                  <a:lnTo>
                    <a:pt x="157087" y="513124"/>
                  </a:lnTo>
                  <a:lnTo>
                    <a:pt x="156472" y="512135"/>
                  </a:lnTo>
                  <a:lnTo>
                    <a:pt x="156384" y="511596"/>
                  </a:lnTo>
                  <a:lnTo>
                    <a:pt x="156296" y="511417"/>
                  </a:lnTo>
                  <a:lnTo>
                    <a:pt x="156296" y="511237"/>
                  </a:lnTo>
                  <a:lnTo>
                    <a:pt x="156208" y="510428"/>
                  </a:lnTo>
                  <a:lnTo>
                    <a:pt x="155945" y="509799"/>
                  </a:lnTo>
                  <a:lnTo>
                    <a:pt x="155066" y="508272"/>
                  </a:lnTo>
                  <a:lnTo>
                    <a:pt x="154978" y="508002"/>
                  </a:lnTo>
                  <a:lnTo>
                    <a:pt x="154715" y="507733"/>
                  </a:lnTo>
                  <a:lnTo>
                    <a:pt x="154275" y="507194"/>
                  </a:lnTo>
                  <a:lnTo>
                    <a:pt x="154188" y="507014"/>
                  </a:lnTo>
                  <a:lnTo>
                    <a:pt x="154100" y="506834"/>
                  </a:lnTo>
                  <a:lnTo>
                    <a:pt x="153748" y="505846"/>
                  </a:lnTo>
                  <a:lnTo>
                    <a:pt x="153485" y="505127"/>
                  </a:lnTo>
                  <a:lnTo>
                    <a:pt x="153397" y="504858"/>
                  </a:lnTo>
                  <a:lnTo>
                    <a:pt x="153309" y="504588"/>
                  </a:lnTo>
                  <a:lnTo>
                    <a:pt x="153133" y="503869"/>
                  </a:lnTo>
                  <a:lnTo>
                    <a:pt x="153045" y="503330"/>
                  </a:lnTo>
                  <a:lnTo>
                    <a:pt x="153045" y="503061"/>
                  </a:lnTo>
                  <a:lnTo>
                    <a:pt x="152957" y="502611"/>
                  </a:lnTo>
                  <a:lnTo>
                    <a:pt x="152870" y="502252"/>
                  </a:lnTo>
                  <a:lnTo>
                    <a:pt x="152870" y="501893"/>
                  </a:lnTo>
                  <a:lnTo>
                    <a:pt x="152870" y="501623"/>
                  </a:lnTo>
                  <a:lnTo>
                    <a:pt x="152870" y="500814"/>
                  </a:lnTo>
                  <a:lnTo>
                    <a:pt x="152870" y="500545"/>
                  </a:lnTo>
                  <a:lnTo>
                    <a:pt x="152782" y="500275"/>
                  </a:lnTo>
                  <a:lnTo>
                    <a:pt x="152782" y="500096"/>
                  </a:lnTo>
                  <a:lnTo>
                    <a:pt x="152782" y="498838"/>
                  </a:lnTo>
                  <a:lnTo>
                    <a:pt x="152694" y="498119"/>
                  </a:lnTo>
                  <a:lnTo>
                    <a:pt x="152694" y="497760"/>
                  </a:lnTo>
                  <a:lnTo>
                    <a:pt x="152694" y="497580"/>
                  </a:lnTo>
                  <a:lnTo>
                    <a:pt x="152430" y="496502"/>
                  </a:lnTo>
                  <a:lnTo>
                    <a:pt x="152254" y="495963"/>
                  </a:lnTo>
                  <a:lnTo>
                    <a:pt x="151376" y="494795"/>
                  </a:lnTo>
                  <a:lnTo>
                    <a:pt x="151200" y="494345"/>
                  </a:lnTo>
                  <a:lnTo>
                    <a:pt x="150497" y="492638"/>
                  </a:lnTo>
                  <a:lnTo>
                    <a:pt x="148037" y="489853"/>
                  </a:lnTo>
                  <a:lnTo>
                    <a:pt x="146895" y="488415"/>
                  </a:lnTo>
                  <a:lnTo>
                    <a:pt x="146895" y="488146"/>
                  </a:lnTo>
                  <a:lnTo>
                    <a:pt x="146982" y="487247"/>
                  </a:lnTo>
                  <a:lnTo>
                    <a:pt x="147070" y="486618"/>
                  </a:lnTo>
                  <a:lnTo>
                    <a:pt x="147422" y="485540"/>
                  </a:lnTo>
                  <a:lnTo>
                    <a:pt x="147598" y="485181"/>
                  </a:lnTo>
                  <a:lnTo>
                    <a:pt x="148037" y="484372"/>
                  </a:lnTo>
                  <a:lnTo>
                    <a:pt x="148037" y="484103"/>
                  </a:lnTo>
                  <a:lnTo>
                    <a:pt x="148213" y="483474"/>
                  </a:lnTo>
                  <a:lnTo>
                    <a:pt x="147949" y="482126"/>
                  </a:lnTo>
                  <a:lnTo>
                    <a:pt x="146807" y="481946"/>
                  </a:lnTo>
                  <a:lnTo>
                    <a:pt x="146367" y="481856"/>
                  </a:lnTo>
                  <a:lnTo>
                    <a:pt x="145137" y="478532"/>
                  </a:lnTo>
                  <a:lnTo>
                    <a:pt x="145049" y="478173"/>
                  </a:lnTo>
                  <a:lnTo>
                    <a:pt x="144874" y="477723"/>
                  </a:lnTo>
                  <a:lnTo>
                    <a:pt x="145049" y="476466"/>
                  </a:lnTo>
                  <a:lnTo>
                    <a:pt x="145752" y="472422"/>
                  </a:lnTo>
                  <a:lnTo>
                    <a:pt x="146543" y="469188"/>
                  </a:lnTo>
                  <a:lnTo>
                    <a:pt x="146631" y="468649"/>
                  </a:lnTo>
                  <a:lnTo>
                    <a:pt x="146631" y="467840"/>
                  </a:lnTo>
                  <a:lnTo>
                    <a:pt x="146543" y="467391"/>
                  </a:lnTo>
                  <a:lnTo>
                    <a:pt x="146280" y="466942"/>
                  </a:lnTo>
                  <a:lnTo>
                    <a:pt x="146016" y="466672"/>
                  </a:lnTo>
                  <a:lnTo>
                    <a:pt x="145489" y="466403"/>
                  </a:lnTo>
                  <a:lnTo>
                    <a:pt x="143556" y="465594"/>
                  </a:lnTo>
                  <a:lnTo>
                    <a:pt x="142765" y="465145"/>
                  </a:lnTo>
                  <a:lnTo>
                    <a:pt x="142413" y="464606"/>
                  </a:lnTo>
                  <a:lnTo>
                    <a:pt x="142326" y="464336"/>
                  </a:lnTo>
                  <a:lnTo>
                    <a:pt x="142326" y="463258"/>
                  </a:lnTo>
                  <a:lnTo>
                    <a:pt x="142326" y="462988"/>
                  </a:lnTo>
                  <a:lnTo>
                    <a:pt x="142326" y="462629"/>
                  </a:lnTo>
                  <a:lnTo>
                    <a:pt x="142501" y="460742"/>
                  </a:lnTo>
                  <a:lnTo>
                    <a:pt x="142589" y="459933"/>
                  </a:lnTo>
                  <a:lnTo>
                    <a:pt x="142501" y="459754"/>
                  </a:lnTo>
                  <a:lnTo>
                    <a:pt x="142413" y="458765"/>
                  </a:lnTo>
                  <a:lnTo>
                    <a:pt x="142238" y="458496"/>
                  </a:lnTo>
                  <a:lnTo>
                    <a:pt x="141798" y="457148"/>
                  </a:lnTo>
                  <a:lnTo>
                    <a:pt x="141710" y="456968"/>
                  </a:lnTo>
                  <a:lnTo>
                    <a:pt x="141535" y="456429"/>
                  </a:lnTo>
                  <a:lnTo>
                    <a:pt x="141271" y="455800"/>
                  </a:lnTo>
                  <a:lnTo>
                    <a:pt x="140656" y="454273"/>
                  </a:lnTo>
                  <a:lnTo>
                    <a:pt x="139865" y="452296"/>
                  </a:lnTo>
                  <a:lnTo>
                    <a:pt x="139514" y="451578"/>
                  </a:lnTo>
                  <a:lnTo>
                    <a:pt x="138899" y="450589"/>
                  </a:lnTo>
                  <a:lnTo>
                    <a:pt x="138020" y="450140"/>
                  </a:lnTo>
                  <a:lnTo>
                    <a:pt x="134945" y="448702"/>
                  </a:lnTo>
                  <a:lnTo>
                    <a:pt x="133803" y="448253"/>
                  </a:lnTo>
                  <a:lnTo>
                    <a:pt x="133012" y="447894"/>
                  </a:lnTo>
                  <a:lnTo>
                    <a:pt x="121238" y="449870"/>
                  </a:lnTo>
                  <a:lnTo>
                    <a:pt x="112363" y="451667"/>
                  </a:lnTo>
                  <a:lnTo>
                    <a:pt x="110342" y="452027"/>
                  </a:lnTo>
                  <a:lnTo>
                    <a:pt x="110079" y="452117"/>
                  </a:lnTo>
                  <a:lnTo>
                    <a:pt x="109991" y="451488"/>
                  </a:lnTo>
                  <a:lnTo>
                    <a:pt x="109815" y="450679"/>
                  </a:lnTo>
                  <a:lnTo>
                    <a:pt x="108673" y="445558"/>
                  </a:lnTo>
                  <a:lnTo>
                    <a:pt x="104455" y="425881"/>
                  </a:lnTo>
                  <a:lnTo>
                    <a:pt x="103137" y="419861"/>
                  </a:lnTo>
                  <a:lnTo>
                    <a:pt x="96020" y="420939"/>
                  </a:lnTo>
                  <a:lnTo>
                    <a:pt x="89957" y="421748"/>
                  </a:lnTo>
                  <a:lnTo>
                    <a:pt x="74317" y="424084"/>
                  </a:lnTo>
                  <a:lnTo>
                    <a:pt x="72120" y="424353"/>
                  </a:lnTo>
                  <a:lnTo>
                    <a:pt x="67991" y="424982"/>
                  </a:lnTo>
                  <a:lnTo>
                    <a:pt x="60083" y="426150"/>
                  </a:lnTo>
                  <a:lnTo>
                    <a:pt x="54108" y="426959"/>
                  </a:lnTo>
                  <a:lnTo>
                    <a:pt x="37149" y="429475"/>
                  </a:lnTo>
                  <a:lnTo>
                    <a:pt x="36974" y="428397"/>
                  </a:lnTo>
                  <a:lnTo>
                    <a:pt x="36622" y="426420"/>
                  </a:lnTo>
                  <a:lnTo>
                    <a:pt x="36534" y="426150"/>
                  </a:lnTo>
                  <a:lnTo>
                    <a:pt x="36446" y="425252"/>
                  </a:lnTo>
                  <a:lnTo>
                    <a:pt x="34338" y="412224"/>
                  </a:lnTo>
                  <a:lnTo>
                    <a:pt x="33898" y="409618"/>
                  </a:lnTo>
                  <a:lnTo>
                    <a:pt x="31526" y="394704"/>
                  </a:lnTo>
                  <a:lnTo>
                    <a:pt x="31262" y="393356"/>
                  </a:lnTo>
                  <a:lnTo>
                    <a:pt x="31175" y="392727"/>
                  </a:lnTo>
                  <a:lnTo>
                    <a:pt x="30735" y="389672"/>
                  </a:lnTo>
                  <a:lnTo>
                    <a:pt x="30208" y="385809"/>
                  </a:lnTo>
                  <a:lnTo>
                    <a:pt x="30120" y="384551"/>
                  </a:lnTo>
                  <a:lnTo>
                    <a:pt x="30120" y="383113"/>
                  </a:lnTo>
                  <a:lnTo>
                    <a:pt x="30032" y="382664"/>
                  </a:lnTo>
                  <a:lnTo>
                    <a:pt x="30032" y="381676"/>
                  </a:lnTo>
                  <a:lnTo>
                    <a:pt x="30032" y="381496"/>
                  </a:lnTo>
                  <a:lnTo>
                    <a:pt x="30032" y="380597"/>
                  </a:lnTo>
                  <a:lnTo>
                    <a:pt x="30032" y="379339"/>
                  </a:lnTo>
                  <a:lnTo>
                    <a:pt x="29944" y="377992"/>
                  </a:lnTo>
                  <a:lnTo>
                    <a:pt x="29769" y="376464"/>
                  </a:lnTo>
                  <a:lnTo>
                    <a:pt x="29417" y="374218"/>
                  </a:lnTo>
                  <a:lnTo>
                    <a:pt x="28275" y="366761"/>
                  </a:lnTo>
                  <a:lnTo>
                    <a:pt x="27133" y="359303"/>
                  </a:lnTo>
                  <a:lnTo>
                    <a:pt x="25200" y="346814"/>
                  </a:lnTo>
                  <a:lnTo>
                    <a:pt x="25024" y="345197"/>
                  </a:lnTo>
                  <a:lnTo>
                    <a:pt x="24145" y="339896"/>
                  </a:lnTo>
                  <a:lnTo>
                    <a:pt x="23354" y="334595"/>
                  </a:lnTo>
                  <a:lnTo>
                    <a:pt x="23179" y="333607"/>
                  </a:lnTo>
                  <a:lnTo>
                    <a:pt x="22915" y="331450"/>
                  </a:lnTo>
                  <a:lnTo>
                    <a:pt x="22476" y="328665"/>
                  </a:lnTo>
                  <a:lnTo>
                    <a:pt x="21861" y="324801"/>
                  </a:lnTo>
                  <a:lnTo>
                    <a:pt x="21246" y="320848"/>
                  </a:lnTo>
                  <a:lnTo>
                    <a:pt x="20894" y="318063"/>
                  </a:lnTo>
                  <a:lnTo>
                    <a:pt x="19488" y="308898"/>
                  </a:lnTo>
                  <a:lnTo>
                    <a:pt x="18522" y="302878"/>
                  </a:lnTo>
                  <a:lnTo>
                    <a:pt x="18258" y="301171"/>
                  </a:lnTo>
                  <a:lnTo>
                    <a:pt x="18170" y="300273"/>
                  </a:lnTo>
                  <a:lnTo>
                    <a:pt x="17379" y="295151"/>
                  </a:lnTo>
                  <a:lnTo>
                    <a:pt x="17028" y="293175"/>
                  </a:lnTo>
                  <a:lnTo>
                    <a:pt x="16149" y="287155"/>
                  </a:lnTo>
                  <a:lnTo>
                    <a:pt x="15534" y="282932"/>
                  </a:lnTo>
                  <a:lnTo>
                    <a:pt x="14656" y="277362"/>
                  </a:lnTo>
                  <a:lnTo>
                    <a:pt x="14480" y="276373"/>
                  </a:lnTo>
                  <a:lnTo>
                    <a:pt x="14480" y="276104"/>
                  </a:lnTo>
                  <a:lnTo>
                    <a:pt x="14304" y="275295"/>
                  </a:lnTo>
                  <a:lnTo>
                    <a:pt x="13865" y="272330"/>
                  </a:lnTo>
                  <a:lnTo>
                    <a:pt x="12898" y="266130"/>
                  </a:lnTo>
                  <a:lnTo>
                    <a:pt x="12635" y="264513"/>
                  </a:lnTo>
                  <a:lnTo>
                    <a:pt x="12547" y="263884"/>
                  </a:lnTo>
                  <a:lnTo>
                    <a:pt x="12547" y="263705"/>
                  </a:lnTo>
                  <a:lnTo>
                    <a:pt x="12107" y="261009"/>
                  </a:lnTo>
                  <a:lnTo>
                    <a:pt x="9911" y="246633"/>
                  </a:lnTo>
                  <a:lnTo>
                    <a:pt x="9823" y="245555"/>
                  </a:lnTo>
                  <a:lnTo>
                    <a:pt x="4024" y="207100"/>
                  </a:lnTo>
                  <a:lnTo>
                    <a:pt x="0" y="180278"/>
                  </a:lnTo>
                  <a:lnTo>
                    <a:pt x="0" y="150389"/>
                  </a:lnTo>
                  <a:lnTo>
                    <a:pt x="8944" y="149238"/>
                  </a:lnTo>
                  <a:lnTo>
                    <a:pt x="46200" y="143308"/>
                  </a:lnTo>
                  <a:lnTo>
                    <a:pt x="46903" y="143218"/>
                  </a:lnTo>
                  <a:lnTo>
                    <a:pt x="47166" y="144566"/>
                  </a:lnTo>
                  <a:lnTo>
                    <a:pt x="47342" y="144655"/>
                  </a:lnTo>
                  <a:lnTo>
                    <a:pt x="48221" y="144925"/>
                  </a:lnTo>
                  <a:lnTo>
                    <a:pt x="51735" y="146093"/>
                  </a:lnTo>
                  <a:lnTo>
                    <a:pt x="54108" y="146812"/>
                  </a:lnTo>
                  <a:lnTo>
                    <a:pt x="54371" y="146902"/>
                  </a:lnTo>
                  <a:lnTo>
                    <a:pt x="54547" y="146902"/>
                  </a:lnTo>
                  <a:lnTo>
                    <a:pt x="62806" y="144566"/>
                  </a:lnTo>
                  <a:lnTo>
                    <a:pt x="65355" y="143847"/>
                  </a:lnTo>
                  <a:lnTo>
                    <a:pt x="65882" y="143757"/>
                  </a:lnTo>
                  <a:lnTo>
                    <a:pt x="67903" y="143218"/>
                  </a:lnTo>
                  <a:lnTo>
                    <a:pt x="68342" y="143218"/>
                  </a:lnTo>
                  <a:lnTo>
                    <a:pt x="67991" y="141960"/>
                  </a:lnTo>
                  <a:lnTo>
                    <a:pt x="67903" y="141331"/>
                  </a:lnTo>
                  <a:lnTo>
                    <a:pt x="67991" y="140792"/>
                  </a:lnTo>
                  <a:lnTo>
                    <a:pt x="68342" y="139893"/>
                  </a:lnTo>
                  <a:lnTo>
                    <a:pt x="69133" y="137468"/>
                  </a:lnTo>
                  <a:lnTo>
                    <a:pt x="70187" y="134323"/>
                  </a:lnTo>
                  <a:lnTo>
                    <a:pt x="71681" y="130010"/>
                  </a:lnTo>
                  <a:lnTo>
                    <a:pt x="71769" y="129561"/>
                  </a:lnTo>
                  <a:lnTo>
                    <a:pt x="72296" y="129112"/>
                  </a:lnTo>
                  <a:lnTo>
                    <a:pt x="73438" y="128033"/>
                  </a:lnTo>
                  <a:lnTo>
                    <a:pt x="73614" y="127854"/>
                  </a:lnTo>
                  <a:lnTo>
                    <a:pt x="74141" y="127405"/>
                  </a:lnTo>
                  <a:lnTo>
                    <a:pt x="74405" y="127674"/>
                  </a:lnTo>
                  <a:lnTo>
                    <a:pt x="74581" y="127854"/>
                  </a:lnTo>
                  <a:lnTo>
                    <a:pt x="74668" y="128123"/>
                  </a:lnTo>
                  <a:lnTo>
                    <a:pt x="74756" y="128303"/>
                  </a:lnTo>
                  <a:lnTo>
                    <a:pt x="74581" y="128573"/>
                  </a:lnTo>
                  <a:lnTo>
                    <a:pt x="74756" y="128573"/>
                  </a:lnTo>
                  <a:lnTo>
                    <a:pt x="75020" y="128662"/>
                  </a:lnTo>
                  <a:lnTo>
                    <a:pt x="75371" y="128662"/>
                  </a:lnTo>
                  <a:lnTo>
                    <a:pt x="76338" y="129112"/>
                  </a:lnTo>
                  <a:lnTo>
                    <a:pt x="79501" y="129022"/>
                  </a:lnTo>
                  <a:lnTo>
                    <a:pt x="79765" y="128752"/>
                  </a:lnTo>
                  <a:lnTo>
                    <a:pt x="80204" y="128393"/>
                  </a:lnTo>
                  <a:lnTo>
                    <a:pt x="81083" y="125967"/>
                  </a:lnTo>
                  <a:lnTo>
                    <a:pt x="81786" y="126057"/>
                  </a:lnTo>
                  <a:lnTo>
                    <a:pt x="81961" y="125697"/>
                  </a:lnTo>
                  <a:lnTo>
                    <a:pt x="81961" y="125518"/>
                  </a:lnTo>
                  <a:lnTo>
                    <a:pt x="81961" y="125068"/>
                  </a:lnTo>
                  <a:lnTo>
                    <a:pt x="81873" y="124709"/>
                  </a:lnTo>
                  <a:lnTo>
                    <a:pt x="81873" y="124440"/>
                  </a:lnTo>
                  <a:lnTo>
                    <a:pt x="81961" y="123721"/>
                  </a:lnTo>
                  <a:lnTo>
                    <a:pt x="82225" y="123272"/>
                  </a:lnTo>
                  <a:lnTo>
                    <a:pt x="82752" y="122553"/>
                  </a:lnTo>
                  <a:lnTo>
                    <a:pt x="82928" y="122193"/>
                  </a:lnTo>
                  <a:lnTo>
                    <a:pt x="83279" y="121834"/>
                  </a:lnTo>
                  <a:lnTo>
                    <a:pt x="84158" y="121115"/>
                  </a:lnTo>
                  <a:lnTo>
                    <a:pt x="85740" y="119857"/>
                  </a:lnTo>
                  <a:lnTo>
                    <a:pt x="87409" y="118240"/>
                  </a:lnTo>
                  <a:lnTo>
                    <a:pt x="88376" y="117611"/>
                  </a:lnTo>
                  <a:lnTo>
                    <a:pt x="89166" y="116982"/>
                  </a:lnTo>
                  <a:lnTo>
                    <a:pt x="89694" y="115634"/>
                  </a:lnTo>
                  <a:lnTo>
                    <a:pt x="91539" y="114466"/>
                  </a:lnTo>
                  <a:lnTo>
                    <a:pt x="92066" y="114197"/>
                  </a:lnTo>
                  <a:lnTo>
                    <a:pt x="93560" y="113568"/>
                  </a:lnTo>
                  <a:lnTo>
                    <a:pt x="93999" y="113388"/>
                  </a:lnTo>
                  <a:lnTo>
                    <a:pt x="95405" y="113029"/>
                  </a:lnTo>
                  <a:lnTo>
                    <a:pt x="97338" y="112040"/>
                  </a:lnTo>
                  <a:lnTo>
                    <a:pt x="99095" y="111142"/>
                  </a:lnTo>
                  <a:lnTo>
                    <a:pt x="99535" y="110872"/>
                  </a:lnTo>
                  <a:lnTo>
                    <a:pt x="100150" y="110603"/>
                  </a:lnTo>
                  <a:lnTo>
                    <a:pt x="101204" y="110154"/>
                  </a:lnTo>
                  <a:lnTo>
                    <a:pt x="105158" y="107728"/>
                  </a:lnTo>
                  <a:lnTo>
                    <a:pt x="105422" y="107458"/>
                  </a:lnTo>
                  <a:lnTo>
                    <a:pt x="105773" y="107099"/>
                  </a:lnTo>
                  <a:lnTo>
                    <a:pt x="107530" y="105392"/>
                  </a:lnTo>
                  <a:lnTo>
                    <a:pt x="110079" y="102427"/>
                  </a:lnTo>
                  <a:lnTo>
                    <a:pt x="112100" y="98833"/>
                  </a:lnTo>
                  <a:lnTo>
                    <a:pt x="113154" y="96587"/>
                  </a:lnTo>
                  <a:lnTo>
                    <a:pt x="115087" y="95239"/>
                  </a:lnTo>
                  <a:lnTo>
                    <a:pt x="116932" y="92723"/>
                  </a:lnTo>
                  <a:lnTo>
                    <a:pt x="118250" y="87871"/>
                  </a:lnTo>
                  <a:lnTo>
                    <a:pt x="119129" y="81312"/>
                  </a:lnTo>
                  <a:lnTo>
                    <a:pt x="120623" y="79875"/>
                  </a:lnTo>
                  <a:lnTo>
                    <a:pt x="125104" y="78707"/>
                  </a:lnTo>
                  <a:lnTo>
                    <a:pt x="127213" y="77898"/>
                  </a:lnTo>
                  <a:lnTo>
                    <a:pt x="129936" y="76011"/>
                  </a:lnTo>
                  <a:lnTo>
                    <a:pt x="133539" y="74933"/>
                  </a:lnTo>
                  <a:lnTo>
                    <a:pt x="140568" y="71159"/>
                  </a:lnTo>
                  <a:lnTo>
                    <a:pt x="147949" y="66128"/>
                  </a:lnTo>
                  <a:lnTo>
                    <a:pt x="153221" y="61546"/>
                  </a:lnTo>
                  <a:lnTo>
                    <a:pt x="155769" y="57592"/>
                  </a:lnTo>
                  <a:lnTo>
                    <a:pt x="159460" y="51393"/>
                  </a:lnTo>
                  <a:lnTo>
                    <a:pt x="169564" y="46541"/>
                  </a:lnTo>
                  <a:lnTo>
                    <a:pt x="171234" y="45642"/>
                  </a:lnTo>
                  <a:lnTo>
                    <a:pt x="177911" y="44834"/>
                  </a:lnTo>
                  <a:lnTo>
                    <a:pt x="185380" y="43846"/>
                  </a:lnTo>
                  <a:lnTo>
                    <a:pt x="190389" y="42857"/>
                  </a:lnTo>
                  <a:lnTo>
                    <a:pt x="193288" y="43037"/>
                  </a:lnTo>
                  <a:lnTo>
                    <a:pt x="199351" y="41150"/>
                  </a:lnTo>
                  <a:lnTo>
                    <a:pt x="203481" y="40701"/>
                  </a:lnTo>
                  <a:lnTo>
                    <a:pt x="210071" y="41150"/>
                  </a:lnTo>
                  <a:lnTo>
                    <a:pt x="219297" y="42588"/>
                  </a:lnTo>
                  <a:lnTo>
                    <a:pt x="223251" y="39173"/>
                  </a:lnTo>
                  <a:lnTo>
                    <a:pt x="228083" y="36927"/>
                  </a:lnTo>
                  <a:lnTo>
                    <a:pt x="232828" y="35579"/>
                  </a:lnTo>
                  <a:lnTo>
                    <a:pt x="242933" y="33962"/>
                  </a:lnTo>
                  <a:lnTo>
                    <a:pt x="245129" y="32345"/>
                  </a:lnTo>
                  <a:lnTo>
                    <a:pt x="248556" y="31087"/>
                  </a:lnTo>
                  <a:lnTo>
                    <a:pt x="254531" y="29739"/>
                  </a:lnTo>
                  <a:lnTo>
                    <a:pt x="260154" y="25966"/>
                  </a:lnTo>
                  <a:lnTo>
                    <a:pt x="268238" y="20844"/>
                  </a:lnTo>
                  <a:lnTo>
                    <a:pt x="270874" y="18598"/>
                  </a:lnTo>
                  <a:lnTo>
                    <a:pt x="273422" y="17250"/>
                  </a:lnTo>
                  <a:lnTo>
                    <a:pt x="277640" y="13387"/>
                  </a:lnTo>
                  <a:lnTo>
                    <a:pt x="283703" y="12309"/>
                  </a:lnTo>
                  <a:lnTo>
                    <a:pt x="295389" y="12848"/>
                  </a:lnTo>
                  <a:lnTo>
                    <a:pt x="304615" y="13117"/>
                  </a:lnTo>
                  <a:lnTo>
                    <a:pt x="309008" y="12758"/>
                  </a:lnTo>
                  <a:lnTo>
                    <a:pt x="317004" y="1796"/>
                  </a:lnTo>
                  <a:lnTo>
                    <a:pt x="327372" y="0"/>
                  </a:lnTo>
                  <a:lnTo>
                    <a:pt x="323506" y="165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953455" y="3687781"/>
              <a:ext cx="235745" cy="259032"/>
            </a:xfrm>
            <a:custGeom>
              <a:avLst/>
              <a:pathLst>
                <a:path w="235745" h="259032">
                  <a:moveTo>
                    <a:pt x="222741" y="11500"/>
                  </a:moveTo>
                  <a:lnTo>
                    <a:pt x="222214" y="14375"/>
                  </a:lnTo>
                  <a:lnTo>
                    <a:pt x="222126" y="14824"/>
                  </a:lnTo>
                  <a:lnTo>
                    <a:pt x="221335" y="20126"/>
                  </a:lnTo>
                  <a:lnTo>
                    <a:pt x="219490" y="31267"/>
                  </a:lnTo>
                  <a:lnTo>
                    <a:pt x="219841" y="33333"/>
                  </a:lnTo>
                  <a:lnTo>
                    <a:pt x="219841" y="33693"/>
                  </a:lnTo>
                  <a:lnTo>
                    <a:pt x="220281" y="36298"/>
                  </a:lnTo>
                  <a:lnTo>
                    <a:pt x="220369" y="36927"/>
                  </a:lnTo>
                  <a:lnTo>
                    <a:pt x="220544" y="38275"/>
                  </a:lnTo>
                  <a:lnTo>
                    <a:pt x="220632" y="38814"/>
                  </a:lnTo>
                  <a:lnTo>
                    <a:pt x="220720" y="39084"/>
                  </a:lnTo>
                  <a:lnTo>
                    <a:pt x="220720" y="39533"/>
                  </a:lnTo>
                  <a:lnTo>
                    <a:pt x="220896" y="40611"/>
                  </a:lnTo>
                  <a:lnTo>
                    <a:pt x="220984" y="40881"/>
                  </a:lnTo>
                  <a:lnTo>
                    <a:pt x="222917" y="53639"/>
                  </a:lnTo>
                  <a:lnTo>
                    <a:pt x="223180" y="55706"/>
                  </a:lnTo>
                  <a:lnTo>
                    <a:pt x="223268" y="55975"/>
                  </a:lnTo>
                  <a:lnTo>
                    <a:pt x="224674" y="65769"/>
                  </a:lnTo>
                  <a:lnTo>
                    <a:pt x="226168" y="75382"/>
                  </a:lnTo>
                  <a:lnTo>
                    <a:pt x="227134" y="81582"/>
                  </a:lnTo>
                  <a:lnTo>
                    <a:pt x="227310" y="82930"/>
                  </a:lnTo>
                  <a:lnTo>
                    <a:pt x="227486" y="84187"/>
                  </a:lnTo>
                  <a:lnTo>
                    <a:pt x="227574" y="84457"/>
                  </a:lnTo>
                  <a:lnTo>
                    <a:pt x="227661" y="85266"/>
                  </a:lnTo>
                  <a:lnTo>
                    <a:pt x="227749" y="85895"/>
                  </a:lnTo>
                  <a:lnTo>
                    <a:pt x="228101" y="88320"/>
                  </a:lnTo>
                  <a:lnTo>
                    <a:pt x="228540" y="91285"/>
                  </a:lnTo>
                  <a:lnTo>
                    <a:pt x="228716" y="92004"/>
                  </a:lnTo>
                  <a:lnTo>
                    <a:pt x="228804" y="92903"/>
                  </a:lnTo>
                  <a:lnTo>
                    <a:pt x="228892" y="93622"/>
                  </a:lnTo>
                  <a:lnTo>
                    <a:pt x="228979" y="94071"/>
                  </a:lnTo>
                  <a:lnTo>
                    <a:pt x="228979" y="94250"/>
                  </a:lnTo>
                  <a:lnTo>
                    <a:pt x="229155" y="94969"/>
                  </a:lnTo>
                  <a:lnTo>
                    <a:pt x="229682" y="98923"/>
                  </a:lnTo>
                  <a:lnTo>
                    <a:pt x="230034" y="100809"/>
                  </a:lnTo>
                  <a:lnTo>
                    <a:pt x="230210" y="101888"/>
                  </a:lnTo>
                  <a:lnTo>
                    <a:pt x="230473" y="103774"/>
                  </a:lnTo>
                  <a:lnTo>
                    <a:pt x="230737" y="105931"/>
                  </a:lnTo>
                  <a:lnTo>
                    <a:pt x="231791" y="112849"/>
                  </a:lnTo>
                  <a:lnTo>
                    <a:pt x="231879" y="113298"/>
                  </a:lnTo>
                  <a:lnTo>
                    <a:pt x="234164" y="129471"/>
                  </a:lnTo>
                  <a:lnTo>
                    <a:pt x="235569" y="139175"/>
                  </a:lnTo>
                  <a:lnTo>
                    <a:pt x="235745" y="140522"/>
                  </a:lnTo>
                  <a:lnTo>
                    <a:pt x="235042" y="140702"/>
                  </a:lnTo>
                  <a:lnTo>
                    <a:pt x="234164" y="140792"/>
                  </a:lnTo>
                  <a:lnTo>
                    <a:pt x="224674" y="142230"/>
                  </a:lnTo>
                  <a:lnTo>
                    <a:pt x="222917" y="142499"/>
                  </a:lnTo>
                  <a:lnTo>
                    <a:pt x="217293" y="143308"/>
                  </a:lnTo>
                  <a:lnTo>
                    <a:pt x="216151" y="143487"/>
                  </a:lnTo>
                  <a:lnTo>
                    <a:pt x="215799" y="143577"/>
                  </a:lnTo>
                  <a:lnTo>
                    <a:pt x="205519" y="145105"/>
                  </a:lnTo>
                  <a:lnTo>
                    <a:pt x="200247" y="145823"/>
                  </a:lnTo>
                  <a:lnTo>
                    <a:pt x="192866" y="146812"/>
                  </a:lnTo>
                  <a:lnTo>
                    <a:pt x="188034" y="147351"/>
                  </a:lnTo>
                  <a:lnTo>
                    <a:pt x="187243" y="157144"/>
                  </a:lnTo>
                  <a:lnTo>
                    <a:pt x="186452" y="167926"/>
                  </a:lnTo>
                  <a:lnTo>
                    <a:pt x="173624" y="169903"/>
                  </a:lnTo>
                  <a:lnTo>
                    <a:pt x="170812" y="170262"/>
                  </a:lnTo>
                  <a:lnTo>
                    <a:pt x="161234" y="169723"/>
                  </a:lnTo>
                  <a:lnTo>
                    <a:pt x="153854" y="169454"/>
                  </a:lnTo>
                  <a:lnTo>
                    <a:pt x="152799" y="169364"/>
                  </a:lnTo>
                  <a:lnTo>
                    <a:pt x="148230" y="169184"/>
                  </a:lnTo>
                  <a:lnTo>
                    <a:pt x="146385" y="170891"/>
                  </a:lnTo>
                  <a:lnTo>
                    <a:pt x="141025" y="175563"/>
                  </a:lnTo>
                  <a:lnTo>
                    <a:pt x="136280" y="179786"/>
                  </a:lnTo>
                  <a:lnTo>
                    <a:pt x="133029" y="182661"/>
                  </a:lnTo>
                  <a:lnTo>
                    <a:pt x="132854" y="182841"/>
                  </a:lnTo>
                  <a:lnTo>
                    <a:pt x="129778" y="185626"/>
                  </a:lnTo>
                  <a:lnTo>
                    <a:pt x="127933" y="187154"/>
                  </a:lnTo>
                  <a:lnTo>
                    <a:pt x="127669" y="187423"/>
                  </a:lnTo>
                  <a:lnTo>
                    <a:pt x="127318" y="187783"/>
                  </a:lnTo>
                  <a:lnTo>
                    <a:pt x="126439" y="188681"/>
                  </a:lnTo>
                  <a:lnTo>
                    <a:pt x="124858" y="190029"/>
                  </a:lnTo>
                  <a:lnTo>
                    <a:pt x="121167" y="194252"/>
                  </a:lnTo>
                  <a:lnTo>
                    <a:pt x="119322" y="196498"/>
                  </a:lnTo>
                  <a:lnTo>
                    <a:pt x="118971" y="196947"/>
                  </a:lnTo>
                  <a:lnTo>
                    <a:pt x="116247" y="201350"/>
                  </a:lnTo>
                  <a:lnTo>
                    <a:pt x="114753" y="204315"/>
                  </a:lnTo>
                  <a:lnTo>
                    <a:pt x="112556" y="208538"/>
                  </a:lnTo>
                  <a:lnTo>
                    <a:pt x="112293" y="208987"/>
                  </a:lnTo>
                  <a:lnTo>
                    <a:pt x="110272" y="213030"/>
                  </a:lnTo>
                  <a:lnTo>
                    <a:pt x="105176" y="223003"/>
                  </a:lnTo>
                  <a:lnTo>
                    <a:pt x="103506" y="226328"/>
                  </a:lnTo>
                  <a:lnTo>
                    <a:pt x="96038" y="241332"/>
                  </a:lnTo>
                  <a:lnTo>
                    <a:pt x="94017" y="245555"/>
                  </a:lnTo>
                  <a:lnTo>
                    <a:pt x="86899" y="259032"/>
                  </a:lnTo>
                  <a:lnTo>
                    <a:pt x="80661" y="254810"/>
                  </a:lnTo>
                  <a:lnTo>
                    <a:pt x="76883" y="252204"/>
                  </a:lnTo>
                  <a:lnTo>
                    <a:pt x="76619" y="252024"/>
                  </a:lnTo>
                  <a:lnTo>
                    <a:pt x="75213" y="251036"/>
                  </a:lnTo>
                  <a:lnTo>
                    <a:pt x="74335" y="250407"/>
                  </a:lnTo>
                  <a:lnTo>
                    <a:pt x="72929" y="249509"/>
                  </a:lnTo>
                  <a:lnTo>
                    <a:pt x="72050" y="248880"/>
                  </a:lnTo>
                  <a:lnTo>
                    <a:pt x="71786" y="248700"/>
                  </a:lnTo>
                  <a:lnTo>
                    <a:pt x="71435" y="248430"/>
                  </a:lnTo>
                  <a:lnTo>
                    <a:pt x="69238" y="246993"/>
                  </a:lnTo>
                  <a:lnTo>
                    <a:pt x="66866" y="245286"/>
                  </a:lnTo>
                  <a:lnTo>
                    <a:pt x="64406" y="243668"/>
                  </a:lnTo>
                  <a:lnTo>
                    <a:pt x="61155" y="241332"/>
                  </a:lnTo>
                  <a:lnTo>
                    <a:pt x="60100" y="240703"/>
                  </a:lnTo>
                  <a:lnTo>
                    <a:pt x="59749" y="240434"/>
                  </a:lnTo>
                  <a:lnTo>
                    <a:pt x="57201" y="238727"/>
                  </a:lnTo>
                  <a:lnTo>
                    <a:pt x="55355" y="237469"/>
                  </a:lnTo>
                  <a:lnTo>
                    <a:pt x="51665" y="234953"/>
                  </a:lnTo>
                  <a:lnTo>
                    <a:pt x="47799" y="232258"/>
                  </a:lnTo>
                  <a:lnTo>
                    <a:pt x="47096" y="231898"/>
                  </a:lnTo>
                  <a:lnTo>
                    <a:pt x="39276" y="226507"/>
                  </a:lnTo>
                  <a:lnTo>
                    <a:pt x="25041" y="217073"/>
                  </a:lnTo>
                  <a:lnTo>
                    <a:pt x="13443" y="209526"/>
                  </a:lnTo>
                  <a:lnTo>
                    <a:pt x="351" y="200361"/>
                  </a:lnTo>
                  <a:lnTo>
                    <a:pt x="0" y="200092"/>
                  </a:lnTo>
                  <a:lnTo>
                    <a:pt x="3514" y="195869"/>
                  </a:lnTo>
                  <a:lnTo>
                    <a:pt x="7468" y="190927"/>
                  </a:lnTo>
                  <a:lnTo>
                    <a:pt x="13795" y="183200"/>
                  </a:lnTo>
                  <a:lnTo>
                    <a:pt x="14585" y="182122"/>
                  </a:lnTo>
                  <a:lnTo>
                    <a:pt x="22054" y="172958"/>
                  </a:lnTo>
                  <a:lnTo>
                    <a:pt x="28380" y="165141"/>
                  </a:lnTo>
                  <a:lnTo>
                    <a:pt x="28468" y="164961"/>
                  </a:lnTo>
                  <a:lnTo>
                    <a:pt x="35498" y="156336"/>
                  </a:lnTo>
                  <a:lnTo>
                    <a:pt x="36376" y="155258"/>
                  </a:lnTo>
                  <a:lnTo>
                    <a:pt x="42088" y="147531"/>
                  </a:lnTo>
                  <a:lnTo>
                    <a:pt x="48502" y="140253"/>
                  </a:lnTo>
                  <a:lnTo>
                    <a:pt x="48590" y="140073"/>
                  </a:lnTo>
                  <a:lnTo>
                    <a:pt x="53422" y="134053"/>
                  </a:lnTo>
                  <a:lnTo>
                    <a:pt x="54125" y="133245"/>
                  </a:lnTo>
                  <a:lnTo>
                    <a:pt x="57552" y="128932"/>
                  </a:lnTo>
                  <a:lnTo>
                    <a:pt x="61155" y="124440"/>
                  </a:lnTo>
                  <a:lnTo>
                    <a:pt x="68272" y="115545"/>
                  </a:lnTo>
                  <a:lnTo>
                    <a:pt x="75389" y="106650"/>
                  </a:lnTo>
                  <a:lnTo>
                    <a:pt x="79079" y="102067"/>
                  </a:lnTo>
                  <a:lnTo>
                    <a:pt x="82067" y="98383"/>
                  </a:lnTo>
                  <a:lnTo>
                    <a:pt x="82506" y="97755"/>
                  </a:lnTo>
                  <a:lnTo>
                    <a:pt x="89535" y="89129"/>
                  </a:lnTo>
                  <a:lnTo>
                    <a:pt x="93138" y="84547"/>
                  </a:lnTo>
                  <a:lnTo>
                    <a:pt x="96477" y="80414"/>
                  </a:lnTo>
                  <a:lnTo>
                    <a:pt x="96565" y="80234"/>
                  </a:lnTo>
                  <a:lnTo>
                    <a:pt x="103770" y="71339"/>
                  </a:lnTo>
                  <a:lnTo>
                    <a:pt x="110799" y="62624"/>
                  </a:lnTo>
                  <a:lnTo>
                    <a:pt x="110975" y="62354"/>
                  </a:lnTo>
                  <a:lnTo>
                    <a:pt x="117828" y="53729"/>
                  </a:lnTo>
                  <a:lnTo>
                    <a:pt x="124858" y="45103"/>
                  </a:lnTo>
                  <a:lnTo>
                    <a:pt x="125209" y="44654"/>
                  </a:lnTo>
                  <a:lnTo>
                    <a:pt x="132151" y="36208"/>
                  </a:lnTo>
                  <a:lnTo>
                    <a:pt x="139444" y="27134"/>
                  </a:lnTo>
                  <a:lnTo>
                    <a:pt x="146824" y="18149"/>
                  </a:lnTo>
                  <a:lnTo>
                    <a:pt x="153590" y="9344"/>
                  </a:lnTo>
                  <a:lnTo>
                    <a:pt x="154205" y="9793"/>
                  </a:lnTo>
                  <a:lnTo>
                    <a:pt x="170636" y="7547"/>
                  </a:lnTo>
                  <a:lnTo>
                    <a:pt x="172306" y="7277"/>
                  </a:lnTo>
                  <a:lnTo>
                    <a:pt x="173624" y="7098"/>
                  </a:lnTo>
                  <a:lnTo>
                    <a:pt x="186013" y="5301"/>
                  </a:lnTo>
                  <a:lnTo>
                    <a:pt x="186540" y="5211"/>
                  </a:lnTo>
                  <a:lnTo>
                    <a:pt x="187243" y="5121"/>
                  </a:lnTo>
                  <a:lnTo>
                    <a:pt x="189527" y="4851"/>
                  </a:lnTo>
                  <a:lnTo>
                    <a:pt x="199808" y="3414"/>
                  </a:lnTo>
                  <a:lnTo>
                    <a:pt x="208858" y="2156"/>
                  </a:lnTo>
                  <a:lnTo>
                    <a:pt x="215975" y="1168"/>
                  </a:lnTo>
                  <a:lnTo>
                    <a:pt x="216151" y="1168"/>
                  </a:lnTo>
                  <a:lnTo>
                    <a:pt x="217293" y="988"/>
                  </a:lnTo>
                  <a:lnTo>
                    <a:pt x="224762" y="0"/>
                  </a:lnTo>
                  <a:lnTo>
                    <a:pt x="224323" y="2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718420" y="3621203"/>
              <a:ext cx="811973" cy="599378"/>
            </a:xfrm>
            <a:custGeom>
              <a:avLst/>
              <a:pathLst>
                <a:path w="811973" h="599378">
                  <a:moveTo>
                    <a:pt x="281084" y="6289"/>
                  </a:moveTo>
                  <a:lnTo>
                    <a:pt x="281436" y="6918"/>
                  </a:lnTo>
                  <a:lnTo>
                    <a:pt x="282402" y="8535"/>
                  </a:lnTo>
                  <a:lnTo>
                    <a:pt x="283720" y="10781"/>
                  </a:lnTo>
                  <a:lnTo>
                    <a:pt x="289432" y="20575"/>
                  </a:lnTo>
                  <a:lnTo>
                    <a:pt x="290310" y="22192"/>
                  </a:lnTo>
                  <a:lnTo>
                    <a:pt x="291013" y="23360"/>
                  </a:lnTo>
                  <a:lnTo>
                    <a:pt x="297340" y="34322"/>
                  </a:lnTo>
                  <a:lnTo>
                    <a:pt x="298042" y="35400"/>
                  </a:lnTo>
                  <a:lnTo>
                    <a:pt x="301645" y="41779"/>
                  </a:lnTo>
                  <a:lnTo>
                    <a:pt x="305335" y="48158"/>
                  </a:lnTo>
                  <a:lnTo>
                    <a:pt x="305511" y="48518"/>
                  </a:lnTo>
                  <a:lnTo>
                    <a:pt x="305950" y="49236"/>
                  </a:lnTo>
                  <a:lnTo>
                    <a:pt x="307884" y="53010"/>
                  </a:lnTo>
                  <a:lnTo>
                    <a:pt x="308674" y="54537"/>
                  </a:lnTo>
                  <a:lnTo>
                    <a:pt x="315089" y="65948"/>
                  </a:lnTo>
                  <a:lnTo>
                    <a:pt x="315967" y="69093"/>
                  </a:lnTo>
                  <a:lnTo>
                    <a:pt x="316494" y="70441"/>
                  </a:lnTo>
                  <a:lnTo>
                    <a:pt x="322206" y="73046"/>
                  </a:lnTo>
                  <a:lnTo>
                    <a:pt x="348829" y="65499"/>
                  </a:lnTo>
                  <a:lnTo>
                    <a:pt x="351202" y="64780"/>
                  </a:lnTo>
                  <a:lnTo>
                    <a:pt x="352695" y="64870"/>
                  </a:lnTo>
                  <a:lnTo>
                    <a:pt x="353310" y="64870"/>
                  </a:lnTo>
                  <a:lnTo>
                    <a:pt x="355595" y="64511"/>
                  </a:lnTo>
                  <a:lnTo>
                    <a:pt x="356825" y="64421"/>
                  </a:lnTo>
                  <a:lnTo>
                    <a:pt x="357880" y="65050"/>
                  </a:lnTo>
                  <a:lnTo>
                    <a:pt x="359285" y="64780"/>
                  </a:lnTo>
                  <a:lnTo>
                    <a:pt x="361218" y="63972"/>
                  </a:lnTo>
                  <a:lnTo>
                    <a:pt x="363767" y="63163"/>
                  </a:lnTo>
                  <a:lnTo>
                    <a:pt x="365963" y="63253"/>
                  </a:lnTo>
                  <a:lnTo>
                    <a:pt x="367281" y="63522"/>
                  </a:lnTo>
                  <a:lnTo>
                    <a:pt x="369126" y="63702"/>
                  </a:lnTo>
                  <a:lnTo>
                    <a:pt x="374926" y="60018"/>
                  </a:lnTo>
                  <a:lnTo>
                    <a:pt x="384855" y="57413"/>
                  </a:lnTo>
                  <a:lnTo>
                    <a:pt x="397332" y="58221"/>
                  </a:lnTo>
                  <a:lnTo>
                    <a:pt x="410336" y="64690"/>
                  </a:lnTo>
                  <a:lnTo>
                    <a:pt x="414553" y="67745"/>
                  </a:lnTo>
                  <a:lnTo>
                    <a:pt x="417189" y="69632"/>
                  </a:lnTo>
                  <a:lnTo>
                    <a:pt x="427206" y="76191"/>
                  </a:lnTo>
                  <a:lnTo>
                    <a:pt x="432302" y="77539"/>
                  </a:lnTo>
                  <a:lnTo>
                    <a:pt x="435202" y="78257"/>
                  </a:lnTo>
                  <a:lnTo>
                    <a:pt x="438541" y="79066"/>
                  </a:lnTo>
                  <a:lnTo>
                    <a:pt x="447503" y="76460"/>
                  </a:lnTo>
                  <a:lnTo>
                    <a:pt x="453654" y="76730"/>
                  </a:lnTo>
                  <a:lnTo>
                    <a:pt x="455938" y="78617"/>
                  </a:lnTo>
                  <a:lnTo>
                    <a:pt x="460156" y="81222"/>
                  </a:lnTo>
                  <a:lnTo>
                    <a:pt x="467976" y="82840"/>
                  </a:lnTo>
                  <a:lnTo>
                    <a:pt x="476411" y="83379"/>
                  </a:lnTo>
                  <a:lnTo>
                    <a:pt x="479662" y="83648"/>
                  </a:lnTo>
                  <a:lnTo>
                    <a:pt x="481771" y="84098"/>
                  </a:lnTo>
                  <a:lnTo>
                    <a:pt x="483616" y="82211"/>
                  </a:lnTo>
                  <a:lnTo>
                    <a:pt x="485286" y="77808"/>
                  </a:lnTo>
                  <a:lnTo>
                    <a:pt x="486692" y="73585"/>
                  </a:lnTo>
                  <a:lnTo>
                    <a:pt x="488888" y="71788"/>
                  </a:lnTo>
                  <a:lnTo>
                    <a:pt x="495303" y="67925"/>
                  </a:lnTo>
                  <a:lnTo>
                    <a:pt x="498026" y="65319"/>
                  </a:lnTo>
                  <a:lnTo>
                    <a:pt x="501629" y="60198"/>
                  </a:lnTo>
                  <a:lnTo>
                    <a:pt x="502771" y="56604"/>
                  </a:lnTo>
                  <a:lnTo>
                    <a:pt x="503386" y="53909"/>
                  </a:lnTo>
                  <a:lnTo>
                    <a:pt x="504177" y="50854"/>
                  </a:lnTo>
                  <a:lnTo>
                    <a:pt x="507428" y="46721"/>
                  </a:lnTo>
                  <a:lnTo>
                    <a:pt x="510679" y="44564"/>
                  </a:lnTo>
                  <a:lnTo>
                    <a:pt x="514897" y="41509"/>
                  </a:lnTo>
                  <a:lnTo>
                    <a:pt x="517533" y="38814"/>
                  </a:lnTo>
                  <a:lnTo>
                    <a:pt x="520696" y="36837"/>
                  </a:lnTo>
                  <a:lnTo>
                    <a:pt x="524386" y="34501"/>
                  </a:lnTo>
                  <a:lnTo>
                    <a:pt x="526232" y="31986"/>
                  </a:lnTo>
                  <a:lnTo>
                    <a:pt x="528955" y="29649"/>
                  </a:lnTo>
                  <a:lnTo>
                    <a:pt x="538533" y="28212"/>
                  </a:lnTo>
                  <a:lnTo>
                    <a:pt x="544332" y="25966"/>
                  </a:lnTo>
                  <a:lnTo>
                    <a:pt x="547847" y="25427"/>
                  </a:lnTo>
                  <a:lnTo>
                    <a:pt x="551801" y="25427"/>
                  </a:lnTo>
                  <a:lnTo>
                    <a:pt x="554964" y="25516"/>
                  </a:lnTo>
                  <a:lnTo>
                    <a:pt x="558303" y="25516"/>
                  </a:lnTo>
                  <a:lnTo>
                    <a:pt x="561290" y="25337"/>
                  </a:lnTo>
                  <a:lnTo>
                    <a:pt x="565332" y="26774"/>
                  </a:lnTo>
                  <a:lnTo>
                    <a:pt x="569550" y="27224"/>
                  </a:lnTo>
                  <a:lnTo>
                    <a:pt x="571219" y="27493"/>
                  </a:lnTo>
                  <a:lnTo>
                    <a:pt x="577809" y="27673"/>
                  </a:lnTo>
                  <a:lnTo>
                    <a:pt x="581500" y="28032"/>
                  </a:lnTo>
                  <a:lnTo>
                    <a:pt x="585190" y="26684"/>
                  </a:lnTo>
                  <a:lnTo>
                    <a:pt x="589935" y="24977"/>
                  </a:lnTo>
                  <a:lnTo>
                    <a:pt x="592483" y="24528"/>
                  </a:lnTo>
                  <a:lnTo>
                    <a:pt x="598546" y="24618"/>
                  </a:lnTo>
                  <a:lnTo>
                    <a:pt x="605487" y="25427"/>
                  </a:lnTo>
                  <a:lnTo>
                    <a:pt x="608826" y="24528"/>
                  </a:lnTo>
                  <a:lnTo>
                    <a:pt x="611638" y="24798"/>
                  </a:lnTo>
                  <a:lnTo>
                    <a:pt x="616734" y="25966"/>
                  </a:lnTo>
                  <a:lnTo>
                    <a:pt x="619546" y="25696"/>
                  </a:lnTo>
                  <a:lnTo>
                    <a:pt x="622182" y="25427"/>
                  </a:lnTo>
                  <a:lnTo>
                    <a:pt x="626575" y="24708"/>
                  </a:lnTo>
                  <a:lnTo>
                    <a:pt x="630881" y="23180"/>
                  </a:lnTo>
                  <a:lnTo>
                    <a:pt x="637383" y="23630"/>
                  </a:lnTo>
                  <a:lnTo>
                    <a:pt x="640634" y="25157"/>
                  </a:lnTo>
                  <a:lnTo>
                    <a:pt x="642215" y="27763"/>
                  </a:lnTo>
                  <a:lnTo>
                    <a:pt x="643973" y="29649"/>
                  </a:lnTo>
                  <a:lnTo>
                    <a:pt x="646345" y="30458"/>
                  </a:lnTo>
                  <a:lnTo>
                    <a:pt x="649157" y="32255"/>
                  </a:lnTo>
                  <a:lnTo>
                    <a:pt x="649684" y="32435"/>
                  </a:lnTo>
                  <a:lnTo>
                    <a:pt x="653023" y="33782"/>
                  </a:lnTo>
                  <a:lnTo>
                    <a:pt x="655307" y="33513"/>
                  </a:lnTo>
                  <a:lnTo>
                    <a:pt x="658822" y="31626"/>
                  </a:lnTo>
                  <a:lnTo>
                    <a:pt x="661634" y="29380"/>
                  </a:lnTo>
                  <a:lnTo>
                    <a:pt x="662864" y="28931"/>
                  </a:lnTo>
                  <a:lnTo>
                    <a:pt x="666115" y="27673"/>
                  </a:lnTo>
                  <a:lnTo>
                    <a:pt x="668487" y="26145"/>
                  </a:lnTo>
                  <a:lnTo>
                    <a:pt x="671914" y="24528"/>
                  </a:lnTo>
                  <a:lnTo>
                    <a:pt x="676307" y="23001"/>
                  </a:lnTo>
                  <a:lnTo>
                    <a:pt x="679734" y="22012"/>
                  </a:lnTo>
                  <a:lnTo>
                    <a:pt x="682634" y="21653"/>
                  </a:lnTo>
                  <a:lnTo>
                    <a:pt x="685709" y="21204"/>
                  </a:lnTo>
                  <a:lnTo>
                    <a:pt x="688257" y="21204"/>
                  </a:lnTo>
                  <a:lnTo>
                    <a:pt x="690542" y="21653"/>
                  </a:lnTo>
                  <a:lnTo>
                    <a:pt x="700471" y="18868"/>
                  </a:lnTo>
                  <a:lnTo>
                    <a:pt x="739747" y="18958"/>
                  </a:lnTo>
                  <a:lnTo>
                    <a:pt x="764086" y="23001"/>
                  </a:lnTo>
                  <a:lnTo>
                    <a:pt x="759605" y="41959"/>
                  </a:lnTo>
                  <a:lnTo>
                    <a:pt x="757057" y="56514"/>
                  </a:lnTo>
                  <a:lnTo>
                    <a:pt x="755651" y="60108"/>
                  </a:lnTo>
                  <a:lnTo>
                    <a:pt x="748007" y="79965"/>
                  </a:lnTo>
                  <a:lnTo>
                    <a:pt x="746601" y="93532"/>
                  </a:lnTo>
                  <a:lnTo>
                    <a:pt x="751345" y="114556"/>
                  </a:lnTo>
                  <a:lnTo>
                    <a:pt x="752488" y="126326"/>
                  </a:lnTo>
                  <a:lnTo>
                    <a:pt x="753015" y="131987"/>
                  </a:lnTo>
                  <a:lnTo>
                    <a:pt x="757408" y="158582"/>
                  </a:lnTo>
                  <a:lnTo>
                    <a:pt x="760308" y="167567"/>
                  </a:lnTo>
                  <a:lnTo>
                    <a:pt x="762944" y="179337"/>
                  </a:lnTo>
                  <a:lnTo>
                    <a:pt x="771379" y="179786"/>
                  </a:lnTo>
                  <a:lnTo>
                    <a:pt x="779902" y="179067"/>
                  </a:lnTo>
                  <a:lnTo>
                    <a:pt x="788249" y="175204"/>
                  </a:lnTo>
                  <a:lnTo>
                    <a:pt x="790797" y="174844"/>
                  </a:lnTo>
                  <a:lnTo>
                    <a:pt x="795103" y="175743"/>
                  </a:lnTo>
                  <a:lnTo>
                    <a:pt x="797036" y="186704"/>
                  </a:lnTo>
                  <a:lnTo>
                    <a:pt x="796597" y="209346"/>
                  </a:lnTo>
                  <a:lnTo>
                    <a:pt x="796860" y="239985"/>
                  </a:lnTo>
                  <a:lnTo>
                    <a:pt x="795982" y="247083"/>
                  </a:lnTo>
                  <a:lnTo>
                    <a:pt x="793258" y="252024"/>
                  </a:lnTo>
                  <a:lnTo>
                    <a:pt x="791149" y="253821"/>
                  </a:lnTo>
                  <a:lnTo>
                    <a:pt x="789655" y="254989"/>
                  </a:lnTo>
                  <a:lnTo>
                    <a:pt x="786492" y="256337"/>
                  </a:lnTo>
                  <a:lnTo>
                    <a:pt x="787722" y="258403"/>
                  </a:lnTo>
                  <a:lnTo>
                    <a:pt x="787722" y="260829"/>
                  </a:lnTo>
                  <a:lnTo>
                    <a:pt x="789128" y="264513"/>
                  </a:lnTo>
                  <a:lnTo>
                    <a:pt x="792818" y="269365"/>
                  </a:lnTo>
                  <a:lnTo>
                    <a:pt x="798793" y="274307"/>
                  </a:lnTo>
                  <a:lnTo>
                    <a:pt x="800814" y="277901"/>
                  </a:lnTo>
                  <a:lnTo>
                    <a:pt x="806701" y="282303"/>
                  </a:lnTo>
                  <a:lnTo>
                    <a:pt x="811622" y="288503"/>
                  </a:lnTo>
                  <a:lnTo>
                    <a:pt x="811973" y="294253"/>
                  </a:lnTo>
                  <a:lnTo>
                    <a:pt x="810128" y="297308"/>
                  </a:lnTo>
                  <a:lnTo>
                    <a:pt x="807053" y="301351"/>
                  </a:lnTo>
                  <a:lnTo>
                    <a:pt x="804417" y="305125"/>
                  </a:lnTo>
                  <a:lnTo>
                    <a:pt x="801341" y="308359"/>
                  </a:lnTo>
                  <a:lnTo>
                    <a:pt x="798266" y="313840"/>
                  </a:lnTo>
                  <a:lnTo>
                    <a:pt x="794312" y="317344"/>
                  </a:lnTo>
                  <a:lnTo>
                    <a:pt x="790182" y="316176"/>
                  </a:lnTo>
                  <a:lnTo>
                    <a:pt x="781044" y="316625"/>
                  </a:lnTo>
                  <a:lnTo>
                    <a:pt x="775245" y="319051"/>
                  </a:lnTo>
                  <a:lnTo>
                    <a:pt x="772170" y="322286"/>
                  </a:lnTo>
                  <a:lnTo>
                    <a:pt x="768216" y="322465"/>
                  </a:lnTo>
                  <a:lnTo>
                    <a:pt x="764086" y="322735"/>
                  </a:lnTo>
                  <a:lnTo>
                    <a:pt x="757408" y="322735"/>
                  </a:lnTo>
                  <a:lnTo>
                    <a:pt x="753718" y="324173"/>
                  </a:lnTo>
                  <a:lnTo>
                    <a:pt x="745283" y="324083"/>
                  </a:lnTo>
                  <a:lnTo>
                    <a:pt x="740889" y="327766"/>
                  </a:lnTo>
                  <a:lnTo>
                    <a:pt x="737990" y="330013"/>
                  </a:lnTo>
                  <a:lnTo>
                    <a:pt x="737023" y="334505"/>
                  </a:lnTo>
                  <a:lnTo>
                    <a:pt x="738517" y="341693"/>
                  </a:lnTo>
                  <a:lnTo>
                    <a:pt x="740977" y="346006"/>
                  </a:lnTo>
                  <a:lnTo>
                    <a:pt x="741592" y="349600"/>
                  </a:lnTo>
                  <a:lnTo>
                    <a:pt x="744931" y="353733"/>
                  </a:lnTo>
                  <a:lnTo>
                    <a:pt x="752488" y="369007"/>
                  </a:lnTo>
                  <a:lnTo>
                    <a:pt x="753894" y="375476"/>
                  </a:lnTo>
                  <a:lnTo>
                    <a:pt x="755124" y="384730"/>
                  </a:lnTo>
                  <a:lnTo>
                    <a:pt x="753015" y="392727"/>
                  </a:lnTo>
                  <a:lnTo>
                    <a:pt x="747216" y="402970"/>
                  </a:lnTo>
                  <a:lnTo>
                    <a:pt x="738781" y="415369"/>
                  </a:lnTo>
                  <a:lnTo>
                    <a:pt x="731312" y="425072"/>
                  </a:lnTo>
                  <a:lnTo>
                    <a:pt x="716902" y="440436"/>
                  </a:lnTo>
                  <a:lnTo>
                    <a:pt x="706885" y="462000"/>
                  </a:lnTo>
                  <a:lnTo>
                    <a:pt x="703195" y="479970"/>
                  </a:lnTo>
                  <a:lnTo>
                    <a:pt x="701701" y="495963"/>
                  </a:lnTo>
                  <a:lnTo>
                    <a:pt x="701437" y="498928"/>
                  </a:lnTo>
                  <a:lnTo>
                    <a:pt x="698450" y="502252"/>
                  </a:lnTo>
                  <a:lnTo>
                    <a:pt x="690805" y="510698"/>
                  </a:lnTo>
                  <a:lnTo>
                    <a:pt x="687203" y="514112"/>
                  </a:lnTo>
                  <a:lnTo>
                    <a:pt x="683425" y="516897"/>
                  </a:lnTo>
                  <a:lnTo>
                    <a:pt x="659174" y="510518"/>
                  </a:lnTo>
                  <a:lnTo>
                    <a:pt x="644763" y="507014"/>
                  </a:lnTo>
                  <a:lnTo>
                    <a:pt x="640985" y="507733"/>
                  </a:lnTo>
                  <a:lnTo>
                    <a:pt x="634571" y="514561"/>
                  </a:lnTo>
                  <a:lnTo>
                    <a:pt x="632199" y="515550"/>
                  </a:lnTo>
                  <a:lnTo>
                    <a:pt x="630705" y="517347"/>
                  </a:lnTo>
                  <a:lnTo>
                    <a:pt x="628069" y="519952"/>
                  </a:lnTo>
                  <a:lnTo>
                    <a:pt x="627805" y="520312"/>
                  </a:lnTo>
                  <a:lnTo>
                    <a:pt x="619458" y="525163"/>
                  </a:lnTo>
                  <a:lnTo>
                    <a:pt x="616031" y="527320"/>
                  </a:lnTo>
                  <a:lnTo>
                    <a:pt x="614362" y="528308"/>
                  </a:lnTo>
                  <a:lnTo>
                    <a:pt x="611814" y="532082"/>
                  </a:lnTo>
                  <a:lnTo>
                    <a:pt x="612253" y="535855"/>
                  </a:lnTo>
                  <a:lnTo>
                    <a:pt x="610671" y="541246"/>
                  </a:lnTo>
                  <a:lnTo>
                    <a:pt x="607860" y="548973"/>
                  </a:lnTo>
                  <a:lnTo>
                    <a:pt x="606981" y="550950"/>
                  </a:lnTo>
                  <a:lnTo>
                    <a:pt x="603466" y="559306"/>
                  </a:lnTo>
                  <a:lnTo>
                    <a:pt x="598458" y="561732"/>
                  </a:lnTo>
                  <a:lnTo>
                    <a:pt x="593010" y="564876"/>
                  </a:lnTo>
                  <a:lnTo>
                    <a:pt x="585014" y="568021"/>
                  </a:lnTo>
                  <a:lnTo>
                    <a:pt x="579303" y="572154"/>
                  </a:lnTo>
                  <a:lnTo>
                    <a:pt x="575788" y="583745"/>
                  </a:lnTo>
                  <a:lnTo>
                    <a:pt x="574558" y="587878"/>
                  </a:lnTo>
                  <a:lnTo>
                    <a:pt x="573855" y="588776"/>
                  </a:lnTo>
                  <a:lnTo>
                    <a:pt x="566562" y="583655"/>
                  </a:lnTo>
                  <a:lnTo>
                    <a:pt x="564981" y="582846"/>
                  </a:lnTo>
                  <a:lnTo>
                    <a:pt x="557248" y="578893"/>
                  </a:lnTo>
                  <a:lnTo>
                    <a:pt x="553470" y="577635"/>
                  </a:lnTo>
                  <a:lnTo>
                    <a:pt x="547759" y="577186"/>
                  </a:lnTo>
                  <a:lnTo>
                    <a:pt x="546353" y="577725"/>
                  </a:lnTo>
                  <a:lnTo>
                    <a:pt x="544420" y="578354"/>
                  </a:lnTo>
                  <a:lnTo>
                    <a:pt x="540993" y="578443"/>
                  </a:lnTo>
                  <a:lnTo>
                    <a:pt x="538357" y="577275"/>
                  </a:lnTo>
                  <a:lnTo>
                    <a:pt x="535282" y="573053"/>
                  </a:lnTo>
                  <a:lnTo>
                    <a:pt x="531943" y="570627"/>
                  </a:lnTo>
                  <a:lnTo>
                    <a:pt x="526144" y="569728"/>
                  </a:lnTo>
                  <a:lnTo>
                    <a:pt x="515512" y="559126"/>
                  </a:lnTo>
                  <a:lnTo>
                    <a:pt x="509888" y="558138"/>
                  </a:lnTo>
                  <a:lnTo>
                    <a:pt x="505232" y="558857"/>
                  </a:lnTo>
                  <a:lnTo>
                    <a:pt x="503211" y="559036"/>
                  </a:lnTo>
                  <a:lnTo>
                    <a:pt x="498817" y="560923"/>
                  </a:lnTo>
                  <a:lnTo>
                    <a:pt x="493018" y="560204"/>
                  </a:lnTo>
                  <a:lnTo>
                    <a:pt x="488537" y="558857"/>
                  </a:lnTo>
                  <a:lnTo>
                    <a:pt x="487483" y="558587"/>
                  </a:lnTo>
                  <a:lnTo>
                    <a:pt x="486867" y="559216"/>
                  </a:lnTo>
                  <a:lnTo>
                    <a:pt x="484671" y="561282"/>
                  </a:lnTo>
                  <a:lnTo>
                    <a:pt x="481595" y="566584"/>
                  </a:lnTo>
                  <a:lnTo>
                    <a:pt x="476763" y="570357"/>
                  </a:lnTo>
                  <a:lnTo>
                    <a:pt x="469646" y="571256"/>
                  </a:lnTo>
                  <a:lnTo>
                    <a:pt x="466570" y="571256"/>
                  </a:lnTo>
                  <a:lnTo>
                    <a:pt x="463495" y="571345"/>
                  </a:lnTo>
                  <a:lnTo>
                    <a:pt x="458574" y="573322"/>
                  </a:lnTo>
                  <a:lnTo>
                    <a:pt x="458223" y="573502"/>
                  </a:lnTo>
                  <a:lnTo>
                    <a:pt x="450227" y="575479"/>
                  </a:lnTo>
                  <a:lnTo>
                    <a:pt x="439595" y="581498"/>
                  </a:lnTo>
                  <a:lnTo>
                    <a:pt x="437311" y="582756"/>
                  </a:lnTo>
                  <a:lnTo>
                    <a:pt x="432742" y="584463"/>
                  </a:lnTo>
                  <a:lnTo>
                    <a:pt x="425009" y="585272"/>
                  </a:lnTo>
                  <a:lnTo>
                    <a:pt x="424834" y="585362"/>
                  </a:lnTo>
                  <a:lnTo>
                    <a:pt x="418419" y="587249"/>
                  </a:lnTo>
                  <a:lnTo>
                    <a:pt x="418244" y="587338"/>
                  </a:lnTo>
                  <a:lnTo>
                    <a:pt x="415608" y="588866"/>
                  </a:lnTo>
                  <a:lnTo>
                    <a:pt x="406997" y="594167"/>
                  </a:lnTo>
                  <a:lnTo>
                    <a:pt x="398650" y="596773"/>
                  </a:lnTo>
                  <a:lnTo>
                    <a:pt x="390742" y="597132"/>
                  </a:lnTo>
                  <a:lnTo>
                    <a:pt x="375892" y="596773"/>
                  </a:lnTo>
                  <a:lnTo>
                    <a:pt x="363679" y="599378"/>
                  </a:lnTo>
                  <a:lnTo>
                    <a:pt x="360779" y="598839"/>
                  </a:lnTo>
                  <a:lnTo>
                    <a:pt x="351290" y="593089"/>
                  </a:lnTo>
                  <a:lnTo>
                    <a:pt x="346808" y="591651"/>
                  </a:lnTo>
                  <a:lnTo>
                    <a:pt x="342415" y="591651"/>
                  </a:lnTo>
                  <a:lnTo>
                    <a:pt x="339076" y="590573"/>
                  </a:lnTo>
                  <a:lnTo>
                    <a:pt x="336001" y="590034"/>
                  </a:lnTo>
                  <a:lnTo>
                    <a:pt x="323436" y="588057"/>
                  </a:lnTo>
                  <a:lnTo>
                    <a:pt x="316846" y="587069"/>
                  </a:lnTo>
                  <a:lnTo>
                    <a:pt x="310168" y="587249"/>
                  </a:lnTo>
                  <a:lnTo>
                    <a:pt x="309817" y="584373"/>
                  </a:lnTo>
                  <a:lnTo>
                    <a:pt x="307620" y="580690"/>
                  </a:lnTo>
                  <a:lnTo>
                    <a:pt x="306038" y="577904"/>
                  </a:lnTo>
                  <a:lnTo>
                    <a:pt x="303666" y="576018"/>
                  </a:lnTo>
                  <a:lnTo>
                    <a:pt x="303314" y="575658"/>
                  </a:lnTo>
                  <a:lnTo>
                    <a:pt x="296812" y="576107"/>
                  </a:lnTo>
                  <a:lnTo>
                    <a:pt x="290574" y="573502"/>
                  </a:lnTo>
                  <a:lnTo>
                    <a:pt x="286532" y="571974"/>
                  </a:lnTo>
                  <a:lnTo>
                    <a:pt x="283545" y="569279"/>
                  </a:lnTo>
                  <a:lnTo>
                    <a:pt x="279151" y="563169"/>
                  </a:lnTo>
                  <a:lnTo>
                    <a:pt x="273703" y="559306"/>
                  </a:lnTo>
                  <a:lnTo>
                    <a:pt x="268695" y="556520"/>
                  </a:lnTo>
                  <a:lnTo>
                    <a:pt x="263862" y="556610"/>
                  </a:lnTo>
                  <a:lnTo>
                    <a:pt x="259645" y="556071"/>
                  </a:lnTo>
                  <a:lnTo>
                    <a:pt x="252791" y="551489"/>
                  </a:lnTo>
                  <a:lnTo>
                    <a:pt x="250331" y="549602"/>
                  </a:lnTo>
                  <a:lnTo>
                    <a:pt x="249013" y="545739"/>
                  </a:lnTo>
                  <a:lnTo>
                    <a:pt x="253494" y="540527"/>
                  </a:lnTo>
                  <a:lnTo>
                    <a:pt x="253582" y="539090"/>
                  </a:lnTo>
                  <a:lnTo>
                    <a:pt x="252352" y="536844"/>
                  </a:lnTo>
                  <a:lnTo>
                    <a:pt x="249189" y="531183"/>
                  </a:lnTo>
                  <a:lnTo>
                    <a:pt x="249189" y="527320"/>
                  </a:lnTo>
                  <a:lnTo>
                    <a:pt x="248398" y="523816"/>
                  </a:lnTo>
                  <a:lnTo>
                    <a:pt x="244795" y="518335"/>
                  </a:lnTo>
                  <a:lnTo>
                    <a:pt x="243477" y="509709"/>
                  </a:lnTo>
                  <a:lnTo>
                    <a:pt x="241105" y="504408"/>
                  </a:lnTo>
                  <a:lnTo>
                    <a:pt x="240402" y="496412"/>
                  </a:lnTo>
                  <a:lnTo>
                    <a:pt x="241017" y="486708"/>
                  </a:lnTo>
                  <a:lnTo>
                    <a:pt x="241808" y="478173"/>
                  </a:lnTo>
                  <a:lnTo>
                    <a:pt x="231967" y="471883"/>
                  </a:lnTo>
                  <a:lnTo>
                    <a:pt x="228716" y="466133"/>
                  </a:lnTo>
                  <a:lnTo>
                    <a:pt x="224938" y="458047"/>
                  </a:lnTo>
                  <a:lnTo>
                    <a:pt x="222653" y="447624"/>
                  </a:lnTo>
                  <a:lnTo>
                    <a:pt x="222653" y="440526"/>
                  </a:lnTo>
                  <a:lnTo>
                    <a:pt x="221159" y="434866"/>
                  </a:lnTo>
                  <a:lnTo>
                    <a:pt x="220544" y="427947"/>
                  </a:lnTo>
                  <a:lnTo>
                    <a:pt x="214745" y="425522"/>
                  </a:lnTo>
                  <a:lnTo>
                    <a:pt x="212724" y="422287"/>
                  </a:lnTo>
                  <a:lnTo>
                    <a:pt x="209034" y="417974"/>
                  </a:lnTo>
                  <a:lnTo>
                    <a:pt x="205431" y="411775"/>
                  </a:lnTo>
                  <a:lnTo>
                    <a:pt x="200335" y="406474"/>
                  </a:lnTo>
                  <a:lnTo>
                    <a:pt x="193833" y="397040"/>
                  </a:lnTo>
                  <a:lnTo>
                    <a:pt x="190406" y="393446"/>
                  </a:lnTo>
                  <a:lnTo>
                    <a:pt x="175205" y="380687"/>
                  </a:lnTo>
                  <a:lnTo>
                    <a:pt x="169582" y="377183"/>
                  </a:lnTo>
                  <a:lnTo>
                    <a:pt x="161147" y="365593"/>
                  </a:lnTo>
                  <a:lnTo>
                    <a:pt x="161586" y="358764"/>
                  </a:lnTo>
                  <a:lnTo>
                    <a:pt x="156929" y="348971"/>
                  </a:lnTo>
                  <a:lnTo>
                    <a:pt x="156841" y="348701"/>
                  </a:lnTo>
                  <a:lnTo>
                    <a:pt x="152008" y="341154"/>
                  </a:lnTo>
                  <a:lnTo>
                    <a:pt x="149724" y="337740"/>
                  </a:lnTo>
                  <a:lnTo>
                    <a:pt x="145682" y="332079"/>
                  </a:lnTo>
                  <a:lnTo>
                    <a:pt x="143222" y="329204"/>
                  </a:lnTo>
                  <a:lnTo>
                    <a:pt x="139356" y="325790"/>
                  </a:lnTo>
                  <a:lnTo>
                    <a:pt x="139004" y="325520"/>
                  </a:lnTo>
                  <a:lnTo>
                    <a:pt x="138741" y="325071"/>
                  </a:lnTo>
                  <a:lnTo>
                    <a:pt x="138389" y="324352"/>
                  </a:lnTo>
                  <a:lnTo>
                    <a:pt x="138301" y="324173"/>
                  </a:lnTo>
                  <a:lnTo>
                    <a:pt x="137862" y="323454"/>
                  </a:lnTo>
                  <a:lnTo>
                    <a:pt x="136808" y="321477"/>
                  </a:lnTo>
                  <a:lnTo>
                    <a:pt x="136192" y="320309"/>
                  </a:lnTo>
                  <a:lnTo>
                    <a:pt x="136017" y="319950"/>
                  </a:lnTo>
                  <a:lnTo>
                    <a:pt x="133029" y="313301"/>
                  </a:lnTo>
                  <a:lnTo>
                    <a:pt x="130745" y="305843"/>
                  </a:lnTo>
                  <a:lnTo>
                    <a:pt x="129427" y="296948"/>
                  </a:lnTo>
                  <a:lnTo>
                    <a:pt x="129251" y="287874"/>
                  </a:lnTo>
                  <a:lnTo>
                    <a:pt x="130481" y="281674"/>
                  </a:lnTo>
                  <a:lnTo>
                    <a:pt x="132502" y="273588"/>
                  </a:lnTo>
                  <a:lnTo>
                    <a:pt x="134347" y="270443"/>
                  </a:lnTo>
                  <a:lnTo>
                    <a:pt x="134347" y="270174"/>
                  </a:lnTo>
                  <a:lnTo>
                    <a:pt x="136456" y="266849"/>
                  </a:lnTo>
                  <a:lnTo>
                    <a:pt x="139619" y="261458"/>
                  </a:lnTo>
                  <a:lnTo>
                    <a:pt x="140674" y="256876"/>
                  </a:lnTo>
                  <a:lnTo>
                    <a:pt x="138916" y="246633"/>
                  </a:lnTo>
                  <a:lnTo>
                    <a:pt x="138301" y="242590"/>
                  </a:lnTo>
                  <a:lnTo>
                    <a:pt x="138389" y="242410"/>
                  </a:lnTo>
                  <a:lnTo>
                    <a:pt x="140234" y="241871"/>
                  </a:lnTo>
                  <a:lnTo>
                    <a:pt x="143046" y="237918"/>
                  </a:lnTo>
                  <a:lnTo>
                    <a:pt x="145155" y="233875"/>
                  </a:lnTo>
                  <a:lnTo>
                    <a:pt x="147703" y="229922"/>
                  </a:lnTo>
                  <a:lnTo>
                    <a:pt x="151745" y="222464"/>
                  </a:lnTo>
                  <a:lnTo>
                    <a:pt x="155611" y="217073"/>
                  </a:lnTo>
                  <a:lnTo>
                    <a:pt x="160180" y="211772"/>
                  </a:lnTo>
                  <a:lnTo>
                    <a:pt x="162816" y="209706"/>
                  </a:lnTo>
                  <a:lnTo>
                    <a:pt x="161322" y="207819"/>
                  </a:lnTo>
                  <a:lnTo>
                    <a:pt x="154820" y="203776"/>
                  </a:lnTo>
                  <a:lnTo>
                    <a:pt x="156050" y="201799"/>
                  </a:lnTo>
                  <a:lnTo>
                    <a:pt x="146824" y="193533"/>
                  </a:lnTo>
                  <a:lnTo>
                    <a:pt x="148582" y="191287"/>
                  </a:lnTo>
                  <a:lnTo>
                    <a:pt x="151042" y="189041"/>
                  </a:lnTo>
                  <a:lnTo>
                    <a:pt x="153239" y="187333"/>
                  </a:lnTo>
                  <a:lnTo>
                    <a:pt x="156050" y="185716"/>
                  </a:lnTo>
                  <a:lnTo>
                    <a:pt x="157983" y="184818"/>
                  </a:lnTo>
                  <a:lnTo>
                    <a:pt x="159916" y="184009"/>
                  </a:lnTo>
                  <a:lnTo>
                    <a:pt x="160971" y="183111"/>
                  </a:lnTo>
                  <a:lnTo>
                    <a:pt x="162377" y="180415"/>
                  </a:lnTo>
                  <a:lnTo>
                    <a:pt x="162465" y="177270"/>
                  </a:lnTo>
                  <a:lnTo>
                    <a:pt x="162025" y="175833"/>
                  </a:lnTo>
                  <a:lnTo>
                    <a:pt x="161498" y="175114"/>
                  </a:lnTo>
                  <a:lnTo>
                    <a:pt x="159741" y="173856"/>
                  </a:lnTo>
                  <a:lnTo>
                    <a:pt x="158686" y="173317"/>
                  </a:lnTo>
                  <a:lnTo>
                    <a:pt x="157193" y="172598"/>
                  </a:lnTo>
                  <a:lnTo>
                    <a:pt x="155084" y="172059"/>
                  </a:lnTo>
                  <a:lnTo>
                    <a:pt x="154996" y="171879"/>
                  </a:lnTo>
                  <a:lnTo>
                    <a:pt x="154381" y="171879"/>
                  </a:lnTo>
                  <a:lnTo>
                    <a:pt x="153063" y="171520"/>
                  </a:lnTo>
                  <a:lnTo>
                    <a:pt x="151042" y="171161"/>
                  </a:lnTo>
                  <a:lnTo>
                    <a:pt x="148933" y="170801"/>
                  </a:lnTo>
                  <a:lnTo>
                    <a:pt x="146824" y="170442"/>
                  </a:lnTo>
                  <a:lnTo>
                    <a:pt x="144803" y="170262"/>
                  </a:lnTo>
                  <a:lnTo>
                    <a:pt x="142695" y="170083"/>
                  </a:lnTo>
                  <a:lnTo>
                    <a:pt x="140849" y="170172"/>
                  </a:lnTo>
                  <a:lnTo>
                    <a:pt x="139004" y="170262"/>
                  </a:lnTo>
                  <a:lnTo>
                    <a:pt x="137159" y="170442"/>
                  </a:lnTo>
                  <a:lnTo>
                    <a:pt x="135314" y="170622"/>
                  </a:lnTo>
                  <a:lnTo>
                    <a:pt x="133469" y="170981"/>
                  </a:lnTo>
                  <a:lnTo>
                    <a:pt x="132590" y="171071"/>
                  </a:lnTo>
                  <a:lnTo>
                    <a:pt x="127757" y="172239"/>
                  </a:lnTo>
                  <a:lnTo>
                    <a:pt x="126264" y="172688"/>
                  </a:lnTo>
                  <a:lnTo>
                    <a:pt x="124506" y="173227"/>
                  </a:lnTo>
                  <a:lnTo>
                    <a:pt x="122749" y="173856"/>
                  </a:lnTo>
                  <a:lnTo>
                    <a:pt x="122134" y="174126"/>
                  </a:lnTo>
                  <a:lnTo>
                    <a:pt x="120904" y="174665"/>
                  </a:lnTo>
                  <a:lnTo>
                    <a:pt x="117213" y="176282"/>
                  </a:lnTo>
                  <a:lnTo>
                    <a:pt x="115983" y="176911"/>
                  </a:lnTo>
                  <a:lnTo>
                    <a:pt x="113962" y="178169"/>
                  </a:lnTo>
                  <a:lnTo>
                    <a:pt x="112029" y="179517"/>
                  </a:lnTo>
                  <a:lnTo>
                    <a:pt x="111063" y="180235"/>
                  </a:lnTo>
                  <a:lnTo>
                    <a:pt x="110096" y="180954"/>
                  </a:lnTo>
                  <a:lnTo>
                    <a:pt x="108163" y="182392"/>
                  </a:lnTo>
                  <a:lnTo>
                    <a:pt x="106318" y="183919"/>
                  </a:lnTo>
                  <a:lnTo>
                    <a:pt x="104473" y="185447"/>
                  </a:lnTo>
                  <a:lnTo>
                    <a:pt x="102715" y="187064"/>
                  </a:lnTo>
                  <a:lnTo>
                    <a:pt x="100958" y="188771"/>
                  </a:lnTo>
                  <a:lnTo>
                    <a:pt x="99289" y="190478"/>
                  </a:lnTo>
                  <a:lnTo>
                    <a:pt x="97619" y="192185"/>
                  </a:lnTo>
                  <a:lnTo>
                    <a:pt x="96038" y="193982"/>
                  </a:lnTo>
                  <a:lnTo>
                    <a:pt x="94456" y="195779"/>
                  </a:lnTo>
                  <a:lnTo>
                    <a:pt x="92962" y="197666"/>
                  </a:lnTo>
                  <a:lnTo>
                    <a:pt x="92171" y="198744"/>
                  </a:lnTo>
                  <a:lnTo>
                    <a:pt x="90414" y="201260"/>
                  </a:lnTo>
                  <a:lnTo>
                    <a:pt x="89887" y="202069"/>
                  </a:lnTo>
                  <a:lnTo>
                    <a:pt x="89096" y="203237"/>
                  </a:lnTo>
                  <a:lnTo>
                    <a:pt x="88657" y="203955"/>
                  </a:lnTo>
                  <a:lnTo>
                    <a:pt x="88305" y="204494"/>
                  </a:lnTo>
                  <a:lnTo>
                    <a:pt x="88042" y="204944"/>
                  </a:lnTo>
                  <a:lnTo>
                    <a:pt x="87690" y="205483"/>
                  </a:lnTo>
                  <a:lnTo>
                    <a:pt x="85669" y="208807"/>
                  </a:lnTo>
                  <a:lnTo>
                    <a:pt x="83912" y="211682"/>
                  </a:lnTo>
                  <a:lnTo>
                    <a:pt x="81891" y="214917"/>
                  </a:lnTo>
                  <a:lnTo>
                    <a:pt x="81540" y="215546"/>
                  </a:lnTo>
                  <a:lnTo>
                    <a:pt x="81012" y="216175"/>
                  </a:lnTo>
                  <a:lnTo>
                    <a:pt x="79431" y="218511"/>
                  </a:lnTo>
                  <a:lnTo>
                    <a:pt x="77586" y="220398"/>
                  </a:lnTo>
                  <a:lnTo>
                    <a:pt x="77498" y="220577"/>
                  </a:lnTo>
                  <a:lnTo>
                    <a:pt x="77322" y="220667"/>
                  </a:lnTo>
                  <a:lnTo>
                    <a:pt x="76004" y="222015"/>
                  </a:lnTo>
                  <a:lnTo>
                    <a:pt x="75037" y="222913"/>
                  </a:lnTo>
                  <a:lnTo>
                    <a:pt x="73719" y="223902"/>
                  </a:lnTo>
                  <a:lnTo>
                    <a:pt x="73368" y="224261"/>
                  </a:lnTo>
                  <a:lnTo>
                    <a:pt x="73192" y="224441"/>
                  </a:lnTo>
                  <a:lnTo>
                    <a:pt x="72314" y="224980"/>
                  </a:lnTo>
                  <a:lnTo>
                    <a:pt x="70644" y="226148"/>
                  </a:lnTo>
                  <a:lnTo>
                    <a:pt x="66163" y="229293"/>
                  </a:lnTo>
                  <a:lnTo>
                    <a:pt x="59837" y="233515"/>
                  </a:lnTo>
                  <a:lnTo>
                    <a:pt x="58870" y="234144"/>
                  </a:lnTo>
                  <a:lnTo>
                    <a:pt x="58519" y="235223"/>
                  </a:lnTo>
                  <a:lnTo>
                    <a:pt x="57816" y="237109"/>
                  </a:lnTo>
                  <a:lnTo>
                    <a:pt x="57640" y="237559"/>
                  </a:lnTo>
                  <a:lnTo>
                    <a:pt x="57552" y="237738"/>
                  </a:lnTo>
                  <a:lnTo>
                    <a:pt x="57201" y="238547"/>
                  </a:lnTo>
                  <a:lnTo>
                    <a:pt x="57113" y="238996"/>
                  </a:lnTo>
                  <a:lnTo>
                    <a:pt x="57025" y="239356"/>
                  </a:lnTo>
                  <a:lnTo>
                    <a:pt x="56849" y="239715"/>
                  </a:lnTo>
                  <a:lnTo>
                    <a:pt x="56585" y="240074"/>
                  </a:lnTo>
                  <a:lnTo>
                    <a:pt x="56234" y="240524"/>
                  </a:lnTo>
                  <a:lnTo>
                    <a:pt x="55883" y="240883"/>
                  </a:lnTo>
                  <a:lnTo>
                    <a:pt x="55443" y="241153"/>
                  </a:lnTo>
                  <a:lnTo>
                    <a:pt x="55004" y="241512"/>
                  </a:lnTo>
                  <a:lnTo>
                    <a:pt x="54565" y="241602"/>
                  </a:lnTo>
                  <a:lnTo>
                    <a:pt x="54125" y="241782"/>
                  </a:lnTo>
                  <a:lnTo>
                    <a:pt x="53686" y="241871"/>
                  </a:lnTo>
                  <a:lnTo>
                    <a:pt x="53159" y="241871"/>
                  </a:lnTo>
                  <a:lnTo>
                    <a:pt x="52719" y="241871"/>
                  </a:lnTo>
                  <a:lnTo>
                    <a:pt x="52280" y="241782"/>
                  </a:lnTo>
                  <a:lnTo>
                    <a:pt x="51753" y="241602"/>
                  </a:lnTo>
                  <a:lnTo>
                    <a:pt x="51401" y="241422"/>
                  </a:lnTo>
                  <a:lnTo>
                    <a:pt x="50962" y="241242"/>
                  </a:lnTo>
                  <a:lnTo>
                    <a:pt x="50611" y="240973"/>
                  </a:lnTo>
                  <a:lnTo>
                    <a:pt x="50259" y="240614"/>
                  </a:lnTo>
                  <a:lnTo>
                    <a:pt x="49908" y="240254"/>
                  </a:lnTo>
                  <a:lnTo>
                    <a:pt x="49556" y="239895"/>
                  </a:lnTo>
                  <a:lnTo>
                    <a:pt x="49293" y="239895"/>
                  </a:lnTo>
                  <a:lnTo>
                    <a:pt x="48853" y="239895"/>
                  </a:lnTo>
                  <a:lnTo>
                    <a:pt x="48414" y="239895"/>
                  </a:lnTo>
                  <a:lnTo>
                    <a:pt x="47799" y="239985"/>
                  </a:lnTo>
                  <a:lnTo>
                    <a:pt x="47535" y="239985"/>
                  </a:lnTo>
                  <a:lnTo>
                    <a:pt x="44108" y="240344"/>
                  </a:lnTo>
                  <a:lnTo>
                    <a:pt x="43230" y="240434"/>
                  </a:lnTo>
                  <a:lnTo>
                    <a:pt x="42878" y="240524"/>
                  </a:lnTo>
                  <a:lnTo>
                    <a:pt x="42263" y="240614"/>
                  </a:lnTo>
                  <a:lnTo>
                    <a:pt x="42000" y="240703"/>
                  </a:lnTo>
                  <a:lnTo>
                    <a:pt x="36200" y="241422"/>
                  </a:lnTo>
                  <a:lnTo>
                    <a:pt x="36025" y="241512"/>
                  </a:lnTo>
                  <a:lnTo>
                    <a:pt x="33916" y="241782"/>
                  </a:lnTo>
                  <a:lnTo>
                    <a:pt x="32598" y="242051"/>
                  </a:lnTo>
                  <a:lnTo>
                    <a:pt x="30313" y="242410"/>
                  </a:lnTo>
                  <a:lnTo>
                    <a:pt x="30050" y="242410"/>
                  </a:lnTo>
                  <a:lnTo>
                    <a:pt x="29786" y="242500"/>
                  </a:lnTo>
                  <a:lnTo>
                    <a:pt x="29083" y="242590"/>
                  </a:lnTo>
                  <a:lnTo>
                    <a:pt x="28468" y="242680"/>
                  </a:lnTo>
                  <a:lnTo>
                    <a:pt x="27853" y="242770"/>
                  </a:lnTo>
                  <a:lnTo>
                    <a:pt x="27590" y="242770"/>
                  </a:lnTo>
                  <a:lnTo>
                    <a:pt x="27062" y="239805"/>
                  </a:lnTo>
                  <a:lnTo>
                    <a:pt x="26887" y="238637"/>
                  </a:lnTo>
                  <a:lnTo>
                    <a:pt x="26447" y="237828"/>
                  </a:lnTo>
                  <a:lnTo>
                    <a:pt x="25832" y="236750"/>
                  </a:lnTo>
                  <a:lnTo>
                    <a:pt x="24778" y="235133"/>
                  </a:lnTo>
                  <a:lnTo>
                    <a:pt x="23987" y="233965"/>
                  </a:lnTo>
                  <a:lnTo>
                    <a:pt x="23284" y="232887"/>
                  </a:lnTo>
                  <a:lnTo>
                    <a:pt x="22493" y="231539"/>
                  </a:lnTo>
                  <a:lnTo>
                    <a:pt x="21703" y="230281"/>
                  </a:lnTo>
                  <a:lnTo>
                    <a:pt x="21351" y="229293"/>
                  </a:lnTo>
                  <a:lnTo>
                    <a:pt x="20560" y="227585"/>
                  </a:lnTo>
                  <a:lnTo>
                    <a:pt x="20209" y="226597"/>
                  </a:lnTo>
                  <a:lnTo>
                    <a:pt x="19857" y="226328"/>
                  </a:lnTo>
                  <a:lnTo>
                    <a:pt x="19769" y="226058"/>
                  </a:lnTo>
                  <a:lnTo>
                    <a:pt x="19682" y="225878"/>
                  </a:lnTo>
                  <a:lnTo>
                    <a:pt x="19506" y="224441"/>
                  </a:lnTo>
                  <a:lnTo>
                    <a:pt x="19330" y="222554"/>
                  </a:lnTo>
                  <a:lnTo>
                    <a:pt x="19418" y="219948"/>
                  </a:lnTo>
                  <a:lnTo>
                    <a:pt x="19594" y="216444"/>
                  </a:lnTo>
                  <a:lnTo>
                    <a:pt x="19857" y="208807"/>
                  </a:lnTo>
                  <a:lnTo>
                    <a:pt x="20209" y="204674"/>
                  </a:lnTo>
                  <a:lnTo>
                    <a:pt x="20209" y="204494"/>
                  </a:lnTo>
                  <a:lnTo>
                    <a:pt x="19857" y="201709"/>
                  </a:lnTo>
                  <a:lnTo>
                    <a:pt x="19857" y="201350"/>
                  </a:lnTo>
                  <a:lnTo>
                    <a:pt x="19594" y="199822"/>
                  </a:lnTo>
                  <a:lnTo>
                    <a:pt x="19506" y="199643"/>
                  </a:lnTo>
                  <a:lnTo>
                    <a:pt x="18188" y="194881"/>
                  </a:lnTo>
                  <a:lnTo>
                    <a:pt x="17836" y="193353"/>
                  </a:lnTo>
                  <a:lnTo>
                    <a:pt x="15025" y="184818"/>
                  </a:lnTo>
                  <a:lnTo>
                    <a:pt x="13795" y="185986"/>
                  </a:lnTo>
                  <a:lnTo>
                    <a:pt x="12916" y="186704"/>
                  </a:lnTo>
                  <a:lnTo>
                    <a:pt x="11861" y="188232"/>
                  </a:lnTo>
                  <a:lnTo>
                    <a:pt x="10983" y="190927"/>
                  </a:lnTo>
                  <a:lnTo>
                    <a:pt x="10631" y="192724"/>
                  </a:lnTo>
                  <a:lnTo>
                    <a:pt x="10543" y="195060"/>
                  </a:lnTo>
                  <a:lnTo>
                    <a:pt x="11159" y="197576"/>
                  </a:lnTo>
                  <a:lnTo>
                    <a:pt x="10280" y="197217"/>
                  </a:lnTo>
                  <a:lnTo>
                    <a:pt x="8083" y="196498"/>
                  </a:lnTo>
                  <a:lnTo>
                    <a:pt x="0" y="193084"/>
                  </a:lnTo>
                  <a:lnTo>
                    <a:pt x="175" y="192455"/>
                  </a:lnTo>
                  <a:lnTo>
                    <a:pt x="1581" y="189220"/>
                  </a:lnTo>
                  <a:lnTo>
                    <a:pt x="6941" y="176372"/>
                  </a:lnTo>
                  <a:lnTo>
                    <a:pt x="8171" y="173227"/>
                  </a:lnTo>
                  <a:lnTo>
                    <a:pt x="11510" y="165141"/>
                  </a:lnTo>
                  <a:lnTo>
                    <a:pt x="12213" y="163254"/>
                  </a:lnTo>
                  <a:lnTo>
                    <a:pt x="17749" y="149687"/>
                  </a:lnTo>
                  <a:lnTo>
                    <a:pt x="20033" y="144026"/>
                  </a:lnTo>
                  <a:lnTo>
                    <a:pt x="20209" y="143667"/>
                  </a:lnTo>
                  <a:lnTo>
                    <a:pt x="21615" y="140163"/>
                  </a:lnTo>
                  <a:lnTo>
                    <a:pt x="23899" y="134772"/>
                  </a:lnTo>
                  <a:lnTo>
                    <a:pt x="29171" y="121834"/>
                  </a:lnTo>
                  <a:lnTo>
                    <a:pt x="31719" y="115814"/>
                  </a:lnTo>
                  <a:lnTo>
                    <a:pt x="31807" y="115455"/>
                  </a:lnTo>
                  <a:lnTo>
                    <a:pt x="32334" y="114197"/>
                  </a:lnTo>
                  <a:lnTo>
                    <a:pt x="34882" y="108087"/>
                  </a:lnTo>
                  <a:lnTo>
                    <a:pt x="37782" y="99372"/>
                  </a:lnTo>
                  <a:lnTo>
                    <a:pt x="37958" y="99012"/>
                  </a:lnTo>
                  <a:lnTo>
                    <a:pt x="40067" y="90477"/>
                  </a:lnTo>
                  <a:lnTo>
                    <a:pt x="42790" y="91016"/>
                  </a:lnTo>
                  <a:lnTo>
                    <a:pt x="45602" y="91914"/>
                  </a:lnTo>
                  <a:lnTo>
                    <a:pt x="47711" y="92364"/>
                  </a:lnTo>
                  <a:lnTo>
                    <a:pt x="50698" y="92813"/>
                  </a:lnTo>
                  <a:lnTo>
                    <a:pt x="53949" y="91375"/>
                  </a:lnTo>
                  <a:lnTo>
                    <a:pt x="59046" y="88590"/>
                  </a:lnTo>
                  <a:lnTo>
                    <a:pt x="69678" y="80144"/>
                  </a:lnTo>
                  <a:lnTo>
                    <a:pt x="72226" y="78168"/>
                  </a:lnTo>
                  <a:lnTo>
                    <a:pt x="77322" y="76191"/>
                  </a:lnTo>
                  <a:lnTo>
                    <a:pt x="92786" y="70171"/>
                  </a:lnTo>
                  <a:lnTo>
                    <a:pt x="97619" y="68284"/>
                  </a:lnTo>
                  <a:lnTo>
                    <a:pt x="104209" y="65679"/>
                  </a:lnTo>
                  <a:lnTo>
                    <a:pt x="104824" y="65409"/>
                  </a:lnTo>
                  <a:lnTo>
                    <a:pt x="107460" y="64241"/>
                  </a:lnTo>
                  <a:lnTo>
                    <a:pt x="130218" y="54358"/>
                  </a:lnTo>
                  <a:lnTo>
                    <a:pt x="130393" y="54268"/>
                  </a:lnTo>
                  <a:lnTo>
                    <a:pt x="133732" y="52830"/>
                  </a:lnTo>
                  <a:lnTo>
                    <a:pt x="145155" y="48697"/>
                  </a:lnTo>
                  <a:lnTo>
                    <a:pt x="149636" y="47080"/>
                  </a:lnTo>
                  <a:lnTo>
                    <a:pt x="152008" y="46271"/>
                  </a:lnTo>
                  <a:lnTo>
                    <a:pt x="153766" y="45642"/>
                  </a:lnTo>
                  <a:lnTo>
                    <a:pt x="168527" y="44025"/>
                  </a:lnTo>
                  <a:lnTo>
                    <a:pt x="170636" y="43756"/>
                  </a:lnTo>
                  <a:lnTo>
                    <a:pt x="185310" y="42228"/>
                  </a:lnTo>
                  <a:lnTo>
                    <a:pt x="194975" y="41150"/>
                  </a:lnTo>
                  <a:lnTo>
                    <a:pt x="200423" y="38634"/>
                  </a:lnTo>
                  <a:lnTo>
                    <a:pt x="205256" y="36478"/>
                  </a:lnTo>
                  <a:lnTo>
                    <a:pt x="209385" y="34681"/>
                  </a:lnTo>
                  <a:lnTo>
                    <a:pt x="214569" y="32345"/>
                  </a:lnTo>
                  <a:lnTo>
                    <a:pt x="217820" y="30818"/>
                  </a:lnTo>
                  <a:lnTo>
                    <a:pt x="224147" y="28032"/>
                  </a:lnTo>
                  <a:lnTo>
                    <a:pt x="224938" y="27583"/>
                  </a:lnTo>
                  <a:lnTo>
                    <a:pt x="230825" y="24528"/>
                  </a:lnTo>
                  <a:lnTo>
                    <a:pt x="241632" y="18778"/>
                  </a:lnTo>
                  <a:lnTo>
                    <a:pt x="243302" y="17969"/>
                  </a:lnTo>
                  <a:lnTo>
                    <a:pt x="250507" y="14106"/>
                  </a:lnTo>
                  <a:lnTo>
                    <a:pt x="261139" y="8535"/>
                  </a:lnTo>
                  <a:lnTo>
                    <a:pt x="277130" y="89"/>
                  </a:lnTo>
                  <a:lnTo>
                    <a:pt x="277482" y="0"/>
                  </a:lnTo>
                  <a:lnTo>
                    <a:pt x="277657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97460" y="3627313"/>
              <a:ext cx="343382" cy="299464"/>
            </a:xfrm>
            <a:custGeom>
              <a:avLst/>
              <a:pathLst>
                <a:path w="343382" h="299464">
                  <a:moveTo>
                    <a:pt x="160092" y="7367"/>
                  </a:moveTo>
                  <a:lnTo>
                    <a:pt x="164573" y="11859"/>
                  </a:lnTo>
                  <a:lnTo>
                    <a:pt x="164749" y="12309"/>
                  </a:lnTo>
                  <a:lnTo>
                    <a:pt x="164837" y="12578"/>
                  </a:lnTo>
                  <a:lnTo>
                    <a:pt x="165364" y="13836"/>
                  </a:lnTo>
                  <a:lnTo>
                    <a:pt x="167824" y="19946"/>
                  </a:lnTo>
                  <a:lnTo>
                    <a:pt x="170548" y="26864"/>
                  </a:lnTo>
                  <a:lnTo>
                    <a:pt x="173799" y="35040"/>
                  </a:lnTo>
                  <a:lnTo>
                    <a:pt x="179599" y="34232"/>
                  </a:lnTo>
                  <a:lnTo>
                    <a:pt x="180038" y="34142"/>
                  </a:lnTo>
                  <a:lnTo>
                    <a:pt x="187506" y="33154"/>
                  </a:lnTo>
                  <a:lnTo>
                    <a:pt x="187946" y="33064"/>
                  </a:lnTo>
                  <a:lnTo>
                    <a:pt x="196908" y="31806"/>
                  </a:lnTo>
                  <a:lnTo>
                    <a:pt x="204904" y="30818"/>
                  </a:lnTo>
                  <a:lnTo>
                    <a:pt x="212461" y="29829"/>
                  </a:lnTo>
                  <a:lnTo>
                    <a:pt x="220720" y="28751"/>
                  </a:lnTo>
                  <a:lnTo>
                    <a:pt x="227574" y="27853"/>
                  </a:lnTo>
                  <a:lnTo>
                    <a:pt x="236536" y="26595"/>
                  </a:lnTo>
                  <a:lnTo>
                    <a:pt x="246289" y="25337"/>
                  </a:lnTo>
                  <a:lnTo>
                    <a:pt x="247168" y="25247"/>
                  </a:lnTo>
                  <a:lnTo>
                    <a:pt x="248486" y="26415"/>
                  </a:lnTo>
                  <a:lnTo>
                    <a:pt x="250770" y="28392"/>
                  </a:lnTo>
                  <a:lnTo>
                    <a:pt x="253406" y="30278"/>
                  </a:lnTo>
                  <a:lnTo>
                    <a:pt x="255164" y="31446"/>
                  </a:lnTo>
                  <a:lnTo>
                    <a:pt x="255691" y="31716"/>
                  </a:lnTo>
                  <a:lnTo>
                    <a:pt x="256745" y="32255"/>
                  </a:lnTo>
                  <a:lnTo>
                    <a:pt x="260611" y="33872"/>
                  </a:lnTo>
                  <a:lnTo>
                    <a:pt x="263775" y="35310"/>
                  </a:lnTo>
                  <a:lnTo>
                    <a:pt x="265268" y="36478"/>
                  </a:lnTo>
                  <a:lnTo>
                    <a:pt x="271243" y="40881"/>
                  </a:lnTo>
                  <a:lnTo>
                    <a:pt x="273791" y="42138"/>
                  </a:lnTo>
                  <a:lnTo>
                    <a:pt x="277745" y="43756"/>
                  </a:lnTo>
                  <a:lnTo>
                    <a:pt x="278360" y="44025"/>
                  </a:lnTo>
                  <a:lnTo>
                    <a:pt x="279415" y="44474"/>
                  </a:lnTo>
                  <a:lnTo>
                    <a:pt x="282754" y="45822"/>
                  </a:lnTo>
                  <a:lnTo>
                    <a:pt x="285565" y="47080"/>
                  </a:lnTo>
                  <a:lnTo>
                    <a:pt x="287411" y="47799"/>
                  </a:lnTo>
                  <a:lnTo>
                    <a:pt x="289519" y="48607"/>
                  </a:lnTo>
                  <a:lnTo>
                    <a:pt x="289695" y="48607"/>
                  </a:lnTo>
                  <a:lnTo>
                    <a:pt x="295143" y="50854"/>
                  </a:lnTo>
                  <a:lnTo>
                    <a:pt x="295319" y="50944"/>
                  </a:lnTo>
                  <a:lnTo>
                    <a:pt x="299536" y="52022"/>
                  </a:lnTo>
                  <a:lnTo>
                    <a:pt x="301645" y="52381"/>
                  </a:lnTo>
                  <a:lnTo>
                    <a:pt x="303754" y="52651"/>
                  </a:lnTo>
                  <a:lnTo>
                    <a:pt x="305863" y="52920"/>
                  </a:lnTo>
                  <a:lnTo>
                    <a:pt x="308499" y="53459"/>
                  </a:lnTo>
                  <a:lnTo>
                    <a:pt x="310168" y="53729"/>
                  </a:lnTo>
                  <a:lnTo>
                    <a:pt x="311486" y="53998"/>
                  </a:lnTo>
                  <a:lnTo>
                    <a:pt x="311837" y="54627"/>
                  </a:lnTo>
                  <a:lnTo>
                    <a:pt x="314913" y="59928"/>
                  </a:lnTo>
                  <a:lnTo>
                    <a:pt x="315879" y="61276"/>
                  </a:lnTo>
                  <a:lnTo>
                    <a:pt x="319482" y="66038"/>
                  </a:lnTo>
                  <a:lnTo>
                    <a:pt x="324578" y="72687"/>
                  </a:lnTo>
                  <a:lnTo>
                    <a:pt x="330465" y="80504"/>
                  </a:lnTo>
                  <a:lnTo>
                    <a:pt x="335474" y="86973"/>
                  </a:lnTo>
                  <a:lnTo>
                    <a:pt x="343382" y="97305"/>
                  </a:lnTo>
                  <a:lnTo>
                    <a:pt x="330905" y="104583"/>
                  </a:lnTo>
                  <a:lnTo>
                    <a:pt x="330202" y="105032"/>
                  </a:lnTo>
                  <a:lnTo>
                    <a:pt x="325545" y="107728"/>
                  </a:lnTo>
                  <a:lnTo>
                    <a:pt x="312716" y="115275"/>
                  </a:lnTo>
                  <a:lnTo>
                    <a:pt x="306829" y="118599"/>
                  </a:lnTo>
                  <a:lnTo>
                    <a:pt x="285741" y="130909"/>
                  </a:lnTo>
                  <a:lnTo>
                    <a:pt x="285038" y="131358"/>
                  </a:lnTo>
                  <a:lnTo>
                    <a:pt x="284863" y="131448"/>
                  </a:lnTo>
                  <a:lnTo>
                    <a:pt x="282754" y="132706"/>
                  </a:lnTo>
                  <a:lnTo>
                    <a:pt x="280030" y="134233"/>
                  </a:lnTo>
                  <a:lnTo>
                    <a:pt x="277218" y="135940"/>
                  </a:lnTo>
                  <a:lnTo>
                    <a:pt x="275285" y="137018"/>
                  </a:lnTo>
                  <a:lnTo>
                    <a:pt x="273703" y="138007"/>
                  </a:lnTo>
                  <a:lnTo>
                    <a:pt x="271946" y="138995"/>
                  </a:lnTo>
                  <a:lnTo>
                    <a:pt x="264829" y="143128"/>
                  </a:lnTo>
                  <a:lnTo>
                    <a:pt x="263599" y="143847"/>
                  </a:lnTo>
                  <a:lnTo>
                    <a:pt x="262808" y="144296"/>
                  </a:lnTo>
                  <a:lnTo>
                    <a:pt x="261666" y="145015"/>
                  </a:lnTo>
                  <a:lnTo>
                    <a:pt x="261402" y="145195"/>
                  </a:lnTo>
                  <a:lnTo>
                    <a:pt x="260875" y="145464"/>
                  </a:lnTo>
                  <a:lnTo>
                    <a:pt x="254900" y="148968"/>
                  </a:lnTo>
                  <a:lnTo>
                    <a:pt x="246904" y="153640"/>
                  </a:lnTo>
                  <a:lnTo>
                    <a:pt x="241632" y="156785"/>
                  </a:lnTo>
                  <a:lnTo>
                    <a:pt x="238293" y="159121"/>
                  </a:lnTo>
                  <a:lnTo>
                    <a:pt x="232846" y="162895"/>
                  </a:lnTo>
                  <a:lnTo>
                    <a:pt x="227749" y="167207"/>
                  </a:lnTo>
                  <a:lnTo>
                    <a:pt x="227222" y="167567"/>
                  </a:lnTo>
                  <a:lnTo>
                    <a:pt x="226695" y="168286"/>
                  </a:lnTo>
                  <a:lnTo>
                    <a:pt x="226080" y="169004"/>
                  </a:lnTo>
                  <a:lnTo>
                    <a:pt x="223971" y="172508"/>
                  </a:lnTo>
                  <a:lnTo>
                    <a:pt x="222917" y="173946"/>
                  </a:lnTo>
                  <a:lnTo>
                    <a:pt x="222653" y="174395"/>
                  </a:lnTo>
                  <a:lnTo>
                    <a:pt x="222214" y="175563"/>
                  </a:lnTo>
                  <a:lnTo>
                    <a:pt x="222038" y="176372"/>
                  </a:lnTo>
                  <a:lnTo>
                    <a:pt x="221599" y="178978"/>
                  </a:lnTo>
                  <a:lnTo>
                    <a:pt x="221159" y="181493"/>
                  </a:lnTo>
                  <a:lnTo>
                    <a:pt x="220808" y="183829"/>
                  </a:lnTo>
                  <a:lnTo>
                    <a:pt x="220632" y="184279"/>
                  </a:lnTo>
                  <a:lnTo>
                    <a:pt x="220105" y="185536"/>
                  </a:lnTo>
                  <a:lnTo>
                    <a:pt x="219841" y="185986"/>
                  </a:lnTo>
                  <a:lnTo>
                    <a:pt x="219929" y="186255"/>
                  </a:lnTo>
                  <a:lnTo>
                    <a:pt x="219929" y="186435"/>
                  </a:lnTo>
                  <a:lnTo>
                    <a:pt x="220808" y="188412"/>
                  </a:lnTo>
                  <a:lnTo>
                    <a:pt x="222565" y="192185"/>
                  </a:lnTo>
                  <a:lnTo>
                    <a:pt x="224059" y="194342"/>
                  </a:lnTo>
                  <a:lnTo>
                    <a:pt x="225992" y="196408"/>
                  </a:lnTo>
                  <a:lnTo>
                    <a:pt x="226343" y="196678"/>
                  </a:lnTo>
                  <a:lnTo>
                    <a:pt x="227661" y="198115"/>
                  </a:lnTo>
                  <a:lnTo>
                    <a:pt x="229858" y="199732"/>
                  </a:lnTo>
                  <a:lnTo>
                    <a:pt x="230561" y="200092"/>
                  </a:lnTo>
                  <a:lnTo>
                    <a:pt x="231967" y="200901"/>
                  </a:lnTo>
                  <a:lnTo>
                    <a:pt x="232231" y="201080"/>
                  </a:lnTo>
                  <a:lnTo>
                    <a:pt x="235130" y="202338"/>
                  </a:lnTo>
                  <a:lnTo>
                    <a:pt x="235833" y="202608"/>
                  </a:lnTo>
                  <a:lnTo>
                    <a:pt x="243302" y="204674"/>
                  </a:lnTo>
                  <a:lnTo>
                    <a:pt x="243829" y="204854"/>
                  </a:lnTo>
                  <a:lnTo>
                    <a:pt x="245674" y="205393"/>
                  </a:lnTo>
                  <a:lnTo>
                    <a:pt x="248134" y="206022"/>
                  </a:lnTo>
                  <a:lnTo>
                    <a:pt x="248925" y="206202"/>
                  </a:lnTo>
                  <a:lnTo>
                    <a:pt x="251298" y="206831"/>
                  </a:lnTo>
                  <a:lnTo>
                    <a:pt x="252176" y="207010"/>
                  </a:lnTo>
                  <a:lnTo>
                    <a:pt x="253143" y="207459"/>
                  </a:lnTo>
                  <a:lnTo>
                    <a:pt x="256394" y="208807"/>
                  </a:lnTo>
                  <a:lnTo>
                    <a:pt x="257975" y="209526"/>
                  </a:lnTo>
                  <a:lnTo>
                    <a:pt x="260875" y="211323"/>
                  </a:lnTo>
                  <a:lnTo>
                    <a:pt x="264390" y="214108"/>
                  </a:lnTo>
                  <a:lnTo>
                    <a:pt x="265093" y="214647"/>
                  </a:lnTo>
                  <a:lnTo>
                    <a:pt x="265620" y="215456"/>
                  </a:lnTo>
                  <a:lnTo>
                    <a:pt x="267553" y="217702"/>
                  </a:lnTo>
                  <a:lnTo>
                    <a:pt x="268344" y="218691"/>
                  </a:lnTo>
                  <a:lnTo>
                    <a:pt x="269749" y="221296"/>
                  </a:lnTo>
                  <a:lnTo>
                    <a:pt x="271067" y="223542"/>
                  </a:lnTo>
                  <a:lnTo>
                    <a:pt x="271419" y="224081"/>
                  </a:lnTo>
                  <a:lnTo>
                    <a:pt x="272210" y="226148"/>
                  </a:lnTo>
                  <a:lnTo>
                    <a:pt x="272649" y="227226"/>
                  </a:lnTo>
                  <a:lnTo>
                    <a:pt x="273001" y="228304"/>
                  </a:lnTo>
                  <a:lnTo>
                    <a:pt x="273088" y="228664"/>
                  </a:lnTo>
                  <a:lnTo>
                    <a:pt x="273616" y="230910"/>
                  </a:lnTo>
                  <a:lnTo>
                    <a:pt x="273879" y="232258"/>
                  </a:lnTo>
                  <a:lnTo>
                    <a:pt x="274055" y="232887"/>
                  </a:lnTo>
                  <a:lnTo>
                    <a:pt x="274055" y="233066"/>
                  </a:lnTo>
                  <a:lnTo>
                    <a:pt x="274143" y="233515"/>
                  </a:lnTo>
                  <a:lnTo>
                    <a:pt x="274231" y="234055"/>
                  </a:lnTo>
                  <a:lnTo>
                    <a:pt x="274319" y="234863"/>
                  </a:lnTo>
                  <a:lnTo>
                    <a:pt x="274494" y="238098"/>
                  </a:lnTo>
                  <a:lnTo>
                    <a:pt x="274494" y="238547"/>
                  </a:lnTo>
                  <a:lnTo>
                    <a:pt x="274494" y="238996"/>
                  </a:lnTo>
                  <a:lnTo>
                    <a:pt x="259908" y="241242"/>
                  </a:lnTo>
                  <a:lnTo>
                    <a:pt x="259381" y="241332"/>
                  </a:lnTo>
                  <a:lnTo>
                    <a:pt x="244005" y="243399"/>
                  </a:lnTo>
                  <a:lnTo>
                    <a:pt x="238996" y="244207"/>
                  </a:lnTo>
                  <a:lnTo>
                    <a:pt x="233197" y="245016"/>
                  </a:lnTo>
                  <a:lnTo>
                    <a:pt x="222565" y="246454"/>
                  </a:lnTo>
                  <a:lnTo>
                    <a:pt x="222829" y="249419"/>
                  </a:lnTo>
                  <a:lnTo>
                    <a:pt x="222829" y="251665"/>
                  </a:lnTo>
                  <a:lnTo>
                    <a:pt x="222565" y="254450"/>
                  </a:lnTo>
                  <a:lnTo>
                    <a:pt x="222565" y="254899"/>
                  </a:lnTo>
                  <a:lnTo>
                    <a:pt x="222038" y="257685"/>
                  </a:lnTo>
                  <a:lnTo>
                    <a:pt x="221687" y="260470"/>
                  </a:lnTo>
                  <a:lnTo>
                    <a:pt x="221687" y="261997"/>
                  </a:lnTo>
                  <a:lnTo>
                    <a:pt x="221599" y="262806"/>
                  </a:lnTo>
                  <a:lnTo>
                    <a:pt x="221687" y="263884"/>
                  </a:lnTo>
                  <a:lnTo>
                    <a:pt x="221862" y="265412"/>
                  </a:lnTo>
                  <a:lnTo>
                    <a:pt x="221950" y="266310"/>
                  </a:lnTo>
                  <a:lnTo>
                    <a:pt x="222741" y="271881"/>
                  </a:lnTo>
                  <a:lnTo>
                    <a:pt x="223092" y="274666"/>
                  </a:lnTo>
                  <a:lnTo>
                    <a:pt x="224323" y="283022"/>
                  </a:lnTo>
                  <a:lnTo>
                    <a:pt x="213515" y="284549"/>
                  </a:lnTo>
                  <a:lnTo>
                    <a:pt x="201829" y="286346"/>
                  </a:lnTo>
                  <a:lnTo>
                    <a:pt x="191460" y="287964"/>
                  </a:lnTo>
                  <a:lnTo>
                    <a:pt x="189527" y="288233"/>
                  </a:lnTo>
                  <a:lnTo>
                    <a:pt x="184343" y="289042"/>
                  </a:lnTo>
                  <a:lnTo>
                    <a:pt x="183728" y="289132"/>
                  </a:lnTo>
                  <a:lnTo>
                    <a:pt x="170109" y="291018"/>
                  </a:lnTo>
                  <a:lnTo>
                    <a:pt x="142607" y="294792"/>
                  </a:lnTo>
                  <a:lnTo>
                    <a:pt x="110184" y="299464"/>
                  </a:lnTo>
                  <a:lnTo>
                    <a:pt x="109745" y="297398"/>
                  </a:lnTo>
                  <a:lnTo>
                    <a:pt x="109042" y="295331"/>
                  </a:lnTo>
                  <a:lnTo>
                    <a:pt x="107899" y="292905"/>
                  </a:lnTo>
                  <a:lnTo>
                    <a:pt x="105088" y="288503"/>
                  </a:lnTo>
                  <a:lnTo>
                    <a:pt x="103243" y="285448"/>
                  </a:lnTo>
                  <a:lnTo>
                    <a:pt x="103155" y="285268"/>
                  </a:lnTo>
                  <a:lnTo>
                    <a:pt x="100519" y="280866"/>
                  </a:lnTo>
                  <a:lnTo>
                    <a:pt x="100343" y="280596"/>
                  </a:lnTo>
                  <a:lnTo>
                    <a:pt x="99552" y="279158"/>
                  </a:lnTo>
                  <a:lnTo>
                    <a:pt x="99025" y="278260"/>
                  </a:lnTo>
                  <a:lnTo>
                    <a:pt x="97443" y="275385"/>
                  </a:lnTo>
                  <a:lnTo>
                    <a:pt x="96916" y="274397"/>
                  </a:lnTo>
                  <a:lnTo>
                    <a:pt x="96038" y="272150"/>
                  </a:lnTo>
                  <a:lnTo>
                    <a:pt x="95774" y="271611"/>
                  </a:lnTo>
                  <a:lnTo>
                    <a:pt x="94807" y="269006"/>
                  </a:lnTo>
                  <a:lnTo>
                    <a:pt x="94017" y="267119"/>
                  </a:lnTo>
                  <a:lnTo>
                    <a:pt x="93402" y="265591"/>
                  </a:lnTo>
                  <a:lnTo>
                    <a:pt x="93138" y="264873"/>
                  </a:lnTo>
                  <a:lnTo>
                    <a:pt x="89008" y="254360"/>
                  </a:lnTo>
                  <a:lnTo>
                    <a:pt x="88657" y="253282"/>
                  </a:lnTo>
                  <a:lnTo>
                    <a:pt x="88130" y="251845"/>
                  </a:lnTo>
                  <a:lnTo>
                    <a:pt x="85669" y="245735"/>
                  </a:lnTo>
                  <a:lnTo>
                    <a:pt x="83033" y="238996"/>
                  </a:lnTo>
                  <a:lnTo>
                    <a:pt x="80837" y="233336"/>
                  </a:lnTo>
                  <a:lnTo>
                    <a:pt x="77234" y="223992"/>
                  </a:lnTo>
                  <a:lnTo>
                    <a:pt x="73632" y="214737"/>
                  </a:lnTo>
                  <a:lnTo>
                    <a:pt x="70732" y="207459"/>
                  </a:lnTo>
                  <a:lnTo>
                    <a:pt x="70381" y="206471"/>
                  </a:lnTo>
                  <a:lnTo>
                    <a:pt x="69941" y="205303"/>
                  </a:lnTo>
                  <a:lnTo>
                    <a:pt x="68272" y="201080"/>
                  </a:lnTo>
                  <a:lnTo>
                    <a:pt x="67832" y="199912"/>
                  </a:lnTo>
                  <a:lnTo>
                    <a:pt x="67569" y="199283"/>
                  </a:lnTo>
                  <a:lnTo>
                    <a:pt x="64406" y="191107"/>
                  </a:lnTo>
                  <a:lnTo>
                    <a:pt x="64230" y="190748"/>
                  </a:lnTo>
                  <a:lnTo>
                    <a:pt x="63615" y="189220"/>
                  </a:lnTo>
                  <a:lnTo>
                    <a:pt x="62209" y="185896"/>
                  </a:lnTo>
                  <a:lnTo>
                    <a:pt x="57288" y="174216"/>
                  </a:lnTo>
                  <a:lnTo>
                    <a:pt x="56673" y="172778"/>
                  </a:lnTo>
                  <a:lnTo>
                    <a:pt x="53247" y="165321"/>
                  </a:lnTo>
                  <a:lnTo>
                    <a:pt x="52719" y="164153"/>
                  </a:lnTo>
                  <a:lnTo>
                    <a:pt x="48590" y="154808"/>
                  </a:lnTo>
                  <a:lnTo>
                    <a:pt x="44724" y="144925"/>
                  </a:lnTo>
                  <a:lnTo>
                    <a:pt x="41209" y="136120"/>
                  </a:lnTo>
                  <a:lnTo>
                    <a:pt x="34092" y="116353"/>
                  </a:lnTo>
                  <a:lnTo>
                    <a:pt x="31631" y="108536"/>
                  </a:lnTo>
                  <a:lnTo>
                    <a:pt x="31280" y="107458"/>
                  </a:lnTo>
                  <a:lnTo>
                    <a:pt x="29523" y="102966"/>
                  </a:lnTo>
                  <a:lnTo>
                    <a:pt x="27238" y="96946"/>
                  </a:lnTo>
                  <a:lnTo>
                    <a:pt x="23636" y="86703"/>
                  </a:lnTo>
                  <a:lnTo>
                    <a:pt x="17661" y="70261"/>
                  </a:lnTo>
                  <a:lnTo>
                    <a:pt x="17133" y="68734"/>
                  </a:lnTo>
                  <a:lnTo>
                    <a:pt x="8347" y="44654"/>
                  </a:lnTo>
                  <a:lnTo>
                    <a:pt x="5535" y="36837"/>
                  </a:lnTo>
                  <a:lnTo>
                    <a:pt x="4832" y="35490"/>
                  </a:lnTo>
                  <a:lnTo>
                    <a:pt x="4041" y="34411"/>
                  </a:lnTo>
                  <a:lnTo>
                    <a:pt x="3251" y="33423"/>
                  </a:lnTo>
                  <a:lnTo>
                    <a:pt x="2635" y="31806"/>
                  </a:lnTo>
                  <a:lnTo>
                    <a:pt x="527" y="26056"/>
                  </a:lnTo>
                  <a:lnTo>
                    <a:pt x="351" y="24438"/>
                  </a:lnTo>
                  <a:lnTo>
                    <a:pt x="263" y="23899"/>
                  </a:lnTo>
                  <a:lnTo>
                    <a:pt x="0" y="20844"/>
                  </a:lnTo>
                  <a:lnTo>
                    <a:pt x="5096" y="20126"/>
                  </a:lnTo>
                  <a:lnTo>
                    <a:pt x="16782" y="18508"/>
                  </a:lnTo>
                  <a:lnTo>
                    <a:pt x="22405" y="17789"/>
                  </a:lnTo>
                  <a:lnTo>
                    <a:pt x="34180" y="16172"/>
                  </a:lnTo>
                  <a:lnTo>
                    <a:pt x="34619" y="16082"/>
                  </a:lnTo>
                  <a:lnTo>
                    <a:pt x="47887" y="14285"/>
                  </a:lnTo>
                  <a:lnTo>
                    <a:pt x="48678" y="14196"/>
                  </a:lnTo>
                  <a:lnTo>
                    <a:pt x="60891" y="12488"/>
                  </a:lnTo>
                  <a:lnTo>
                    <a:pt x="76004" y="10422"/>
                  </a:lnTo>
                  <a:lnTo>
                    <a:pt x="92611" y="8176"/>
                  </a:lnTo>
                  <a:lnTo>
                    <a:pt x="93138" y="8086"/>
                  </a:lnTo>
                  <a:lnTo>
                    <a:pt x="96389" y="7726"/>
                  </a:lnTo>
                  <a:lnTo>
                    <a:pt x="106933" y="6379"/>
                  </a:lnTo>
                  <a:lnTo>
                    <a:pt x="119059" y="4761"/>
                  </a:lnTo>
                  <a:lnTo>
                    <a:pt x="124331" y="4133"/>
                  </a:lnTo>
                  <a:lnTo>
                    <a:pt x="131096" y="3234"/>
                  </a:lnTo>
                  <a:lnTo>
                    <a:pt x="131360" y="3234"/>
                  </a:lnTo>
                  <a:lnTo>
                    <a:pt x="139444" y="2156"/>
                  </a:lnTo>
                  <a:lnTo>
                    <a:pt x="147879" y="1078"/>
                  </a:lnTo>
                  <a:lnTo>
                    <a:pt x="148318" y="1078"/>
                  </a:lnTo>
                  <a:lnTo>
                    <a:pt x="157280" y="89"/>
                  </a:lnTo>
                  <a:lnTo>
                    <a:pt x="157544" y="0"/>
                  </a:lnTo>
                  <a:lnTo>
                    <a:pt x="158950" y="40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932472" y="3386160"/>
              <a:ext cx="560306" cy="442143"/>
            </a:xfrm>
            <a:custGeom>
              <a:avLst/>
              <a:pathLst>
                <a:path w="560306" h="442143">
                  <a:moveTo>
                    <a:pt x="494934" y="8805"/>
                  </a:moveTo>
                  <a:lnTo>
                    <a:pt x="496339" y="11051"/>
                  </a:lnTo>
                  <a:lnTo>
                    <a:pt x="497833" y="13477"/>
                  </a:lnTo>
                  <a:lnTo>
                    <a:pt x="505653" y="25427"/>
                  </a:lnTo>
                  <a:lnTo>
                    <a:pt x="497745" y="30818"/>
                  </a:lnTo>
                  <a:lnTo>
                    <a:pt x="498712" y="32704"/>
                  </a:lnTo>
                  <a:lnTo>
                    <a:pt x="498975" y="33243"/>
                  </a:lnTo>
                  <a:lnTo>
                    <a:pt x="501260" y="36298"/>
                  </a:lnTo>
                  <a:lnTo>
                    <a:pt x="503808" y="39263"/>
                  </a:lnTo>
                  <a:lnTo>
                    <a:pt x="514001" y="52022"/>
                  </a:lnTo>
                  <a:lnTo>
                    <a:pt x="514440" y="51572"/>
                  </a:lnTo>
                  <a:lnTo>
                    <a:pt x="518482" y="56334"/>
                  </a:lnTo>
                  <a:lnTo>
                    <a:pt x="523402" y="62175"/>
                  </a:lnTo>
                  <a:lnTo>
                    <a:pt x="523490" y="62354"/>
                  </a:lnTo>
                  <a:lnTo>
                    <a:pt x="524896" y="64600"/>
                  </a:lnTo>
                  <a:lnTo>
                    <a:pt x="525072" y="65050"/>
                  </a:lnTo>
                  <a:lnTo>
                    <a:pt x="525511" y="66308"/>
                  </a:lnTo>
                  <a:lnTo>
                    <a:pt x="525687" y="66667"/>
                  </a:lnTo>
                  <a:lnTo>
                    <a:pt x="525950" y="68194"/>
                  </a:lnTo>
                  <a:lnTo>
                    <a:pt x="526653" y="72058"/>
                  </a:lnTo>
                  <a:lnTo>
                    <a:pt x="526829" y="72956"/>
                  </a:lnTo>
                  <a:lnTo>
                    <a:pt x="526829" y="73136"/>
                  </a:lnTo>
                  <a:lnTo>
                    <a:pt x="527532" y="76191"/>
                  </a:lnTo>
                  <a:lnTo>
                    <a:pt x="527971" y="77988"/>
                  </a:lnTo>
                  <a:lnTo>
                    <a:pt x="528499" y="79785"/>
                  </a:lnTo>
                  <a:lnTo>
                    <a:pt x="530783" y="88320"/>
                  </a:lnTo>
                  <a:lnTo>
                    <a:pt x="533155" y="97036"/>
                  </a:lnTo>
                  <a:lnTo>
                    <a:pt x="533858" y="99372"/>
                  </a:lnTo>
                  <a:lnTo>
                    <a:pt x="534298" y="99282"/>
                  </a:lnTo>
                  <a:lnTo>
                    <a:pt x="543875" y="128393"/>
                  </a:lnTo>
                  <a:lnTo>
                    <a:pt x="544227" y="129291"/>
                  </a:lnTo>
                  <a:lnTo>
                    <a:pt x="544930" y="131358"/>
                  </a:lnTo>
                  <a:lnTo>
                    <a:pt x="545105" y="131807"/>
                  </a:lnTo>
                  <a:lnTo>
                    <a:pt x="547126" y="137737"/>
                  </a:lnTo>
                  <a:lnTo>
                    <a:pt x="548971" y="143038"/>
                  </a:lnTo>
                  <a:lnTo>
                    <a:pt x="549850" y="145554"/>
                  </a:lnTo>
                  <a:lnTo>
                    <a:pt x="549587" y="145823"/>
                  </a:lnTo>
                  <a:lnTo>
                    <a:pt x="549147" y="146183"/>
                  </a:lnTo>
                  <a:lnTo>
                    <a:pt x="548093" y="147081"/>
                  </a:lnTo>
                  <a:lnTo>
                    <a:pt x="547829" y="147261"/>
                  </a:lnTo>
                  <a:lnTo>
                    <a:pt x="547302" y="147710"/>
                  </a:lnTo>
                  <a:lnTo>
                    <a:pt x="545369" y="148788"/>
                  </a:lnTo>
                  <a:lnTo>
                    <a:pt x="544051" y="149328"/>
                  </a:lnTo>
                  <a:lnTo>
                    <a:pt x="542557" y="149687"/>
                  </a:lnTo>
                  <a:lnTo>
                    <a:pt x="542294" y="149777"/>
                  </a:lnTo>
                  <a:lnTo>
                    <a:pt x="541063" y="150406"/>
                  </a:lnTo>
                  <a:lnTo>
                    <a:pt x="540097" y="150855"/>
                  </a:lnTo>
                  <a:lnTo>
                    <a:pt x="539130" y="151574"/>
                  </a:lnTo>
                  <a:lnTo>
                    <a:pt x="538691" y="151933"/>
                  </a:lnTo>
                  <a:lnTo>
                    <a:pt x="537373" y="152742"/>
                  </a:lnTo>
                  <a:lnTo>
                    <a:pt x="536934" y="153011"/>
                  </a:lnTo>
                  <a:lnTo>
                    <a:pt x="536319" y="153461"/>
                  </a:lnTo>
                  <a:lnTo>
                    <a:pt x="534034" y="154449"/>
                  </a:lnTo>
                  <a:lnTo>
                    <a:pt x="532804" y="155258"/>
                  </a:lnTo>
                  <a:lnTo>
                    <a:pt x="532540" y="155527"/>
                  </a:lnTo>
                  <a:lnTo>
                    <a:pt x="532189" y="155886"/>
                  </a:lnTo>
                  <a:lnTo>
                    <a:pt x="532013" y="156336"/>
                  </a:lnTo>
                  <a:lnTo>
                    <a:pt x="532101" y="156875"/>
                  </a:lnTo>
                  <a:lnTo>
                    <a:pt x="532013" y="157055"/>
                  </a:lnTo>
                  <a:lnTo>
                    <a:pt x="531398" y="157683"/>
                  </a:lnTo>
                  <a:lnTo>
                    <a:pt x="529904" y="159121"/>
                  </a:lnTo>
                  <a:lnTo>
                    <a:pt x="528411" y="160559"/>
                  </a:lnTo>
                  <a:lnTo>
                    <a:pt x="527884" y="161008"/>
                  </a:lnTo>
                  <a:lnTo>
                    <a:pt x="527444" y="161547"/>
                  </a:lnTo>
                  <a:lnTo>
                    <a:pt x="526566" y="162266"/>
                  </a:lnTo>
                  <a:lnTo>
                    <a:pt x="525248" y="163344"/>
                  </a:lnTo>
                  <a:lnTo>
                    <a:pt x="524457" y="163973"/>
                  </a:lnTo>
                  <a:lnTo>
                    <a:pt x="523666" y="164602"/>
                  </a:lnTo>
                  <a:lnTo>
                    <a:pt x="522699" y="165321"/>
                  </a:lnTo>
                  <a:lnTo>
                    <a:pt x="522348" y="165590"/>
                  </a:lnTo>
                  <a:lnTo>
                    <a:pt x="521909" y="165860"/>
                  </a:lnTo>
                  <a:lnTo>
                    <a:pt x="521030" y="166578"/>
                  </a:lnTo>
                  <a:lnTo>
                    <a:pt x="520239" y="167118"/>
                  </a:lnTo>
                  <a:lnTo>
                    <a:pt x="519360" y="167746"/>
                  </a:lnTo>
                  <a:lnTo>
                    <a:pt x="516373" y="169993"/>
                  </a:lnTo>
                  <a:lnTo>
                    <a:pt x="516022" y="169903"/>
                  </a:lnTo>
                  <a:lnTo>
                    <a:pt x="515846" y="169993"/>
                  </a:lnTo>
                  <a:lnTo>
                    <a:pt x="515582" y="169723"/>
                  </a:lnTo>
                  <a:lnTo>
                    <a:pt x="514879" y="168825"/>
                  </a:lnTo>
                  <a:lnTo>
                    <a:pt x="514616" y="168555"/>
                  </a:lnTo>
                  <a:lnTo>
                    <a:pt x="513210" y="166848"/>
                  </a:lnTo>
                  <a:lnTo>
                    <a:pt x="512595" y="166309"/>
                  </a:lnTo>
                  <a:lnTo>
                    <a:pt x="512419" y="166129"/>
                  </a:lnTo>
                  <a:lnTo>
                    <a:pt x="511716" y="165321"/>
                  </a:lnTo>
                  <a:lnTo>
                    <a:pt x="511365" y="165051"/>
                  </a:lnTo>
                  <a:lnTo>
                    <a:pt x="510837" y="164781"/>
                  </a:lnTo>
                  <a:lnTo>
                    <a:pt x="510047" y="164242"/>
                  </a:lnTo>
                  <a:lnTo>
                    <a:pt x="509871" y="164153"/>
                  </a:lnTo>
                  <a:lnTo>
                    <a:pt x="509695" y="163973"/>
                  </a:lnTo>
                  <a:lnTo>
                    <a:pt x="509168" y="163344"/>
                  </a:lnTo>
                  <a:lnTo>
                    <a:pt x="508553" y="162715"/>
                  </a:lnTo>
                  <a:lnTo>
                    <a:pt x="508114" y="162176"/>
                  </a:lnTo>
                  <a:lnTo>
                    <a:pt x="507938" y="161906"/>
                  </a:lnTo>
                  <a:lnTo>
                    <a:pt x="507586" y="161547"/>
                  </a:lnTo>
                  <a:lnTo>
                    <a:pt x="507059" y="160648"/>
                  </a:lnTo>
                  <a:lnTo>
                    <a:pt x="506883" y="160469"/>
                  </a:lnTo>
                  <a:lnTo>
                    <a:pt x="505565" y="158223"/>
                  </a:lnTo>
                  <a:lnTo>
                    <a:pt x="504950" y="157234"/>
                  </a:lnTo>
                  <a:lnTo>
                    <a:pt x="504599" y="156605"/>
                  </a:lnTo>
                  <a:lnTo>
                    <a:pt x="504160" y="155707"/>
                  </a:lnTo>
                  <a:lnTo>
                    <a:pt x="503105" y="153820"/>
                  </a:lnTo>
                  <a:lnTo>
                    <a:pt x="502402" y="152652"/>
                  </a:lnTo>
                  <a:lnTo>
                    <a:pt x="502227" y="152472"/>
                  </a:lnTo>
                  <a:lnTo>
                    <a:pt x="502929" y="151394"/>
                  </a:lnTo>
                  <a:lnTo>
                    <a:pt x="503369" y="150585"/>
                  </a:lnTo>
                  <a:lnTo>
                    <a:pt x="503632" y="150226"/>
                  </a:lnTo>
                  <a:lnTo>
                    <a:pt x="504599" y="149238"/>
                  </a:lnTo>
                  <a:lnTo>
                    <a:pt x="504247" y="148699"/>
                  </a:lnTo>
                  <a:lnTo>
                    <a:pt x="503984" y="148070"/>
                  </a:lnTo>
                  <a:lnTo>
                    <a:pt x="503896" y="147890"/>
                  </a:lnTo>
                  <a:lnTo>
                    <a:pt x="503545" y="147351"/>
                  </a:lnTo>
                  <a:lnTo>
                    <a:pt x="503017" y="146363"/>
                  </a:lnTo>
                  <a:lnTo>
                    <a:pt x="502578" y="145644"/>
                  </a:lnTo>
                  <a:lnTo>
                    <a:pt x="502314" y="145195"/>
                  </a:lnTo>
                  <a:lnTo>
                    <a:pt x="501963" y="144655"/>
                  </a:lnTo>
                  <a:lnTo>
                    <a:pt x="501436" y="144026"/>
                  </a:lnTo>
                  <a:lnTo>
                    <a:pt x="500909" y="143308"/>
                  </a:lnTo>
                  <a:lnTo>
                    <a:pt x="501260" y="142858"/>
                  </a:lnTo>
                  <a:lnTo>
                    <a:pt x="500996" y="142319"/>
                  </a:lnTo>
                  <a:lnTo>
                    <a:pt x="504775" y="136839"/>
                  </a:lnTo>
                  <a:lnTo>
                    <a:pt x="511189" y="119857"/>
                  </a:lnTo>
                  <a:lnTo>
                    <a:pt x="511892" y="117881"/>
                  </a:lnTo>
                  <a:lnTo>
                    <a:pt x="514879" y="109345"/>
                  </a:lnTo>
                  <a:lnTo>
                    <a:pt x="512595" y="107907"/>
                  </a:lnTo>
                  <a:lnTo>
                    <a:pt x="511628" y="106650"/>
                  </a:lnTo>
                  <a:lnTo>
                    <a:pt x="500293" y="110513"/>
                  </a:lnTo>
                  <a:lnTo>
                    <a:pt x="492122" y="113298"/>
                  </a:lnTo>
                  <a:lnTo>
                    <a:pt x="489222" y="114287"/>
                  </a:lnTo>
                  <a:lnTo>
                    <a:pt x="487904" y="114736"/>
                  </a:lnTo>
                  <a:lnTo>
                    <a:pt x="486674" y="115185"/>
                  </a:lnTo>
                  <a:lnTo>
                    <a:pt x="479908" y="117611"/>
                  </a:lnTo>
                  <a:lnTo>
                    <a:pt x="479645" y="117701"/>
                  </a:lnTo>
                  <a:lnTo>
                    <a:pt x="480260" y="120396"/>
                  </a:lnTo>
                  <a:lnTo>
                    <a:pt x="480348" y="120935"/>
                  </a:lnTo>
                  <a:lnTo>
                    <a:pt x="480787" y="123811"/>
                  </a:lnTo>
                  <a:lnTo>
                    <a:pt x="481051" y="125608"/>
                  </a:lnTo>
                  <a:lnTo>
                    <a:pt x="480963" y="126237"/>
                  </a:lnTo>
                  <a:lnTo>
                    <a:pt x="480875" y="127225"/>
                  </a:lnTo>
                  <a:lnTo>
                    <a:pt x="480611" y="129112"/>
                  </a:lnTo>
                  <a:lnTo>
                    <a:pt x="480611" y="129651"/>
                  </a:lnTo>
                  <a:lnTo>
                    <a:pt x="480084" y="133514"/>
                  </a:lnTo>
                  <a:lnTo>
                    <a:pt x="479645" y="136569"/>
                  </a:lnTo>
                  <a:lnTo>
                    <a:pt x="478766" y="136569"/>
                  </a:lnTo>
                  <a:lnTo>
                    <a:pt x="478766" y="137018"/>
                  </a:lnTo>
                  <a:lnTo>
                    <a:pt x="478678" y="139983"/>
                  </a:lnTo>
                  <a:lnTo>
                    <a:pt x="478678" y="140792"/>
                  </a:lnTo>
                  <a:lnTo>
                    <a:pt x="478678" y="141960"/>
                  </a:lnTo>
                  <a:lnTo>
                    <a:pt x="478766" y="143847"/>
                  </a:lnTo>
                  <a:lnTo>
                    <a:pt x="478942" y="145284"/>
                  </a:lnTo>
                  <a:lnTo>
                    <a:pt x="479030" y="146273"/>
                  </a:lnTo>
                  <a:lnTo>
                    <a:pt x="479381" y="149777"/>
                  </a:lnTo>
                  <a:lnTo>
                    <a:pt x="479469" y="150585"/>
                  </a:lnTo>
                  <a:lnTo>
                    <a:pt x="479469" y="150765"/>
                  </a:lnTo>
                  <a:lnTo>
                    <a:pt x="479293" y="153910"/>
                  </a:lnTo>
                  <a:lnTo>
                    <a:pt x="478766" y="161008"/>
                  </a:lnTo>
                  <a:lnTo>
                    <a:pt x="478590" y="162984"/>
                  </a:lnTo>
                  <a:lnTo>
                    <a:pt x="478590" y="163344"/>
                  </a:lnTo>
                  <a:lnTo>
                    <a:pt x="478151" y="168825"/>
                  </a:lnTo>
                  <a:lnTo>
                    <a:pt x="478063" y="169633"/>
                  </a:lnTo>
                  <a:lnTo>
                    <a:pt x="477800" y="171071"/>
                  </a:lnTo>
                  <a:lnTo>
                    <a:pt x="477624" y="171520"/>
                  </a:lnTo>
                  <a:lnTo>
                    <a:pt x="477536" y="172059"/>
                  </a:lnTo>
                  <a:lnTo>
                    <a:pt x="476657" y="175923"/>
                  </a:lnTo>
                  <a:lnTo>
                    <a:pt x="476570" y="176282"/>
                  </a:lnTo>
                  <a:lnTo>
                    <a:pt x="475339" y="181943"/>
                  </a:lnTo>
                  <a:lnTo>
                    <a:pt x="475076" y="182751"/>
                  </a:lnTo>
                  <a:lnTo>
                    <a:pt x="473494" y="187783"/>
                  </a:lnTo>
                  <a:lnTo>
                    <a:pt x="473318" y="188142"/>
                  </a:lnTo>
                  <a:lnTo>
                    <a:pt x="473231" y="188412"/>
                  </a:lnTo>
                  <a:lnTo>
                    <a:pt x="472967" y="189310"/>
                  </a:lnTo>
                  <a:lnTo>
                    <a:pt x="472616" y="190388"/>
                  </a:lnTo>
                  <a:lnTo>
                    <a:pt x="472264" y="191287"/>
                  </a:lnTo>
                  <a:lnTo>
                    <a:pt x="471122" y="194342"/>
                  </a:lnTo>
                  <a:lnTo>
                    <a:pt x="470682" y="195420"/>
                  </a:lnTo>
                  <a:lnTo>
                    <a:pt x="470243" y="196588"/>
                  </a:lnTo>
                  <a:lnTo>
                    <a:pt x="468837" y="201170"/>
                  </a:lnTo>
                  <a:lnTo>
                    <a:pt x="468398" y="202787"/>
                  </a:lnTo>
                  <a:lnTo>
                    <a:pt x="467607" y="206651"/>
                  </a:lnTo>
                  <a:lnTo>
                    <a:pt x="470331" y="209167"/>
                  </a:lnTo>
                  <a:lnTo>
                    <a:pt x="471210" y="210155"/>
                  </a:lnTo>
                  <a:lnTo>
                    <a:pt x="473934" y="213210"/>
                  </a:lnTo>
                  <a:lnTo>
                    <a:pt x="475164" y="215007"/>
                  </a:lnTo>
                  <a:lnTo>
                    <a:pt x="478415" y="219499"/>
                  </a:lnTo>
                  <a:lnTo>
                    <a:pt x="483159" y="226148"/>
                  </a:lnTo>
                  <a:lnTo>
                    <a:pt x="485268" y="229023"/>
                  </a:lnTo>
                  <a:lnTo>
                    <a:pt x="490980" y="234773"/>
                  </a:lnTo>
                  <a:lnTo>
                    <a:pt x="492122" y="235941"/>
                  </a:lnTo>
                  <a:lnTo>
                    <a:pt x="492385" y="236211"/>
                  </a:lnTo>
                  <a:lnTo>
                    <a:pt x="499327" y="241961"/>
                  </a:lnTo>
                  <a:lnTo>
                    <a:pt x="499591" y="242141"/>
                  </a:lnTo>
                  <a:lnTo>
                    <a:pt x="501084" y="243129"/>
                  </a:lnTo>
                  <a:lnTo>
                    <a:pt x="501963" y="243668"/>
                  </a:lnTo>
                  <a:lnTo>
                    <a:pt x="503105" y="244387"/>
                  </a:lnTo>
                  <a:lnTo>
                    <a:pt x="504160" y="245106"/>
                  </a:lnTo>
                  <a:lnTo>
                    <a:pt x="508729" y="249239"/>
                  </a:lnTo>
                  <a:lnTo>
                    <a:pt x="510574" y="251216"/>
                  </a:lnTo>
                  <a:lnTo>
                    <a:pt x="511365" y="252474"/>
                  </a:lnTo>
                  <a:lnTo>
                    <a:pt x="511628" y="253192"/>
                  </a:lnTo>
                  <a:lnTo>
                    <a:pt x="512155" y="254630"/>
                  </a:lnTo>
                  <a:lnTo>
                    <a:pt x="514264" y="260021"/>
                  </a:lnTo>
                  <a:lnTo>
                    <a:pt x="515670" y="263794"/>
                  </a:lnTo>
                  <a:lnTo>
                    <a:pt x="517515" y="265591"/>
                  </a:lnTo>
                  <a:lnTo>
                    <a:pt x="518658" y="266670"/>
                  </a:lnTo>
                  <a:lnTo>
                    <a:pt x="519976" y="267748"/>
                  </a:lnTo>
                  <a:lnTo>
                    <a:pt x="521118" y="268556"/>
                  </a:lnTo>
                  <a:lnTo>
                    <a:pt x="522084" y="269275"/>
                  </a:lnTo>
                  <a:lnTo>
                    <a:pt x="522787" y="269814"/>
                  </a:lnTo>
                  <a:lnTo>
                    <a:pt x="524369" y="269814"/>
                  </a:lnTo>
                  <a:lnTo>
                    <a:pt x="524984" y="269814"/>
                  </a:lnTo>
                  <a:lnTo>
                    <a:pt x="525248" y="269724"/>
                  </a:lnTo>
                  <a:lnTo>
                    <a:pt x="526390" y="269455"/>
                  </a:lnTo>
                  <a:lnTo>
                    <a:pt x="528762" y="269006"/>
                  </a:lnTo>
                  <a:lnTo>
                    <a:pt x="529289" y="268826"/>
                  </a:lnTo>
                  <a:lnTo>
                    <a:pt x="530344" y="268736"/>
                  </a:lnTo>
                  <a:lnTo>
                    <a:pt x="530607" y="268736"/>
                  </a:lnTo>
                  <a:lnTo>
                    <a:pt x="531310" y="268736"/>
                  </a:lnTo>
                  <a:lnTo>
                    <a:pt x="531574" y="268736"/>
                  </a:lnTo>
                  <a:lnTo>
                    <a:pt x="532365" y="268736"/>
                  </a:lnTo>
                  <a:lnTo>
                    <a:pt x="532980" y="268736"/>
                  </a:lnTo>
                  <a:lnTo>
                    <a:pt x="533595" y="268826"/>
                  </a:lnTo>
                  <a:lnTo>
                    <a:pt x="535001" y="269095"/>
                  </a:lnTo>
                  <a:lnTo>
                    <a:pt x="537022" y="269185"/>
                  </a:lnTo>
                  <a:lnTo>
                    <a:pt x="537900" y="269095"/>
                  </a:lnTo>
                  <a:lnTo>
                    <a:pt x="539130" y="269006"/>
                  </a:lnTo>
                  <a:lnTo>
                    <a:pt x="539658" y="268916"/>
                  </a:lnTo>
                  <a:lnTo>
                    <a:pt x="540097" y="268916"/>
                  </a:lnTo>
                  <a:lnTo>
                    <a:pt x="540976" y="268916"/>
                  </a:lnTo>
                  <a:lnTo>
                    <a:pt x="541415" y="268916"/>
                  </a:lnTo>
                  <a:lnTo>
                    <a:pt x="541591" y="268916"/>
                  </a:lnTo>
                  <a:lnTo>
                    <a:pt x="541854" y="268916"/>
                  </a:lnTo>
                  <a:lnTo>
                    <a:pt x="544227" y="269545"/>
                  </a:lnTo>
                  <a:lnTo>
                    <a:pt x="545193" y="269994"/>
                  </a:lnTo>
                  <a:lnTo>
                    <a:pt x="545984" y="270353"/>
                  </a:lnTo>
                  <a:lnTo>
                    <a:pt x="546775" y="270623"/>
                  </a:lnTo>
                  <a:lnTo>
                    <a:pt x="547917" y="271162"/>
                  </a:lnTo>
                  <a:lnTo>
                    <a:pt x="548532" y="271521"/>
                  </a:lnTo>
                  <a:lnTo>
                    <a:pt x="551080" y="272779"/>
                  </a:lnTo>
                  <a:lnTo>
                    <a:pt x="552223" y="273408"/>
                  </a:lnTo>
                  <a:lnTo>
                    <a:pt x="552662" y="273678"/>
                  </a:lnTo>
                  <a:lnTo>
                    <a:pt x="552838" y="273768"/>
                  </a:lnTo>
                  <a:lnTo>
                    <a:pt x="555649" y="275295"/>
                  </a:lnTo>
                  <a:lnTo>
                    <a:pt x="556440" y="276193"/>
                  </a:lnTo>
                  <a:lnTo>
                    <a:pt x="556792" y="276553"/>
                  </a:lnTo>
                  <a:lnTo>
                    <a:pt x="557319" y="277182"/>
                  </a:lnTo>
                  <a:lnTo>
                    <a:pt x="557934" y="277721"/>
                  </a:lnTo>
                  <a:lnTo>
                    <a:pt x="558549" y="278350"/>
                  </a:lnTo>
                  <a:lnTo>
                    <a:pt x="559340" y="278709"/>
                  </a:lnTo>
                  <a:lnTo>
                    <a:pt x="559955" y="278799"/>
                  </a:lnTo>
                  <a:lnTo>
                    <a:pt x="560306" y="278889"/>
                  </a:lnTo>
                  <a:lnTo>
                    <a:pt x="559867" y="280416"/>
                  </a:lnTo>
                  <a:lnTo>
                    <a:pt x="557143" y="279787"/>
                  </a:lnTo>
                  <a:lnTo>
                    <a:pt x="550465" y="277901"/>
                  </a:lnTo>
                  <a:lnTo>
                    <a:pt x="548532" y="284460"/>
                  </a:lnTo>
                  <a:lnTo>
                    <a:pt x="547741" y="286975"/>
                  </a:lnTo>
                  <a:lnTo>
                    <a:pt x="544402" y="285628"/>
                  </a:lnTo>
                  <a:lnTo>
                    <a:pt x="543348" y="285178"/>
                  </a:lnTo>
                  <a:lnTo>
                    <a:pt x="542733" y="284909"/>
                  </a:lnTo>
                  <a:lnTo>
                    <a:pt x="538779" y="283292"/>
                  </a:lnTo>
                  <a:lnTo>
                    <a:pt x="536231" y="282034"/>
                  </a:lnTo>
                  <a:lnTo>
                    <a:pt x="530256" y="277631"/>
                  </a:lnTo>
                  <a:lnTo>
                    <a:pt x="528762" y="276463"/>
                  </a:lnTo>
                  <a:lnTo>
                    <a:pt x="525511" y="275025"/>
                  </a:lnTo>
                  <a:lnTo>
                    <a:pt x="521733" y="273408"/>
                  </a:lnTo>
                  <a:lnTo>
                    <a:pt x="520678" y="272869"/>
                  </a:lnTo>
                  <a:lnTo>
                    <a:pt x="520151" y="272600"/>
                  </a:lnTo>
                  <a:lnTo>
                    <a:pt x="518394" y="271432"/>
                  </a:lnTo>
                  <a:lnTo>
                    <a:pt x="515758" y="269545"/>
                  </a:lnTo>
                  <a:lnTo>
                    <a:pt x="513473" y="267568"/>
                  </a:lnTo>
                  <a:lnTo>
                    <a:pt x="512155" y="266400"/>
                  </a:lnTo>
                  <a:lnTo>
                    <a:pt x="511277" y="266490"/>
                  </a:lnTo>
                  <a:lnTo>
                    <a:pt x="501524" y="267748"/>
                  </a:lnTo>
                  <a:lnTo>
                    <a:pt x="492561" y="269006"/>
                  </a:lnTo>
                  <a:lnTo>
                    <a:pt x="485708" y="269904"/>
                  </a:lnTo>
                  <a:lnTo>
                    <a:pt x="477448" y="270982"/>
                  </a:lnTo>
                  <a:lnTo>
                    <a:pt x="469892" y="271971"/>
                  </a:lnTo>
                  <a:lnTo>
                    <a:pt x="461896" y="272959"/>
                  </a:lnTo>
                  <a:lnTo>
                    <a:pt x="452933" y="274217"/>
                  </a:lnTo>
                  <a:lnTo>
                    <a:pt x="452494" y="274307"/>
                  </a:lnTo>
                  <a:lnTo>
                    <a:pt x="445025" y="275295"/>
                  </a:lnTo>
                  <a:lnTo>
                    <a:pt x="444586" y="275385"/>
                  </a:lnTo>
                  <a:lnTo>
                    <a:pt x="438787" y="276193"/>
                  </a:lnTo>
                  <a:lnTo>
                    <a:pt x="435536" y="268017"/>
                  </a:lnTo>
                  <a:lnTo>
                    <a:pt x="432812" y="261099"/>
                  </a:lnTo>
                  <a:lnTo>
                    <a:pt x="430352" y="254989"/>
                  </a:lnTo>
                  <a:lnTo>
                    <a:pt x="429825" y="253731"/>
                  </a:lnTo>
                  <a:lnTo>
                    <a:pt x="429737" y="253462"/>
                  </a:lnTo>
                  <a:lnTo>
                    <a:pt x="429561" y="253013"/>
                  </a:lnTo>
                  <a:lnTo>
                    <a:pt x="425080" y="248520"/>
                  </a:lnTo>
                  <a:lnTo>
                    <a:pt x="423938" y="245196"/>
                  </a:lnTo>
                  <a:lnTo>
                    <a:pt x="422532" y="241153"/>
                  </a:lnTo>
                  <a:lnTo>
                    <a:pt x="422268" y="241242"/>
                  </a:lnTo>
                  <a:lnTo>
                    <a:pt x="413306" y="242231"/>
                  </a:lnTo>
                  <a:lnTo>
                    <a:pt x="412866" y="242231"/>
                  </a:lnTo>
                  <a:lnTo>
                    <a:pt x="404431" y="243309"/>
                  </a:lnTo>
                  <a:lnTo>
                    <a:pt x="396347" y="244387"/>
                  </a:lnTo>
                  <a:lnTo>
                    <a:pt x="396084" y="244387"/>
                  </a:lnTo>
                  <a:lnTo>
                    <a:pt x="389318" y="245286"/>
                  </a:lnTo>
                  <a:lnTo>
                    <a:pt x="384046" y="245915"/>
                  </a:lnTo>
                  <a:lnTo>
                    <a:pt x="371921" y="247532"/>
                  </a:lnTo>
                  <a:lnTo>
                    <a:pt x="361377" y="248880"/>
                  </a:lnTo>
                  <a:lnTo>
                    <a:pt x="358126" y="249239"/>
                  </a:lnTo>
                  <a:lnTo>
                    <a:pt x="357598" y="249329"/>
                  </a:lnTo>
                  <a:lnTo>
                    <a:pt x="340992" y="251575"/>
                  </a:lnTo>
                  <a:lnTo>
                    <a:pt x="325879" y="253642"/>
                  </a:lnTo>
                  <a:lnTo>
                    <a:pt x="313665" y="255349"/>
                  </a:lnTo>
                  <a:lnTo>
                    <a:pt x="312874" y="255439"/>
                  </a:lnTo>
                  <a:lnTo>
                    <a:pt x="299606" y="257235"/>
                  </a:lnTo>
                  <a:lnTo>
                    <a:pt x="299167" y="257325"/>
                  </a:lnTo>
                  <a:lnTo>
                    <a:pt x="287393" y="258943"/>
                  </a:lnTo>
                  <a:lnTo>
                    <a:pt x="281770" y="259661"/>
                  </a:lnTo>
                  <a:lnTo>
                    <a:pt x="270083" y="261279"/>
                  </a:lnTo>
                  <a:lnTo>
                    <a:pt x="264987" y="261997"/>
                  </a:lnTo>
                  <a:lnTo>
                    <a:pt x="265251" y="265052"/>
                  </a:lnTo>
                  <a:lnTo>
                    <a:pt x="265339" y="265591"/>
                  </a:lnTo>
                  <a:lnTo>
                    <a:pt x="265514" y="267209"/>
                  </a:lnTo>
                  <a:lnTo>
                    <a:pt x="267623" y="272959"/>
                  </a:lnTo>
                  <a:lnTo>
                    <a:pt x="268238" y="274576"/>
                  </a:lnTo>
                  <a:lnTo>
                    <a:pt x="269029" y="275565"/>
                  </a:lnTo>
                  <a:lnTo>
                    <a:pt x="269820" y="276643"/>
                  </a:lnTo>
                  <a:lnTo>
                    <a:pt x="270523" y="277990"/>
                  </a:lnTo>
                  <a:lnTo>
                    <a:pt x="273334" y="285807"/>
                  </a:lnTo>
                  <a:lnTo>
                    <a:pt x="282121" y="309887"/>
                  </a:lnTo>
                  <a:lnTo>
                    <a:pt x="282648" y="311414"/>
                  </a:lnTo>
                  <a:lnTo>
                    <a:pt x="288623" y="327856"/>
                  </a:lnTo>
                  <a:lnTo>
                    <a:pt x="292226" y="338099"/>
                  </a:lnTo>
                  <a:lnTo>
                    <a:pt x="294510" y="344119"/>
                  </a:lnTo>
                  <a:lnTo>
                    <a:pt x="296268" y="348611"/>
                  </a:lnTo>
                  <a:lnTo>
                    <a:pt x="296619" y="349689"/>
                  </a:lnTo>
                  <a:lnTo>
                    <a:pt x="299079" y="357506"/>
                  </a:lnTo>
                  <a:lnTo>
                    <a:pt x="306196" y="377273"/>
                  </a:lnTo>
                  <a:lnTo>
                    <a:pt x="309711" y="386078"/>
                  </a:lnTo>
                  <a:lnTo>
                    <a:pt x="313577" y="395961"/>
                  </a:lnTo>
                  <a:lnTo>
                    <a:pt x="317707" y="405306"/>
                  </a:lnTo>
                  <a:lnTo>
                    <a:pt x="318234" y="406474"/>
                  </a:lnTo>
                  <a:lnTo>
                    <a:pt x="321661" y="413931"/>
                  </a:lnTo>
                  <a:lnTo>
                    <a:pt x="322276" y="415369"/>
                  </a:lnTo>
                  <a:lnTo>
                    <a:pt x="327197" y="427049"/>
                  </a:lnTo>
                  <a:lnTo>
                    <a:pt x="328602" y="430373"/>
                  </a:lnTo>
                  <a:lnTo>
                    <a:pt x="329217" y="431901"/>
                  </a:lnTo>
                  <a:lnTo>
                    <a:pt x="328954" y="431901"/>
                  </a:lnTo>
                  <a:lnTo>
                    <a:pt x="327109" y="432170"/>
                  </a:lnTo>
                  <a:lnTo>
                    <a:pt x="324736" y="432530"/>
                  </a:lnTo>
                  <a:lnTo>
                    <a:pt x="324385" y="432620"/>
                  </a:lnTo>
                  <a:lnTo>
                    <a:pt x="323945" y="432620"/>
                  </a:lnTo>
                  <a:lnTo>
                    <a:pt x="313402" y="434147"/>
                  </a:lnTo>
                  <a:lnTo>
                    <a:pt x="313050" y="434237"/>
                  </a:lnTo>
                  <a:lnTo>
                    <a:pt x="310150" y="434596"/>
                  </a:lnTo>
                  <a:lnTo>
                    <a:pt x="303121" y="435585"/>
                  </a:lnTo>
                  <a:lnTo>
                    <a:pt x="302067" y="435764"/>
                  </a:lnTo>
                  <a:lnTo>
                    <a:pt x="300485" y="435944"/>
                  </a:lnTo>
                  <a:lnTo>
                    <a:pt x="297410" y="436393"/>
                  </a:lnTo>
                  <a:lnTo>
                    <a:pt x="296883" y="436483"/>
                  </a:lnTo>
                  <a:lnTo>
                    <a:pt x="294686" y="436842"/>
                  </a:lnTo>
                  <a:lnTo>
                    <a:pt x="294247" y="436842"/>
                  </a:lnTo>
                  <a:lnTo>
                    <a:pt x="292314" y="437112"/>
                  </a:lnTo>
                  <a:lnTo>
                    <a:pt x="290644" y="437382"/>
                  </a:lnTo>
                  <a:lnTo>
                    <a:pt x="286339" y="438010"/>
                  </a:lnTo>
                  <a:lnTo>
                    <a:pt x="284318" y="438280"/>
                  </a:lnTo>
                  <a:lnTo>
                    <a:pt x="283351" y="438370"/>
                  </a:lnTo>
                  <a:lnTo>
                    <a:pt x="277201" y="439268"/>
                  </a:lnTo>
                  <a:lnTo>
                    <a:pt x="276410" y="439358"/>
                  </a:lnTo>
                  <a:lnTo>
                    <a:pt x="267272" y="440706"/>
                  </a:lnTo>
                  <a:lnTo>
                    <a:pt x="267008" y="440706"/>
                  </a:lnTo>
                  <a:lnTo>
                    <a:pt x="266832" y="440706"/>
                  </a:lnTo>
                  <a:lnTo>
                    <a:pt x="266657" y="440796"/>
                  </a:lnTo>
                  <a:lnTo>
                    <a:pt x="258573" y="441874"/>
                  </a:lnTo>
                  <a:lnTo>
                    <a:pt x="256728" y="442143"/>
                  </a:lnTo>
                  <a:lnTo>
                    <a:pt x="256552" y="440796"/>
                  </a:lnTo>
                  <a:lnTo>
                    <a:pt x="255146" y="431092"/>
                  </a:lnTo>
                  <a:lnTo>
                    <a:pt x="252862" y="414919"/>
                  </a:lnTo>
                  <a:lnTo>
                    <a:pt x="252774" y="414470"/>
                  </a:lnTo>
                  <a:lnTo>
                    <a:pt x="251719" y="407552"/>
                  </a:lnTo>
                  <a:lnTo>
                    <a:pt x="251456" y="405395"/>
                  </a:lnTo>
                  <a:lnTo>
                    <a:pt x="251104" y="403419"/>
                  </a:lnTo>
                  <a:lnTo>
                    <a:pt x="251016" y="402430"/>
                  </a:lnTo>
                  <a:lnTo>
                    <a:pt x="250665" y="400544"/>
                  </a:lnTo>
                  <a:lnTo>
                    <a:pt x="250138" y="396590"/>
                  </a:lnTo>
                  <a:lnTo>
                    <a:pt x="249962" y="395872"/>
                  </a:lnTo>
                  <a:lnTo>
                    <a:pt x="249962" y="395692"/>
                  </a:lnTo>
                  <a:lnTo>
                    <a:pt x="249874" y="395243"/>
                  </a:lnTo>
                  <a:lnTo>
                    <a:pt x="249786" y="394524"/>
                  </a:lnTo>
                  <a:lnTo>
                    <a:pt x="249698" y="393625"/>
                  </a:lnTo>
                  <a:lnTo>
                    <a:pt x="249523" y="392907"/>
                  </a:lnTo>
                  <a:lnTo>
                    <a:pt x="249083" y="389942"/>
                  </a:lnTo>
                  <a:lnTo>
                    <a:pt x="248732" y="387516"/>
                  </a:lnTo>
                  <a:lnTo>
                    <a:pt x="248644" y="386887"/>
                  </a:lnTo>
                  <a:lnTo>
                    <a:pt x="248556" y="386078"/>
                  </a:lnTo>
                  <a:lnTo>
                    <a:pt x="248468" y="385809"/>
                  </a:lnTo>
                  <a:lnTo>
                    <a:pt x="248292" y="384551"/>
                  </a:lnTo>
                  <a:lnTo>
                    <a:pt x="248117" y="383203"/>
                  </a:lnTo>
                  <a:lnTo>
                    <a:pt x="247150" y="377003"/>
                  </a:lnTo>
                  <a:lnTo>
                    <a:pt x="245656" y="367390"/>
                  </a:lnTo>
                  <a:lnTo>
                    <a:pt x="244251" y="357596"/>
                  </a:lnTo>
                  <a:lnTo>
                    <a:pt x="244163" y="357237"/>
                  </a:lnTo>
                  <a:lnTo>
                    <a:pt x="243899" y="355260"/>
                  </a:lnTo>
                  <a:lnTo>
                    <a:pt x="241966" y="342502"/>
                  </a:lnTo>
                  <a:lnTo>
                    <a:pt x="241878" y="342232"/>
                  </a:lnTo>
                  <a:lnTo>
                    <a:pt x="241703" y="341154"/>
                  </a:lnTo>
                  <a:lnTo>
                    <a:pt x="241703" y="340705"/>
                  </a:lnTo>
                  <a:lnTo>
                    <a:pt x="241527" y="340076"/>
                  </a:lnTo>
                  <a:lnTo>
                    <a:pt x="241527" y="339896"/>
                  </a:lnTo>
                  <a:lnTo>
                    <a:pt x="241351" y="338548"/>
                  </a:lnTo>
                  <a:lnTo>
                    <a:pt x="241263" y="337919"/>
                  </a:lnTo>
                  <a:lnTo>
                    <a:pt x="240824" y="335314"/>
                  </a:lnTo>
                  <a:lnTo>
                    <a:pt x="240824" y="334954"/>
                  </a:lnTo>
                  <a:lnTo>
                    <a:pt x="240472" y="332798"/>
                  </a:lnTo>
                  <a:lnTo>
                    <a:pt x="242318" y="321747"/>
                  </a:lnTo>
                  <a:lnTo>
                    <a:pt x="243108" y="316446"/>
                  </a:lnTo>
                  <a:lnTo>
                    <a:pt x="243196" y="315996"/>
                  </a:lnTo>
                  <a:lnTo>
                    <a:pt x="243723" y="313121"/>
                  </a:lnTo>
                  <a:lnTo>
                    <a:pt x="245305" y="303957"/>
                  </a:lnTo>
                  <a:lnTo>
                    <a:pt x="245744" y="301621"/>
                  </a:lnTo>
                  <a:lnTo>
                    <a:pt x="238276" y="302609"/>
                  </a:lnTo>
                  <a:lnTo>
                    <a:pt x="237133" y="302789"/>
                  </a:lnTo>
                  <a:lnTo>
                    <a:pt x="236958" y="302789"/>
                  </a:lnTo>
                  <a:lnTo>
                    <a:pt x="229841" y="303777"/>
                  </a:lnTo>
                  <a:lnTo>
                    <a:pt x="220790" y="305035"/>
                  </a:lnTo>
                  <a:lnTo>
                    <a:pt x="210510" y="306472"/>
                  </a:lnTo>
                  <a:lnTo>
                    <a:pt x="208225" y="306742"/>
                  </a:lnTo>
                  <a:lnTo>
                    <a:pt x="207522" y="306832"/>
                  </a:lnTo>
                  <a:lnTo>
                    <a:pt x="206995" y="306922"/>
                  </a:lnTo>
                  <a:lnTo>
                    <a:pt x="194606" y="308719"/>
                  </a:lnTo>
                  <a:lnTo>
                    <a:pt x="193288" y="308898"/>
                  </a:lnTo>
                  <a:lnTo>
                    <a:pt x="191619" y="309168"/>
                  </a:lnTo>
                  <a:lnTo>
                    <a:pt x="175188" y="311414"/>
                  </a:lnTo>
                  <a:lnTo>
                    <a:pt x="174573" y="310965"/>
                  </a:lnTo>
                  <a:lnTo>
                    <a:pt x="178263" y="306472"/>
                  </a:lnTo>
                  <a:lnTo>
                    <a:pt x="187050" y="295601"/>
                  </a:lnTo>
                  <a:lnTo>
                    <a:pt x="189861" y="292097"/>
                  </a:lnTo>
                  <a:lnTo>
                    <a:pt x="192234" y="289132"/>
                  </a:lnTo>
                  <a:lnTo>
                    <a:pt x="194694" y="286077"/>
                  </a:lnTo>
                  <a:lnTo>
                    <a:pt x="195748" y="284819"/>
                  </a:lnTo>
                  <a:lnTo>
                    <a:pt x="196451" y="284010"/>
                  </a:lnTo>
                  <a:lnTo>
                    <a:pt x="196891" y="283381"/>
                  </a:lnTo>
                  <a:lnTo>
                    <a:pt x="198296" y="281495"/>
                  </a:lnTo>
                  <a:lnTo>
                    <a:pt x="200845" y="278350"/>
                  </a:lnTo>
                  <a:lnTo>
                    <a:pt x="201020" y="278170"/>
                  </a:lnTo>
                  <a:lnTo>
                    <a:pt x="204096" y="274397"/>
                  </a:lnTo>
                  <a:lnTo>
                    <a:pt x="204535" y="273857"/>
                  </a:lnTo>
                  <a:lnTo>
                    <a:pt x="205589" y="272420"/>
                  </a:lnTo>
                  <a:lnTo>
                    <a:pt x="205677" y="272240"/>
                  </a:lnTo>
                  <a:lnTo>
                    <a:pt x="207698" y="269545"/>
                  </a:lnTo>
                  <a:lnTo>
                    <a:pt x="207347" y="269275"/>
                  </a:lnTo>
                  <a:lnTo>
                    <a:pt x="206995" y="268826"/>
                  </a:lnTo>
                  <a:lnTo>
                    <a:pt x="206732" y="268377"/>
                  </a:lnTo>
                  <a:lnTo>
                    <a:pt x="206468" y="267927"/>
                  </a:lnTo>
                  <a:lnTo>
                    <a:pt x="206292" y="267388"/>
                  </a:lnTo>
                  <a:lnTo>
                    <a:pt x="206117" y="266849"/>
                  </a:lnTo>
                  <a:lnTo>
                    <a:pt x="206029" y="266310"/>
                  </a:lnTo>
                  <a:lnTo>
                    <a:pt x="206029" y="265771"/>
                  </a:lnTo>
                  <a:lnTo>
                    <a:pt x="206117" y="265232"/>
                  </a:lnTo>
                  <a:lnTo>
                    <a:pt x="206204" y="264783"/>
                  </a:lnTo>
                  <a:lnTo>
                    <a:pt x="206380" y="264244"/>
                  </a:lnTo>
                  <a:lnTo>
                    <a:pt x="206644" y="263794"/>
                  </a:lnTo>
                  <a:lnTo>
                    <a:pt x="206907" y="263255"/>
                  </a:lnTo>
                  <a:lnTo>
                    <a:pt x="207259" y="262896"/>
                  </a:lnTo>
                  <a:lnTo>
                    <a:pt x="207610" y="262537"/>
                  </a:lnTo>
                  <a:lnTo>
                    <a:pt x="208050" y="262177"/>
                  </a:lnTo>
                  <a:lnTo>
                    <a:pt x="208577" y="261908"/>
                  </a:lnTo>
                  <a:lnTo>
                    <a:pt x="209016" y="261728"/>
                  </a:lnTo>
                  <a:lnTo>
                    <a:pt x="209543" y="261548"/>
                  </a:lnTo>
                  <a:lnTo>
                    <a:pt x="210158" y="261458"/>
                  </a:lnTo>
                  <a:lnTo>
                    <a:pt x="209016" y="246364"/>
                  </a:lnTo>
                  <a:lnTo>
                    <a:pt x="208401" y="238367"/>
                  </a:lnTo>
                  <a:lnTo>
                    <a:pt x="207698" y="229832"/>
                  </a:lnTo>
                  <a:lnTo>
                    <a:pt x="206995" y="222284"/>
                  </a:lnTo>
                  <a:lnTo>
                    <a:pt x="206292" y="215366"/>
                  </a:lnTo>
                  <a:lnTo>
                    <a:pt x="206204" y="214108"/>
                  </a:lnTo>
                  <a:lnTo>
                    <a:pt x="205414" y="204764"/>
                  </a:lnTo>
                  <a:lnTo>
                    <a:pt x="204711" y="195779"/>
                  </a:lnTo>
                  <a:lnTo>
                    <a:pt x="204447" y="193084"/>
                  </a:lnTo>
                  <a:lnTo>
                    <a:pt x="203568" y="181763"/>
                  </a:lnTo>
                  <a:lnTo>
                    <a:pt x="195748" y="181224"/>
                  </a:lnTo>
                  <a:lnTo>
                    <a:pt x="193200" y="180954"/>
                  </a:lnTo>
                  <a:lnTo>
                    <a:pt x="187840" y="180595"/>
                  </a:lnTo>
                  <a:lnTo>
                    <a:pt x="182656" y="180235"/>
                  </a:lnTo>
                  <a:lnTo>
                    <a:pt x="178878" y="179966"/>
                  </a:lnTo>
                  <a:lnTo>
                    <a:pt x="177384" y="179876"/>
                  </a:lnTo>
                  <a:lnTo>
                    <a:pt x="173957" y="179517"/>
                  </a:lnTo>
                  <a:lnTo>
                    <a:pt x="164380" y="177720"/>
                  </a:lnTo>
                  <a:lnTo>
                    <a:pt x="162359" y="177360"/>
                  </a:lnTo>
                  <a:lnTo>
                    <a:pt x="160953" y="177091"/>
                  </a:lnTo>
                  <a:lnTo>
                    <a:pt x="159811" y="176821"/>
                  </a:lnTo>
                  <a:lnTo>
                    <a:pt x="153924" y="175653"/>
                  </a:lnTo>
                  <a:lnTo>
                    <a:pt x="147158" y="174216"/>
                  </a:lnTo>
                  <a:lnTo>
                    <a:pt x="144698" y="173766"/>
                  </a:lnTo>
                  <a:lnTo>
                    <a:pt x="143292" y="173497"/>
                  </a:lnTo>
                  <a:lnTo>
                    <a:pt x="132309" y="171340"/>
                  </a:lnTo>
                  <a:lnTo>
                    <a:pt x="115526" y="168106"/>
                  </a:lnTo>
                  <a:lnTo>
                    <a:pt x="107355" y="166578"/>
                  </a:lnTo>
                  <a:lnTo>
                    <a:pt x="107091" y="166489"/>
                  </a:lnTo>
                  <a:lnTo>
                    <a:pt x="103489" y="165860"/>
                  </a:lnTo>
                  <a:lnTo>
                    <a:pt x="100325" y="172778"/>
                  </a:lnTo>
                  <a:lnTo>
                    <a:pt x="97602" y="178259"/>
                  </a:lnTo>
                  <a:lnTo>
                    <a:pt x="95844" y="181943"/>
                  </a:lnTo>
                  <a:lnTo>
                    <a:pt x="95581" y="182661"/>
                  </a:lnTo>
                  <a:lnTo>
                    <a:pt x="95053" y="184548"/>
                  </a:lnTo>
                  <a:lnTo>
                    <a:pt x="94526" y="186255"/>
                  </a:lnTo>
                  <a:lnTo>
                    <a:pt x="89166" y="197127"/>
                  </a:lnTo>
                  <a:lnTo>
                    <a:pt x="84334" y="203506"/>
                  </a:lnTo>
                  <a:lnTo>
                    <a:pt x="80292" y="208897"/>
                  </a:lnTo>
                  <a:lnTo>
                    <a:pt x="75371" y="215726"/>
                  </a:lnTo>
                  <a:lnTo>
                    <a:pt x="75108" y="216085"/>
                  </a:lnTo>
                  <a:lnTo>
                    <a:pt x="73438" y="218421"/>
                  </a:lnTo>
                  <a:lnTo>
                    <a:pt x="73087" y="219050"/>
                  </a:lnTo>
                  <a:lnTo>
                    <a:pt x="71154" y="221925"/>
                  </a:lnTo>
                  <a:lnTo>
                    <a:pt x="70187" y="223722"/>
                  </a:lnTo>
                  <a:lnTo>
                    <a:pt x="69396" y="225429"/>
                  </a:lnTo>
                  <a:lnTo>
                    <a:pt x="68869" y="227226"/>
                  </a:lnTo>
                  <a:lnTo>
                    <a:pt x="68430" y="229293"/>
                  </a:lnTo>
                  <a:lnTo>
                    <a:pt x="67288" y="234684"/>
                  </a:lnTo>
                  <a:lnTo>
                    <a:pt x="66321" y="238547"/>
                  </a:lnTo>
                  <a:lnTo>
                    <a:pt x="64739" y="244477"/>
                  </a:lnTo>
                  <a:lnTo>
                    <a:pt x="63597" y="247801"/>
                  </a:lnTo>
                  <a:lnTo>
                    <a:pt x="62631" y="250407"/>
                  </a:lnTo>
                  <a:lnTo>
                    <a:pt x="62104" y="252114"/>
                  </a:lnTo>
                  <a:lnTo>
                    <a:pt x="61752" y="253552"/>
                  </a:lnTo>
                  <a:lnTo>
                    <a:pt x="61488" y="254989"/>
                  </a:lnTo>
                  <a:lnTo>
                    <a:pt x="60698" y="261009"/>
                  </a:lnTo>
                  <a:lnTo>
                    <a:pt x="58765" y="268646"/>
                  </a:lnTo>
                  <a:lnTo>
                    <a:pt x="57447" y="273139"/>
                  </a:lnTo>
                  <a:lnTo>
                    <a:pt x="56744" y="275385"/>
                  </a:lnTo>
                  <a:lnTo>
                    <a:pt x="54811" y="281584"/>
                  </a:lnTo>
                  <a:lnTo>
                    <a:pt x="49978" y="295870"/>
                  </a:lnTo>
                  <a:lnTo>
                    <a:pt x="49275" y="297847"/>
                  </a:lnTo>
                  <a:lnTo>
                    <a:pt x="46463" y="306023"/>
                  </a:lnTo>
                  <a:lnTo>
                    <a:pt x="45145" y="309887"/>
                  </a:lnTo>
                  <a:lnTo>
                    <a:pt x="40225" y="324262"/>
                  </a:lnTo>
                  <a:lnTo>
                    <a:pt x="37940" y="331450"/>
                  </a:lnTo>
                  <a:lnTo>
                    <a:pt x="35744" y="331540"/>
                  </a:lnTo>
                  <a:lnTo>
                    <a:pt x="31350" y="331630"/>
                  </a:lnTo>
                  <a:lnTo>
                    <a:pt x="29681" y="331720"/>
                  </a:lnTo>
                  <a:lnTo>
                    <a:pt x="6748" y="332708"/>
                  </a:lnTo>
                  <a:lnTo>
                    <a:pt x="5605" y="332798"/>
                  </a:lnTo>
                  <a:lnTo>
                    <a:pt x="421" y="332798"/>
                  </a:lnTo>
                  <a:lnTo>
                    <a:pt x="0" y="332823"/>
                  </a:lnTo>
                  <a:lnTo>
                    <a:pt x="0" y="39098"/>
                  </a:lnTo>
                  <a:lnTo>
                    <a:pt x="1036" y="39173"/>
                  </a:lnTo>
                  <a:lnTo>
                    <a:pt x="2003" y="39263"/>
                  </a:lnTo>
                  <a:lnTo>
                    <a:pt x="2794" y="39263"/>
                  </a:lnTo>
                  <a:lnTo>
                    <a:pt x="3409" y="39263"/>
                  </a:lnTo>
                  <a:lnTo>
                    <a:pt x="3760" y="39263"/>
                  </a:lnTo>
                  <a:lnTo>
                    <a:pt x="4639" y="39263"/>
                  </a:lnTo>
                  <a:lnTo>
                    <a:pt x="4902" y="39263"/>
                  </a:lnTo>
                  <a:lnTo>
                    <a:pt x="5342" y="39353"/>
                  </a:lnTo>
                  <a:lnTo>
                    <a:pt x="6045" y="39353"/>
                  </a:lnTo>
                  <a:lnTo>
                    <a:pt x="6923" y="39443"/>
                  </a:lnTo>
                  <a:lnTo>
                    <a:pt x="7451" y="39533"/>
                  </a:lnTo>
                  <a:lnTo>
                    <a:pt x="7890" y="39533"/>
                  </a:lnTo>
                  <a:lnTo>
                    <a:pt x="8944" y="39623"/>
                  </a:lnTo>
                  <a:lnTo>
                    <a:pt x="10526" y="39802"/>
                  </a:lnTo>
                  <a:lnTo>
                    <a:pt x="12459" y="39982"/>
                  </a:lnTo>
                  <a:lnTo>
                    <a:pt x="13865" y="40162"/>
                  </a:lnTo>
                  <a:lnTo>
                    <a:pt x="14216" y="40162"/>
                  </a:lnTo>
                  <a:lnTo>
                    <a:pt x="14656" y="40162"/>
                  </a:lnTo>
                  <a:lnTo>
                    <a:pt x="15886" y="40252"/>
                  </a:lnTo>
                  <a:lnTo>
                    <a:pt x="16764" y="40252"/>
                  </a:lnTo>
                  <a:lnTo>
                    <a:pt x="17819" y="40521"/>
                  </a:lnTo>
                  <a:lnTo>
                    <a:pt x="18873" y="40611"/>
                  </a:lnTo>
                  <a:lnTo>
                    <a:pt x="19752" y="40611"/>
                  </a:lnTo>
                  <a:lnTo>
                    <a:pt x="20894" y="40701"/>
                  </a:lnTo>
                  <a:lnTo>
                    <a:pt x="21509" y="40791"/>
                  </a:lnTo>
                  <a:lnTo>
                    <a:pt x="22388" y="40791"/>
                  </a:lnTo>
                  <a:lnTo>
                    <a:pt x="22651" y="40791"/>
                  </a:lnTo>
                  <a:lnTo>
                    <a:pt x="23267" y="40881"/>
                  </a:lnTo>
                  <a:lnTo>
                    <a:pt x="24233" y="40881"/>
                  </a:lnTo>
                  <a:lnTo>
                    <a:pt x="25024" y="41060"/>
                  </a:lnTo>
                  <a:lnTo>
                    <a:pt x="25463" y="41150"/>
                  </a:lnTo>
                  <a:lnTo>
                    <a:pt x="26254" y="41330"/>
                  </a:lnTo>
                  <a:lnTo>
                    <a:pt x="27045" y="41509"/>
                  </a:lnTo>
                  <a:lnTo>
                    <a:pt x="27748" y="41599"/>
                  </a:lnTo>
                  <a:lnTo>
                    <a:pt x="28275" y="41689"/>
                  </a:lnTo>
                  <a:lnTo>
                    <a:pt x="29066" y="41779"/>
                  </a:lnTo>
                  <a:lnTo>
                    <a:pt x="29681" y="41869"/>
                  </a:lnTo>
                  <a:lnTo>
                    <a:pt x="30208" y="42049"/>
                  </a:lnTo>
                  <a:lnTo>
                    <a:pt x="30823" y="42138"/>
                  </a:lnTo>
                  <a:lnTo>
                    <a:pt x="31087" y="42138"/>
                  </a:lnTo>
                  <a:lnTo>
                    <a:pt x="31526" y="42138"/>
                  </a:lnTo>
                  <a:lnTo>
                    <a:pt x="32229" y="42228"/>
                  </a:lnTo>
                  <a:lnTo>
                    <a:pt x="32756" y="42318"/>
                  </a:lnTo>
                  <a:lnTo>
                    <a:pt x="33547" y="42498"/>
                  </a:lnTo>
                  <a:lnTo>
                    <a:pt x="34426" y="42857"/>
                  </a:lnTo>
                  <a:lnTo>
                    <a:pt x="34865" y="43037"/>
                  </a:lnTo>
                  <a:lnTo>
                    <a:pt x="35304" y="43217"/>
                  </a:lnTo>
                  <a:lnTo>
                    <a:pt x="36183" y="43396"/>
                  </a:lnTo>
                  <a:lnTo>
                    <a:pt x="36886" y="43576"/>
                  </a:lnTo>
                  <a:lnTo>
                    <a:pt x="37677" y="43846"/>
                  </a:lnTo>
                  <a:lnTo>
                    <a:pt x="37940" y="43935"/>
                  </a:lnTo>
                  <a:lnTo>
                    <a:pt x="38731" y="44205"/>
                  </a:lnTo>
                  <a:lnTo>
                    <a:pt x="38907" y="44205"/>
                  </a:lnTo>
                  <a:lnTo>
                    <a:pt x="39522" y="44385"/>
                  </a:lnTo>
                  <a:lnTo>
                    <a:pt x="40225" y="44474"/>
                  </a:lnTo>
                  <a:lnTo>
                    <a:pt x="40752" y="44474"/>
                  </a:lnTo>
                  <a:lnTo>
                    <a:pt x="41543" y="44654"/>
                  </a:lnTo>
                  <a:lnTo>
                    <a:pt x="42158" y="44834"/>
                  </a:lnTo>
                  <a:lnTo>
                    <a:pt x="42685" y="44834"/>
                  </a:lnTo>
                  <a:lnTo>
                    <a:pt x="43124" y="45014"/>
                  </a:lnTo>
                  <a:lnTo>
                    <a:pt x="43739" y="45193"/>
                  </a:lnTo>
                  <a:lnTo>
                    <a:pt x="44267" y="45373"/>
                  </a:lnTo>
                  <a:lnTo>
                    <a:pt x="45057" y="45553"/>
                  </a:lnTo>
                  <a:lnTo>
                    <a:pt x="45760" y="45822"/>
                  </a:lnTo>
                  <a:lnTo>
                    <a:pt x="46463" y="46092"/>
                  </a:lnTo>
                  <a:lnTo>
                    <a:pt x="47078" y="46361"/>
                  </a:lnTo>
                  <a:lnTo>
                    <a:pt x="47606" y="46541"/>
                  </a:lnTo>
                  <a:lnTo>
                    <a:pt x="48396" y="46811"/>
                  </a:lnTo>
                  <a:lnTo>
                    <a:pt x="49187" y="46900"/>
                  </a:lnTo>
                  <a:lnTo>
                    <a:pt x="49978" y="46990"/>
                  </a:lnTo>
                  <a:lnTo>
                    <a:pt x="50417" y="46990"/>
                  </a:lnTo>
                  <a:lnTo>
                    <a:pt x="51472" y="47080"/>
                  </a:lnTo>
                  <a:lnTo>
                    <a:pt x="51911" y="47080"/>
                  </a:lnTo>
                  <a:lnTo>
                    <a:pt x="52526" y="47170"/>
                  </a:lnTo>
                  <a:lnTo>
                    <a:pt x="53053" y="47260"/>
                  </a:lnTo>
                  <a:lnTo>
                    <a:pt x="53580" y="47350"/>
                  </a:lnTo>
                  <a:lnTo>
                    <a:pt x="53932" y="47350"/>
                  </a:lnTo>
                  <a:lnTo>
                    <a:pt x="54108" y="47350"/>
                  </a:lnTo>
                  <a:lnTo>
                    <a:pt x="54459" y="47260"/>
                  </a:lnTo>
                  <a:lnTo>
                    <a:pt x="54986" y="47260"/>
                  </a:lnTo>
                  <a:lnTo>
                    <a:pt x="55601" y="47350"/>
                  </a:lnTo>
                  <a:lnTo>
                    <a:pt x="56216" y="47529"/>
                  </a:lnTo>
                  <a:lnTo>
                    <a:pt x="56744" y="47709"/>
                  </a:lnTo>
                  <a:lnTo>
                    <a:pt x="57271" y="47889"/>
                  </a:lnTo>
                  <a:lnTo>
                    <a:pt x="57886" y="48068"/>
                  </a:lnTo>
                  <a:lnTo>
                    <a:pt x="58501" y="48248"/>
                  </a:lnTo>
                  <a:lnTo>
                    <a:pt x="59028" y="48428"/>
                  </a:lnTo>
                  <a:lnTo>
                    <a:pt x="59380" y="48428"/>
                  </a:lnTo>
                  <a:lnTo>
                    <a:pt x="59643" y="48518"/>
                  </a:lnTo>
                  <a:lnTo>
                    <a:pt x="59819" y="48518"/>
                  </a:lnTo>
                  <a:lnTo>
                    <a:pt x="60258" y="48697"/>
                  </a:lnTo>
                  <a:lnTo>
                    <a:pt x="60434" y="48787"/>
                  </a:lnTo>
                  <a:lnTo>
                    <a:pt x="61049" y="49057"/>
                  </a:lnTo>
                  <a:lnTo>
                    <a:pt x="61576" y="49416"/>
                  </a:lnTo>
                  <a:lnTo>
                    <a:pt x="62016" y="49506"/>
                  </a:lnTo>
                  <a:lnTo>
                    <a:pt x="62543" y="49596"/>
                  </a:lnTo>
                  <a:lnTo>
                    <a:pt x="63070" y="49776"/>
                  </a:lnTo>
                  <a:lnTo>
                    <a:pt x="63597" y="49865"/>
                  </a:lnTo>
                  <a:lnTo>
                    <a:pt x="64124" y="49955"/>
                  </a:lnTo>
                  <a:lnTo>
                    <a:pt x="64652" y="50045"/>
                  </a:lnTo>
                  <a:lnTo>
                    <a:pt x="65003" y="50045"/>
                  </a:lnTo>
                  <a:lnTo>
                    <a:pt x="65442" y="50225"/>
                  </a:lnTo>
                  <a:lnTo>
                    <a:pt x="65706" y="50225"/>
                  </a:lnTo>
                  <a:lnTo>
                    <a:pt x="66057" y="50315"/>
                  </a:lnTo>
                  <a:lnTo>
                    <a:pt x="66409" y="50315"/>
                  </a:lnTo>
                  <a:lnTo>
                    <a:pt x="66673" y="50494"/>
                  </a:lnTo>
                  <a:lnTo>
                    <a:pt x="66936" y="50494"/>
                  </a:lnTo>
                  <a:lnTo>
                    <a:pt x="67288" y="50494"/>
                  </a:lnTo>
                  <a:lnTo>
                    <a:pt x="67639" y="50584"/>
                  </a:lnTo>
                  <a:lnTo>
                    <a:pt x="67991" y="50764"/>
                  </a:lnTo>
                  <a:lnTo>
                    <a:pt x="68430" y="50944"/>
                  </a:lnTo>
                  <a:lnTo>
                    <a:pt x="69045" y="51123"/>
                  </a:lnTo>
                  <a:lnTo>
                    <a:pt x="69572" y="51303"/>
                  </a:lnTo>
                  <a:lnTo>
                    <a:pt x="69924" y="51483"/>
                  </a:lnTo>
                  <a:lnTo>
                    <a:pt x="70363" y="51572"/>
                  </a:lnTo>
                  <a:lnTo>
                    <a:pt x="70714" y="51842"/>
                  </a:lnTo>
                  <a:lnTo>
                    <a:pt x="71066" y="52022"/>
                  </a:lnTo>
                  <a:lnTo>
                    <a:pt x="71505" y="52201"/>
                  </a:lnTo>
                  <a:lnTo>
                    <a:pt x="72032" y="52291"/>
                  </a:lnTo>
                  <a:lnTo>
                    <a:pt x="72384" y="52381"/>
                  </a:lnTo>
                  <a:lnTo>
                    <a:pt x="72735" y="52561"/>
                  </a:lnTo>
                  <a:lnTo>
                    <a:pt x="73087" y="52651"/>
                  </a:lnTo>
                  <a:lnTo>
                    <a:pt x="73438" y="52830"/>
                  </a:lnTo>
                  <a:lnTo>
                    <a:pt x="73702" y="52830"/>
                  </a:lnTo>
                  <a:lnTo>
                    <a:pt x="74053" y="52920"/>
                  </a:lnTo>
                  <a:lnTo>
                    <a:pt x="74405" y="52920"/>
                  </a:lnTo>
                  <a:lnTo>
                    <a:pt x="74581" y="53010"/>
                  </a:lnTo>
                  <a:lnTo>
                    <a:pt x="74756" y="53010"/>
                  </a:lnTo>
                  <a:lnTo>
                    <a:pt x="75196" y="53010"/>
                  </a:lnTo>
                  <a:lnTo>
                    <a:pt x="75723" y="52920"/>
                  </a:lnTo>
                  <a:lnTo>
                    <a:pt x="76338" y="52920"/>
                  </a:lnTo>
                  <a:lnTo>
                    <a:pt x="76689" y="52920"/>
                  </a:lnTo>
                  <a:lnTo>
                    <a:pt x="76865" y="52920"/>
                  </a:lnTo>
                  <a:lnTo>
                    <a:pt x="77129" y="52920"/>
                  </a:lnTo>
                  <a:lnTo>
                    <a:pt x="77568" y="52920"/>
                  </a:lnTo>
                  <a:lnTo>
                    <a:pt x="77832" y="52830"/>
                  </a:lnTo>
                  <a:lnTo>
                    <a:pt x="78183" y="52830"/>
                  </a:lnTo>
                  <a:lnTo>
                    <a:pt x="78622" y="52741"/>
                  </a:lnTo>
                  <a:lnTo>
                    <a:pt x="79062" y="52651"/>
                  </a:lnTo>
                  <a:lnTo>
                    <a:pt x="79413" y="52561"/>
                  </a:lnTo>
                  <a:lnTo>
                    <a:pt x="79853" y="52561"/>
                  </a:lnTo>
                  <a:lnTo>
                    <a:pt x="80292" y="52561"/>
                  </a:lnTo>
                  <a:lnTo>
                    <a:pt x="80907" y="52471"/>
                  </a:lnTo>
                  <a:lnTo>
                    <a:pt x="81610" y="52471"/>
                  </a:lnTo>
                  <a:lnTo>
                    <a:pt x="82225" y="52381"/>
                  </a:lnTo>
                  <a:lnTo>
                    <a:pt x="82401" y="52381"/>
                  </a:lnTo>
                  <a:lnTo>
                    <a:pt x="82752" y="52381"/>
                  </a:lnTo>
                  <a:lnTo>
                    <a:pt x="83279" y="52201"/>
                  </a:lnTo>
                  <a:lnTo>
                    <a:pt x="83631" y="52112"/>
                  </a:lnTo>
                  <a:lnTo>
                    <a:pt x="83982" y="52022"/>
                  </a:lnTo>
                  <a:lnTo>
                    <a:pt x="84246" y="51932"/>
                  </a:lnTo>
                  <a:lnTo>
                    <a:pt x="84949" y="51932"/>
                  </a:lnTo>
                  <a:lnTo>
                    <a:pt x="85388" y="51932"/>
                  </a:lnTo>
                  <a:lnTo>
                    <a:pt x="85915" y="51842"/>
                  </a:lnTo>
                  <a:lnTo>
                    <a:pt x="86267" y="51752"/>
                  </a:lnTo>
                  <a:lnTo>
                    <a:pt x="86794" y="51842"/>
                  </a:lnTo>
                  <a:lnTo>
                    <a:pt x="87233" y="51842"/>
                  </a:lnTo>
                  <a:lnTo>
                    <a:pt x="87673" y="51842"/>
                  </a:lnTo>
                  <a:lnTo>
                    <a:pt x="88376" y="51842"/>
                  </a:lnTo>
                  <a:lnTo>
                    <a:pt x="88639" y="51932"/>
                  </a:lnTo>
                  <a:lnTo>
                    <a:pt x="89078" y="51932"/>
                  </a:lnTo>
                  <a:lnTo>
                    <a:pt x="89518" y="51932"/>
                  </a:lnTo>
                  <a:lnTo>
                    <a:pt x="89957" y="51932"/>
                  </a:lnTo>
                  <a:lnTo>
                    <a:pt x="90396" y="51932"/>
                  </a:lnTo>
                  <a:lnTo>
                    <a:pt x="90748" y="52022"/>
                  </a:lnTo>
                  <a:lnTo>
                    <a:pt x="91012" y="52022"/>
                  </a:lnTo>
                  <a:lnTo>
                    <a:pt x="91363" y="52112"/>
                  </a:lnTo>
                  <a:lnTo>
                    <a:pt x="91627" y="52201"/>
                  </a:lnTo>
                  <a:lnTo>
                    <a:pt x="91978" y="52291"/>
                  </a:lnTo>
                  <a:lnTo>
                    <a:pt x="92330" y="52471"/>
                  </a:lnTo>
                  <a:lnTo>
                    <a:pt x="92681" y="52561"/>
                  </a:lnTo>
                  <a:lnTo>
                    <a:pt x="92945" y="52651"/>
                  </a:lnTo>
                  <a:lnTo>
                    <a:pt x="93208" y="52830"/>
                  </a:lnTo>
                  <a:lnTo>
                    <a:pt x="93560" y="52920"/>
                  </a:lnTo>
                  <a:lnTo>
                    <a:pt x="93823" y="53010"/>
                  </a:lnTo>
                  <a:lnTo>
                    <a:pt x="94087" y="53010"/>
                  </a:lnTo>
                  <a:lnTo>
                    <a:pt x="94350" y="53100"/>
                  </a:lnTo>
                  <a:lnTo>
                    <a:pt x="94614" y="53100"/>
                  </a:lnTo>
                  <a:lnTo>
                    <a:pt x="94878" y="53190"/>
                  </a:lnTo>
                  <a:lnTo>
                    <a:pt x="95141" y="53190"/>
                  </a:lnTo>
                  <a:lnTo>
                    <a:pt x="95317" y="53190"/>
                  </a:lnTo>
                  <a:lnTo>
                    <a:pt x="95581" y="53280"/>
                  </a:lnTo>
                  <a:lnTo>
                    <a:pt x="95844" y="53459"/>
                  </a:lnTo>
                  <a:lnTo>
                    <a:pt x="96108" y="53459"/>
                  </a:lnTo>
                  <a:lnTo>
                    <a:pt x="96459" y="53549"/>
                  </a:lnTo>
                  <a:lnTo>
                    <a:pt x="96811" y="53639"/>
                  </a:lnTo>
                  <a:lnTo>
                    <a:pt x="97250" y="53729"/>
                  </a:lnTo>
                  <a:lnTo>
                    <a:pt x="97514" y="53819"/>
                  </a:lnTo>
                  <a:lnTo>
                    <a:pt x="97953" y="53909"/>
                  </a:lnTo>
                  <a:lnTo>
                    <a:pt x="98304" y="54088"/>
                  </a:lnTo>
                  <a:lnTo>
                    <a:pt x="98744" y="54178"/>
                  </a:lnTo>
                  <a:lnTo>
                    <a:pt x="99095" y="54268"/>
                  </a:lnTo>
                  <a:lnTo>
                    <a:pt x="99447" y="54358"/>
                  </a:lnTo>
                  <a:lnTo>
                    <a:pt x="99710" y="54448"/>
                  </a:lnTo>
                  <a:lnTo>
                    <a:pt x="100062" y="54537"/>
                  </a:lnTo>
                  <a:lnTo>
                    <a:pt x="100501" y="54627"/>
                  </a:lnTo>
                  <a:lnTo>
                    <a:pt x="100765" y="54717"/>
                  </a:lnTo>
                  <a:lnTo>
                    <a:pt x="101116" y="54807"/>
                  </a:lnTo>
                  <a:lnTo>
                    <a:pt x="101556" y="54897"/>
                  </a:lnTo>
                  <a:lnTo>
                    <a:pt x="101731" y="54987"/>
                  </a:lnTo>
                  <a:lnTo>
                    <a:pt x="101995" y="55077"/>
                  </a:lnTo>
                  <a:lnTo>
                    <a:pt x="102346" y="55077"/>
                  </a:lnTo>
                  <a:lnTo>
                    <a:pt x="102698" y="55166"/>
                  </a:lnTo>
                  <a:lnTo>
                    <a:pt x="102961" y="55166"/>
                  </a:lnTo>
                  <a:lnTo>
                    <a:pt x="103313" y="55256"/>
                  </a:lnTo>
                  <a:lnTo>
                    <a:pt x="103664" y="55346"/>
                  </a:lnTo>
                  <a:lnTo>
                    <a:pt x="104104" y="55436"/>
                  </a:lnTo>
                  <a:lnTo>
                    <a:pt x="104455" y="55526"/>
                  </a:lnTo>
                  <a:lnTo>
                    <a:pt x="104807" y="55616"/>
                  </a:lnTo>
                  <a:lnTo>
                    <a:pt x="105070" y="55706"/>
                  </a:lnTo>
                  <a:lnTo>
                    <a:pt x="105246" y="55706"/>
                  </a:lnTo>
                  <a:lnTo>
                    <a:pt x="105510" y="55795"/>
                  </a:lnTo>
                  <a:lnTo>
                    <a:pt x="105773" y="55885"/>
                  </a:lnTo>
                  <a:lnTo>
                    <a:pt x="106037" y="55975"/>
                  </a:lnTo>
                  <a:lnTo>
                    <a:pt x="106300" y="56065"/>
                  </a:lnTo>
                  <a:lnTo>
                    <a:pt x="106652" y="56065"/>
                  </a:lnTo>
                  <a:lnTo>
                    <a:pt x="106915" y="56065"/>
                  </a:lnTo>
                  <a:lnTo>
                    <a:pt x="107179" y="56155"/>
                  </a:lnTo>
                  <a:lnTo>
                    <a:pt x="107443" y="56245"/>
                  </a:lnTo>
                  <a:lnTo>
                    <a:pt x="107706" y="56245"/>
                  </a:lnTo>
                  <a:lnTo>
                    <a:pt x="107970" y="56334"/>
                  </a:lnTo>
                  <a:lnTo>
                    <a:pt x="108233" y="56424"/>
                  </a:lnTo>
                  <a:lnTo>
                    <a:pt x="108673" y="56424"/>
                  </a:lnTo>
                  <a:lnTo>
                    <a:pt x="109112" y="56424"/>
                  </a:lnTo>
                  <a:lnTo>
                    <a:pt x="109464" y="56424"/>
                  </a:lnTo>
                  <a:lnTo>
                    <a:pt x="109639" y="56334"/>
                  </a:lnTo>
                  <a:lnTo>
                    <a:pt x="109903" y="56155"/>
                  </a:lnTo>
                  <a:lnTo>
                    <a:pt x="110254" y="56155"/>
                  </a:lnTo>
                  <a:lnTo>
                    <a:pt x="110606" y="56065"/>
                  </a:lnTo>
                  <a:lnTo>
                    <a:pt x="110782" y="56155"/>
                  </a:lnTo>
                  <a:lnTo>
                    <a:pt x="110957" y="56065"/>
                  </a:lnTo>
                  <a:lnTo>
                    <a:pt x="111309" y="55975"/>
                  </a:lnTo>
                  <a:lnTo>
                    <a:pt x="111660" y="55885"/>
                  </a:lnTo>
                  <a:lnTo>
                    <a:pt x="111924" y="55795"/>
                  </a:lnTo>
                  <a:lnTo>
                    <a:pt x="112275" y="55795"/>
                  </a:lnTo>
                  <a:lnTo>
                    <a:pt x="112627" y="55616"/>
                  </a:lnTo>
                  <a:lnTo>
                    <a:pt x="113066" y="55436"/>
                  </a:lnTo>
                  <a:lnTo>
                    <a:pt x="113418" y="55256"/>
                  </a:lnTo>
                  <a:lnTo>
                    <a:pt x="113681" y="55166"/>
                  </a:lnTo>
                  <a:lnTo>
                    <a:pt x="113857" y="55166"/>
                  </a:lnTo>
                  <a:lnTo>
                    <a:pt x="114120" y="55077"/>
                  </a:lnTo>
                  <a:lnTo>
                    <a:pt x="114384" y="54897"/>
                  </a:lnTo>
                  <a:lnTo>
                    <a:pt x="114735" y="54717"/>
                  </a:lnTo>
                  <a:lnTo>
                    <a:pt x="114999" y="54627"/>
                  </a:lnTo>
                  <a:lnTo>
                    <a:pt x="115351" y="54448"/>
                  </a:lnTo>
                  <a:lnTo>
                    <a:pt x="115702" y="54268"/>
                  </a:lnTo>
                  <a:lnTo>
                    <a:pt x="115966" y="54178"/>
                  </a:lnTo>
                  <a:lnTo>
                    <a:pt x="116229" y="54088"/>
                  </a:lnTo>
                  <a:lnTo>
                    <a:pt x="116581" y="53909"/>
                  </a:lnTo>
                  <a:lnTo>
                    <a:pt x="117108" y="53639"/>
                  </a:lnTo>
                  <a:lnTo>
                    <a:pt x="117635" y="53459"/>
                  </a:lnTo>
                  <a:lnTo>
                    <a:pt x="118074" y="53280"/>
                  </a:lnTo>
                  <a:lnTo>
                    <a:pt x="118514" y="53010"/>
                  </a:lnTo>
                  <a:lnTo>
                    <a:pt x="118865" y="52741"/>
                  </a:lnTo>
                  <a:lnTo>
                    <a:pt x="119305" y="52471"/>
                  </a:lnTo>
                  <a:lnTo>
                    <a:pt x="119744" y="52291"/>
                  </a:lnTo>
                  <a:lnTo>
                    <a:pt x="120183" y="52022"/>
                  </a:lnTo>
                  <a:lnTo>
                    <a:pt x="120623" y="51752"/>
                  </a:lnTo>
                  <a:lnTo>
                    <a:pt x="121150" y="51483"/>
                  </a:lnTo>
                  <a:lnTo>
                    <a:pt x="121765" y="51033"/>
                  </a:lnTo>
                  <a:lnTo>
                    <a:pt x="122380" y="50674"/>
                  </a:lnTo>
                  <a:lnTo>
                    <a:pt x="122731" y="50494"/>
                  </a:lnTo>
                  <a:lnTo>
                    <a:pt x="122995" y="50315"/>
                  </a:lnTo>
                  <a:lnTo>
                    <a:pt x="123259" y="50225"/>
                  </a:lnTo>
                  <a:lnTo>
                    <a:pt x="123786" y="49865"/>
                  </a:lnTo>
                  <a:lnTo>
                    <a:pt x="124313" y="49686"/>
                  </a:lnTo>
                  <a:lnTo>
                    <a:pt x="124840" y="49416"/>
                  </a:lnTo>
                  <a:lnTo>
                    <a:pt x="125367" y="49236"/>
                  </a:lnTo>
                  <a:lnTo>
                    <a:pt x="125895" y="49147"/>
                  </a:lnTo>
                  <a:lnTo>
                    <a:pt x="126334" y="49057"/>
                  </a:lnTo>
                  <a:lnTo>
                    <a:pt x="126861" y="48967"/>
                  </a:lnTo>
                  <a:lnTo>
                    <a:pt x="127300" y="48787"/>
                  </a:lnTo>
                  <a:lnTo>
                    <a:pt x="127652" y="48607"/>
                  </a:lnTo>
                  <a:lnTo>
                    <a:pt x="128179" y="48518"/>
                  </a:lnTo>
                  <a:lnTo>
                    <a:pt x="128706" y="48338"/>
                  </a:lnTo>
                  <a:lnTo>
                    <a:pt x="129233" y="48158"/>
                  </a:lnTo>
                  <a:lnTo>
                    <a:pt x="129761" y="48068"/>
                  </a:lnTo>
                  <a:lnTo>
                    <a:pt x="130112" y="47979"/>
                  </a:lnTo>
                  <a:lnTo>
                    <a:pt x="130639" y="47889"/>
                  </a:lnTo>
                  <a:lnTo>
                    <a:pt x="131167" y="47799"/>
                  </a:lnTo>
                  <a:lnTo>
                    <a:pt x="131782" y="47619"/>
                  </a:lnTo>
                  <a:lnTo>
                    <a:pt x="132397" y="47529"/>
                  </a:lnTo>
                  <a:lnTo>
                    <a:pt x="132836" y="47439"/>
                  </a:lnTo>
                  <a:lnTo>
                    <a:pt x="133363" y="47260"/>
                  </a:lnTo>
                  <a:lnTo>
                    <a:pt x="134066" y="47080"/>
                  </a:lnTo>
                  <a:lnTo>
                    <a:pt x="134769" y="46900"/>
                  </a:lnTo>
                  <a:lnTo>
                    <a:pt x="135384" y="46721"/>
                  </a:lnTo>
                  <a:lnTo>
                    <a:pt x="135999" y="46631"/>
                  </a:lnTo>
                  <a:lnTo>
                    <a:pt x="136614" y="46541"/>
                  </a:lnTo>
                  <a:lnTo>
                    <a:pt x="137317" y="46451"/>
                  </a:lnTo>
                  <a:lnTo>
                    <a:pt x="137493" y="46451"/>
                  </a:lnTo>
                  <a:lnTo>
                    <a:pt x="137932" y="46361"/>
                  </a:lnTo>
                  <a:lnTo>
                    <a:pt x="138635" y="46361"/>
                  </a:lnTo>
                  <a:lnTo>
                    <a:pt x="139514" y="46271"/>
                  </a:lnTo>
                  <a:lnTo>
                    <a:pt x="140129" y="46182"/>
                  </a:lnTo>
                  <a:lnTo>
                    <a:pt x="141008" y="46092"/>
                  </a:lnTo>
                  <a:lnTo>
                    <a:pt x="141623" y="46092"/>
                  </a:lnTo>
                  <a:lnTo>
                    <a:pt x="142326" y="46002"/>
                  </a:lnTo>
                  <a:lnTo>
                    <a:pt x="143028" y="46002"/>
                  </a:lnTo>
                  <a:lnTo>
                    <a:pt x="143468" y="46002"/>
                  </a:lnTo>
                  <a:lnTo>
                    <a:pt x="144171" y="45912"/>
                  </a:lnTo>
                  <a:lnTo>
                    <a:pt x="144962" y="45912"/>
                  </a:lnTo>
                  <a:lnTo>
                    <a:pt x="145489" y="45822"/>
                  </a:lnTo>
                  <a:lnTo>
                    <a:pt x="146016" y="45732"/>
                  </a:lnTo>
                  <a:lnTo>
                    <a:pt x="146455" y="45553"/>
                  </a:lnTo>
                  <a:lnTo>
                    <a:pt x="146631" y="45463"/>
                  </a:lnTo>
                  <a:lnTo>
                    <a:pt x="146807" y="45373"/>
                  </a:lnTo>
                  <a:lnTo>
                    <a:pt x="147334" y="45283"/>
                  </a:lnTo>
                  <a:lnTo>
                    <a:pt x="147685" y="45193"/>
                  </a:lnTo>
                  <a:lnTo>
                    <a:pt x="148652" y="45103"/>
                  </a:lnTo>
                  <a:lnTo>
                    <a:pt x="149267" y="45193"/>
                  </a:lnTo>
                  <a:lnTo>
                    <a:pt x="149794" y="45193"/>
                  </a:lnTo>
                  <a:lnTo>
                    <a:pt x="150321" y="45373"/>
                  </a:lnTo>
                  <a:lnTo>
                    <a:pt x="150936" y="45463"/>
                  </a:lnTo>
                  <a:lnTo>
                    <a:pt x="151376" y="45553"/>
                  </a:lnTo>
                  <a:lnTo>
                    <a:pt x="151903" y="45642"/>
                  </a:lnTo>
                  <a:lnTo>
                    <a:pt x="152342" y="45822"/>
                  </a:lnTo>
                  <a:lnTo>
                    <a:pt x="152782" y="46002"/>
                  </a:lnTo>
                  <a:lnTo>
                    <a:pt x="153133" y="46182"/>
                  </a:lnTo>
                  <a:lnTo>
                    <a:pt x="153485" y="46361"/>
                  </a:lnTo>
                  <a:lnTo>
                    <a:pt x="153748" y="46541"/>
                  </a:lnTo>
                  <a:lnTo>
                    <a:pt x="153924" y="46900"/>
                  </a:lnTo>
                  <a:lnTo>
                    <a:pt x="154188" y="47080"/>
                  </a:lnTo>
                  <a:lnTo>
                    <a:pt x="154363" y="47170"/>
                  </a:lnTo>
                  <a:lnTo>
                    <a:pt x="154627" y="47350"/>
                  </a:lnTo>
                  <a:lnTo>
                    <a:pt x="154890" y="47619"/>
                  </a:lnTo>
                  <a:lnTo>
                    <a:pt x="155066" y="47889"/>
                  </a:lnTo>
                  <a:lnTo>
                    <a:pt x="155418" y="48158"/>
                  </a:lnTo>
                  <a:lnTo>
                    <a:pt x="155593" y="48428"/>
                  </a:lnTo>
                  <a:lnTo>
                    <a:pt x="156560" y="49686"/>
                  </a:lnTo>
                  <a:lnTo>
                    <a:pt x="157087" y="50225"/>
                  </a:lnTo>
                  <a:lnTo>
                    <a:pt x="157526" y="50764"/>
                  </a:lnTo>
                  <a:lnTo>
                    <a:pt x="157878" y="51033"/>
                  </a:lnTo>
                  <a:lnTo>
                    <a:pt x="158142" y="51213"/>
                  </a:lnTo>
                  <a:lnTo>
                    <a:pt x="158493" y="51483"/>
                  </a:lnTo>
                  <a:lnTo>
                    <a:pt x="158844" y="51662"/>
                  </a:lnTo>
                  <a:lnTo>
                    <a:pt x="160075" y="52741"/>
                  </a:lnTo>
                  <a:lnTo>
                    <a:pt x="160250" y="52920"/>
                  </a:lnTo>
                  <a:lnTo>
                    <a:pt x="160953" y="53639"/>
                  </a:lnTo>
                  <a:lnTo>
                    <a:pt x="161480" y="54088"/>
                  </a:lnTo>
                  <a:lnTo>
                    <a:pt x="161656" y="54268"/>
                  </a:lnTo>
                  <a:lnTo>
                    <a:pt x="162711" y="56334"/>
                  </a:lnTo>
                  <a:lnTo>
                    <a:pt x="162798" y="56604"/>
                  </a:lnTo>
                  <a:lnTo>
                    <a:pt x="163150" y="57592"/>
                  </a:lnTo>
                  <a:lnTo>
                    <a:pt x="163326" y="58042"/>
                  </a:lnTo>
                  <a:lnTo>
                    <a:pt x="164029" y="59210"/>
                  </a:lnTo>
                  <a:lnTo>
                    <a:pt x="164468" y="59928"/>
                  </a:lnTo>
                  <a:lnTo>
                    <a:pt x="165259" y="60917"/>
                  </a:lnTo>
                  <a:lnTo>
                    <a:pt x="165610" y="61276"/>
                  </a:lnTo>
                  <a:lnTo>
                    <a:pt x="166313" y="62085"/>
                  </a:lnTo>
                  <a:lnTo>
                    <a:pt x="166928" y="63253"/>
                  </a:lnTo>
                  <a:lnTo>
                    <a:pt x="167895" y="64960"/>
                  </a:lnTo>
                  <a:lnTo>
                    <a:pt x="168334" y="65858"/>
                  </a:lnTo>
                  <a:lnTo>
                    <a:pt x="168510" y="66128"/>
                  </a:lnTo>
                  <a:lnTo>
                    <a:pt x="169388" y="67296"/>
                  </a:lnTo>
                  <a:lnTo>
                    <a:pt x="169828" y="67925"/>
                  </a:lnTo>
                  <a:lnTo>
                    <a:pt x="170267" y="68734"/>
                  </a:lnTo>
                  <a:lnTo>
                    <a:pt x="170619" y="69452"/>
                  </a:lnTo>
                  <a:lnTo>
                    <a:pt x="171849" y="70710"/>
                  </a:lnTo>
                  <a:lnTo>
                    <a:pt x="172552" y="71519"/>
                  </a:lnTo>
                  <a:lnTo>
                    <a:pt x="172903" y="71699"/>
                  </a:lnTo>
                  <a:lnTo>
                    <a:pt x="174924" y="72687"/>
                  </a:lnTo>
                  <a:lnTo>
                    <a:pt x="175100" y="72777"/>
                  </a:lnTo>
                  <a:lnTo>
                    <a:pt x="175363" y="72867"/>
                  </a:lnTo>
                  <a:lnTo>
                    <a:pt x="176769" y="73406"/>
                  </a:lnTo>
                  <a:lnTo>
                    <a:pt x="178351" y="73855"/>
                  </a:lnTo>
                  <a:lnTo>
                    <a:pt x="179142" y="74124"/>
                  </a:lnTo>
                  <a:lnTo>
                    <a:pt x="179405" y="74214"/>
                  </a:lnTo>
                  <a:lnTo>
                    <a:pt x="179932" y="74304"/>
                  </a:lnTo>
                  <a:lnTo>
                    <a:pt x="181075" y="74753"/>
                  </a:lnTo>
                  <a:lnTo>
                    <a:pt x="183183" y="74843"/>
                  </a:lnTo>
                  <a:lnTo>
                    <a:pt x="183535" y="74843"/>
                  </a:lnTo>
                  <a:lnTo>
                    <a:pt x="185907" y="74484"/>
                  </a:lnTo>
                  <a:lnTo>
                    <a:pt x="186171" y="74484"/>
                  </a:lnTo>
                  <a:lnTo>
                    <a:pt x="186347" y="74394"/>
                  </a:lnTo>
                  <a:lnTo>
                    <a:pt x="187928" y="74214"/>
                  </a:lnTo>
                  <a:lnTo>
                    <a:pt x="188983" y="74214"/>
                  </a:lnTo>
                  <a:lnTo>
                    <a:pt x="189158" y="74214"/>
                  </a:lnTo>
                  <a:lnTo>
                    <a:pt x="189510" y="74124"/>
                  </a:lnTo>
                  <a:lnTo>
                    <a:pt x="189686" y="74124"/>
                  </a:lnTo>
                  <a:lnTo>
                    <a:pt x="193112" y="74035"/>
                  </a:lnTo>
                  <a:lnTo>
                    <a:pt x="193288" y="74035"/>
                  </a:lnTo>
                  <a:lnTo>
                    <a:pt x="193903" y="73765"/>
                  </a:lnTo>
                  <a:lnTo>
                    <a:pt x="194255" y="73765"/>
                  </a:lnTo>
                  <a:lnTo>
                    <a:pt x="194782" y="73765"/>
                  </a:lnTo>
                  <a:lnTo>
                    <a:pt x="195309" y="73765"/>
                  </a:lnTo>
                  <a:lnTo>
                    <a:pt x="197418" y="73765"/>
                  </a:lnTo>
                  <a:lnTo>
                    <a:pt x="201196" y="73765"/>
                  </a:lnTo>
                  <a:lnTo>
                    <a:pt x="201372" y="73765"/>
                  </a:lnTo>
                  <a:lnTo>
                    <a:pt x="205238" y="73675"/>
                  </a:lnTo>
                  <a:lnTo>
                    <a:pt x="205853" y="73675"/>
                  </a:lnTo>
                  <a:lnTo>
                    <a:pt x="210422" y="73495"/>
                  </a:lnTo>
                  <a:lnTo>
                    <a:pt x="214815" y="73226"/>
                  </a:lnTo>
                  <a:lnTo>
                    <a:pt x="214991" y="73226"/>
                  </a:lnTo>
                  <a:lnTo>
                    <a:pt x="217451" y="73316"/>
                  </a:lnTo>
                  <a:lnTo>
                    <a:pt x="219209" y="73406"/>
                  </a:lnTo>
                  <a:lnTo>
                    <a:pt x="220878" y="73495"/>
                  </a:lnTo>
                  <a:lnTo>
                    <a:pt x="221845" y="73675"/>
                  </a:lnTo>
                  <a:lnTo>
                    <a:pt x="225447" y="74394"/>
                  </a:lnTo>
                  <a:lnTo>
                    <a:pt x="227995" y="75382"/>
                  </a:lnTo>
                  <a:lnTo>
                    <a:pt x="230719" y="76550"/>
                  </a:lnTo>
                  <a:lnTo>
                    <a:pt x="230983" y="76640"/>
                  </a:lnTo>
                  <a:lnTo>
                    <a:pt x="232125" y="77000"/>
                  </a:lnTo>
                  <a:lnTo>
                    <a:pt x="233004" y="77359"/>
                  </a:lnTo>
                  <a:lnTo>
                    <a:pt x="233707" y="77539"/>
                  </a:lnTo>
                  <a:lnTo>
                    <a:pt x="233882" y="77629"/>
                  </a:lnTo>
                  <a:lnTo>
                    <a:pt x="235113" y="77988"/>
                  </a:lnTo>
                  <a:lnTo>
                    <a:pt x="237133" y="78797"/>
                  </a:lnTo>
                  <a:lnTo>
                    <a:pt x="237661" y="78976"/>
                  </a:lnTo>
                  <a:lnTo>
                    <a:pt x="238539" y="79336"/>
                  </a:lnTo>
                  <a:lnTo>
                    <a:pt x="240736" y="80234"/>
                  </a:lnTo>
                  <a:lnTo>
                    <a:pt x="241439" y="80594"/>
                  </a:lnTo>
                  <a:lnTo>
                    <a:pt x="243284" y="81582"/>
                  </a:lnTo>
                  <a:lnTo>
                    <a:pt x="245656" y="82930"/>
                  </a:lnTo>
                  <a:lnTo>
                    <a:pt x="250665" y="85805"/>
                  </a:lnTo>
                  <a:lnTo>
                    <a:pt x="252159" y="86524"/>
                  </a:lnTo>
                  <a:lnTo>
                    <a:pt x="255498" y="88141"/>
                  </a:lnTo>
                  <a:lnTo>
                    <a:pt x="255849" y="88231"/>
                  </a:lnTo>
                  <a:lnTo>
                    <a:pt x="258749" y="89758"/>
                  </a:lnTo>
                  <a:lnTo>
                    <a:pt x="259539" y="90117"/>
                  </a:lnTo>
                  <a:lnTo>
                    <a:pt x="262175" y="91465"/>
                  </a:lnTo>
                  <a:lnTo>
                    <a:pt x="264548" y="92364"/>
                  </a:lnTo>
                  <a:lnTo>
                    <a:pt x="266129" y="92993"/>
                  </a:lnTo>
                  <a:lnTo>
                    <a:pt x="269205" y="94161"/>
                  </a:lnTo>
                  <a:lnTo>
                    <a:pt x="270786" y="94610"/>
                  </a:lnTo>
                  <a:lnTo>
                    <a:pt x="273071" y="95329"/>
                  </a:lnTo>
                  <a:lnTo>
                    <a:pt x="273334" y="95419"/>
                  </a:lnTo>
                  <a:lnTo>
                    <a:pt x="273510" y="95508"/>
                  </a:lnTo>
                  <a:lnTo>
                    <a:pt x="276146" y="96317"/>
                  </a:lnTo>
                  <a:lnTo>
                    <a:pt x="276322" y="96407"/>
                  </a:lnTo>
                  <a:lnTo>
                    <a:pt x="276585" y="96407"/>
                  </a:lnTo>
                  <a:lnTo>
                    <a:pt x="277903" y="96946"/>
                  </a:lnTo>
                  <a:lnTo>
                    <a:pt x="280539" y="97934"/>
                  </a:lnTo>
                  <a:lnTo>
                    <a:pt x="280803" y="98024"/>
                  </a:lnTo>
                  <a:lnTo>
                    <a:pt x="284493" y="99372"/>
                  </a:lnTo>
                  <a:lnTo>
                    <a:pt x="285987" y="100180"/>
                  </a:lnTo>
                  <a:lnTo>
                    <a:pt x="291171" y="102876"/>
                  </a:lnTo>
                  <a:lnTo>
                    <a:pt x="294071" y="104403"/>
                  </a:lnTo>
                  <a:lnTo>
                    <a:pt x="295565" y="105212"/>
                  </a:lnTo>
                  <a:lnTo>
                    <a:pt x="298376" y="106470"/>
                  </a:lnTo>
                  <a:lnTo>
                    <a:pt x="298991" y="106650"/>
                  </a:lnTo>
                  <a:lnTo>
                    <a:pt x="303121" y="108447"/>
                  </a:lnTo>
                  <a:lnTo>
                    <a:pt x="303385" y="108536"/>
                  </a:lnTo>
                  <a:lnTo>
                    <a:pt x="305054" y="109255"/>
                  </a:lnTo>
                  <a:lnTo>
                    <a:pt x="306636" y="109974"/>
                  </a:lnTo>
                  <a:lnTo>
                    <a:pt x="307514" y="110333"/>
                  </a:lnTo>
                  <a:lnTo>
                    <a:pt x="311381" y="111861"/>
                  </a:lnTo>
                  <a:lnTo>
                    <a:pt x="312786" y="112490"/>
                  </a:lnTo>
                  <a:lnTo>
                    <a:pt x="314632" y="113208"/>
                  </a:lnTo>
                  <a:lnTo>
                    <a:pt x="315071" y="113388"/>
                  </a:lnTo>
                  <a:lnTo>
                    <a:pt x="317092" y="114197"/>
                  </a:lnTo>
                  <a:lnTo>
                    <a:pt x="322715" y="115005"/>
                  </a:lnTo>
                  <a:lnTo>
                    <a:pt x="326581" y="115545"/>
                  </a:lnTo>
                  <a:lnTo>
                    <a:pt x="331326" y="115545"/>
                  </a:lnTo>
                  <a:lnTo>
                    <a:pt x="332293" y="115634"/>
                  </a:lnTo>
                  <a:lnTo>
                    <a:pt x="335983" y="115634"/>
                  </a:lnTo>
                  <a:lnTo>
                    <a:pt x="343891" y="115814"/>
                  </a:lnTo>
                  <a:lnTo>
                    <a:pt x="346000" y="115904"/>
                  </a:lnTo>
                  <a:lnTo>
                    <a:pt x="348372" y="116084"/>
                  </a:lnTo>
                  <a:lnTo>
                    <a:pt x="357247" y="116533"/>
                  </a:lnTo>
                  <a:lnTo>
                    <a:pt x="357862" y="116623"/>
                  </a:lnTo>
                  <a:lnTo>
                    <a:pt x="359971" y="117252"/>
                  </a:lnTo>
                  <a:lnTo>
                    <a:pt x="361552" y="117791"/>
                  </a:lnTo>
                  <a:lnTo>
                    <a:pt x="367967" y="118599"/>
                  </a:lnTo>
                  <a:lnTo>
                    <a:pt x="372448" y="119138"/>
                  </a:lnTo>
                  <a:lnTo>
                    <a:pt x="372624" y="119138"/>
                  </a:lnTo>
                  <a:lnTo>
                    <a:pt x="382816" y="119857"/>
                  </a:lnTo>
                  <a:lnTo>
                    <a:pt x="383783" y="119947"/>
                  </a:lnTo>
                  <a:lnTo>
                    <a:pt x="385891" y="120127"/>
                  </a:lnTo>
                  <a:lnTo>
                    <a:pt x="396347" y="121115"/>
                  </a:lnTo>
                  <a:lnTo>
                    <a:pt x="398720" y="121385"/>
                  </a:lnTo>
                  <a:lnTo>
                    <a:pt x="403201" y="120846"/>
                  </a:lnTo>
                  <a:lnTo>
                    <a:pt x="406364" y="120486"/>
                  </a:lnTo>
                  <a:lnTo>
                    <a:pt x="409703" y="120127"/>
                  </a:lnTo>
                  <a:lnTo>
                    <a:pt x="413657" y="119498"/>
                  </a:lnTo>
                  <a:lnTo>
                    <a:pt x="416732" y="119049"/>
                  </a:lnTo>
                  <a:lnTo>
                    <a:pt x="417084" y="118959"/>
                  </a:lnTo>
                  <a:lnTo>
                    <a:pt x="417963" y="118779"/>
                  </a:lnTo>
                  <a:lnTo>
                    <a:pt x="419808" y="118240"/>
                  </a:lnTo>
                  <a:lnTo>
                    <a:pt x="424201" y="117252"/>
                  </a:lnTo>
                  <a:lnTo>
                    <a:pt x="432109" y="115185"/>
                  </a:lnTo>
                  <a:lnTo>
                    <a:pt x="432812" y="115005"/>
                  </a:lnTo>
                  <a:lnTo>
                    <a:pt x="433076" y="115005"/>
                  </a:lnTo>
                  <a:lnTo>
                    <a:pt x="433515" y="114826"/>
                  </a:lnTo>
                  <a:lnTo>
                    <a:pt x="434657" y="114197"/>
                  </a:lnTo>
                  <a:lnTo>
                    <a:pt x="435975" y="113388"/>
                  </a:lnTo>
                  <a:lnTo>
                    <a:pt x="436854" y="112849"/>
                  </a:lnTo>
                  <a:lnTo>
                    <a:pt x="440984" y="110423"/>
                  </a:lnTo>
                  <a:lnTo>
                    <a:pt x="441335" y="109974"/>
                  </a:lnTo>
                  <a:lnTo>
                    <a:pt x="443092" y="107818"/>
                  </a:lnTo>
                  <a:lnTo>
                    <a:pt x="446343" y="104044"/>
                  </a:lnTo>
                  <a:lnTo>
                    <a:pt x="447310" y="102876"/>
                  </a:lnTo>
                  <a:lnTo>
                    <a:pt x="448277" y="101259"/>
                  </a:lnTo>
                  <a:lnTo>
                    <a:pt x="451615" y="94879"/>
                  </a:lnTo>
                  <a:lnTo>
                    <a:pt x="451791" y="94610"/>
                  </a:lnTo>
                  <a:lnTo>
                    <a:pt x="453812" y="89668"/>
                  </a:lnTo>
                  <a:lnTo>
                    <a:pt x="454076" y="88949"/>
                  </a:lnTo>
                  <a:lnTo>
                    <a:pt x="454515" y="88051"/>
                  </a:lnTo>
                  <a:lnTo>
                    <a:pt x="454779" y="87332"/>
                  </a:lnTo>
                  <a:lnTo>
                    <a:pt x="455218" y="86434"/>
                  </a:lnTo>
                  <a:lnTo>
                    <a:pt x="457327" y="83289"/>
                  </a:lnTo>
                  <a:lnTo>
                    <a:pt x="458381" y="81672"/>
                  </a:lnTo>
                  <a:lnTo>
                    <a:pt x="458908" y="80863"/>
                  </a:lnTo>
                  <a:lnTo>
                    <a:pt x="459260" y="80324"/>
                  </a:lnTo>
                  <a:lnTo>
                    <a:pt x="459963" y="79246"/>
                  </a:lnTo>
                  <a:lnTo>
                    <a:pt x="461281" y="73675"/>
                  </a:lnTo>
                  <a:lnTo>
                    <a:pt x="461456" y="73046"/>
                  </a:lnTo>
                  <a:lnTo>
                    <a:pt x="461984" y="69093"/>
                  </a:lnTo>
                  <a:lnTo>
                    <a:pt x="462247" y="67655"/>
                  </a:lnTo>
                  <a:lnTo>
                    <a:pt x="462687" y="64331"/>
                  </a:lnTo>
                  <a:lnTo>
                    <a:pt x="462687" y="60827"/>
                  </a:lnTo>
                  <a:lnTo>
                    <a:pt x="462687" y="60557"/>
                  </a:lnTo>
                  <a:lnTo>
                    <a:pt x="462862" y="59659"/>
                  </a:lnTo>
                  <a:lnTo>
                    <a:pt x="465762" y="50404"/>
                  </a:lnTo>
                  <a:lnTo>
                    <a:pt x="467519" y="39353"/>
                  </a:lnTo>
                  <a:lnTo>
                    <a:pt x="468310" y="36208"/>
                  </a:lnTo>
                  <a:lnTo>
                    <a:pt x="468749" y="34142"/>
                  </a:lnTo>
                  <a:lnTo>
                    <a:pt x="470682" y="24708"/>
                  </a:lnTo>
                  <a:lnTo>
                    <a:pt x="478590" y="8266"/>
                  </a:lnTo>
                  <a:lnTo>
                    <a:pt x="480963" y="5211"/>
                  </a:lnTo>
                  <a:lnTo>
                    <a:pt x="488783" y="179"/>
                  </a:lnTo>
                  <a:lnTo>
                    <a:pt x="489310" y="0"/>
                  </a:lnTo>
                  <a:lnTo>
                    <a:pt x="490452" y="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080773" y="3818061"/>
              <a:ext cx="226871" cy="118150"/>
            </a:xfrm>
            <a:custGeom>
              <a:avLst/>
              <a:pathLst>
                <a:path w="226871" h="118150">
                  <a:moveTo>
                    <a:pt x="184255" y="8535"/>
                  </a:moveTo>
                  <a:lnTo>
                    <a:pt x="184519" y="9164"/>
                  </a:lnTo>
                  <a:lnTo>
                    <a:pt x="184958" y="10332"/>
                  </a:lnTo>
                  <a:lnTo>
                    <a:pt x="186628" y="14555"/>
                  </a:lnTo>
                  <a:lnTo>
                    <a:pt x="187067" y="15723"/>
                  </a:lnTo>
                  <a:lnTo>
                    <a:pt x="187419" y="16711"/>
                  </a:lnTo>
                  <a:lnTo>
                    <a:pt x="190318" y="23989"/>
                  </a:lnTo>
                  <a:lnTo>
                    <a:pt x="193921" y="33243"/>
                  </a:lnTo>
                  <a:lnTo>
                    <a:pt x="197523" y="42588"/>
                  </a:lnTo>
                  <a:lnTo>
                    <a:pt x="199720" y="48248"/>
                  </a:lnTo>
                  <a:lnTo>
                    <a:pt x="202356" y="54987"/>
                  </a:lnTo>
                  <a:lnTo>
                    <a:pt x="204816" y="61096"/>
                  </a:lnTo>
                  <a:lnTo>
                    <a:pt x="205343" y="62534"/>
                  </a:lnTo>
                  <a:lnTo>
                    <a:pt x="205695" y="63612"/>
                  </a:lnTo>
                  <a:lnTo>
                    <a:pt x="209825" y="74124"/>
                  </a:lnTo>
                  <a:lnTo>
                    <a:pt x="210088" y="74843"/>
                  </a:lnTo>
                  <a:lnTo>
                    <a:pt x="210703" y="76371"/>
                  </a:lnTo>
                  <a:lnTo>
                    <a:pt x="211494" y="78257"/>
                  </a:lnTo>
                  <a:lnTo>
                    <a:pt x="212461" y="80863"/>
                  </a:lnTo>
                  <a:lnTo>
                    <a:pt x="212724" y="81402"/>
                  </a:lnTo>
                  <a:lnTo>
                    <a:pt x="213603" y="83648"/>
                  </a:lnTo>
                  <a:lnTo>
                    <a:pt x="214130" y="84637"/>
                  </a:lnTo>
                  <a:lnTo>
                    <a:pt x="215712" y="87602"/>
                  </a:lnTo>
                  <a:lnTo>
                    <a:pt x="216239" y="88410"/>
                  </a:lnTo>
                  <a:lnTo>
                    <a:pt x="217030" y="89848"/>
                  </a:lnTo>
                  <a:lnTo>
                    <a:pt x="217205" y="90117"/>
                  </a:lnTo>
                  <a:lnTo>
                    <a:pt x="219841" y="94520"/>
                  </a:lnTo>
                  <a:lnTo>
                    <a:pt x="219929" y="94700"/>
                  </a:lnTo>
                  <a:lnTo>
                    <a:pt x="221774" y="97755"/>
                  </a:lnTo>
                  <a:lnTo>
                    <a:pt x="224586" y="102157"/>
                  </a:lnTo>
                  <a:lnTo>
                    <a:pt x="225728" y="104583"/>
                  </a:lnTo>
                  <a:lnTo>
                    <a:pt x="226431" y="106650"/>
                  </a:lnTo>
                  <a:lnTo>
                    <a:pt x="226871" y="108716"/>
                  </a:lnTo>
                  <a:lnTo>
                    <a:pt x="168879" y="117162"/>
                  </a:lnTo>
                  <a:lnTo>
                    <a:pt x="162640" y="118060"/>
                  </a:lnTo>
                  <a:lnTo>
                    <a:pt x="162025" y="118150"/>
                  </a:lnTo>
                  <a:lnTo>
                    <a:pt x="164046" y="111591"/>
                  </a:lnTo>
                  <a:lnTo>
                    <a:pt x="160619" y="111142"/>
                  </a:lnTo>
                  <a:lnTo>
                    <a:pt x="153766" y="110243"/>
                  </a:lnTo>
                  <a:lnTo>
                    <a:pt x="145770" y="109255"/>
                  </a:lnTo>
                  <a:lnTo>
                    <a:pt x="134874" y="107818"/>
                  </a:lnTo>
                  <a:lnTo>
                    <a:pt x="133029" y="107548"/>
                  </a:lnTo>
                  <a:lnTo>
                    <a:pt x="132590" y="107548"/>
                  </a:lnTo>
                  <a:lnTo>
                    <a:pt x="132502" y="107099"/>
                  </a:lnTo>
                  <a:lnTo>
                    <a:pt x="131360" y="99462"/>
                  </a:lnTo>
                  <a:lnTo>
                    <a:pt x="130481" y="93711"/>
                  </a:lnTo>
                  <a:lnTo>
                    <a:pt x="130481" y="93442"/>
                  </a:lnTo>
                  <a:lnTo>
                    <a:pt x="105966" y="96766"/>
                  </a:lnTo>
                  <a:lnTo>
                    <a:pt x="91996" y="98833"/>
                  </a:lnTo>
                  <a:lnTo>
                    <a:pt x="83736" y="100001"/>
                  </a:lnTo>
                  <a:lnTo>
                    <a:pt x="83385" y="100001"/>
                  </a:lnTo>
                  <a:lnTo>
                    <a:pt x="81012" y="100360"/>
                  </a:lnTo>
                  <a:lnTo>
                    <a:pt x="79079" y="100630"/>
                  </a:lnTo>
                  <a:lnTo>
                    <a:pt x="77322" y="100899"/>
                  </a:lnTo>
                  <a:lnTo>
                    <a:pt x="75125" y="101259"/>
                  </a:lnTo>
                  <a:lnTo>
                    <a:pt x="74071" y="101348"/>
                  </a:lnTo>
                  <a:lnTo>
                    <a:pt x="71083" y="101798"/>
                  </a:lnTo>
                  <a:lnTo>
                    <a:pt x="70556" y="101888"/>
                  </a:lnTo>
                  <a:lnTo>
                    <a:pt x="69063" y="102067"/>
                  </a:lnTo>
                  <a:lnTo>
                    <a:pt x="68096" y="102247"/>
                  </a:lnTo>
                  <a:lnTo>
                    <a:pt x="65811" y="102517"/>
                  </a:lnTo>
                  <a:lnTo>
                    <a:pt x="63878" y="102786"/>
                  </a:lnTo>
                  <a:lnTo>
                    <a:pt x="62473" y="103056"/>
                  </a:lnTo>
                  <a:lnTo>
                    <a:pt x="61770" y="103145"/>
                  </a:lnTo>
                  <a:lnTo>
                    <a:pt x="61330" y="103145"/>
                  </a:lnTo>
                  <a:lnTo>
                    <a:pt x="50347" y="104763"/>
                  </a:lnTo>
                  <a:lnTo>
                    <a:pt x="47447" y="105212"/>
                  </a:lnTo>
                  <a:lnTo>
                    <a:pt x="48502" y="112310"/>
                  </a:lnTo>
                  <a:lnTo>
                    <a:pt x="39100" y="113658"/>
                  </a:lnTo>
                  <a:lnTo>
                    <a:pt x="38836" y="113748"/>
                  </a:lnTo>
                  <a:lnTo>
                    <a:pt x="38573" y="113748"/>
                  </a:lnTo>
                  <a:lnTo>
                    <a:pt x="29435" y="115005"/>
                  </a:lnTo>
                  <a:lnTo>
                    <a:pt x="29259" y="115095"/>
                  </a:lnTo>
                  <a:lnTo>
                    <a:pt x="28644" y="115095"/>
                  </a:lnTo>
                  <a:lnTo>
                    <a:pt x="18891" y="116443"/>
                  </a:lnTo>
                  <a:lnTo>
                    <a:pt x="18539" y="113748"/>
                  </a:lnTo>
                  <a:lnTo>
                    <a:pt x="9050" y="115005"/>
                  </a:lnTo>
                  <a:lnTo>
                    <a:pt x="8523" y="115095"/>
                  </a:lnTo>
                  <a:lnTo>
                    <a:pt x="8435" y="114287"/>
                  </a:lnTo>
                  <a:lnTo>
                    <a:pt x="8083" y="111861"/>
                  </a:lnTo>
                  <a:lnTo>
                    <a:pt x="7820" y="109704"/>
                  </a:lnTo>
                  <a:lnTo>
                    <a:pt x="7732" y="109165"/>
                  </a:lnTo>
                  <a:lnTo>
                    <a:pt x="6326" y="98294"/>
                  </a:lnTo>
                  <a:lnTo>
                    <a:pt x="6238" y="97934"/>
                  </a:lnTo>
                  <a:lnTo>
                    <a:pt x="6150" y="97485"/>
                  </a:lnTo>
                  <a:lnTo>
                    <a:pt x="6150" y="97305"/>
                  </a:lnTo>
                  <a:lnTo>
                    <a:pt x="5096" y="90387"/>
                  </a:lnTo>
                  <a:lnTo>
                    <a:pt x="4481" y="86254"/>
                  </a:lnTo>
                  <a:lnTo>
                    <a:pt x="4393" y="85984"/>
                  </a:lnTo>
                  <a:lnTo>
                    <a:pt x="4305" y="85535"/>
                  </a:lnTo>
                  <a:lnTo>
                    <a:pt x="4129" y="83918"/>
                  </a:lnTo>
                  <a:lnTo>
                    <a:pt x="2284" y="72327"/>
                  </a:lnTo>
                  <a:lnTo>
                    <a:pt x="2020" y="70890"/>
                  </a:lnTo>
                  <a:lnTo>
                    <a:pt x="1493" y="67206"/>
                  </a:lnTo>
                  <a:lnTo>
                    <a:pt x="702" y="61636"/>
                  </a:lnTo>
                  <a:lnTo>
                    <a:pt x="0" y="57502"/>
                  </a:lnTo>
                  <a:lnTo>
                    <a:pt x="351" y="57143"/>
                  </a:lnTo>
                  <a:lnTo>
                    <a:pt x="615" y="56874"/>
                  </a:lnTo>
                  <a:lnTo>
                    <a:pt x="2460" y="55346"/>
                  </a:lnTo>
                  <a:lnTo>
                    <a:pt x="5535" y="52561"/>
                  </a:lnTo>
                  <a:lnTo>
                    <a:pt x="5711" y="52381"/>
                  </a:lnTo>
                  <a:lnTo>
                    <a:pt x="8962" y="49506"/>
                  </a:lnTo>
                  <a:lnTo>
                    <a:pt x="13707" y="45283"/>
                  </a:lnTo>
                  <a:lnTo>
                    <a:pt x="19067" y="40611"/>
                  </a:lnTo>
                  <a:lnTo>
                    <a:pt x="20912" y="38904"/>
                  </a:lnTo>
                  <a:lnTo>
                    <a:pt x="25481" y="39084"/>
                  </a:lnTo>
                  <a:lnTo>
                    <a:pt x="26535" y="39173"/>
                  </a:lnTo>
                  <a:lnTo>
                    <a:pt x="33916" y="39443"/>
                  </a:lnTo>
                  <a:lnTo>
                    <a:pt x="43581" y="39982"/>
                  </a:lnTo>
                  <a:lnTo>
                    <a:pt x="46305" y="39623"/>
                  </a:lnTo>
                  <a:lnTo>
                    <a:pt x="59134" y="37646"/>
                  </a:lnTo>
                  <a:lnTo>
                    <a:pt x="59924" y="26864"/>
                  </a:lnTo>
                  <a:lnTo>
                    <a:pt x="60715" y="17071"/>
                  </a:lnTo>
                  <a:lnTo>
                    <a:pt x="65548" y="16532"/>
                  </a:lnTo>
                  <a:lnTo>
                    <a:pt x="72929" y="15543"/>
                  </a:lnTo>
                  <a:lnTo>
                    <a:pt x="78201" y="14824"/>
                  </a:lnTo>
                  <a:lnTo>
                    <a:pt x="88481" y="13297"/>
                  </a:lnTo>
                  <a:lnTo>
                    <a:pt x="88832" y="13207"/>
                  </a:lnTo>
                  <a:lnTo>
                    <a:pt x="89975" y="13028"/>
                  </a:lnTo>
                  <a:lnTo>
                    <a:pt x="95598" y="12219"/>
                  </a:lnTo>
                  <a:lnTo>
                    <a:pt x="97356" y="11949"/>
                  </a:lnTo>
                  <a:lnTo>
                    <a:pt x="106845" y="10512"/>
                  </a:lnTo>
                  <a:lnTo>
                    <a:pt x="107724" y="10422"/>
                  </a:lnTo>
                  <a:lnTo>
                    <a:pt x="108427" y="10242"/>
                  </a:lnTo>
                  <a:lnTo>
                    <a:pt x="110272" y="9973"/>
                  </a:lnTo>
                  <a:lnTo>
                    <a:pt x="118356" y="8894"/>
                  </a:lnTo>
                  <a:lnTo>
                    <a:pt x="118531" y="8805"/>
                  </a:lnTo>
                  <a:lnTo>
                    <a:pt x="118795" y="8805"/>
                  </a:lnTo>
                  <a:lnTo>
                    <a:pt x="118971" y="8805"/>
                  </a:lnTo>
                  <a:lnTo>
                    <a:pt x="128109" y="7457"/>
                  </a:lnTo>
                  <a:lnTo>
                    <a:pt x="128900" y="7367"/>
                  </a:lnTo>
                  <a:lnTo>
                    <a:pt x="135050" y="6469"/>
                  </a:lnTo>
                  <a:lnTo>
                    <a:pt x="136017" y="6379"/>
                  </a:lnTo>
                  <a:lnTo>
                    <a:pt x="138038" y="6109"/>
                  </a:lnTo>
                  <a:lnTo>
                    <a:pt x="142343" y="5480"/>
                  </a:lnTo>
                  <a:lnTo>
                    <a:pt x="144013" y="5211"/>
                  </a:lnTo>
                  <a:lnTo>
                    <a:pt x="145946" y="4941"/>
                  </a:lnTo>
                  <a:lnTo>
                    <a:pt x="146385" y="4941"/>
                  </a:lnTo>
                  <a:lnTo>
                    <a:pt x="148582" y="4582"/>
                  </a:lnTo>
                  <a:lnTo>
                    <a:pt x="149109" y="4492"/>
                  </a:lnTo>
                  <a:lnTo>
                    <a:pt x="152184" y="4043"/>
                  </a:lnTo>
                  <a:lnTo>
                    <a:pt x="153854" y="3863"/>
                  </a:lnTo>
                  <a:lnTo>
                    <a:pt x="154820" y="3683"/>
                  </a:lnTo>
                  <a:lnTo>
                    <a:pt x="161849" y="2695"/>
                  </a:lnTo>
                  <a:lnTo>
                    <a:pt x="164749" y="2336"/>
                  </a:lnTo>
                  <a:lnTo>
                    <a:pt x="165101" y="2246"/>
                  </a:lnTo>
                  <a:lnTo>
                    <a:pt x="175645" y="718"/>
                  </a:lnTo>
                  <a:lnTo>
                    <a:pt x="176084" y="718"/>
                  </a:lnTo>
                  <a:lnTo>
                    <a:pt x="176435" y="628"/>
                  </a:lnTo>
                  <a:lnTo>
                    <a:pt x="178808" y="269"/>
                  </a:lnTo>
                  <a:lnTo>
                    <a:pt x="180653" y="0"/>
                  </a:lnTo>
                  <a:lnTo>
                    <a:pt x="180917" y="0"/>
                  </a:lnTo>
                  <a:lnTo>
                    <a:pt x="181092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932472" y="2683635"/>
              <a:ext cx="46903" cy="224334"/>
            </a:xfrm>
            <a:custGeom>
              <a:avLst/>
              <a:pathLst>
                <a:path w="46903" h="224334">
                  <a:moveTo>
                    <a:pt x="3057" y="0"/>
                  </a:moveTo>
                  <a:lnTo>
                    <a:pt x="4727" y="9613"/>
                  </a:lnTo>
                  <a:lnTo>
                    <a:pt x="8593" y="29649"/>
                  </a:lnTo>
                  <a:lnTo>
                    <a:pt x="8681" y="30458"/>
                  </a:lnTo>
                  <a:lnTo>
                    <a:pt x="8681" y="30818"/>
                  </a:lnTo>
                  <a:lnTo>
                    <a:pt x="8681" y="31446"/>
                  </a:lnTo>
                  <a:lnTo>
                    <a:pt x="8769" y="32614"/>
                  </a:lnTo>
                  <a:lnTo>
                    <a:pt x="8856" y="35220"/>
                  </a:lnTo>
                  <a:lnTo>
                    <a:pt x="16325" y="72148"/>
                  </a:lnTo>
                  <a:lnTo>
                    <a:pt x="18082" y="80594"/>
                  </a:lnTo>
                  <a:lnTo>
                    <a:pt x="17995" y="83469"/>
                  </a:lnTo>
                  <a:lnTo>
                    <a:pt x="18082" y="84098"/>
                  </a:lnTo>
                  <a:lnTo>
                    <a:pt x="18434" y="86524"/>
                  </a:lnTo>
                  <a:lnTo>
                    <a:pt x="23442" y="111412"/>
                  </a:lnTo>
                  <a:lnTo>
                    <a:pt x="23706" y="112310"/>
                  </a:lnTo>
                  <a:lnTo>
                    <a:pt x="23794" y="112580"/>
                  </a:lnTo>
                  <a:lnTo>
                    <a:pt x="23794" y="112849"/>
                  </a:lnTo>
                  <a:lnTo>
                    <a:pt x="26869" y="126057"/>
                  </a:lnTo>
                  <a:lnTo>
                    <a:pt x="33020" y="152562"/>
                  </a:lnTo>
                  <a:lnTo>
                    <a:pt x="37062" y="171161"/>
                  </a:lnTo>
                  <a:lnTo>
                    <a:pt x="39961" y="184279"/>
                  </a:lnTo>
                  <a:lnTo>
                    <a:pt x="40752" y="187962"/>
                  </a:lnTo>
                  <a:lnTo>
                    <a:pt x="40928" y="188861"/>
                  </a:lnTo>
                  <a:lnTo>
                    <a:pt x="41718" y="192275"/>
                  </a:lnTo>
                  <a:lnTo>
                    <a:pt x="43212" y="199014"/>
                  </a:lnTo>
                  <a:lnTo>
                    <a:pt x="43739" y="201260"/>
                  </a:lnTo>
                  <a:lnTo>
                    <a:pt x="45497" y="210065"/>
                  </a:lnTo>
                  <a:lnTo>
                    <a:pt x="45936" y="211862"/>
                  </a:lnTo>
                  <a:lnTo>
                    <a:pt x="46639" y="215456"/>
                  </a:lnTo>
                  <a:lnTo>
                    <a:pt x="46903" y="216983"/>
                  </a:lnTo>
                  <a:lnTo>
                    <a:pt x="46903" y="217163"/>
                  </a:lnTo>
                  <a:lnTo>
                    <a:pt x="46200" y="217253"/>
                  </a:lnTo>
                  <a:lnTo>
                    <a:pt x="8944" y="223183"/>
                  </a:lnTo>
                  <a:lnTo>
                    <a:pt x="0" y="224334"/>
                  </a:lnTo>
                  <a:lnTo>
                    <a:pt x="0" y="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932472" y="2937859"/>
              <a:ext cx="37149" cy="256378"/>
            </a:xfrm>
            <a:custGeom>
              <a:avLst/>
              <a:pathLst>
                <a:path w="37149" h="256378">
                  <a:moveTo>
                    <a:pt x="4024" y="26822"/>
                  </a:moveTo>
                  <a:lnTo>
                    <a:pt x="9823" y="65277"/>
                  </a:lnTo>
                  <a:lnTo>
                    <a:pt x="9911" y="66355"/>
                  </a:lnTo>
                  <a:lnTo>
                    <a:pt x="12107" y="80731"/>
                  </a:lnTo>
                  <a:lnTo>
                    <a:pt x="12547" y="83426"/>
                  </a:lnTo>
                  <a:lnTo>
                    <a:pt x="12547" y="83606"/>
                  </a:lnTo>
                  <a:lnTo>
                    <a:pt x="12635" y="84235"/>
                  </a:lnTo>
                  <a:lnTo>
                    <a:pt x="12898" y="85852"/>
                  </a:lnTo>
                  <a:lnTo>
                    <a:pt x="13865" y="92052"/>
                  </a:lnTo>
                  <a:lnTo>
                    <a:pt x="14304" y="95017"/>
                  </a:lnTo>
                  <a:lnTo>
                    <a:pt x="14480" y="95825"/>
                  </a:lnTo>
                  <a:lnTo>
                    <a:pt x="14480" y="96095"/>
                  </a:lnTo>
                  <a:lnTo>
                    <a:pt x="14656" y="97083"/>
                  </a:lnTo>
                  <a:lnTo>
                    <a:pt x="15534" y="102654"/>
                  </a:lnTo>
                  <a:lnTo>
                    <a:pt x="16149" y="106877"/>
                  </a:lnTo>
                  <a:lnTo>
                    <a:pt x="17028" y="112897"/>
                  </a:lnTo>
                  <a:lnTo>
                    <a:pt x="17379" y="114873"/>
                  </a:lnTo>
                  <a:lnTo>
                    <a:pt x="18170" y="119995"/>
                  </a:lnTo>
                  <a:lnTo>
                    <a:pt x="18258" y="120893"/>
                  </a:lnTo>
                  <a:lnTo>
                    <a:pt x="18522" y="122600"/>
                  </a:lnTo>
                  <a:lnTo>
                    <a:pt x="19488" y="128620"/>
                  </a:lnTo>
                  <a:lnTo>
                    <a:pt x="20894" y="137785"/>
                  </a:lnTo>
                  <a:lnTo>
                    <a:pt x="21246" y="140570"/>
                  </a:lnTo>
                  <a:lnTo>
                    <a:pt x="21861" y="144523"/>
                  </a:lnTo>
                  <a:lnTo>
                    <a:pt x="22476" y="148387"/>
                  </a:lnTo>
                  <a:lnTo>
                    <a:pt x="22915" y="151172"/>
                  </a:lnTo>
                  <a:lnTo>
                    <a:pt x="23179" y="153328"/>
                  </a:lnTo>
                  <a:lnTo>
                    <a:pt x="23354" y="154317"/>
                  </a:lnTo>
                  <a:lnTo>
                    <a:pt x="24145" y="159618"/>
                  </a:lnTo>
                  <a:lnTo>
                    <a:pt x="25024" y="164919"/>
                  </a:lnTo>
                  <a:lnTo>
                    <a:pt x="25200" y="166536"/>
                  </a:lnTo>
                  <a:lnTo>
                    <a:pt x="27133" y="179025"/>
                  </a:lnTo>
                  <a:lnTo>
                    <a:pt x="28275" y="186482"/>
                  </a:lnTo>
                  <a:lnTo>
                    <a:pt x="29417" y="193940"/>
                  </a:lnTo>
                  <a:lnTo>
                    <a:pt x="29769" y="196186"/>
                  </a:lnTo>
                  <a:lnTo>
                    <a:pt x="29944" y="197713"/>
                  </a:lnTo>
                  <a:lnTo>
                    <a:pt x="30032" y="199061"/>
                  </a:lnTo>
                  <a:lnTo>
                    <a:pt x="30032" y="200319"/>
                  </a:lnTo>
                  <a:lnTo>
                    <a:pt x="30032" y="201217"/>
                  </a:lnTo>
                  <a:lnTo>
                    <a:pt x="30032" y="201397"/>
                  </a:lnTo>
                  <a:lnTo>
                    <a:pt x="30032" y="202386"/>
                  </a:lnTo>
                  <a:lnTo>
                    <a:pt x="30120" y="202835"/>
                  </a:lnTo>
                  <a:lnTo>
                    <a:pt x="30120" y="204272"/>
                  </a:lnTo>
                  <a:lnTo>
                    <a:pt x="30208" y="205530"/>
                  </a:lnTo>
                  <a:lnTo>
                    <a:pt x="30735" y="209394"/>
                  </a:lnTo>
                  <a:lnTo>
                    <a:pt x="31175" y="212449"/>
                  </a:lnTo>
                  <a:lnTo>
                    <a:pt x="31262" y="213077"/>
                  </a:lnTo>
                  <a:lnTo>
                    <a:pt x="31526" y="214425"/>
                  </a:lnTo>
                  <a:lnTo>
                    <a:pt x="33898" y="229340"/>
                  </a:lnTo>
                  <a:lnTo>
                    <a:pt x="34338" y="231946"/>
                  </a:lnTo>
                  <a:lnTo>
                    <a:pt x="36446" y="244974"/>
                  </a:lnTo>
                  <a:lnTo>
                    <a:pt x="36534" y="245872"/>
                  </a:lnTo>
                  <a:lnTo>
                    <a:pt x="36622" y="246142"/>
                  </a:lnTo>
                  <a:lnTo>
                    <a:pt x="36974" y="248118"/>
                  </a:lnTo>
                  <a:lnTo>
                    <a:pt x="37149" y="249197"/>
                  </a:lnTo>
                  <a:lnTo>
                    <a:pt x="34074" y="249736"/>
                  </a:lnTo>
                  <a:lnTo>
                    <a:pt x="27923" y="250634"/>
                  </a:lnTo>
                  <a:lnTo>
                    <a:pt x="24936" y="251083"/>
                  </a:lnTo>
                  <a:lnTo>
                    <a:pt x="15359" y="252431"/>
                  </a:lnTo>
                  <a:lnTo>
                    <a:pt x="13865" y="252701"/>
                  </a:lnTo>
                  <a:lnTo>
                    <a:pt x="11668" y="253060"/>
                  </a:lnTo>
                  <a:lnTo>
                    <a:pt x="8856" y="253689"/>
                  </a:lnTo>
                  <a:lnTo>
                    <a:pt x="8593" y="253689"/>
                  </a:lnTo>
                  <a:lnTo>
                    <a:pt x="5518" y="254587"/>
                  </a:lnTo>
                  <a:lnTo>
                    <a:pt x="1300" y="255935"/>
                  </a:lnTo>
                  <a:lnTo>
                    <a:pt x="0" y="256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4040" y="2238909"/>
              <a:ext cx="1868022" cy="1078876"/>
            </a:xfrm>
            <a:custGeom>
              <a:avLst/>
              <a:pathLst>
                <a:path w="1868022" h="1078876">
                  <a:moveTo>
                    <a:pt x="1867249" y="611664"/>
                  </a:moveTo>
                  <a:lnTo>
                    <a:pt x="1865316" y="611305"/>
                  </a:lnTo>
                  <a:lnTo>
                    <a:pt x="1862944" y="610946"/>
                  </a:lnTo>
                  <a:lnTo>
                    <a:pt x="1860835" y="610856"/>
                  </a:lnTo>
                  <a:lnTo>
                    <a:pt x="1859078" y="610856"/>
                  </a:lnTo>
                  <a:lnTo>
                    <a:pt x="1856793" y="611215"/>
                  </a:lnTo>
                  <a:lnTo>
                    <a:pt x="1854772" y="611395"/>
                  </a:lnTo>
                  <a:lnTo>
                    <a:pt x="1852663" y="611754"/>
                  </a:lnTo>
                  <a:lnTo>
                    <a:pt x="1849676" y="611395"/>
                  </a:lnTo>
                  <a:lnTo>
                    <a:pt x="1847655" y="611125"/>
                  </a:lnTo>
                  <a:lnTo>
                    <a:pt x="1844755" y="610676"/>
                  </a:lnTo>
                  <a:lnTo>
                    <a:pt x="1843262" y="610496"/>
                  </a:lnTo>
                  <a:lnTo>
                    <a:pt x="1841592" y="610856"/>
                  </a:lnTo>
                  <a:lnTo>
                    <a:pt x="1839835" y="610946"/>
                  </a:lnTo>
                  <a:lnTo>
                    <a:pt x="1836496" y="610946"/>
                  </a:lnTo>
                  <a:lnTo>
                    <a:pt x="1834914" y="611215"/>
                  </a:lnTo>
                  <a:lnTo>
                    <a:pt x="1833421" y="611305"/>
                  </a:lnTo>
                  <a:lnTo>
                    <a:pt x="1831927" y="611664"/>
                  </a:lnTo>
                  <a:lnTo>
                    <a:pt x="1830960" y="611664"/>
                  </a:lnTo>
                  <a:lnTo>
                    <a:pt x="1829642" y="612114"/>
                  </a:lnTo>
                  <a:lnTo>
                    <a:pt x="1828764" y="612024"/>
                  </a:lnTo>
                  <a:lnTo>
                    <a:pt x="1828588" y="612024"/>
                  </a:lnTo>
                  <a:lnTo>
                    <a:pt x="1827534" y="612024"/>
                  </a:lnTo>
                  <a:lnTo>
                    <a:pt x="1826216" y="612114"/>
                  </a:lnTo>
                  <a:lnTo>
                    <a:pt x="1824370" y="612114"/>
                  </a:lnTo>
                  <a:lnTo>
                    <a:pt x="1822877" y="612473"/>
                  </a:lnTo>
                  <a:lnTo>
                    <a:pt x="1821734" y="613012"/>
                  </a:lnTo>
                  <a:lnTo>
                    <a:pt x="1820241" y="613371"/>
                  </a:lnTo>
                  <a:lnTo>
                    <a:pt x="1818659" y="613731"/>
                  </a:lnTo>
                  <a:lnTo>
                    <a:pt x="1817165" y="613821"/>
                  </a:lnTo>
                  <a:lnTo>
                    <a:pt x="1816023" y="614000"/>
                  </a:lnTo>
                  <a:lnTo>
                    <a:pt x="1814442" y="614899"/>
                  </a:lnTo>
                  <a:lnTo>
                    <a:pt x="1812333" y="616516"/>
                  </a:lnTo>
                  <a:lnTo>
                    <a:pt x="1810400" y="618133"/>
                  </a:lnTo>
                  <a:lnTo>
                    <a:pt x="1808730" y="619212"/>
                  </a:lnTo>
                  <a:lnTo>
                    <a:pt x="1806885" y="619841"/>
                  </a:lnTo>
                  <a:lnTo>
                    <a:pt x="1804513" y="620739"/>
                  </a:lnTo>
                  <a:lnTo>
                    <a:pt x="1802492" y="621817"/>
                  </a:lnTo>
                  <a:lnTo>
                    <a:pt x="1802316" y="621817"/>
                  </a:lnTo>
                  <a:lnTo>
                    <a:pt x="1800295" y="622716"/>
                  </a:lnTo>
                  <a:lnTo>
                    <a:pt x="1798274" y="623524"/>
                  </a:lnTo>
                  <a:lnTo>
                    <a:pt x="1794935" y="624692"/>
                  </a:lnTo>
                  <a:lnTo>
                    <a:pt x="1793705" y="624962"/>
                  </a:lnTo>
                  <a:lnTo>
                    <a:pt x="1792211" y="625411"/>
                  </a:lnTo>
                  <a:lnTo>
                    <a:pt x="1790805" y="625681"/>
                  </a:lnTo>
                  <a:lnTo>
                    <a:pt x="1788609" y="626220"/>
                  </a:lnTo>
                  <a:lnTo>
                    <a:pt x="1787291" y="626400"/>
                  </a:lnTo>
                  <a:lnTo>
                    <a:pt x="1786149" y="626759"/>
                  </a:lnTo>
                  <a:lnTo>
                    <a:pt x="1784743" y="626669"/>
                  </a:lnTo>
                  <a:lnTo>
                    <a:pt x="1783513" y="626310"/>
                  </a:lnTo>
                  <a:lnTo>
                    <a:pt x="1780701" y="626939"/>
                  </a:lnTo>
                  <a:lnTo>
                    <a:pt x="1778592" y="627657"/>
                  </a:lnTo>
                  <a:lnTo>
                    <a:pt x="1776132" y="628196"/>
                  </a:lnTo>
                  <a:lnTo>
                    <a:pt x="1773408" y="628556"/>
                  </a:lnTo>
                  <a:lnTo>
                    <a:pt x="1771299" y="629364"/>
                  </a:lnTo>
                  <a:lnTo>
                    <a:pt x="1769278" y="630263"/>
                  </a:lnTo>
                  <a:lnTo>
                    <a:pt x="1766994" y="631431"/>
                  </a:lnTo>
                  <a:lnTo>
                    <a:pt x="1765588" y="632240"/>
                  </a:lnTo>
                  <a:lnTo>
                    <a:pt x="1763743" y="633408"/>
                  </a:lnTo>
                  <a:lnTo>
                    <a:pt x="1761810" y="634935"/>
                  </a:lnTo>
                  <a:lnTo>
                    <a:pt x="1760228" y="636283"/>
                  </a:lnTo>
                  <a:lnTo>
                    <a:pt x="1758910" y="637720"/>
                  </a:lnTo>
                  <a:lnTo>
                    <a:pt x="1757680" y="638799"/>
                  </a:lnTo>
                  <a:lnTo>
                    <a:pt x="1756801" y="639248"/>
                  </a:lnTo>
                  <a:lnTo>
                    <a:pt x="1755395" y="639787"/>
                  </a:lnTo>
                  <a:lnTo>
                    <a:pt x="1753902" y="639967"/>
                  </a:lnTo>
                  <a:lnTo>
                    <a:pt x="1752232" y="640146"/>
                  </a:lnTo>
                  <a:lnTo>
                    <a:pt x="1750563" y="640416"/>
                  </a:lnTo>
                  <a:lnTo>
                    <a:pt x="1748981" y="640775"/>
                  </a:lnTo>
                  <a:lnTo>
                    <a:pt x="1747136" y="641314"/>
                  </a:lnTo>
                  <a:lnTo>
                    <a:pt x="1745818" y="641674"/>
                  </a:lnTo>
                  <a:lnTo>
                    <a:pt x="1744500" y="641674"/>
                  </a:lnTo>
                  <a:lnTo>
                    <a:pt x="1743006" y="641674"/>
                  </a:lnTo>
                  <a:lnTo>
                    <a:pt x="1741600" y="641674"/>
                  </a:lnTo>
                  <a:lnTo>
                    <a:pt x="1740194" y="641674"/>
                  </a:lnTo>
                  <a:lnTo>
                    <a:pt x="1738964" y="641584"/>
                  </a:lnTo>
                  <a:lnTo>
                    <a:pt x="1737295" y="641404"/>
                  </a:lnTo>
                  <a:lnTo>
                    <a:pt x="1735889" y="641314"/>
                  </a:lnTo>
                  <a:lnTo>
                    <a:pt x="1734659" y="641045"/>
                  </a:lnTo>
                  <a:lnTo>
                    <a:pt x="1733077" y="640775"/>
                  </a:lnTo>
                  <a:lnTo>
                    <a:pt x="1730529" y="640236"/>
                  </a:lnTo>
                  <a:lnTo>
                    <a:pt x="1728947" y="640326"/>
                  </a:lnTo>
                  <a:lnTo>
                    <a:pt x="1728069" y="640326"/>
                  </a:lnTo>
                  <a:lnTo>
                    <a:pt x="1726399" y="639967"/>
                  </a:lnTo>
                  <a:lnTo>
                    <a:pt x="1724818" y="640056"/>
                  </a:lnTo>
                  <a:lnTo>
                    <a:pt x="1724378" y="640056"/>
                  </a:lnTo>
                  <a:lnTo>
                    <a:pt x="1723060" y="640326"/>
                  </a:lnTo>
                  <a:lnTo>
                    <a:pt x="1722709" y="640236"/>
                  </a:lnTo>
                  <a:lnTo>
                    <a:pt x="1721567" y="640416"/>
                  </a:lnTo>
                  <a:lnTo>
                    <a:pt x="1720776" y="640506"/>
                  </a:lnTo>
                  <a:lnTo>
                    <a:pt x="1719370" y="641045"/>
                  </a:lnTo>
                  <a:lnTo>
                    <a:pt x="1717964" y="641584"/>
                  </a:lnTo>
                  <a:lnTo>
                    <a:pt x="1716822" y="642123"/>
                  </a:lnTo>
                  <a:lnTo>
                    <a:pt x="1715767" y="642482"/>
                  </a:lnTo>
                  <a:lnTo>
                    <a:pt x="1715592" y="642482"/>
                  </a:lnTo>
                  <a:lnTo>
                    <a:pt x="1714449" y="642932"/>
                  </a:lnTo>
                  <a:lnTo>
                    <a:pt x="1713483" y="643471"/>
                  </a:lnTo>
                  <a:lnTo>
                    <a:pt x="1712341" y="644279"/>
                  </a:lnTo>
                  <a:lnTo>
                    <a:pt x="1711286" y="645178"/>
                  </a:lnTo>
                  <a:lnTo>
                    <a:pt x="1710496" y="645627"/>
                  </a:lnTo>
                  <a:lnTo>
                    <a:pt x="1709529" y="646346"/>
                  </a:lnTo>
                  <a:lnTo>
                    <a:pt x="1708475" y="646975"/>
                  </a:lnTo>
                  <a:lnTo>
                    <a:pt x="1707684" y="647694"/>
                  </a:lnTo>
                  <a:lnTo>
                    <a:pt x="1706629" y="648412"/>
                  </a:lnTo>
                  <a:lnTo>
                    <a:pt x="1703203" y="649311"/>
                  </a:lnTo>
                  <a:lnTo>
                    <a:pt x="1699512" y="649311"/>
                  </a:lnTo>
                  <a:lnTo>
                    <a:pt x="1692834" y="649311"/>
                  </a:lnTo>
                  <a:lnTo>
                    <a:pt x="1689495" y="649311"/>
                  </a:lnTo>
                  <a:lnTo>
                    <a:pt x="1686684" y="650569"/>
                  </a:lnTo>
                  <a:lnTo>
                    <a:pt x="1683257" y="651288"/>
                  </a:lnTo>
                  <a:lnTo>
                    <a:pt x="1679742" y="649401"/>
                  </a:lnTo>
                  <a:lnTo>
                    <a:pt x="1677546" y="649311"/>
                  </a:lnTo>
                  <a:lnTo>
                    <a:pt x="1674822" y="651288"/>
                  </a:lnTo>
                  <a:lnTo>
                    <a:pt x="1673064" y="653624"/>
                  </a:lnTo>
                  <a:lnTo>
                    <a:pt x="1670604" y="654253"/>
                  </a:lnTo>
                  <a:lnTo>
                    <a:pt x="1667880" y="655510"/>
                  </a:lnTo>
                  <a:lnTo>
                    <a:pt x="1665508" y="656319"/>
                  </a:lnTo>
                  <a:lnTo>
                    <a:pt x="1662696" y="656049"/>
                  </a:lnTo>
                  <a:lnTo>
                    <a:pt x="1660060" y="655241"/>
                  </a:lnTo>
                  <a:lnTo>
                    <a:pt x="1657161" y="655510"/>
                  </a:lnTo>
                  <a:lnTo>
                    <a:pt x="1653558" y="657487"/>
                  </a:lnTo>
                  <a:lnTo>
                    <a:pt x="1651361" y="659104"/>
                  </a:lnTo>
                  <a:lnTo>
                    <a:pt x="1647144" y="658925"/>
                  </a:lnTo>
                  <a:lnTo>
                    <a:pt x="1642750" y="659733"/>
                  </a:lnTo>
                  <a:lnTo>
                    <a:pt x="1639851" y="661710"/>
                  </a:lnTo>
                  <a:lnTo>
                    <a:pt x="1638269" y="664855"/>
                  </a:lnTo>
                  <a:lnTo>
                    <a:pt x="1635809" y="666741"/>
                  </a:lnTo>
                  <a:lnTo>
                    <a:pt x="1632822" y="667730"/>
                  </a:lnTo>
                  <a:lnTo>
                    <a:pt x="1629834" y="668269"/>
                  </a:lnTo>
                  <a:lnTo>
                    <a:pt x="1626935" y="669617"/>
                  </a:lnTo>
                  <a:lnTo>
                    <a:pt x="1622893" y="669886"/>
                  </a:lnTo>
                  <a:lnTo>
                    <a:pt x="1619642" y="669886"/>
                  </a:lnTo>
                  <a:lnTo>
                    <a:pt x="1615951" y="669886"/>
                  </a:lnTo>
                  <a:lnTo>
                    <a:pt x="1612524" y="669796"/>
                  </a:lnTo>
                  <a:lnTo>
                    <a:pt x="1608483" y="669347"/>
                  </a:lnTo>
                  <a:lnTo>
                    <a:pt x="1606286" y="669527"/>
                  </a:lnTo>
                  <a:lnTo>
                    <a:pt x="1603914" y="670066"/>
                  </a:lnTo>
                  <a:lnTo>
                    <a:pt x="1601541" y="670066"/>
                  </a:lnTo>
                  <a:lnTo>
                    <a:pt x="1599169" y="669886"/>
                  </a:lnTo>
                  <a:lnTo>
                    <a:pt x="1596181" y="670335"/>
                  </a:lnTo>
                  <a:lnTo>
                    <a:pt x="1592403" y="669886"/>
                  </a:lnTo>
                  <a:lnTo>
                    <a:pt x="1590206" y="670605"/>
                  </a:lnTo>
                  <a:lnTo>
                    <a:pt x="1587922" y="670874"/>
                  </a:lnTo>
                  <a:lnTo>
                    <a:pt x="1586077" y="670964"/>
                  </a:lnTo>
                  <a:lnTo>
                    <a:pt x="1582738" y="670066"/>
                  </a:lnTo>
                  <a:lnTo>
                    <a:pt x="1579575" y="670066"/>
                  </a:lnTo>
                  <a:lnTo>
                    <a:pt x="1577202" y="670874"/>
                  </a:lnTo>
                  <a:lnTo>
                    <a:pt x="1574478" y="673031"/>
                  </a:lnTo>
                  <a:lnTo>
                    <a:pt x="1571667" y="675547"/>
                  </a:lnTo>
                  <a:lnTo>
                    <a:pt x="1568415" y="675996"/>
                  </a:lnTo>
                  <a:lnTo>
                    <a:pt x="1563934" y="676355"/>
                  </a:lnTo>
                  <a:lnTo>
                    <a:pt x="1559189" y="677883"/>
                  </a:lnTo>
                  <a:lnTo>
                    <a:pt x="1556026" y="679410"/>
                  </a:lnTo>
                  <a:lnTo>
                    <a:pt x="1554093" y="680488"/>
                  </a:lnTo>
                  <a:lnTo>
                    <a:pt x="1551194" y="681656"/>
                  </a:lnTo>
                  <a:lnTo>
                    <a:pt x="1547679" y="681297"/>
                  </a:lnTo>
                  <a:lnTo>
                    <a:pt x="1544076" y="680758"/>
                  </a:lnTo>
                  <a:lnTo>
                    <a:pt x="1540298" y="680758"/>
                  </a:lnTo>
                  <a:lnTo>
                    <a:pt x="1536432" y="682016"/>
                  </a:lnTo>
                  <a:lnTo>
                    <a:pt x="1534148" y="684082"/>
                  </a:lnTo>
                  <a:lnTo>
                    <a:pt x="1532127" y="685789"/>
                  </a:lnTo>
                  <a:lnTo>
                    <a:pt x="1531336" y="686508"/>
                  </a:lnTo>
                  <a:lnTo>
                    <a:pt x="1528173" y="688844"/>
                  </a:lnTo>
                  <a:lnTo>
                    <a:pt x="1525185" y="690911"/>
                  </a:lnTo>
                  <a:lnTo>
                    <a:pt x="1521583" y="691899"/>
                  </a:lnTo>
                  <a:lnTo>
                    <a:pt x="1518507" y="692079"/>
                  </a:lnTo>
                  <a:lnTo>
                    <a:pt x="1515783" y="692708"/>
                  </a:lnTo>
                  <a:lnTo>
                    <a:pt x="1512093" y="695493"/>
                  </a:lnTo>
                  <a:lnTo>
                    <a:pt x="1508666" y="698458"/>
                  </a:lnTo>
                  <a:lnTo>
                    <a:pt x="1505240" y="698817"/>
                  </a:lnTo>
                  <a:lnTo>
                    <a:pt x="1501725" y="700345"/>
                  </a:lnTo>
                  <a:lnTo>
                    <a:pt x="1497507" y="701782"/>
                  </a:lnTo>
                  <a:lnTo>
                    <a:pt x="1494696" y="702771"/>
                  </a:lnTo>
                  <a:lnTo>
                    <a:pt x="1491532" y="704298"/>
                  </a:lnTo>
                  <a:lnTo>
                    <a:pt x="1487930" y="706185"/>
                  </a:lnTo>
                  <a:lnTo>
                    <a:pt x="1483185" y="707892"/>
                  </a:lnTo>
                  <a:lnTo>
                    <a:pt x="1479846" y="708790"/>
                  </a:lnTo>
                  <a:lnTo>
                    <a:pt x="1475189" y="709240"/>
                  </a:lnTo>
                  <a:lnTo>
                    <a:pt x="1471938" y="710498"/>
                  </a:lnTo>
                  <a:lnTo>
                    <a:pt x="1467281" y="713463"/>
                  </a:lnTo>
                  <a:lnTo>
                    <a:pt x="1463591" y="714092"/>
                  </a:lnTo>
                  <a:lnTo>
                    <a:pt x="1458934" y="715260"/>
                  </a:lnTo>
                  <a:lnTo>
                    <a:pt x="1454892" y="716517"/>
                  </a:lnTo>
                  <a:lnTo>
                    <a:pt x="1450147" y="717955"/>
                  </a:lnTo>
                  <a:lnTo>
                    <a:pt x="1446369" y="719482"/>
                  </a:lnTo>
                  <a:lnTo>
                    <a:pt x="1443382" y="720920"/>
                  </a:lnTo>
                  <a:lnTo>
                    <a:pt x="1439691" y="721279"/>
                  </a:lnTo>
                  <a:lnTo>
                    <a:pt x="1434507" y="721729"/>
                  </a:lnTo>
                  <a:lnTo>
                    <a:pt x="1428796" y="722447"/>
                  </a:lnTo>
                  <a:lnTo>
                    <a:pt x="1425457" y="723885"/>
                  </a:lnTo>
                  <a:lnTo>
                    <a:pt x="1420888" y="724873"/>
                  </a:lnTo>
                  <a:lnTo>
                    <a:pt x="1416407" y="725233"/>
                  </a:lnTo>
                  <a:lnTo>
                    <a:pt x="1414386" y="724424"/>
                  </a:lnTo>
                  <a:lnTo>
                    <a:pt x="1410871" y="724334"/>
                  </a:lnTo>
                  <a:lnTo>
                    <a:pt x="1407356" y="724334"/>
                  </a:lnTo>
                  <a:lnTo>
                    <a:pt x="1402084" y="722717"/>
                  </a:lnTo>
                  <a:lnTo>
                    <a:pt x="1397340" y="722447"/>
                  </a:lnTo>
                  <a:lnTo>
                    <a:pt x="1392595" y="722537"/>
                  </a:lnTo>
                  <a:lnTo>
                    <a:pt x="1387762" y="724155"/>
                  </a:lnTo>
                  <a:lnTo>
                    <a:pt x="1383017" y="724334"/>
                  </a:lnTo>
                  <a:lnTo>
                    <a:pt x="1379063" y="722717"/>
                  </a:lnTo>
                  <a:lnTo>
                    <a:pt x="1373879" y="723256"/>
                  </a:lnTo>
                  <a:lnTo>
                    <a:pt x="1367904" y="723256"/>
                  </a:lnTo>
                  <a:lnTo>
                    <a:pt x="1361929" y="725143"/>
                  </a:lnTo>
                  <a:lnTo>
                    <a:pt x="1357009" y="726760"/>
                  </a:lnTo>
                  <a:lnTo>
                    <a:pt x="1353318" y="728198"/>
                  </a:lnTo>
                  <a:lnTo>
                    <a:pt x="1348662" y="730534"/>
                  </a:lnTo>
                  <a:lnTo>
                    <a:pt x="1343741" y="732600"/>
                  </a:lnTo>
                  <a:lnTo>
                    <a:pt x="1338908" y="734577"/>
                  </a:lnTo>
                  <a:lnTo>
                    <a:pt x="1333461" y="737003"/>
                  </a:lnTo>
                  <a:lnTo>
                    <a:pt x="1328013" y="738800"/>
                  </a:lnTo>
                  <a:lnTo>
                    <a:pt x="1324059" y="739249"/>
                  </a:lnTo>
                  <a:lnTo>
                    <a:pt x="1319929" y="739608"/>
                  </a:lnTo>
                  <a:lnTo>
                    <a:pt x="1316239" y="740866"/>
                  </a:lnTo>
                  <a:lnTo>
                    <a:pt x="1314218" y="742304"/>
                  </a:lnTo>
                  <a:lnTo>
                    <a:pt x="1311494" y="744910"/>
                  </a:lnTo>
                  <a:lnTo>
                    <a:pt x="1309122" y="747964"/>
                  </a:lnTo>
                  <a:lnTo>
                    <a:pt x="1306046" y="750300"/>
                  </a:lnTo>
                  <a:lnTo>
                    <a:pt x="1305343" y="750390"/>
                  </a:lnTo>
                  <a:lnTo>
                    <a:pt x="1301653" y="751648"/>
                  </a:lnTo>
                  <a:lnTo>
                    <a:pt x="1297523" y="752547"/>
                  </a:lnTo>
                  <a:lnTo>
                    <a:pt x="1293745" y="753625"/>
                  </a:lnTo>
                  <a:lnTo>
                    <a:pt x="1290582" y="753894"/>
                  </a:lnTo>
                  <a:lnTo>
                    <a:pt x="1285837" y="753984"/>
                  </a:lnTo>
                  <a:lnTo>
                    <a:pt x="1281795" y="756230"/>
                  </a:lnTo>
                  <a:lnTo>
                    <a:pt x="1276875" y="759016"/>
                  </a:lnTo>
                  <a:lnTo>
                    <a:pt x="1273096" y="759914"/>
                  </a:lnTo>
                  <a:lnTo>
                    <a:pt x="1270548" y="759375"/>
                  </a:lnTo>
                  <a:lnTo>
                    <a:pt x="1265891" y="759016"/>
                  </a:lnTo>
                  <a:lnTo>
                    <a:pt x="1263431" y="759735"/>
                  </a:lnTo>
                  <a:lnTo>
                    <a:pt x="1260180" y="762610"/>
                  </a:lnTo>
                  <a:lnTo>
                    <a:pt x="1257808" y="764137"/>
                  </a:lnTo>
                  <a:lnTo>
                    <a:pt x="1253766" y="763328"/>
                  </a:lnTo>
                  <a:lnTo>
                    <a:pt x="1250778" y="763508"/>
                  </a:lnTo>
                  <a:lnTo>
                    <a:pt x="1247791" y="766653"/>
                  </a:lnTo>
                  <a:lnTo>
                    <a:pt x="1246034" y="769708"/>
                  </a:lnTo>
                  <a:lnTo>
                    <a:pt x="1244364" y="772134"/>
                  </a:lnTo>
                  <a:lnTo>
                    <a:pt x="1236632" y="777165"/>
                  </a:lnTo>
                  <a:lnTo>
                    <a:pt x="1226966" y="781478"/>
                  </a:lnTo>
                  <a:lnTo>
                    <a:pt x="1222310" y="782736"/>
                  </a:lnTo>
                  <a:lnTo>
                    <a:pt x="1217741" y="783904"/>
                  </a:lnTo>
                  <a:lnTo>
                    <a:pt x="1206845" y="786420"/>
                  </a:lnTo>
                  <a:lnTo>
                    <a:pt x="1199728" y="789474"/>
                  </a:lnTo>
                  <a:lnTo>
                    <a:pt x="1190414" y="795404"/>
                  </a:lnTo>
                  <a:lnTo>
                    <a:pt x="1182067" y="796842"/>
                  </a:lnTo>
                  <a:lnTo>
                    <a:pt x="1181452" y="796932"/>
                  </a:lnTo>
                  <a:lnTo>
                    <a:pt x="1170293" y="799358"/>
                  </a:lnTo>
                  <a:lnTo>
                    <a:pt x="1167920" y="800526"/>
                  </a:lnTo>
                  <a:lnTo>
                    <a:pt x="1163439" y="802772"/>
                  </a:lnTo>
                  <a:lnTo>
                    <a:pt x="1161682" y="804569"/>
                  </a:lnTo>
                  <a:lnTo>
                    <a:pt x="1160364" y="806006"/>
                  </a:lnTo>
                  <a:lnTo>
                    <a:pt x="1158343" y="807983"/>
                  </a:lnTo>
                  <a:lnTo>
                    <a:pt x="1156585" y="809870"/>
                  </a:lnTo>
                  <a:lnTo>
                    <a:pt x="1153598" y="812925"/>
                  </a:lnTo>
                  <a:lnTo>
                    <a:pt x="1147008" y="819753"/>
                  </a:lnTo>
                  <a:lnTo>
                    <a:pt x="1146744" y="820292"/>
                  </a:lnTo>
                  <a:lnTo>
                    <a:pt x="1143054" y="827211"/>
                  </a:lnTo>
                  <a:lnTo>
                    <a:pt x="1140506" y="836196"/>
                  </a:lnTo>
                  <a:lnTo>
                    <a:pt x="1139452" y="838352"/>
                  </a:lnTo>
                  <a:lnTo>
                    <a:pt x="1139364" y="838621"/>
                  </a:lnTo>
                  <a:lnTo>
                    <a:pt x="1137079" y="843024"/>
                  </a:lnTo>
                  <a:lnTo>
                    <a:pt x="1135234" y="850751"/>
                  </a:lnTo>
                  <a:lnTo>
                    <a:pt x="1134970" y="860365"/>
                  </a:lnTo>
                  <a:lnTo>
                    <a:pt x="1129083" y="867732"/>
                  </a:lnTo>
                  <a:lnTo>
                    <a:pt x="1121966" y="876448"/>
                  </a:lnTo>
                  <a:lnTo>
                    <a:pt x="1117573" y="886061"/>
                  </a:lnTo>
                  <a:lnTo>
                    <a:pt x="1108523" y="893159"/>
                  </a:lnTo>
                  <a:lnTo>
                    <a:pt x="1104569" y="896214"/>
                  </a:lnTo>
                  <a:lnTo>
                    <a:pt x="1102020" y="897562"/>
                  </a:lnTo>
                  <a:lnTo>
                    <a:pt x="1087522" y="904930"/>
                  </a:lnTo>
                  <a:lnTo>
                    <a:pt x="1072673" y="910141"/>
                  </a:lnTo>
                  <a:lnTo>
                    <a:pt x="1071970" y="910500"/>
                  </a:lnTo>
                  <a:lnTo>
                    <a:pt x="1066434" y="913016"/>
                  </a:lnTo>
                  <a:lnTo>
                    <a:pt x="1055978" y="917868"/>
                  </a:lnTo>
                  <a:lnTo>
                    <a:pt x="1047719" y="919305"/>
                  </a:lnTo>
                  <a:lnTo>
                    <a:pt x="1037702" y="920923"/>
                  </a:lnTo>
                  <a:lnTo>
                    <a:pt x="1016614" y="921282"/>
                  </a:lnTo>
                  <a:lnTo>
                    <a:pt x="1010639" y="922270"/>
                  </a:lnTo>
                  <a:lnTo>
                    <a:pt x="1005016" y="923259"/>
                  </a:lnTo>
                  <a:lnTo>
                    <a:pt x="997371" y="924606"/>
                  </a:lnTo>
                  <a:lnTo>
                    <a:pt x="990781" y="925774"/>
                  </a:lnTo>
                  <a:lnTo>
                    <a:pt x="979183" y="927751"/>
                  </a:lnTo>
                  <a:lnTo>
                    <a:pt x="964246" y="929368"/>
                  </a:lnTo>
                  <a:lnTo>
                    <a:pt x="960643" y="929818"/>
                  </a:lnTo>
                  <a:lnTo>
                    <a:pt x="959940" y="929907"/>
                  </a:lnTo>
                  <a:lnTo>
                    <a:pt x="955283" y="930357"/>
                  </a:lnTo>
                  <a:lnTo>
                    <a:pt x="949748" y="930896"/>
                  </a:lnTo>
                  <a:lnTo>
                    <a:pt x="934459" y="931525"/>
                  </a:lnTo>
                  <a:lnTo>
                    <a:pt x="929890" y="931704"/>
                  </a:lnTo>
                  <a:lnTo>
                    <a:pt x="903091" y="936287"/>
                  </a:lnTo>
                  <a:lnTo>
                    <a:pt x="876994" y="944373"/>
                  </a:lnTo>
                  <a:lnTo>
                    <a:pt x="838070" y="950662"/>
                  </a:lnTo>
                  <a:lnTo>
                    <a:pt x="830250" y="951381"/>
                  </a:lnTo>
                  <a:lnTo>
                    <a:pt x="817948" y="953627"/>
                  </a:lnTo>
                  <a:lnTo>
                    <a:pt x="810480" y="955065"/>
                  </a:lnTo>
                  <a:lnTo>
                    <a:pt x="798178" y="958120"/>
                  </a:lnTo>
                  <a:lnTo>
                    <a:pt x="759605" y="967734"/>
                  </a:lnTo>
                  <a:lnTo>
                    <a:pt x="736232" y="973484"/>
                  </a:lnTo>
                  <a:lnTo>
                    <a:pt x="705918" y="983816"/>
                  </a:lnTo>
                  <a:lnTo>
                    <a:pt x="688872" y="987860"/>
                  </a:lnTo>
                  <a:lnTo>
                    <a:pt x="686588" y="987860"/>
                  </a:lnTo>
                  <a:lnTo>
                    <a:pt x="682722" y="988219"/>
                  </a:lnTo>
                  <a:lnTo>
                    <a:pt x="679471" y="988489"/>
                  </a:lnTo>
                  <a:lnTo>
                    <a:pt x="675077" y="988039"/>
                  </a:lnTo>
                  <a:lnTo>
                    <a:pt x="670596" y="989028"/>
                  </a:lnTo>
                  <a:lnTo>
                    <a:pt x="661546" y="989028"/>
                  </a:lnTo>
                  <a:lnTo>
                    <a:pt x="657768" y="988489"/>
                  </a:lnTo>
                  <a:lnTo>
                    <a:pt x="654517" y="988399"/>
                  </a:lnTo>
                  <a:lnTo>
                    <a:pt x="651090" y="988758"/>
                  </a:lnTo>
                  <a:lnTo>
                    <a:pt x="645642" y="989297"/>
                  </a:lnTo>
                  <a:lnTo>
                    <a:pt x="640458" y="990106"/>
                  </a:lnTo>
                  <a:lnTo>
                    <a:pt x="637910" y="989746"/>
                  </a:lnTo>
                  <a:lnTo>
                    <a:pt x="636943" y="989836"/>
                  </a:lnTo>
                  <a:lnTo>
                    <a:pt x="636153" y="989926"/>
                  </a:lnTo>
                  <a:lnTo>
                    <a:pt x="629650" y="992891"/>
                  </a:lnTo>
                  <a:lnTo>
                    <a:pt x="628860" y="993161"/>
                  </a:lnTo>
                  <a:lnTo>
                    <a:pt x="626487" y="994239"/>
                  </a:lnTo>
                  <a:lnTo>
                    <a:pt x="625257" y="995137"/>
                  </a:lnTo>
                  <a:lnTo>
                    <a:pt x="622797" y="995587"/>
                  </a:lnTo>
                  <a:lnTo>
                    <a:pt x="618667" y="997743"/>
                  </a:lnTo>
                  <a:lnTo>
                    <a:pt x="614977" y="998372"/>
                  </a:lnTo>
                  <a:lnTo>
                    <a:pt x="606014" y="1003314"/>
                  </a:lnTo>
                  <a:lnTo>
                    <a:pt x="594240" y="1009693"/>
                  </a:lnTo>
                  <a:lnTo>
                    <a:pt x="588793" y="1012927"/>
                  </a:lnTo>
                  <a:lnTo>
                    <a:pt x="576755" y="1022002"/>
                  </a:lnTo>
                  <a:lnTo>
                    <a:pt x="564805" y="1029819"/>
                  </a:lnTo>
                  <a:lnTo>
                    <a:pt x="542926" y="1037905"/>
                  </a:lnTo>
                  <a:lnTo>
                    <a:pt x="537391" y="1039522"/>
                  </a:lnTo>
                  <a:lnTo>
                    <a:pt x="527374" y="1041319"/>
                  </a:lnTo>
                  <a:lnTo>
                    <a:pt x="522014" y="1043027"/>
                  </a:lnTo>
                  <a:lnTo>
                    <a:pt x="517269" y="1045093"/>
                  </a:lnTo>
                  <a:lnTo>
                    <a:pt x="511294" y="1049406"/>
                  </a:lnTo>
                  <a:lnTo>
                    <a:pt x="509186" y="1052371"/>
                  </a:lnTo>
                  <a:lnTo>
                    <a:pt x="508922" y="1052550"/>
                  </a:lnTo>
                  <a:lnTo>
                    <a:pt x="507955" y="1053179"/>
                  </a:lnTo>
                  <a:lnTo>
                    <a:pt x="502332" y="1054887"/>
                  </a:lnTo>
                  <a:lnTo>
                    <a:pt x="497851" y="1057043"/>
                  </a:lnTo>
                  <a:lnTo>
                    <a:pt x="494951" y="1057402"/>
                  </a:lnTo>
                  <a:lnTo>
                    <a:pt x="486428" y="1058660"/>
                  </a:lnTo>
                  <a:lnTo>
                    <a:pt x="478169" y="1061715"/>
                  </a:lnTo>
                  <a:lnTo>
                    <a:pt x="469646" y="1064321"/>
                  </a:lnTo>
                  <a:lnTo>
                    <a:pt x="457959" y="1066387"/>
                  </a:lnTo>
                  <a:lnTo>
                    <a:pt x="453566" y="1066477"/>
                  </a:lnTo>
                  <a:lnTo>
                    <a:pt x="448118" y="1067375"/>
                  </a:lnTo>
                  <a:lnTo>
                    <a:pt x="437487" y="1071598"/>
                  </a:lnTo>
                  <a:lnTo>
                    <a:pt x="434323" y="1072766"/>
                  </a:lnTo>
                  <a:lnTo>
                    <a:pt x="427118" y="1074473"/>
                  </a:lnTo>
                  <a:lnTo>
                    <a:pt x="421583" y="1074653"/>
                  </a:lnTo>
                  <a:lnTo>
                    <a:pt x="415696" y="1074384"/>
                  </a:lnTo>
                  <a:lnTo>
                    <a:pt x="410336" y="1074024"/>
                  </a:lnTo>
                  <a:lnTo>
                    <a:pt x="409809" y="1073934"/>
                  </a:lnTo>
                  <a:lnTo>
                    <a:pt x="398825" y="1075013"/>
                  </a:lnTo>
                  <a:lnTo>
                    <a:pt x="394959" y="1075282"/>
                  </a:lnTo>
                  <a:lnTo>
                    <a:pt x="385470" y="1078427"/>
                  </a:lnTo>
                  <a:lnTo>
                    <a:pt x="373871" y="1078876"/>
                  </a:lnTo>
                  <a:lnTo>
                    <a:pt x="360164" y="1074384"/>
                  </a:lnTo>
                  <a:lnTo>
                    <a:pt x="353926" y="1074473"/>
                  </a:lnTo>
                  <a:lnTo>
                    <a:pt x="346369" y="1074384"/>
                  </a:lnTo>
                  <a:lnTo>
                    <a:pt x="334243" y="1074473"/>
                  </a:lnTo>
                  <a:lnTo>
                    <a:pt x="321415" y="1075192"/>
                  </a:lnTo>
                  <a:lnTo>
                    <a:pt x="307620" y="1072856"/>
                  </a:lnTo>
                  <a:lnTo>
                    <a:pt x="305950" y="1072766"/>
                  </a:lnTo>
                  <a:lnTo>
                    <a:pt x="305775" y="1072677"/>
                  </a:lnTo>
                  <a:lnTo>
                    <a:pt x="302524" y="1072137"/>
                  </a:lnTo>
                  <a:lnTo>
                    <a:pt x="289344" y="1069891"/>
                  </a:lnTo>
                  <a:lnTo>
                    <a:pt x="288114" y="1069891"/>
                  </a:lnTo>
                  <a:lnTo>
                    <a:pt x="284950" y="1069352"/>
                  </a:lnTo>
                  <a:lnTo>
                    <a:pt x="283193" y="1069083"/>
                  </a:lnTo>
                  <a:lnTo>
                    <a:pt x="276955" y="1067375"/>
                  </a:lnTo>
                  <a:lnTo>
                    <a:pt x="270013" y="1065219"/>
                  </a:lnTo>
                  <a:lnTo>
                    <a:pt x="265620" y="1065219"/>
                  </a:lnTo>
                  <a:lnTo>
                    <a:pt x="265444" y="1065219"/>
                  </a:lnTo>
                  <a:lnTo>
                    <a:pt x="263950" y="1064860"/>
                  </a:lnTo>
                  <a:lnTo>
                    <a:pt x="263335" y="1064860"/>
                  </a:lnTo>
                  <a:lnTo>
                    <a:pt x="258766" y="1064590"/>
                  </a:lnTo>
                  <a:lnTo>
                    <a:pt x="256042" y="1064770"/>
                  </a:lnTo>
                  <a:lnTo>
                    <a:pt x="252176" y="1064860"/>
                  </a:lnTo>
                  <a:lnTo>
                    <a:pt x="249804" y="1065309"/>
                  </a:lnTo>
                  <a:lnTo>
                    <a:pt x="249364" y="1065309"/>
                  </a:lnTo>
                  <a:lnTo>
                    <a:pt x="241808" y="1065578"/>
                  </a:lnTo>
                  <a:lnTo>
                    <a:pt x="237590" y="1065309"/>
                  </a:lnTo>
                  <a:lnTo>
                    <a:pt x="233812" y="1064770"/>
                  </a:lnTo>
                  <a:lnTo>
                    <a:pt x="228013" y="1063422"/>
                  </a:lnTo>
                  <a:lnTo>
                    <a:pt x="223092" y="1063063"/>
                  </a:lnTo>
                  <a:lnTo>
                    <a:pt x="213779" y="1062613"/>
                  </a:lnTo>
                  <a:lnTo>
                    <a:pt x="205431" y="1062074"/>
                  </a:lnTo>
                  <a:lnTo>
                    <a:pt x="197348" y="1061625"/>
                  </a:lnTo>
                  <a:lnTo>
                    <a:pt x="191900" y="1061625"/>
                  </a:lnTo>
                  <a:lnTo>
                    <a:pt x="188824" y="1063782"/>
                  </a:lnTo>
                  <a:lnTo>
                    <a:pt x="152536" y="1064410"/>
                  </a:lnTo>
                  <a:lnTo>
                    <a:pt x="150603" y="1059020"/>
                  </a:lnTo>
                  <a:lnTo>
                    <a:pt x="153326" y="1052371"/>
                  </a:lnTo>
                  <a:lnTo>
                    <a:pt x="155347" y="1043655"/>
                  </a:lnTo>
                  <a:lnTo>
                    <a:pt x="155611" y="1039612"/>
                  </a:lnTo>
                  <a:lnTo>
                    <a:pt x="154908" y="1038983"/>
                  </a:lnTo>
                  <a:lnTo>
                    <a:pt x="154381" y="1036018"/>
                  </a:lnTo>
                  <a:lnTo>
                    <a:pt x="153854" y="1033143"/>
                  </a:lnTo>
                  <a:lnTo>
                    <a:pt x="153942" y="1031346"/>
                  </a:lnTo>
                  <a:lnTo>
                    <a:pt x="154293" y="1026764"/>
                  </a:lnTo>
                  <a:lnTo>
                    <a:pt x="151745" y="1026944"/>
                  </a:lnTo>
                  <a:lnTo>
                    <a:pt x="149197" y="1026225"/>
                  </a:lnTo>
                  <a:lnTo>
                    <a:pt x="149021" y="1026135"/>
                  </a:lnTo>
                  <a:lnTo>
                    <a:pt x="148494" y="1024787"/>
                  </a:lnTo>
                  <a:lnTo>
                    <a:pt x="147879" y="1023080"/>
                  </a:lnTo>
                  <a:lnTo>
                    <a:pt x="143749" y="1012837"/>
                  </a:lnTo>
                  <a:lnTo>
                    <a:pt x="142167" y="1012478"/>
                  </a:lnTo>
                  <a:lnTo>
                    <a:pt x="139795" y="1012298"/>
                  </a:lnTo>
                  <a:lnTo>
                    <a:pt x="137247" y="1010861"/>
                  </a:lnTo>
                  <a:lnTo>
                    <a:pt x="135402" y="1009423"/>
                  </a:lnTo>
                  <a:lnTo>
                    <a:pt x="134084" y="1006189"/>
                  </a:lnTo>
                  <a:lnTo>
                    <a:pt x="134611" y="1003314"/>
                  </a:lnTo>
                  <a:lnTo>
                    <a:pt x="135753" y="1000798"/>
                  </a:lnTo>
                  <a:lnTo>
                    <a:pt x="135665" y="998731"/>
                  </a:lnTo>
                  <a:lnTo>
                    <a:pt x="137247" y="997833"/>
                  </a:lnTo>
                  <a:lnTo>
                    <a:pt x="140146" y="993251"/>
                  </a:lnTo>
                  <a:lnTo>
                    <a:pt x="138301" y="986871"/>
                  </a:lnTo>
                  <a:lnTo>
                    <a:pt x="133644" y="981391"/>
                  </a:lnTo>
                  <a:lnTo>
                    <a:pt x="128636" y="978336"/>
                  </a:lnTo>
                  <a:lnTo>
                    <a:pt x="126967" y="975371"/>
                  </a:lnTo>
                  <a:lnTo>
                    <a:pt x="125297" y="971597"/>
                  </a:lnTo>
                  <a:lnTo>
                    <a:pt x="123891" y="967644"/>
                  </a:lnTo>
                  <a:lnTo>
                    <a:pt x="121870" y="963601"/>
                  </a:lnTo>
                  <a:lnTo>
                    <a:pt x="118619" y="960096"/>
                  </a:lnTo>
                  <a:lnTo>
                    <a:pt x="113699" y="958839"/>
                  </a:lnTo>
                  <a:lnTo>
                    <a:pt x="109130" y="956772"/>
                  </a:lnTo>
                  <a:lnTo>
                    <a:pt x="106054" y="955334"/>
                  </a:lnTo>
                  <a:lnTo>
                    <a:pt x="102100" y="954526"/>
                  </a:lnTo>
                  <a:lnTo>
                    <a:pt x="98937" y="952729"/>
                  </a:lnTo>
                  <a:lnTo>
                    <a:pt x="97004" y="949764"/>
                  </a:lnTo>
                  <a:lnTo>
                    <a:pt x="95335" y="944643"/>
                  </a:lnTo>
                  <a:lnTo>
                    <a:pt x="90941" y="942576"/>
                  </a:lnTo>
                  <a:lnTo>
                    <a:pt x="89184" y="939701"/>
                  </a:lnTo>
                  <a:lnTo>
                    <a:pt x="88042" y="935927"/>
                  </a:lnTo>
                  <a:lnTo>
                    <a:pt x="85054" y="931255"/>
                  </a:lnTo>
                  <a:lnTo>
                    <a:pt x="80573" y="931255"/>
                  </a:lnTo>
                  <a:lnTo>
                    <a:pt x="76180" y="931255"/>
                  </a:lnTo>
                  <a:lnTo>
                    <a:pt x="72050" y="928650"/>
                  </a:lnTo>
                  <a:lnTo>
                    <a:pt x="70644" y="928380"/>
                  </a:lnTo>
                  <a:lnTo>
                    <a:pt x="56849" y="925685"/>
                  </a:lnTo>
                  <a:lnTo>
                    <a:pt x="41648" y="918676"/>
                  </a:lnTo>
                  <a:lnTo>
                    <a:pt x="30928" y="915442"/>
                  </a:lnTo>
                  <a:lnTo>
                    <a:pt x="20648" y="910410"/>
                  </a:lnTo>
                  <a:lnTo>
                    <a:pt x="5184" y="876627"/>
                  </a:lnTo>
                  <a:lnTo>
                    <a:pt x="966" y="864498"/>
                  </a:lnTo>
                  <a:lnTo>
                    <a:pt x="1142" y="859197"/>
                  </a:lnTo>
                  <a:lnTo>
                    <a:pt x="878" y="854435"/>
                  </a:lnTo>
                  <a:lnTo>
                    <a:pt x="0" y="841047"/>
                  </a:lnTo>
                  <a:lnTo>
                    <a:pt x="3163" y="826402"/>
                  </a:lnTo>
                  <a:lnTo>
                    <a:pt x="13619" y="814273"/>
                  </a:lnTo>
                  <a:lnTo>
                    <a:pt x="24426" y="804838"/>
                  </a:lnTo>
                  <a:lnTo>
                    <a:pt x="28908" y="794057"/>
                  </a:lnTo>
                  <a:lnTo>
                    <a:pt x="33477" y="787947"/>
                  </a:lnTo>
                  <a:lnTo>
                    <a:pt x="38836" y="773661"/>
                  </a:lnTo>
                  <a:lnTo>
                    <a:pt x="52192" y="762250"/>
                  </a:lnTo>
                  <a:lnTo>
                    <a:pt x="53686" y="757039"/>
                  </a:lnTo>
                  <a:lnTo>
                    <a:pt x="52719" y="748683"/>
                  </a:lnTo>
                  <a:lnTo>
                    <a:pt x="57640" y="743742"/>
                  </a:lnTo>
                  <a:lnTo>
                    <a:pt x="59661" y="736913"/>
                  </a:lnTo>
                  <a:lnTo>
                    <a:pt x="64845" y="726401"/>
                  </a:lnTo>
                  <a:lnTo>
                    <a:pt x="76883" y="707982"/>
                  </a:lnTo>
                  <a:lnTo>
                    <a:pt x="92962" y="683633"/>
                  </a:lnTo>
                  <a:lnTo>
                    <a:pt x="104033" y="659733"/>
                  </a:lnTo>
                  <a:lnTo>
                    <a:pt x="105703" y="656139"/>
                  </a:lnTo>
                  <a:lnTo>
                    <a:pt x="112996" y="643920"/>
                  </a:lnTo>
                  <a:lnTo>
                    <a:pt x="132063" y="618133"/>
                  </a:lnTo>
                  <a:lnTo>
                    <a:pt x="135314" y="611934"/>
                  </a:lnTo>
                  <a:lnTo>
                    <a:pt x="142870" y="597378"/>
                  </a:lnTo>
                  <a:lnTo>
                    <a:pt x="166243" y="535563"/>
                  </a:lnTo>
                  <a:lnTo>
                    <a:pt x="168703" y="518941"/>
                  </a:lnTo>
                  <a:lnTo>
                    <a:pt x="171251" y="493604"/>
                  </a:lnTo>
                  <a:lnTo>
                    <a:pt x="173272" y="472220"/>
                  </a:lnTo>
                  <a:lnTo>
                    <a:pt x="172130" y="456406"/>
                  </a:lnTo>
                  <a:lnTo>
                    <a:pt x="175996" y="451644"/>
                  </a:lnTo>
                  <a:lnTo>
                    <a:pt x="180565" y="445984"/>
                  </a:lnTo>
                  <a:lnTo>
                    <a:pt x="190142" y="441761"/>
                  </a:lnTo>
                  <a:lnTo>
                    <a:pt x="206925" y="444816"/>
                  </a:lnTo>
                  <a:lnTo>
                    <a:pt x="220808" y="450656"/>
                  </a:lnTo>
                  <a:lnTo>
                    <a:pt x="238118" y="448050"/>
                  </a:lnTo>
                  <a:lnTo>
                    <a:pt x="253582" y="442929"/>
                  </a:lnTo>
                  <a:lnTo>
                    <a:pt x="263775" y="434304"/>
                  </a:lnTo>
                  <a:lnTo>
                    <a:pt x="271067" y="422983"/>
                  </a:lnTo>
                  <a:lnTo>
                    <a:pt x="274758" y="415346"/>
                  </a:lnTo>
                  <a:lnTo>
                    <a:pt x="277657" y="409505"/>
                  </a:lnTo>
                  <a:lnTo>
                    <a:pt x="278536" y="407619"/>
                  </a:lnTo>
                  <a:lnTo>
                    <a:pt x="286708" y="401060"/>
                  </a:lnTo>
                  <a:lnTo>
                    <a:pt x="300151" y="393602"/>
                  </a:lnTo>
                  <a:lnTo>
                    <a:pt x="306038" y="390997"/>
                  </a:lnTo>
                  <a:lnTo>
                    <a:pt x="318164" y="385516"/>
                  </a:lnTo>
                  <a:lnTo>
                    <a:pt x="328356" y="375004"/>
                  </a:lnTo>
                  <a:lnTo>
                    <a:pt x="331520" y="362515"/>
                  </a:lnTo>
                  <a:lnTo>
                    <a:pt x="337319" y="352362"/>
                  </a:lnTo>
                  <a:lnTo>
                    <a:pt x="356825" y="358022"/>
                  </a:lnTo>
                  <a:lnTo>
                    <a:pt x="369126" y="364851"/>
                  </a:lnTo>
                  <a:lnTo>
                    <a:pt x="386524" y="378508"/>
                  </a:lnTo>
                  <a:lnTo>
                    <a:pt x="406558" y="398454"/>
                  </a:lnTo>
                  <a:lnTo>
                    <a:pt x="417277" y="423073"/>
                  </a:lnTo>
                  <a:lnTo>
                    <a:pt x="431687" y="456586"/>
                  </a:lnTo>
                  <a:lnTo>
                    <a:pt x="434235" y="481744"/>
                  </a:lnTo>
                  <a:lnTo>
                    <a:pt x="435202" y="492795"/>
                  </a:lnTo>
                  <a:lnTo>
                    <a:pt x="441353" y="504296"/>
                  </a:lnTo>
                  <a:lnTo>
                    <a:pt x="452336" y="512921"/>
                  </a:lnTo>
                  <a:lnTo>
                    <a:pt x="467537" y="511124"/>
                  </a:lnTo>
                  <a:lnTo>
                    <a:pt x="481332" y="495940"/>
                  </a:lnTo>
                  <a:lnTo>
                    <a:pt x="494160" y="484349"/>
                  </a:lnTo>
                  <a:lnTo>
                    <a:pt x="505934" y="473388"/>
                  </a:lnTo>
                  <a:lnTo>
                    <a:pt x="521311" y="463954"/>
                  </a:lnTo>
                  <a:lnTo>
                    <a:pt x="531504" y="461977"/>
                  </a:lnTo>
                  <a:lnTo>
                    <a:pt x="542838" y="459731"/>
                  </a:lnTo>
                  <a:lnTo>
                    <a:pt x="561818" y="464493"/>
                  </a:lnTo>
                  <a:lnTo>
                    <a:pt x="591516" y="467098"/>
                  </a:lnTo>
                  <a:lnTo>
                    <a:pt x="614098" y="471770"/>
                  </a:lnTo>
                  <a:lnTo>
                    <a:pt x="647927" y="479138"/>
                  </a:lnTo>
                  <a:lnTo>
                    <a:pt x="667872" y="478599"/>
                  </a:lnTo>
                  <a:lnTo>
                    <a:pt x="696077" y="466559"/>
                  </a:lnTo>
                  <a:lnTo>
                    <a:pt x="732454" y="443468"/>
                  </a:lnTo>
                  <a:lnTo>
                    <a:pt x="759166" y="436190"/>
                  </a:lnTo>
                  <a:lnTo>
                    <a:pt x="772082" y="432866"/>
                  </a:lnTo>
                  <a:lnTo>
                    <a:pt x="790270" y="432417"/>
                  </a:lnTo>
                  <a:lnTo>
                    <a:pt x="802923" y="431159"/>
                  </a:lnTo>
                  <a:lnTo>
                    <a:pt x="817860" y="420737"/>
                  </a:lnTo>
                  <a:lnTo>
                    <a:pt x="840706" y="409056"/>
                  </a:lnTo>
                  <a:lnTo>
                    <a:pt x="883321" y="399263"/>
                  </a:lnTo>
                  <a:lnTo>
                    <a:pt x="912668" y="389919"/>
                  </a:lnTo>
                  <a:lnTo>
                    <a:pt x="933756" y="378328"/>
                  </a:lnTo>
                  <a:lnTo>
                    <a:pt x="951769" y="366738"/>
                  </a:lnTo>
                  <a:lnTo>
                    <a:pt x="968551" y="356225"/>
                  </a:lnTo>
                  <a:lnTo>
                    <a:pt x="987794" y="339693"/>
                  </a:lnTo>
                  <a:lnTo>
                    <a:pt x="1001589" y="322532"/>
                  </a:lnTo>
                  <a:lnTo>
                    <a:pt x="1011167" y="307797"/>
                  </a:lnTo>
                  <a:lnTo>
                    <a:pt x="1030409" y="295488"/>
                  </a:lnTo>
                  <a:lnTo>
                    <a:pt x="1049476" y="289378"/>
                  </a:lnTo>
                  <a:lnTo>
                    <a:pt x="1060899" y="288659"/>
                  </a:lnTo>
                  <a:lnTo>
                    <a:pt x="1062568" y="288570"/>
                  </a:lnTo>
                  <a:lnTo>
                    <a:pt x="1080405" y="289648"/>
                  </a:lnTo>
                  <a:lnTo>
                    <a:pt x="1091828" y="294949"/>
                  </a:lnTo>
                  <a:lnTo>
                    <a:pt x="1099648" y="303215"/>
                  </a:lnTo>
                  <a:lnTo>
                    <a:pt x="1104217" y="309055"/>
                  </a:lnTo>
                  <a:lnTo>
                    <a:pt x="1114849" y="322712"/>
                  </a:lnTo>
                  <a:lnTo>
                    <a:pt x="1142000" y="345354"/>
                  </a:lnTo>
                  <a:lnTo>
                    <a:pt x="1149644" y="350026"/>
                  </a:lnTo>
                  <a:lnTo>
                    <a:pt x="1166427" y="359909"/>
                  </a:lnTo>
                  <a:lnTo>
                    <a:pt x="1181188" y="368265"/>
                  </a:lnTo>
                  <a:lnTo>
                    <a:pt x="1198322" y="374015"/>
                  </a:lnTo>
                  <a:lnTo>
                    <a:pt x="1198586" y="374105"/>
                  </a:lnTo>
                  <a:lnTo>
                    <a:pt x="1210448" y="379227"/>
                  </a:lnTo>
                  <a:lnTo>
                    <a:pt x="1224243" y="379316"/>
                  </a:lnTo>
                  <a:lnTo>
                    <a:pt x="1234084" y="377699"/>
                  </a:lnTo>
                  <a:lnTo>
                    <a:pt x="1242080" y="372218"/>
                  </a:lnTo>
                  <a:lnTo>
                    <a:pt x="1247967" y="367277"/>
                  </a:lnTo>
                  <a:lnTo>
                    <a:pt x="1250163" y="365570"/>
                  </a:lnTo>
                  <a:lnTo>
                    <a:pt x="1254469" y="360808"/>
                  </a:lnTo>
                  <a:lnTo>
                    <a:pt x="1259038" y="353889"/>
                  </a:lnTo>
                  <a:lnTo>
                    <a:pt x="1264046" y="342119"/>
                  </a:lnTo>
                  <a:lnTo>
                    <a:pt x="1263958" y="318399"/>
                  </a:lnTo>
                  <a:lnTo>
                    <a:pt x="1262904" y="302137"/>
                  </a:lnTo>
                  <a:lnTo>
                    <a:pt x="1265188" y="295128"/>
                  </a:lnTo>
                  <a:lnTo>
                    <a:pt x="1269494" y="281741"/>
                  </a:lnTo>
                  <a:lnTo>
                    <a:pt x="1290318" y="260806"/>
                  </a:lnTo>
                  <a:lnTo>
                    <a:pt x="1314306" y="233672"/>
                  </a:lnTo>
                  <a:lnTo>
                    <a:pt x="1332055" y="222711"/>
                  </a:lnTo>
                  <a:lnTo>
                    <a:pt x="1333021" y="222261"/>
                  </a:lnTo>
                  <a:lnTo>
                    <a:pt x="1339963" y="218937"/>
                  </a:lnTo>
                  <a:lnTo>
                    <a:pt x="1347783" y="214445"/>
                  </a:lnTo>
                  <a:lnTo>
                    <a:pt x="1356218" y="213097"/>
                  </a:lnTo>
                  <a:lnTo>
                    <a:pt x="1362193" y="213726"/>
                  </a:lnTo>
                  <a:lnTo>
                    <a:pt x="1363072" y="213816"/>
                  </a:lnTo>
                  <a:lnTo>
                    <a:pt x="1367992" y="216691"/>
                  </a:lnTo>
                  <a:lnTo>
                    <a:pt x="1368168" y="216781"/>
                  </a:lnTo>
                  <a:lnTo>
                    <a:pt x="1375637" y="221093"/>
                  </a:lnTo>
                  <a:lnTo>
                    <a:pt x="1384687" y="225316"/>
                  </a:lnTo>
                  <a:lnTo>
                    <a:pt x="1395846" y="226754"/>
                  </a:lnTo>
                  <a:lnTo>
                    <a:pt x="1408674" y="224418"/>
                  </a:lnTo>
                  <a:lnTo>
                    <a:pt x="1425105" y="222351"/>
                  </a:lnTo>
                  <a:lnTo>
                    <a:pt x="1440921" y="224148"/>
                  </a:lnTo>
                  <a:lnTo>
                    <a:pt x="1453662" y="226125"/>
                  </a:lnTo>
                  <a:lnTo>
                    <a:pt x="1466842" y="228191"/>
                  </a:lnTo>
                  <a:lnTo>
                    <a:pt x="1471587" y="227922"/>
                  </a:lnTo>
                  <a:lnTo>
                    <a:pt x="1483185" y="229719"/>
                  </a:lnTo>
                  <a:lnTo>
                    <a:pt x="1487578" y="231606"/>
                  </a:lnTo>
                  <a:lnTo>
                    <a:pt x="1490390" y="232864"/>
                  </a:lnTo>
                  <a:lnTo>
                    <a:pt x="1491181" y="233043"/>
                  </a:lnTo>
                  <a:lnTo>
                    <a:pt x="1499177" y="235110"/>
                  </a:lnTo>
                  <a:lnTo>
                    <a:pt x="1509106" y="237266"/>
                  </a:lnTo>
                  <a:lnTo>
                    <a:pt x="1527470" y="235110"/>
                  </a:lnTo>
                  <a:lnTo>
                    <a:pt x="1533884" y="233942"/>
                  </a:lnTo>
                  <a:lnTo>
                    <a:pt x="1548733" y="227023"/>
                  </a:lnTo>
                  <a:lnTo>
                    <a:pt x="1558487" y="222980"/>
                  </a:lnTo>
                  <a:lnTo>
                    <a:pt x="1564725" y="221543"/>
                  </a:lnTo>
                  <a:lnTo>
                    <a:pt x="1572369" y="212558"/>
                  </a:lnTo>
                  <a:lnTo>
                    <a:pt x="1579750" y="204292"/>
                  </a:lnTo>
                  <a:lnTo>
                    <a:pt x="1581771" y="202046"/>
                  </a:lnTo>
                  <a:lnTo>
                    <a:pt x="1588449" y="186681"/>
                  </a:lnTo>
                  <a:lnTo>
                    <a:pt x="1594072" y="175989"/>
                  </a:lnTo>
                  <a:lnTo>
                    <a:pt x="1607165" y="162422"/>
                  </a:lnTo>
                  <a:lnTo>
                    <a:pt x="1621750" y="148406"/>
                  </a:lnTo>
                  <a:lnTo>
                    <a:pt x="1623947" y="146160"/>
                  </a:lnTo>
                  <a:lnTo>
                    <a:pt x="1638094" y="137445"/>
                  </a:lnTo>
                  <a:lnTo>
                    <a:pt x="1649340" y="127651"/>
                  </a:lnTo>
                  <a:lnTo>
                    <a:pt x="1665684" y="115342"/>
                  </a:lnTo>
                  <a:lnTo>
                    <a:pt x="1671131" y="112467"/>
                  </a:lnTo>
                  <a:lnTo>
                    <a:pt x="1677985" y="110400"/>
                  </a:lnTo>
                  <a:lnTo>
                    <a:pt x="1683960" y="112017"/>
                  </a:lnTo>
                  <a:lnTo>
                    <a:pt x="1688265" y="114803"/>
                  </a:lnTo>
                  <a:lnTo>
                    <a:pt x="1694064" y="114443"/>
                  </a:lnTo>
                  <a:lnTo>
                    <a:pt x="1707596" y="105099"/>
                  </a:lnTo>
                  <a:lnTo>
                    <a:pt x="1730793" y="91981"/>
                  </a:lnTo>
                  <a:lnTo>
                    <a:pt x="1748717" y="72394"/>
                  </a:lnTo>
                  <a:lnTo>
                    <a:pt x="1764709" y="59007"/>
                  </a:lnTo>
                  <a:lnTo>
                    <a:pt x="1771475" y="55143"/>
                  </a:lnTo>
                  <a:lnTo>
                    <a:pt x="1789400" y="42744"/>
                  </a:lnTo>
                  <a:lnTo>
                    <a:pt x="1806358" y="30435"/>
                  </a:lnTo>
                  <a:lnTo>
                    <a:pt x="1817868" y="22888"/>
                  </a:lnTo>
                  <a:lnTo>
                    <a:pt x="1835705" y="15969"/>
                  </a:lnTo>
                  <a:lnTo>
                    <a:pt x="1843613" y="12016"/>
                  </a:lnTo>
                  <a:lnTo>
                    <a:pt x="1854596" y="7074"/>
                  </a:lnTo>
                  <a:lnTo>
                    <a:pt x="1868022" y="0"/>
                  </a:lnTo>
                  <a:lnTo>
                    <a:pt x="1868022" y="611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33421" y="4766141"/>
              <a:ext cx="1608641" cy="967146"/>
            </a:xfrm>
            <a:custGeom>
              <a:avLst/>
              <a:pathLst>
                <a:path w="1608641" h="967146">
                  <a:moveTo>
                    <a:pt x="1607604" y="615820"/>
                  </a:moveTo>
                  <a:lnTo>
                    <a:pt x="1605495" y="613215"/>
                  </a:lnTo>
                  <a:lnTo>
                    <a:pt x="1603386" y="608992"/>
                  </a:lnTo>
                  <a:lnTo>
                    <a:pt x="1600223" y="599198"/>
                  </a:lnTo>
                  <a:lnTo>
                    <a:pt x="1597587" y="594437"/>
                  </a:lnTo>
                  <a:lnTo>
                    <a:pt x="1596181" y="593538"/>
                  </a:lnTo>
                  <a:lnTo>
                    <a:pt x="1593282" y="592460"/>
                  </a:lnTo>
                  <a:lnTo>
                    <a:pt x="1591173" y="592190"/>
                  </a:lnTo>
                  <a:lnTo>
                    <a:pt x="1589503" y="592370"/>
                  </a:lnTo>
                  <a:lnTo>
                    <a:pt x="1586428" y="594257"/>
                  </a:lnTo>
                  <a:lnTo>
                    <a:pt x="1580541" y="599558"/>
                  </a:lnTo>
                  <a:lnTo>
                    <a:pt x="1577026" y="601535"/>
                  </a:lnTo>
                  <a:lnTo>
                    <a:pt x="1564461" y="606836"/>
                  </a:lnTo>
                  <a:lnTo>
                    <a:pt x="1554005" y="610250"/>
                  </a:lnTo>
                  <a:lnTo>
                    <a:pt x="1551018" y="612945"/>
                  </a:lnTo>
                  <a:lnTo>
                    <a:pt x="1548909" y="616539"/>
                  </a:lnTo>
                  <a:lnTo>
                    <a:pt x="1544955" y="625165"/>
                  </a:lnTo>
                  <a:lnTo>
                    <a:pt x="1538453" y="634060"/>
                  </a:lnTo>
                  <a:lnTo>
                    <a:pt x="1534499" y="641966"/>
                  </a:lnTo>
                  <a:lnTo>
                    <a:pt x="1533005" y="646549"/>
                  </a:lnTo>
                  <a:lnTo>
                    <a:pt x="1528963" y="653467"/>
                  </a:lnTo>
                  <a:lnTo>
                    <a:pt x="1527733" y="657241"/>
                  </a:lnTo>
                  <a:lnTo>
                    <a:pt x="1527733" y="662003"/>
                  </a:lnTo>
                  <a:lnTo>
                    <a:pt x="1527470" y="665686"/>
                  </a:lnTo>
                  <a:lnTo>
                    <a:pt x="1526240" y="670718"/>
                  </a:lnTo>
                  <a:lnTo>
                    <a:pt x="1525185" y="673144"/>
                  </a:lnTo>
                  <a:lnTo>
                    <a:pt x="1521671" y="678535"/>
                  </a:lnTo>
                  <a:lnTo>
                    <a:pt x="1515696" y="684914"/>
                  </a:lnTo>
                  <a:lnTo>
                    <a:pt x="1512884" y="686621"/>
                  </a:lnTo>
                  <a:lnTo>
                    <a:pt x="1503219" y="688598"/>
                  </a:lnTo>
                  <a:lnTo>
                    <a:pt x="1491532" y="688418"/>
                  </a:lnTo>
                  <a:lnTo>
                    <a:pt x="1486348" y="689047"/>
                  </a:lnTo>
                  <a:lnTo>
                    <a:pt x="1483361" y="690484"/>
                  </a:lnTo>
                  <a:lnTo>
                    <a:pt x="1479143" y="692641"/>
                  </a:lnTo>
                  <a:lnTo>
                    <a:pt x="1468775" y="700547"/>
                  </a:lnTo>
                  <a:lnTo>
                    <a:pt x="1462800" y="702524"/>
                  </a:lnTo>
                  <a:lnTo>
                    <a:pt x="1458319" y="703153"/>
                  </a:lnTo>
                  <a:lnTo>
                    <a:pt x="1447863" y="703063"/>
                  </a:lnTo>
                  <a:lnTo>
                    <a:pt x="1435825" y="702255"/>
                  </a:lnTo>
                  <a:lnTo>
                    <a:pt x="1431871" y="702614"/>
                  </a:lnTo>
                  <a:lnTo>
                    <a:pt x="1416055" y="711060"/>
                  </a:lnTo>
                  <a:lnTo>
                    <a:pt x="1408674" y="716271"/>
                  </a:lnTo>
                  <a:lnTo>
                    <a:pt x="1404984" y="717529"/>
                  </a:lnTo>
                  <a:lnTo>
                    <a:pt x="1397691" y="718158"/>
                  </a:lnTo>
                  <a:lnTo>
                    <a:pt x="1393122" y="717529"/>
                  </a:lnTo>
                  <a:lnTo>
                    <a:pt x="1378800" y="716810"/>
                  </a:lnTo>
                  <a:lnTo>
                    <a:pt x="1367465" y="714025"/>
                  </a:lnTo>
                  <a:lnTo>
                    <a:pt x="1357097" y="712857"/>
                  </a:lnTo>
                  <a:lnTo>
                    <a:pt x="1349804" y="710341"/>
                  </a:lnTo>
                  <a:lnTo>
                    <a:pt x="1343214" y="710341"/>
                  </a:lnTo>
                  <a:lnTo>
                    <a:pt x="1339523" y="711779"/>
                  </a:lnTo>
                  <a:lnTo>
                    <a:pt x="1333812" y="716451"/>
                  </a:lnTo>
                  <a:lnTo>
                    <a:pt x="1328276" y="720134"/>
                  </a:lnTo>
                  <a:lnTo>
                    <a:pt x="1325640" y="720404"/>
                  </a:lnTo>
                  <a:lnTo>
                    <a:pt x="1319841" y="719955"/>
                  </a:lnTo>
                  <a:lnTo>
                    <a:pt x="1316854" y="720494"/>
                  </a:lnTo>
                  <a:lnTo>
                    <a:pt x="1314218" y="721482"/>
                  </a:lnTo>
                  <a:lnTo>
                    <a:pt x="1302619" y="727412"/>
                  </a:lnTo>
                  <a:lnTo>
                    <a:pt x="1298753" y="730287"/>
                  </a:lnTo>
                  <a:lnTo>
                    <a:pt x="1287331" y="741339"/>
                  </a:lnTo>
                  <a:lnTo>
                    <a:pt x="1280038" y="746819"/>
                  </a:lnTo>
                  <a:lnTo>
                    <a:pt x="1270548" y="752929"/>
                  </a:lnTo>
                  <a:lnTo>
                    <a:pt x="1267649" y="756164"/>
                  </a:lnTo>
                  <a:lnTo>
                    <a:pt x="1265188" y="760926"/>
                  </a:lnTo>
                  <a:lnTo>
                    <a:pt x="1256929" y="768024"/>
                  </a:lnTo>
                  <a:lnTo>
                    <a:pt x="1255347" y="770270"/>
                  </a:lnTo>
                  <a:lnTo>
                    <a:pt x="1253414" y="774493"/>
                  </a:lnTo>
                  <a:lnTo>
                    <a:pt x="1249460" y="780692"/>
                  </a:lnTo>
                  <a:lnTo>
                    <a:pt x="1242167" y="790126"/>
                  </a:lnTo>
                  <a:lnTo>
                    <a:pt x="1241904" y="790486"/>
                  </a:lnTo>
                  <a:lnTo>
                    <a:pt x="1238301" y="796056"/>
                  </a:lnTo>
                  <a:lnTo>
                    <a:pt x="1225209" y="809354"/>
                  </a:lnTo>
                  <a:lnTo>
                    <a:pt x="1186372" y="837207"/>
                  </a:lnTo>
                  <a:lnTo>
                    <a:pt x="1159661" y="852571"/>
                  </a:lnTo>
                  <a:lnTo>
                    <a:pt x="1104481" y="873685"/>
                  </a:lnTo>
                  <a:lnTo>
                    <a:pt x="1092091" y="876560"/>
                  </a:lnTo>
                  <a:lnTo>
                    <a:pt x="1068983" y="882850"/>
                  </a:lnTo>
                  <a:lnTo>
                    <a:pt x="1063183" y="886084"/>
                  </a:lnTo>
                  <a:lnTo>
                    <a:pt x="1062656" y="887163"/>
                  </a:lnTo>
                  <a:lnTo>
                    <a:pt x="1059229" y="894530"/>
                  </a:lnTo>
                  <a:lnTo>
                    <a:pt x="1053694" y="904863"/>
                  </a:lnTo>
                  <a:lnTo>
                    <a:pt x="1040250" y="917801"/>
                  </a:lnTo>
                  <a:lnTo>
                    <a:pt x="1022062" y="938286"/>
                  </a:lnTo>
                  <a:lnTo>
                    <a:pt x="987889" y="967146"/>
                  </a:lnTo>
                  <a:lnTo>
                    <a:pt x="600738" y="967146"/>
                  </a:lnTo>
                  <a:lnTo>
                    <a:pt x="599424" y="966409"/>
                  </a:lnTo>
                  <a:lnTo>
                    <a:pt x="596173" y="965331"/>
                  </a:lnTo>
                  <a:lnTo>
                    <a:pt x="593449" y="964522"/>
                  </a:lnTo>
                  <a:lnTo>
                    <a:pt x="590989" y="963624"/>
                  </a:lnTo>
                  <a:lnTo>
                    <a:pt x="590198" y="962635"/>
                  </a:lnTo>
                  <a:lnTo>
                    <a:pt x="589144" y="961916"/>
                  </a:lnTo>
                  <a:lnTo>
                    <a:pt x="587475" y="961827"/>
                  </a:lnTo>
                  <a:lnTo>
                    <a:pt x="586332" y="960659"/>
                  </a:lnTo>
                  <a:lnTo>
                    <a:pt x="584926" y="960748"/>
                  </a:lnTo>
                  <a:lnTo>
                    <a:pt x="583433" y="959760"/>
                  </a:lnTo>
                  <a:lnTo>
                    <a:pt x="582378" y="959131"/>
                  </a:lnTo>
                  <a:lnTo>
                    <a:pt x="581236" y="959041"/>
                  </a:lnTo>
                  <a:lnTo>
                    <a:pt x="580269" y="958682"/>
                  </a:lnTo>
                  <a:lnTo>
                    <a:pt x="579567" y="957694"/>
                  </a:lnTo>
                  <a:lnTo>
                    <a:pt x="578161" y="957424"/>
                  </a:lnTo>
                  <a:lnTo>
                    <a:pt x="576403" y="956166"/>
                  </a:lnTo>
                  <a:lnTo>
                    <a:pt x="574997" y="955986"/>
                  </a:lnTo>
                  <a:lnTo>
                    <a:pt x="573679" y="955358"/>
                  </a:lnTo>
                  <a:lnTo>
                    <a:pt x="572977" y="954459"/>
                  </a:lnTo>
                  <a:lnTo>
                    <a:pt x="571834" y="954100"/>
                  </a:lnTo>
                  <a:lnTo>
                    <a:pt x="570692" y="953920"/>
                  </a:lnTo>
                  <a:lnTo>
                    <a:pt x="569989" y="953381"/>
                  </a:lnTo>
                  <a:lnTo>
                    <a:pt x="568144" y="952842"/>
                  </a:lnTo>
                  <a:lnTo>
                    <a:pt x="565947" y="951314"/>
                  </a:lnTo>
                  <a:lnTo>
                    <a:pt x="565156" y="951135"/>
                  </a:lnTo>
                  <a:lnTo>
                    <a:pt x="564014" y="950146"/>
                  </a:lnTo>
                  <a:lnTo>
                    <a:pt x="563311" y="950146"/>
                  </a:lnTo>
                  <a:lnTo>
                    <a:pt x="561818" y="949877"/>
                  </a:lnTo>
                  <a:lnTo>
                    <a:pt x="560763" y="949248"/>
                  </a:lnTo>
                  <a:lnTo>
                    <a:pt x="559709" y="949158"/>
                  </a:lnTo>
                  <a:lnTo>
                    <a:pt x="558742" y="948439"/>
                  </a:lnTo>
                  <a:lnTo>
                    <a:pt x="558039" y="947720"/>
                  </a:lnTo>
                  <a:lnTo>
                    <a:pt x="556282" y="947361"/>
                  </a:lnTo>
                  <a:lnTo>
                    <a:pt x="555491" y="946822"/>
                  </a:lnTo>
                  <a:lnTo>
                    <a:pt x="555228" y="946373"/>
                  </a:lnTo>
                  <a:lnTo>
                    <a:pt x="554612" y="946103"/>
                  </a:lnTo>
                  <a:lnTo>
                    <a:pt x="553822" y="946193"/>
                  </a:lnTo>
                  <a:lnTo>
                    <a:pt x="552240" y="945025"/>
                  </a:lnTo>
                  <a:lnTo>
                    <a:pt x="551098" y="944755"/>
                  </a:lnTo>
                  <a:lnTo>
                    <a:pt x="550131" y="944666"/>
                  </a:lnTo>
                  <a:lnTo>
                    <a:pt x="549340" y="944306"/>
                  </a:lnTo>
                  <a:lnTo>
                    <a:pt x="549077" y="943587"/>
                  </a:lnTo>
                  <a:lnTo>
                    <a:pt x="548022" y="943138"/>
                  </a:lnTo>
                  <a:lnTo>
                    <a:pt x="546089" y="942958"/>
                  </a:lnTo>
                  <a:lnTo>
                    <a:pt x="544508" y="941521"/>
                  </a:lnTo>
                  <a:lnTo>
                    <a:pt x="543366" y="941251"/>
                  </a:lnTo>
                  <a:lnTo>
                    <a:pt x="542135" y="941251"/>
                  </a:lnTo>
                  <a:lnTo>
                    <a:pt x="541169" y="940982"/>
                  </a:lnTo>
                  <a:lnTo>
                    <a:pt x="540115" y="939724"/>
                  </a:lnTo>
                  <a:lnTo>
                    <a:pt x="538181" y="939454"/>
                  </a:lnTo>
                  <a:lnTo>
                    <a:pt x="536863" y="938376"/>
                  </a:lnTo>
                  <a:lnTo>
                    <a:pt x="535897" y="937568"/>
                  </a:lnTo>
                  <a:lnTo>
                    <a:pt x="534843" y="937388"/>
                  </a:lnTo>
                  <a:lnTo>
                    <a:pt x="533964" y="936849"/>
                  </a:lnTo>
                  <a:lnTo>
                    <a:pt x="532646" y="935591"/>
                  </a:lnTo>
                  <a:lnTo>
                    <a:pt x="531943" y="935321"/>
                  </a:lnTo>
                  <a:lnTo>
                    <a:pt x="530010" y="935321"/>
                  </a:lnTo>
                  <a:lnTo>
                    <a:pt x="528955" y="934513"/>
                  </a:lnTo>
                  <a:lnTo>
                    <a:pt x="528077" y="933974"/>
                  </a:lnTo>
                  <a:lnTo>
                    <a:pt x="526319" y="933435"/>
                  </a:lnTo>
                  <a:lnTo>
                    <a:pt x="525001" y="931997"/>
                  </a:lnTo>
                  <a:lnTo>
                    <a:pt x="524035" y="931907"/>
                  </a:lnTo>
                  <a:lnTo>
                    <a:pt x="522717" y="930739"/>
                  </a:lnTo>
                  <a:lnTo>
                    <a:pt x="520608" y="930470"/>
                  </a:lnTo>
                  <a:lnTo>
                    <a:pt x="519642" y="930110"/>
                  </a:lnTo>
                  <a:lnTo>
                    <a:pt x="519114" y="929481"/>
                  </a:lnTo>
                  <a:lnTo>
                    <a:pt x="517621" y="929481"/>
                  </a:lnTo>
                  <a:lnTo>
                    <a:pt x="516391" y="928313"/>
                  </a:lnTo>
                  <a:lnTo>
                    <a:pt x="514897" y="928223"/>
                  </a:lnTo>
                  <a:lnTo>
                    <a:pt x="513930" y="927684"/>
                  </a:lnTo>
                  <a:lnTo>
                    <a:pt x="513315" y="926876"/>
                  </a:lnTo>
                  <a:lnTo>
                    <a:pt x="512524" y="926337"/>
                  </a:lnTo>
                  <a:lnTo>
                    <a:pt x="510504" y="925887"/>
                  </a:lnTo>
                  <a:lnTo>
                    <a:pt x="509537" y="925348"/>
                  </a:lnTo>
                  <a:lnTo>
                    <a:pt x="509098" y="924719"/>
                  </a:lnTo>
                  <a:lnTo>
                    <a:pt x="508219" y="924540"/>
                  </a:lnTo>
                  <a:lnTo>
                    <a:pt x="507692" y="924719"/>
                  </a:lnTo>
                  <a:lnTo>
                    <a:pt x="506813" y="924450"/>
                  </a:lnTo>
                  <a:lnTo>
                    <a:pt x="505407" y="923461"/>
                  </a:lnTo>
                  <a:lnTo>
                    <a:pt x="504177" y="922922"/>
                  </a:lnTo>
                  <a:lnTo>
                    <a:pt x="503298" y="922832"/>
                  </a:lnTo>
                  <a:lnTo>
                    <a:pt x="501805" y="922473"/>
                  </a:lnTo>
                  <a:lnTo>
                    <a:pt x="501102" y="921934"/>
                  </a:lnTo>
                  <a:lnTo>
                    <a:pt x="500487" y="920856"/>
                  </a:lnTo>
                  <a:lnTo>
                    <a:pt x="499169" y="920586"/>
                  </a:lnTo>
                  <a:lnTo>
                    <a:pt x="498378" y="920496"/>
                  </a:lnTo>
                  <a:lnTo>
                    <a:pt x="497148" y="919688"/>
                  </a:lnTo>
                  <a:lnTo>
                    <a:pt x="494248" y="919328"/>
                  </a:lnTo>
                  <a:lnTo>
                    <a:pt x="493370" y="918340"/>
                  </a:lnTo>
                  <a:lnTo>
                    <a:pt x="492491" y="917442"/>
                  </a:lnTo>
                  <a:lnTo>
                    <a:pt x="491349" y="917352"/>
                  </a:lnTo>
                  <a:lnTo>
                    <a:pt x="491085" y="916813"/>
                  </a:lnTo>
                  <a:lnTo>
                    <a:pt x="488713" y="915824"/>
                  </a:lnTo>
                  <a:lnTo>
                    <a:pt x="487219" y="916004"/>
                  </a:lnTo>
                  <a:lnTo>
                    <a:pt x="485989" y="914926"/>
                  </a:lnTo>
                  <a:lnTo>
                    <a:pt x="485374" y="914926"/>
                  </a:lnTo>
                  <a:lnTo>
                    <a:pt x="484056" y="914387"/>
                  </a:lnTo>
                  <a:lnTo>
                    <a:pt x="483001" y="914477"/>
                  </a:lnTo>
                  <a:lnTo>
                    <a:pt x="480629" y="913398"/>
                  </a:lnTo>
                  <a:lnTo>
                    <a:pt x="478696" y="913129"/>
                  </a:lnTo>
                  <a:lnTo>
                    <a:pt x="476939" y="912051"/>
                  </a:lnTo>
                  <a:lnTo>
                    <a:pt x="475357" y="911961"/>
                  </a:lnTo>
                  <a:lnTo>
                    <a:pt x="474303" y="911691"/>
                  </a:lnTo>
                  <a:lnTo>
                    <a:pt x="473072" y="910613"/>
                  </a:lnTo>
                  <a:lnTo>
                    <a:pt x="472194" y="910613"/>
                  </a:lnTo>
                  <a:lnTo>
                    <a:pt x="470876" y="909984"/>
                  </a:lnTo>
                  <a:lnTo>
                    <a:pt x="469382" y="909804"/>
                  </a:lnTo>
                  <a:lnTo>
                    <a:pt x="468240" y="909175"/>
                  </a:lnTo>
                  <a:lnTo>
                    <a:pt x="467449" y="908996"/>
                  </a:lnTo>
                  <a:lnTo>
                    <a:pt x="465780" y="908097"/>
                  </a:lnTo>
                  <a:lnTo>
                    <a:pt x="464110" y="907378"/>
                  </a:lnTo>
                  <a:lnTo>
                    <a:pt x="462792" y="907019"/>
                  </a:lnTo>
                  <a:lnTo>
                    <a:pt x="461913" y="907378"/>
                  </a:lnTo>
                  <a:lnTo>
                    <a:pt x="461035" y="907289"/>
                  </a:lnTo>
                  <a:lnTo>
                    <a:pt x="460420" y="906570"/>
                  </a:lnTo>
                  <a:lnTo>
                    <a:pt x="459629" y="906210"/>
                  </a:lnTo>
                  <a:lnTo>
                    <a:pt x="458135" y="906121"/>
                  </a:lnTo>
                  <a:lnTo>
                    <a:pt x="457520" y="905492"/>
                  </a:lnTo>
                  <a:lnTo>
                    <a:pt x="457256" y="904773"/>
                  </a:lnTo>
                  <a:lnTo>
                    <a:pt x="456114" y="904413"/>
                  </a:lnTo>
                  <a:lnTo>
                    <a:pt x="455411" y="904234"/>
                  </a:lnTo>
                  <a:lnTo>
                    <a:pt x="454796" y="904413"/>
                  </a:lnTo>
                  <a:lnTo>
                    <a:pt x="453654" y="904413"/>
                  </a:lnTo>
                  <a:lnTo>
                    <a:pt x="452248" y="903066"/>
                  </a:lnTo>
                  <a:lnTo>
                    <a:pt x="450666" y="902706"/>
                  </a:lnTo>
                  <a:lnTo>
                    <a:pt x="449876" y="901808"/>
                  </a:lnTo>
                  <a:lnTo>
                    <a:pt x="448909" y="901448"/>
                  </a:lnTo>
                  <a:lnTo>
                    <a:pt x="448030" y="900909"/>
                  </a:lnTo>
                  <a:lnTo>
                    <a:pt x="447415" y="900280"/>
                  </a:lnTo>
                  <a:lnTo>
                    <a:pt x="446800" y="899921"/>
                  </a:lnTo>
                  <a:lnTo>
                    <a:pt x="446010" y="900101"/>
                  </a:lnTo>
                  <a:lnTo>
                    <a:pt x="444867" y="899562"/>
                  </a:lnTo>
                  <a:lnTo>
                    <a:pt x="440913" y="897585"/>
                  </a:lnTo>
                  <a:lnTo>
                    <a:pt x="437926" y="896058"/>
                  </a:lnTo>
                  <a:lnTo>
                    <a:pt x="431512" y="892104"/>
                  </a:lnTo>
                  <a:lnTo>
                    <a:pt x="430194" y="891206"/>
                  </a:lnTo>
                  <a:lnTo>
                    <a:pt x="428876" y="890128"/>
                  </a:lnTo>
                  <a:lnTo>
                    <a:pt x="426767" y="889139"/>
                  </a:lnTo>
                  <a:lnTo>
                    <a:pt x="425185" y="887881"/>
                  </a:lnTo>
                  <a:lnTo>
                    <a:pt x="422813" y="886264"/>
                  </a:lnTo>
                  <a:lnTo>
                    <a:pt x="421319" y="885276"/>
                  </a:lnTo>
                  <a:lnTo>
                    <a:pt x="418595" y="882580"/>
                  </a:lnTo>
                  <a:lnTo>
                    <a:pt x="417717" y="882311"/>
                  </a:lnTo>
                  <a:lnTo>
                    <a:pt x="416223" y="881143"/>
                  </a:lnTo>
                  <a:lnTo>
                    <a:pt x="414553" y="880065"/>
                  </a:lnTo>
                  <a:lnTo>
                    <a:pt x="413148" y="879436"/>
                  </a:lnTo>
                  <a:lnTo>
                    <a:pt x="412532" y="878627"/>
                  </a:lnTo>
                  <a:lnTo>
                    <a:pt x="411039" y="877729"/>
                  </a:lnTo>
                  <a:lnTo>
                    <a:pt x="409896" y="876740"/>
                  </a:lnTo>
                  <a:lnTo>
                    <a:pt x="409106" y="876111"/>
                  </a:lnTo>
                  <a:lnTo>
                    <a:pt x="407876" y="875482"/>
                  </a:lnTo>
                  <a:lnTo>
                    <a:pt x="406118" y="874135"/>
                  </a:lnTo>
                  <a:lnTo>
                    <a:pt x="404537" y="873146"/>
                  </a:lnTo>
                  <a:lnTo>
                    <a:pt x="403746" y="872787"/>
                  </a:lnTo>
                  <a:lnTo>
                    <a:pt x="401988" y="871529"/>
                  </a:lnTo>
                  <a:lnTo>
                    <a:pt x="401286" y="871259"/>
                  </a:lnTo>
                  <a:lnTo>
                    <a:pt x="401110" y="870541"/>
                  </a:lnTo>
                  <a:lnTo>
                    <a:pt x="399792" y="869732"/>
                  </a:lnTo>
                  <a:lnTo>
                    <a:pt x="397419" y="868384"/>
                  </a:lnTo>
                  <a:lnTo>
                    <a:pt x="396453" y="867845"/>
                  </a:lnTo>
                  <a:lnTo>
                    <a:pt x="395047" y="866767"/>
                  </a:lnTo>
                  <a:lnTo>
                    <a:pt x="394168" y="866228"/>
                  </a:lnTo>
                  <a:lnTo>
                    <a:pt x="393641" y="865509"/>
                  </a:lnTo>
                  <a:lnTo>
                    <a:pt x="393026" y="864880"/>
                  </a:lnTo>
                  <a:lnTo>
                    <a:pt x="392323" y="864161"/>
                  </a:lnTo>
                  <a:lnTo>
                    <a:pt x="391444" y="863083"/>
                  </a:lnTo>
                  <a:lnTo>
                    <a:pt x="390917" y="862185"/>
                  </a:lnTo>
                  <a:lnTo>
                    <a:pt x="389951" y="861107"/>
                  </a:lnTo>
                  <a:lnTo>
                    <a:pt x="389599" y="860567"/>
                  </a:lnTo>
                  <a:lnTo>
                    <a:pt x="387842" y="859399"/>
                  </a:lnTo>
                  <a:lnTo>
                    <a:pt x="386612" y="858321"/>
                  </a:lnTo>
                  <a:lnTo>
                    <a:pt x="384679" y="856345"/>
                  </a:lnTo>
                  <a:lnTo>
                    <a:pt x="383273" y="855177"/>
                  </a:lnTo>
                  <a:lnTo>
                    <a:pt x="381867" y="853559"/>
                  </a:lnTo>
                  <a:lnTo>
                    <a:pt x="380637" y="852301"/>
                  </a:lnTo>
                  <a:lnTo>
                    <a:pt x="380110" y="851762"/>
                  </a:lnTo>
                  <a:lnTo>
                    <a:pt x="375541" y="850055"/>
                  </a:lnTo>
                  <a:lnTo>
                    <a:pt x="372114" y="845922"/>
                  </a:lnTo>
                  <a:lnTo>
                    <a:pt x="370532" y="844664"/>
                  </a:lnTo>
                  <a:lnTo>
                    <a:pt x="368687" y="842418"/>
                  </a:lnTo>
                  <a:lnTo>
                    <a:pt x="366403" y="839633"/>
                  </a:lnTo>
                  <a:lnTo>
                    <a:pt x="363854" y="837656"/>
                  </a:lnTo>
                  <a:lnTo>
                    <a:pt x="361306" y="834062"/>
                  </a:lnTo>
                  <a:lnTo>
                    <a:pt x="360340" y="832086"/>
                  </a:lnTo>
                  <a:lnTo>
                    <a:pt x="357704" y="829390"/>
                  </a:lnTo>
                  <a:lnTo>
                    <a:pt x="355946" y="828132"/>
                  </a:lnTo>
                  <a:lnTo>
                    <a:pt x="353486" y="825886"/>
                  </a:lnTo>
                  <a:lnTo>
                    <a:pt x="350850" y="824179"/>
                  </a:lnTo>
                  <a:lnTo>
                    <a:pt x="349620" y="822831"/>
                  </a:lnTo>
                  <a:lnTo>
                    <a:pt x="348038" y="822112"/>
                  </a:lnTo>
                  <a:lnTo>
                    <a:pt x="344524" y="818878"/>
                  </a:lnTo>
                  <a:lnTo>
                    <a:pt x="341273" y="816721"/>
                  </a:lnTo>
                  <a:lnTo>
                    <a:pt x="336967" y="813217"/>
                  </a:lnTo>
                  <a:lnTo>
                    <a:pt x="333628" y="811780"/>
                  </a:lnTo>
                  <a:lnTo>
                    <a:pt x="332662" y="809983"/>
                  </a:lnTo>
                  <a:lnTo>
                    <a:pt x="332486" y="807377"/>
                  </a:lnTo>
                  <a:lnTo>
                    <a:pt x="330992" y="805760"/>
                  </a:lnTo>
                  <a:lnTo>
                    <a:pt x="329850" y="803154"/>
                  </a:lnTo>
                  <a:lnTo>
                    <a:pt x="327566" y="802795"/>
                  </a:lnTo>
                  <a:lnTo>
                    <a:pt x="326072" y="802525"/>
                  </a:lnTo>
                  <a:lnTo>
                    <a:pt x="324051" y="800818"/>
                  </a:lnTo>
                  <a:lnTo>
                    <a:pt x="321415" y="799650"/>
                  </a:lnTo>
                  <a:lnTo>
                    <a:pt x="319658" y="799291"/>
                  </a:lnTo>
                  <a:lnTo>
                    <a:pt x="318603" y="798572"/>
                  </a:lnTo>
                  <a:lnTo>
                    <a:pt x="316670" y="796506"/>
                  </a:lnTo>
                  <a:lnTo>
                    <a:pt x="314298" y="793990"/>
                  </a:lnTo>
                  <a:lnTo>
                    <a:pt x="311398" y="792642"/>
                  </a:lnTo>
                  <a:lnTo>
                    <a:pt x="309377" y="790216"/>
                  </a:lnTo>
                  <a:lnTo>
                    <a:pt x="305599" y="788240"/>
                  </a:lnTo>
                  <a:lnTo>
                    <a:pt x="302524" y="787611"/>
                  </a:lnTo>
                  <a:lnTo>
                    <a:pt x="300239" y="785454"/>
                  </a:lnTo>
                  <a:lnTo>
                    <a:pt x="297076" y="781591"/>
                  </a:lnTo>
                  <a:lnTo>
                    <a:pt x="295494" y="779973"/>
                  </a:lnTo>
                  <a:lnTo>
                    <a:pt x="292419" y="777907"/>
                  </a:lnTo>
                  <a:lnTo>
                    <a:pt x="290574" y="776290"/>
                  </a:lnTo>
                  <a:lnTo>
                    <a:pt x="288377" y="775751"/>
                  </a:lnTo>
                  <a:lnTo>
                    <a:pt x="286268" y="774672"/>
                  </a:lnTo>
                  <a:lnTo>
                    <a:pt x="283720" y="773145"/>
                  </a:lnTo>
                  <a:lnTo>
                    <a:pt x="281963" y="770719"/>
                  </a:lnTo>
                  <a:lnTo>
                    <a:pt x="280206" y="769551"/>
                  </a:lnTo>
                  <a:lnTo>
                    <a:pt x="276339" y="766317"/>
                  </a:lnTo>
                  <a:lnTo>
                    <a:pt x="273352" y="765148"/>
                  </a:lnTo>
                  <a:lnTo>
                    <a:pt x="270980" y="762812"/>
                  </a:lnTo>
                  <a:lnTo>
                    <a:pt x="268959" y="761465"/>
                  </a:lnTo>
                  <a:lnTo>
                    <a:pt x="267641" y="761015"/>
                  </a:lnTo>
                  <a:lnTo>
                    <a:pt x="265795" y="760387"/>
                  </a:lnTo>
                  <a:lnTo>
                    <a:pt x="263862" y="759218"/>
                  </a:lnTo>
                  <a:lnTo>
                    <a:pt x="262720" y="757601"/>
                  </a:lnTo>
                  <a:lnTo>
                    <a:pt x="261754" y="757242"/>
                  </a:lnTo>
                  <a:lnTo>
                    <a:pt x="260611" y="756164"/>
                  </a:lnTo>
                  <a:lnTo>
                    <a:pt x="259206" y="755535"/>
                  </a:lnTo>
                  <a:lnTo>
                    <a:pt x="258151" y="755175"/>
                  </a:lnTo>
                  <a:lnTo>
                    <a:pt x="256570" y="753917"/>
                  </a:lnTo>
                  <a:lnTo>
                    <a:pt x="255427" y="753648"/>
                  </a:lnTo>
                  <a:lnTo>
                    <a:pt x="253758" y="752031"/>
                  </a:lnTo>
                  <a:lnTo>
                    <a:pt x="250858" y="749964"/>
                  </a:lnTo>
                  <a:lnTo>
                    <a:pt x="249101" y="748077"/>
                  </a:lnTo>
                  <a:lnTo>
                    <a:pt x="246904" y="745831"/>
                  </a:lnTo>
                  <a:lnTo>
                    <a:pt x="244883" y="744304"/>
                  </a:lnTo>
                  <a:lnTo>
                    <a:pt x="243477" y="743675"/>
                  </a:lnTo>
                  <a:lnTo>
                    <a:pt x="241720" y="742776"/>
                  </a:lnTo>
                  <a:lnTo>
                    <a:pt x="240051" y="741428"/>
                  </a:lnTo>
                  <a:lnTo>
                    <a:pt x="238030" y="739811"/>
                  </a:lnTo>
                  <a:lnTo>
                    <a:pt x="236272" y="737835"/>
                  </a:lnTo>
                  <a:lnTo>
                    <a:pt x="234779" y="736936"/>
                  </a:lnTo>
                  <a:lnTo>
                    <a:pt x="232846" y="736307"/>
                  </a:lnTo>
                  <a:lnTo>
                    <a:pt x="230473" y="734870"/>
                  </a:lnTo>
                  <a:lnTo>
                    <a:pt x="229067" y="733971"/>
                  </a:lnTo>
                  <a:lnTo>
                    <a:pt x="226783" y="732534"/>
                  </a:lnTo>
                  <a:lnTo>
                    <a:pt x="225025" y="731545"/>
                  </a:lnTo>
                  <a:lnTo>
                    <a:pt x="222389" y="729479"/>
                  </a:lnTo>
                  <a:lnTo>
                    <a:pt x="220720" y="728041"/>
                  </a:lnTo>
                  <a:lnTo>
                    <a:pt x="218699" y="726693"/>
                  </a:lnTo>
                  <a:lnTo>
                    <a:pt x="216063" y="726244"/>
                  </a:lnTo>
                  <a:lnTo>
                    <a:pt x="214306" y="724267"/>
                  </a:lnTo>
                  <a:lnTo>
                    <a:pt x="212548" y="722201"/>
                  </a:lnTo>
                  <a:lnTo>
                    <a:pt x="209122" y="720674"/>
                  </a:lnTo>
                  <a:lnTo>
                    <a:pt x="206925" y="718966"/>
                  </a:lnTo>
                  <a:lnTo>
                    <a:pt x="205607" y="716990"/>
                  </a:lnTo>
                  <a:lnTo>
                    <a:pt x="203147" y="714923"/>
                  </a:lnTo>
                  <a:lnTo>
                    <a:pt x="201565" y="713126"/>
                  </a:lnTo>
                  <a:lnTo>
                    <a:pt x="199632" y="711239"/>
                  </a:lnTo>
                  <a:lnTo>
                    <a:pt x="197348" y="709802"/>
                  </a:lnTo>
                  <a:lnTo>
                    <a:pt x="195063" y="708634"/>
                  </a:lnTo>
                  <a:lnTo>
                    <a:pt x="191373" y="707376"/>
                  </a:lnTo>
                  <a:lnTo>
                    <a:pt x="189527" y="705669"/>
                  </a:lnTo>
                  <a:lnTo>
                    <a:pt x="188649" y="703423"/>
                  </a:lnTo>
                  <a:lnTo>
                    <a:pt x="186716" y="701805"/>
                  </a:lnTo>
                  <a:lnTo>
                    <a:pt x="183465" y="699469"/>
                  </a:lnTo>
                  <a:lnTo>
                    <a:pt x="182059" y="697942"/>
                  </a:lnTo>
                  <a:lnTo>
                    <a:pt x="180389" y="695875"/>
                  </a:lnTo>
                  <a:lnTo>
                    <a:pt x="178808" y="694168"/>
                  </a:lnTo>
                  <a:lnTo>
                    <a:pt x="177841" y="693629"/>
                  </a:lnTo>
                  <a:lnTo>
                    <a:pt x="175996" y="692641"/>
                  </a:lnTo>
                  <a:lnTo>
                    <a:pt x="174502" y="691832"/>
                  </a:lnTo>
                  <a:lnTo>
                    <a:pt x="172657" y="690305"/>
                  </a:lnTo>
                  <a:lnTo>
                    <a:pt x="168264" y="688598"/>
                  </a:lnTo>
                  <a:lnTo>
                    <a:pt x="165101" y="686262"/>
                  </a:lnTo>
                  <a:lnTo>
                    <a:pt x="162992" y="684734"/>
                  </a:lnTo>
                  <a:lnTo>
                    <a:pt x="161234" y="683027"/>
                  </a:lnTo>
                  <a:lnTo>
                    <a:pt x="158071" y="681230"/>
                  </a:lnTo>
                  <a:lnTo>
                    <a:pt x="155260" y="679164"/>
                  </a:lnTo>
                  <a:lnTo>
                    <a:pt x="152887" y="677456"/>
                  </a:lnTo>
                  <a:lnTo>
                    <a:pt x="150339" y="675300"/>
                  </a:lnTo>
                  <a:lnTo>
                    <a:pt x="147791" y="673503"/>
                  </a:lnTo>
                  <a:lnTo>
                    <a:pt x="146034" y="672964"/>
                  </a:lnTo>
                  <a:lnTo>
                    <a:pt x="143485" y="671167"/>
                  </a:lnTo>
                  <a:lnTo>
                    <a:pt x="140937" y="668202"/>
                  </a:lnTo>
                  <a:lnTo>
                    <a:pt x="138477" y="667483"/>
                  </a:lnTo>
                  <a:lnTo>
                    <a:pt x="135402" y="665956"/>
                  </a:lnTo>
                  <a:lnTo>
                    <a:pt x="132854" y="664788"/>
                  </a:lnTo>
                  <a:lnTo>
                    <a:pt x="130569" y="661823"/>
                  </a:lnTo>
                  <a:lnTo>
                    <a:pt x="126176" y="659127"/>
                  </a:lnTo>
                  <a:lnTo>
                    <a:pt x="121343" y="655354"/>
                  </a:lnTo>
                  <a:lnTo>
                    <a:pt x="119586" y="653287"/>
                  </a:lnTo>
                  <a:lnTo>
                    <a:pt x="117565" y="651850"/>
                  </a:lnTo>
                  <a:lnTo>
                    <a:pt x="115456" y="650322"/>
                  </a:lnTo>
                  <a:lnTo>
                    <a:pt x="113435" y="648525"/>
                  </a:lnTo>
                  <a:lnTo>
                    <a:pt x="110360" y="645650"/>
                  </a:lnTo>
                  <a:lnTo>
                    <a:pt x="107548" y="644662"/>
                  </a:lnTo>
                  <a:lnTo>
                    <a:pt x="105703" y="642416"/>
                  </a:lnTo>
                  <a:lnTo>
                    <a:pt x="102364" y="640529"/>
                  </a:lnTo>
                  <a:lnTo>
                    <a:pt x="99113" y="638552"/>
                  </a:lnTo>
                  <a:lnTo>
                    <a:pt x="96565" y="636216"/>
                  </a:lnTo>
                  <a:lnTo>
                    <a:pt x="94720" y="635048"/>
                  </a:lnTo>
                  <a:lnTo>
                    <a:pt x="92259" y="634778"/>
                  </a:lnTo>
                  <a:lnTo>
                    <a:pt x="90502" y="633161"/>
                  </a:lnTo>
                  <a:lnTo>
                    <a:pt x="86460" y="630556"/>
                  </a:lnTo>
                  <a:lnTo>
                    <a:pt x="85318" y="629208"/>
                  </a:lnTo>
                  <a:lnTo>
                    <a:pt x="82682" y="628040"/>
                  </a:lnTo>
                  <a:lnTo>
                    <a:pt x="80661" y="626692"/>
                  </a:lnTo>
                  <a:lnTo>
                    <a:pt x="77498" y="624626"/>
                  </a:lnTo>
                  <a:lnTo>
                    <a:pt x="74335" y="622559"/>
                  </a:lnTo>
                  <a:lnTo>
                    <a:pt x="72226" y="620313"/>
                  </a:lnTo>
                  <a:lnTo>
                    <a:pt x="69150" y="618426"/>
                  </a:lnTo>
                  <a:lnTo>
                    <a:pt x="66339" y="616988"/>
                  </a:lnTo>
                  <a:lnTo>
                    <a:pt x="65021" y="616180"/>
                  </a:lnTo>
                  <a:lnTo>
                    <a:pt x="62736" y="615012"/>
                  </a:lnTo>
                  <a:lnTo>
                    <a:pt x="59924" y="613574"/>
                  </a:lnTo>
                  <a:lnTo>
                    <a:pt x="59134" y="611777"/>
                  </a:lnTo>
                  <a:lnTo>
                    <a:pt x="57376" y="611148"/>
                  </a:lnTo>
                  <a:lnTo>
                    <a:pt x="55707" y="609441"/>
                  </a:lnTo>
                  <a:lnTo>
                    <a:pt x="50523" y="607375"/>
                  </a:lnTo>
                  <a:lnTo>
                    <a:pt x="45866" y="602882"/>
                  </a:lnTo>
                  <a:lnTo>
                    <a:pt x="41736" y="600816"/>
                  </a:lnTo>
                  <a:lnTo>
                    <a:pt x="39803" y="599288"/>
                  </a:lnTo>
                  <a:lnTo>
                    <a:pt x="37782" y="597851"/>
                  </a:lnTo>
                  <a:lnTo>
                    <a:pt x="37167" y="597402"/>
                  </a:lnTo>
                  <a:lnTo>
                    <a:pt x="36288" y="597042"/>
                  </a:lnTo>
                  <a:lnTo>
                    <a:pt x="34531" y="595874"/>
                  </a:lnTo>
                  <a:lnTo>
                    <a:pt x="32246" y="594616"/>
                  </a:lnTo>
                  <a:lnTo>
                    <a:pt x="29435" y="592909"/>
                  </a:lnTo>
                  <a:lnTo>
                    <a:pt x="26447" y="591202"/>
                  </a:lnTo>
                  <a:lnTo>
                    <a:pt x="23987" y="589675"/>
                  </a:lnTo>
                  <a:lnTo>
                    <a:pt x="20824" y="587069"/>
                  </a:lnTo>
                  <a:lnTo>
                    <a:pt x="18539" y="586440"/>
                  </a:lnTo>
                  <a:lnTo>
                    <a:pt x="16958" y="584553"/>
                  </a:lnTo>
                  <a:lnTo>
                    <a:pt x="13355" y="582487"/>
                  </a:lnTo>
                  <a:lnTo>
                    <a:pt x="11246" y="581678"/>
                  </a:lnTo>
                  <a:lnTo>
                    <a:pt x="10192" y="580510"/>
                  </a:lnTo>
                  <a:lnTo>
                    <a:pt x="7029" y="578084"/>
                  </a:lnTo>
                  <a:lnTo>
                    <a:pt x="2548" y="576736"/>
                  </a:lnTo>
                  <a:lnTo>
                    <a:pt x="0" y="575479"/>
                  </a:lnTo>
                  <a:lnTo>
                    <a:pt x="17836" y="549422"/>
                  </a:lnTo>
                  <a:lnTo>
                    <a:pt x="40857" y="561911"/>
                  </a:lnTo>
                  <a:lnTo>
                    <a:pt x="44987" y="564337"/>
                  </a:lnTo>
                  <a:lnTo>
                    <a:pt x="47447" y="565775"/>
                  </a:lnTo>
                  <a:lnTo>
                    <a:pt x="49205" y="567033"/>
                  </a:lnTo>
                  <a:lnTo>
                    <a:pt x="51841" y="568740"/>
                  </a:lnTo>
                  <a:lnTo>
                    <a:pt x="56937" y="572514"/>
                  </a:lnTo>
                  <a:lnTo>
                    <a:pt x="59837" y="574850"/>
                  </a:lnTo>
                  <a:lnTo>
                    <a:pt x="60715" y="575479"/>
                  </a:lnTo>
                  <a:lnTo>
                    <a:pt x="61594" y="576107"/>
                  </a:lnTo>
                  <a:lnTo>
                    <a:pt x="63000" y="577275"/>
                  </a:lnTo>
                  <a:lnTo>
                    <a:pt x="64318" y="578354"/>
                  </a:lnTo>
                  <a:lnTo>
                    <a:pt x="64757" y="578623"/>
                  </a:lnTo>
                  <a:lnTo>
                    <a:pt x="76531" y="587878"/>
                  </a:lnTo>
                  <a:lnTo>
                    <a:pt x="91381" y="599378"/>
                  </a:lnTo>
                  <a:lnTo>
                    <a:pt x="101573" y="607465"/>
                  </a:lnTo>
                  <a:lnTo>
                    <a:pt x="106494" y="611328"/>
                  </a:lnTo>
                  <a:lnTo>
                    <a:pt x="110975" y="614652"/>
                  </a:lnTo>
                  <a:lnTo>
                    <a:pt x="111766" y="615102"/>
                  </a:lnTo>
                  <a:lnTo>
                    <a:pt x="112293" y="613574"/>
                  </a:lnTo>
                  <a:lnTo>
                    <a:pt x="112381" y="613215"/>
                  </a:lnTo>
                  <a:lnTo>
                    <a:pt x="112469" y="612945"/>
                  </a:lnTo>
                  <a:lnTo>
                    <a:pt x="112820" y="611867"/>
                  </a:lnTo>
                  <a:lnTo>
                    <a:pt x="113699" y="610519"/>
                  </a:lnTo>
                  <a:lnTo>
                    <a:pt x="114226" y="609441"/>
                  </a:lnTo>
                  <a:lnTo>
                    <a:pt x="115280" y="607644"/>
                  </a:lnTo>
                  <a:lnTo>
                    <a:pt x="115895" y="606746"/>
                  </a:lnTo>
                  <a:lnTo>
                    <a:pt x="116862" y="606027"/>
                  </a:lnTo>
                  <a:lnTo>
                    <a:pt x="117653" y="605218"/>
                  </a:lnTo>
                  <a:lnTo>
                    <a:pt x="118268" y="604500"/>
                  </a:lnTo>
                  <a:lnTo>
                    <a:pt x="118619" y="604140"/>
                  </a:lnTo>
                  <a:lnTo>
                    <a:pt x="118971" y="603601"/>
                  </a:lnTo>
                  <a:lnTo>
                    <a:pt x="119234" y="603152"/>
                  </a:lnTo>
                  <a:lnTo>
                    <a:pt x="118268" y="602343"/>
                  </a:lnTo>
                  <a:lnTo>
                    <a:pt x="117213" y="601445"/>
                  </a:lnTo>
                  <a:lnTo>
                    <a:pt x="117038" y="601265"/>
                  </a:lnTo>
                  <a:lnTo>
                    <a:pt x="116774" y="600995"/>
                  </a:lnTo>
                  <a:lnTo>
                    <a:pt x="115544" y="599917"/>
                  </a:lnTo>
                  <a:lnTo>
                    <a:pt x="112732" y="595155"/>
                  </a:lnTo>
                  <a:lnTo>
                    <a:pt x="112205" y="594167"/>
                  </a:lnTo>
                  <a:lnTo>
                    <a:pt x="112029" y="593897"/>
                  </a:lnTo>
                  <a:lnTo>
                    <a:pt x="112469" y="591561"/>
                  </a:lnTo>
                  <a:lnTo>
                    <a:pt x="112908" y="587878"/>
                  </a:lnTo>
                  <a:lnTo>
                    <a:pt x="112996" y="587338"/>
                  </a:lnTo>
                  <a:lnTo>
                    <a:pt x="113874" y="583026"/>
                  </a:lnTo>
                  <a:lnTo>
                    <a:pt x="114489" y="579791"/>
                  </a:lnTo>
                  <a:lnTo>
                    <a:pt x="114577" y="577006"/>
                  </a:lnTo>
                  <a:lnTo>
                    <a:pt x="114489" y="573142"/>
                  </a:lnTo>
                  <a:lnTo>
                    <a:pt x="114577" y="570537"/>
                  </a:lnTo>
                  <a:lnTo>
                    <a:pt x="114402" y="565595"/>
                  </a:lnTo>
                  <a:lnTo>
                    <a:pt x="118004" y="565595"/>
                  </a:lnTo>
                  <a:lnTo>
                    <a:pt x="120816" y="565505"/>
                  </a:lnTo>
                  <a:lnTo>
                    <a:pt x="122925" y="565326"/>
                  </a:lnTo>
                  <a:lnTo>
                    <a:pt x="124946" y="565056"/>
                  </a:lnTo>
                  <a:lnTo>
                    <a:pt x="125473" y="565056"/>
                  </a:lnTo>
                  <a:lnTo>
                    <a:pt x="127054" y="564787"/>
                  </a:lnTo>
                  <a:lnTo>
                    <a:pt x="127142" y="565146"/>
                  </a:lnTo>
                  <a:lnTo>
                    <a:pt x="128460" y="565415"/>
                  </a:lnTo>
                  <a:lnTo>
                    <a:pt x="132854" y="566224"/>
                  </a:lnTo>
                  <a:lnTo>
                    <a:pt x="134699" y="566584"/>
                  </a:lnTo>
                  <a:lnTo>
                    <a:pt x="137071" y="566943"/>
                  </a:lnTo>
                  <a:lnTo>
                    <a:pt x="140674" y="567392"/>
                  </a:lnTo>
                  <a:lnTo>
                    <a:pt x="142958" y="567662"/>
                  </a:lnTo>
                  <a:lnTo>
                    <a:pt x="148845" y="568380"/>
                  </a:lnTo>
                  <a:lnTo>
                    <a:pt x="154205" y="569099"/>
                  </a:lnTo>
                  <a:lnTo>
                    <a:pt x="159038" y="569728"/>
                  </a:lnTo>
                  <a:lnTo>
                    <a:pt x="164837" y="570447"/>
                  </a:lnTo>
                  <a:lnTo>
                    <a:pt x="170900" y="571256"/>
                  </a:lnTo>
                  <a:lnTo>
                    <a:pt x="171075" y="571256"/>
                  </a:lnTo>
                  <a:lnTo>
                    <a:pt x="178456" y="572334"/>
                  </a:lnTo>
                  <a:lnTo>
                    <a:pt x="186804" y="573412"/>
                  </a:lnTo>
                  <a:lnTo>
                    <a:pt x="187682" y="573502"/>
                  </a:lnTo>
                  <a:lnTo>
                    <a:pt x="193481" y="574221"/>
                  </a:lnTo>
                  <a:lnTo>
                    <a:pt x="193394" y="575748"/>
                  </a:lnTo>
                  <a:lnTo>
                    <a:pt x="192427" y="587428"/>
                  </a:lnTo>
                  <a:lnTo>
                    <a:pt x="193130" y="587608"/>
                  </a:lnTo>
                  <a:lnTo>
                    <a:pt x="201389" y="588956"/>
                  </a:lnTo>
                  <a:lnTo>
                    <a:pt x="201389" y="591921"/>
                  </a:lnTo>
                  <a:lnTo>
                    <a:pt x="202971" y="592100"/>
                  </a:lnTo>
                  <a:lnTo>
                    <a:pt x="212285" y="588417"/>
                  </a:lnTo>
                  <a:lnTo>
                    <a:pt x="217030" y="586530"/>
                  </a:lnTo>
                  <a:lnTo>
                    <a:pt x="222829" y="581498"/>
                  </a:lnTo>
                  <a:lnTo>
                    <a:pt x="224586" y="575209"/>
                  </a:lnTo>
                  <a:lnTo>
                    <a:pt x="223005" y="566763"/>
                  </a:lnTo>
                  <a:lnTo>
                    <a:pt x="220808" y="559216"/>
                  </a:lnTo>
                  <a:lnTo>
                    <a:pt x="222214" y="549333"/>
                  </a:lnTo>
                  <a:lnTo>
                    <a:pt x="231088" y="536394"/>
                  </a:lnTo>
                  <a:lnTo>
                    <a:pt x="241193" y="527499"/>
                  </a:lnTo>
                  <a:lnTo>
                    <a:pt x="250507" y="519772"/>
                  </a:lnTo>
                  <a:lnTo>
                    <a:pt x="254197" y="515460"/>
                  </a:lnTo>
                  <a:lnTo>
                    <a:pt x="255252" y="514292"/>
                  </a:lnTo>
                  <a:lnTo>
                    <a:pt x="254373" y="512854"/>
                  </a:lnTo>
                  <a:lnTo>
                    <a:pt x="252879" y="510608"/>
                  </a:lnTo>
                  <a:lnTo>
                    <a:pt x="251034" y="507194"/>
                  </a:lnTo>
                  <a:lnTo>
                    <a:pt x="250595" y="506475"/>
                  </a:lnTo>
                  <a:lnTo>
                    <a:pt x="247783" y="502342"/>
                  </a:lnTo>
                  <a:lnTo>
                    <a:pt x="245410" y="499467"/>
                  </a:lnTo>
                  <a:lnTo>
                    <a:pt x="244356" y="495244"/>
                  </a:lnTo>
                  <a:lnTo>
                    <a:pt x="243390" y="490751"/>
                  </a:lnTo>
                  <a:lnTo>
                    <a:pt x="243126" y="488954"/>
                  </a:lnTo>
                  <a:lnTo>
                    <a:pt x="242950" y="487517"/>
                  </a:lnTo>
                  <a:lnTo>
                    <a:pt x="242774" y="486439"/>
                  </a:lnTo>
                  <a:lnTo>
                    <a:pt x="242774" y="485271"/>
                  </a:lnTo>
                  <a:lnTo>
                    <a:pt x="242862" y="483024"/>
                  </a:lnTo>
                  <a:lnTo>
                    <a:pt x="242862" y="482396"/>
                  </a:lnTo>
                  <a:lnTo>
                    <a:pt x="243126" y="479970"/>
                  </a:lnTo>
                  <a:lnTo>
                    <a:pt x="243565" y="477903"/>
                  </a:lnTo>
                  <a:lnTo>
                    <a:pt x="244180" y="475567"/>
                  </a:lnTo>
                  <a:lnTo>
                    <a:pt x="244708" y="473950"/>
                  </a:lnTo>
                  <a:lnTo>
                    <a:pt x="245410" y="472153"/>
                  </a:lnTo>
                  <a:lnTo>
                    <a:pt x="246026" y="470625"/>
                  </a:lnTo>
                  <a:lnTo>
                    <a:pt x="247256" y="467391"/>
                  </a:lnTo>
                  <a:lnTo>
                    <a:pt x="247783" y="465863"/>
                  </a:lnTo>
                  <a:lnTo>
                    <a:pt x="255427" y="446007"/>
                  </a:lnTo>
                  <a:lnTo>
                    <a:pt x="256042" y="444480"/>
                  </a:lnTo>
                  <a:lnTo>
                    <a:pt x="256306" y="443671"/>
                  </a:lnTo>
                  <a:lnTo>
                    <a:pt x="256921" y="442143"/>
                  </a:lnTo>
                  <a:lnTo>
                    <a:pt x="280557" y="451308"/>
                  </a:lnTo>
                  <a:lnTo>
                    <a:pt x="283193" y="451488"/>
                  </a:lnTo>
                  <a:lnTo>
                    <a:pt x="284247" y="451218"/>
                  </a:lnTo>
                  <a:lnTo>
                    <a:pt x="286620" y="450050"/>
                  </a:lnTo>
                  <a:lnTo>
                    <a:pt x="291365" y="447175"/>
                  </a:lnTo>
                  <a:lnTo>
                    <a:pt x="308059" y="424353"/>
                  </a:lnTo>
                  <a:lnTo>
                    <a:pt x="335386" y="386258"/>
                  </a:lnTo>
                  <a:lnTo>
                    <a:pt x="339955" y="374218"/>
                  </a:lnTo>
                  <a:lnTo>
                    <a:pt x="347160" y="359393"/>
                  </a:lnTo>
                  <a:lnTo>
                    <a:pt x="355683" y="345377"/>
                  </a:lnTo>
                  <a:lnTo>
                    <a:pt x="368511" y="328934"/>
                  </a:lnTo>
                  <a:lnTo>
                    <a:pt x="383449" y="310785"/>
                  </a:lnTo>
                  <a:lnTo>
                    <a:pt x="393202" y="303597"/>
                  </a:lnTo>
                  <a:lnTo>
                    <a:pt x="447064" y="271971"/>
                  </a:lnTo>
                  <a:lnTo>
                    <a:pt x="447767" y="268826"/>
                  </a:lnTo>
                  <a:lnTo>
                    <a:pt x="446010" y="259032"/>
                  </a:lnTo>
                  <a:lnTo>
                    <a:pt x="441704" y="244836"/>
                  </a:lnTo>
                  <a:lnTo>
                    <a:pt x="437487" y="230371"/>
                  </a:lnTo>
                  <a:lnTo>
                    <a:pt x="433093" y="211413"/>
                  </a:lnTo>
                  <a:lnTo>
                    <a:pt x="437135" y="215815"/>
                  </a:lnTo>
                  <a:lnTo>
                    <a:pt x="443286" y="222105"/>
                  </a:lnTo>
                  <a:lnTo>
                    <a:pt x="449085" y="226417"/>
                  </a:lnTo>
                  <a:lnTo>
                    <a:pt x="455499" y="228214"/>
                  </a:lnTo>
                  <a:lnTo>
                    <a:pt x="464110" y="232527"/>
                  </a:lnTo>
                  <a:lnTo>
                    <a:pt x="473424" y="234414"/>
                  </a:lnTo>
                  <a:lnTo>
                    <a:pt x="482474" y="234414"/>
                  </a:lnTo>
                  <a:lnTo>
                    <a:pt x="489855" y="235133"/>
                  </a:lnTo>
                  <a:lnTo>
                    <a:pt x="493457" y="236391"/>
                  </a:lnTo>
                  <a:lnTo>
                    <a:pt x="497675" y="239625"/>
                  </a:lnTo>
                  <a:lnTo>
                    <a:pt x="501190" y="246004"/>
                  </a:lnTo>
                  <a:lnTo>
                    <a:pt x="506989" y="252384"/>
                  </a:lnTo>
                  <a:lnTo>
                    <a:pt x="511558" y="257685"/>
                  </a:lnTo>
                  <a:lnTo>
                    <a:pt x="515248" y="263974"/>
                  </a:lnTo>
                  <a:lnTo>
                    <a:pt x="526671" y="271611"/>
                  </a:lnTo>
                  <a:lnTo>
                    <a:pt x="531767" y="275834"/>
                  </a:lnTo>
                  <a:lnTo>
                    <a:pt x="535545" y="279069"/>
                  </a:lnTo>
                  <a:lnTo>
                    <a:pt x="538797" y="283561"/>
                  </a:lnTo>
                  <a:lnTo>
                    <a:pt x="539587" y="284280"/>
                  </a:lnTo>
                  <a:lnTo>
                    <a:pt x="547407" y="291198"/>
                  </a:lnTo>
                  <a:lnTo>
                    <a:pt x="552152" y="298476"/>
                  </a:lnTo>
                  <a:lnTo>
                    <a:pt x="556370" y="300722"/>
                  </a:lnTo>
                  <a:lnTo>
                    <a:pt x="566387" y="307730"/>
                  </a:lnTo>
                  <a:lnTo>
                    <a:pt x="570780" y="309976"/>
                  </a:lnTo>
                  <a:lnTo>
                    <a:pt x="571834" y="310695"/>
                  </a:lnTo>
                  <a:lnTo>
                    <a:pt x="575173" y="312852"/>
                  </a:lnTo>
                  <a:lnTo>
                    <a:pt x="581060" y="317344"/>
                  </a:lnTo>
                  <a:lnTo>
                    <a:pt x="583608" y="317883"/>
                  </a:lnTo>
                  <a:lnTo>
                    <a:pt x="591253" y="318332"/>
                  </a:lnTo>
                  <a:lnTo>
                    <a:pt x="593625" y="318871"/>
                  </a:lnTo>
                  <a:lnTo>
                    <a:pt x="597403" y="321208"/>
                  </a:lnTo>
                  <a:lnTo>
                    <a:pt x="604169" y="325251"/>
                  </a:lnTo>
                  <a:lnTo>
                    <a:pt x="608650" y="326598"/>
                  </a:lnTo>
                  <a:lnTo>
                    <a:pt x="610056" y="327138"/>
                  </a:lnTo>
                  <a:lnTo>
                    <a:pt x="608475" y="328575"/>
                  </a:lnTo>
                  <a:lnTo>
                    <a:pt x="607069" y="329833"/>
                  </a:lnTo>
                  <a:lnTo>
                    <a:pt x="606454" y="331001"/>
                  </a:lnTo>
                  <a:lnTo>
                    <a:pt x="606981" y="332528"/>
                  </a:lnTo>
                  <a:lnTo>
                    <a:pt x="606629" y="337829"/>
                  </a:lnTo>
                  <a:lnTo>
                    <a:pt x="604521" y="342322"/>
                  </a:lnTo>
                  <a:lnTo>
                    <a:pt x="597579" y="354272"/>
                  </a:lnTo>
                  <a:lnTo>
                    <a:pt x="595119" y="360022"/>
                  </a:lnTo>
                  <a:lnTo>
                    <a:pt x="593889" y="366940"/>
                  </a:lnTo>
                  <a:lnTo>
                    <a:pt x="596437" y="371253"/>
                  </a:lnTo>
                  <a:lnTo>
                    <a:pt x="601972" y="378531"/>
                  </a:lnTo>
                  <a:lnTo>
                    <a:pt x="608035" y="385090"/>
                  </a:lnTo>
                  <a:lnTo>
                    <a:pt x="609880" y="388324"/>
                  </a:lnTo>
                  <a:lnTo>
                    <a:pt x="612604" y="391918"/>
                  </a:lnTo>
                  <a:lnTo>
                    <a:pt x="631496" y="406833"/>
                  </a:lnTo>
                  <a:lnTo>
                    <a:pt x="634132" y="409079"/>
                  </a:lnTo>
                  <a:lnTo>
                    <a:pt x="638964" y="418783"/>
                  </a:lnTo>
                  <a:lnTo>
                    <a:pt x="646345" y="432979"/>
                  </a:lnTo>
                  <a:lnTo>
                    <a:pt x="646345" y="434956"/>
                  </a:lnTo>
                  <a:lnTo>
                    <a:pt x="644588" y="439268"/>
                  </a:lnTo>
                  <a:lnTo>
                    <a:pt x="644939" y="443222"/>
                  </a:lnTo>
                  <a:lnTo>
                    <a:pt x="648102" y="448073"/>
                  </a:lnTo>
                  <a:lnTo>
                    <a:pt x="657416" y="454543"/>
                  </a:lnTo>
                  <a:lnTo>
                    <a:pt x="653726" y="464426"/>
                  </a:lnTo>
                  <a:lnTo>
                    <a:pt x="647399" y="480149"/>
                  </a:lnTo>
                  <a:lnTo>
                    <a:pt x="647312" y="480329"/>
                  </a:lnTo>
                  <a:lnTo>
                    <a:pt x="646433" y="482575"/>
                  </a:lnTo>
                  <a:lnTo>
                    <a:pt x="643533" y="489583"/>
                  </a:lnTo>
                  <a:lnTo>
                    <a:pt x="645203" y="490123"/>
                  </a:lnTo>
                  <a:lnTo>
                    <a:pt x="652847" y="493177"/>
                  </a:lnTo>
                  <a:lnTo>
                    <a:pt x="654077" y="493716"/>
                  </a:lnTo>
                  <a:lnTo>
                    <a:pt x="654517" y="493896"/>
                  </a:lnTo>
                  <a:lnTo>
                    <a:pt x="655220" y="494166"/>
                  </a:lnTo>
                  <a:lnTo>
                    <a:pt x="655307" y="493806"/>
                  </a:lnTo>
                  <a:lnTo>
                    <a:pt x="658295" y="485989"/>
                  </a:lnTo>
                  <a:lnTo>
                    <a:pt x="658646" y="484732"/>
                  </a:lnTo>
                  <a:lnTo>
                    <a:pt x="659613" y="483564"/>
                  </a:lnTo>
                  <a:lnTo>
                    <a:pt x="660579" y="482396"/>
                  </a:lnTo>
                  <a:lnTo>
                    <a:pt x="664621" y="477364"/>
                  </a:lnTo>
                  <a:lnTo>
                    <a:pt x="665939" y="475926"/>
                  </a:lnTo>
                  <a:lnTo>
                    <a:pt x="671738" y="468918"/>
                  </a:lnTo>
                  <a:lnTo>
                    <a:pt x="677098" y="462449"/>
                  </a:lnTo>
                  <a:lnTo>
                    <a:pt x="677362" y="462809"/>
                  </a:lnTo>
                  <a:lnTo>
                    <a:pt x="677538" y="462988"/>
                  </a:lnTo>
                  <a:lnTo>
                    <a:pt x="678065" y="463438"/>
                  </a:lnTo>
                  <a:lnTo>
                    <a:pt x="679207" y="464426"/>
                  </a:lnTo>
                  <a:lnTo>
                    <a:pt x="681667" y="466492"/>
                  </a:lnTo>
                  <a:lnTo>
                    <a:pt x="682546" y="467211"/>
                  </a:lnTo>
                  <a:lnTo>
                    <a:pt x="683337" y="467840"/>
                  </a:lnTo>
                  <a:lnTo>
                    <a:pt x="683776" y="468200"/>
                  </a:lnTo>
                  <a:lnTo>
                    <a:pt x="684479" y="468739"/>
                  </a:lnTo>
                  <a:lnTo>
                    <a:pt x="685182" y="469098"/>
                  </a:lnTo>
                  <a:lnTo>
                    <a:pt x="686324" y="469368"/>
                  </a:lnTo>
                  <a:lnTo>
                    <a:pt x="687554" y="469637"/>
                  </a:lnTo>
                  <a:lnTo>
                    <a:pt x="688257" y="469727"/>
                  </a:lnTo>
                  <a:lnTo>
                    <a:pt x="689487" y="469817"/>
                  </a:lnTo>
                  <a:lnTo>
                    <a:pt x="690103" y="470176"/>
                  </a:lnTo>
                  <a:lnTo>
                    <a:pt x="691684" y="471254"/>
                  </a:lnTo>
                  <a:lnTo>
                    <a:pt x="691860" y="471434"/>
                  </a:lnTo>
                  <a:lnTo>
                    <a:pt x="691860" y="471704"/>
                  </a:lnTo>
                  <a:lnTo>
                    <a:pt x="691860" y="472243"/>
                  </a:lnTo>
                  <a:lnTo>
                    <a:pt x="691772" y="474848"/>
                  </a:lnTo>
                  <a:lnTo>
                    <a:pt x="691508" y="475567"/>
                  </a:lnTo>
                  <a:lnTo>
                    <a:pt x="691421" y="476106"/>
                  </a:lnTo>
                  <a:lnTo>
                    <a:pt x="691333" y="476555"/>
                  </a:lnTo>
                  <a:lnTo>
                    <a:pt x="691421" y="477184"/>
                  </a:lnTo>
                  <a:lnTo>
                    <a:pt x="691508" y="477544"/>
                  </a:lnTo>
                  <a:lnTo>
                    <a:pt x="691772" y="478173"/>
                  </a:lnTo>
                  <a:lnTo>
                    <a:pt x="693529" y="480239"/>
                  </a:lnTo>
                  <a:lnTo>
                    <a:pt x="694232" y="480958"/>
                  </a:lnTo>
                  <a:lnTo>
                    <a:pt x="694496" y="481138"/>
                  </a:lnTo>
                  <a:lnTo>
                    <a:pt x="694847" y="481228"/>
                  </a:lnTo>
                  <a:lnTo>
                    <a:pt x="695199" y="481228"/>
                  </a:lnTo>
                  <a:lnTo>
                    <a:pt x="695638" y="481228"/>
                  </a:lnTo>
                  <a:lnTo>
                    <a:pt x="696077" y="481228"/>
                  </a:lnTo>
                  <a:lnTo>
                    <a:pt x="696517" y="481407"/>
                  </a:lnTo>
                  <a:lnTo>
                    <a:pt x="696868" y="481677"/>
                  </a:lnTo>
                  <a:lnTo>
                    <a:pt x="697308" y="481946"/>
                  </a:lnTo>
                  <a:lnTo>
                    <a:pt x="697483" y="482036"/>
                  </a:lnTo>
                  <a:lnTo>
                    <a:pt x="697835" y="482126"/>
                  </a:lnTo>
                  <a:lnTo>
                    <a:pt x="698186" y="482575"/>
                  </a:lnTo>
                  <a:lnTo>
                    <a:pt x="698362" y="483024"/>
                  </a:lnTo>
                  <a:lnTo>
                    <a:pt x="698450" y="483294"/>
                  </a:lnTo>
                  <a:lnTo>
                    <a:pt x="698538" y="483564"/>
                  </a:lnTo>
                  <a:lnTo>
                    <a:pt x="698713" y="484103"/>
                  </a:lnTo>
                  <a:lnTo>
                    <a:pt x="698801" y="484282"/>
                  </a:lnTo>
                  <a:lnTo>
                    <a:pt x="698889" y="484552"/>
                  </a:lnTo>
                  <a:lnTo>
                    <a:pt x="698889" y="484821"/>
                  </a:lnTo>
                  <a:lnTo>
                    <a:pt x="699153" y="485450"/>
                  </a:lnTo>
                  <a:lnTo>
                    <a:pt x="699856" y="485989"/>
                  </a:lnTo>
                  <a:lnTo>
                    <a:pt x="701086" y="487337"/>
                  </a:lnTo>
                  <a:lnTo>
                    <a:pt x="701174" y="487517"/>
                  </a:lnTo>
                  <a:lnTo>
                    <a:pt x="701349" y="487786"/>
                  </a:lnTo>
                  <a:lnTo>
                    <a:pt x="701613" y="488146"/>
                  </a:lnTo>
                  <a:lnTo>
                    <a:pt x="702140" y="488595"/>
                  </a:lnTo>
                  <a:lnTo>
                    <a:pt x="702492" y="488595"/>
                  </a:lnTo>
                  <a:lnTo>
                    <a:pt x="704073" y="488865"/>
                  </a:lnTo>
                  <a:lnTo>
                    <a:pt x="704600" y="489044"/>
                  </a:lnTo>
                  <a:lnTo>
                    <a:pt x="705040" y="489044"/>
                  </a:lnTo>
                  <a:lnTo>
                    <a:pt x="705479" y="489044"/>
                  </a:lnTo>
                  <a:lnTo>
                    <a:pt x="705831" y="489134"/>
                  </a:lnTo>
                  <a:lnTo>
                    <a:pt x="706006" y="489224"/>
                  </a:lnTo>
                  <a:lnTo>
                    <a:pt x="706270" y="489404"/>
                  </a:lnTo>
                  <a:lnTo>
                    <a:pt x="706973" y="489673"/>
                  </a:lnTo>
                  <a:lnTo>
                    <a:pt x="707412" y="490033"/>
                  </a:lnTo>
                  <a:lnTo>
                    <a:pt x="707676" y="490392"/>
                  </a:lnTo>
                  <a:lnTo>
                    <a:pt x="708115" y="490751"/>
                  </a:lnTo>
                  <a:lnTo>
                    <a:pt x="711454" y="482935"/>
                  </a:lnTo>
                  <a:lnTo>
                    <a:pt x="713914" y="476286"/>
                  </a:lnTo>
                  <a:lnTo>
                    <a:pt x="714705" y="472333"/>
                  </a:lnTo>
                  <a:lnTo>
                    <a:pt x="718044" y="468649"/>
                  </a:lnTo>
                  <a:lnTo>
                    <a:pt x="720416" y="466133"/>
                  </a:lnTo>
                  <a:lnTo>
                    <a:pt x="724195" y="462090"/>
                  </a:lnTo>
                  <a:lnTo>
                    <a:pt x="728939" y="458316"/>
                  </a:lnTo>
                  <a:lnTo>
                    <a:pt x="731663" y="456160"/>
                  </a:lnTo>
                  <a:lnTo>
                    <a:pt x="734739" y="452296"/>
                  </a:lnTo>
                  <a:lnTo>
                    <a:pt x="738341" y="444390"/>
                  </a:lnTo>
                  <a:lnTo>
                    <a:pt x="742471" y="440975"/>
                  </a:lnTo>
                  <a:lnTo>
                    <a:pt x="747655" y="438999"/>
                  </a:lnTo>
                  <a:lnTo>
                    <a:pt x="749852" y="439628"/>
                  </a:lnTo>
                  <a:lnTo>
                    <a:pt x="752312" y="443042"/>
                  </a:lnTo>
                  <a:lnTo>
                    <a:pt x="755036" y="446097"/>
                  </a:lnTo>
                  <a:lnTo>
                    <a:pt x="758287" y="449331"/>
                  </a:lnTo>
                  <a:lnTo>
                    <a:pt x="761099" y="452027"/>
                  </a:lnTo>
                  <a:lnTo>
                    <a:pt x="761626" y="452206"/>
                  </a:lnTo>
                  <a:lnTo>
                    <a:pt x="763295" y="452746"/>
                  </a:lnTo>
                  <a:lnTo>
                    <a:pt x="764965" y="453195"/>
                  </a:lnTo>
                  <a:lnTo>
                    <a:pt x="768392" y="453105"/>
                  </a:lnTo>
                  <a:lnTo>
                    <a:pt x="770500" y="454632"/>
                  </a:lnTo>
                  <a:lnTo>
                    <a:pt x="772609" y="457418"/>
                  </a:lnTo>
                  <a:lnTo>
                    <a:pt x="777178" y="467121"/>
                  </a:lnTo>
                  <a:lnTo>
                    <a:pt x="779814" y="473051"/>
                  </a:lnTo>
                  <a:lnTo>
                    <a:pt x="781044" y="477903"/>
                  </a:lnTo>
                  <a:lnTo>
                    <a:pt x="781923" y="482396"/>
                  </a:lnTo>
                  <a:lnTo>
                    <a:pt x="782889" y="485540"/>
                  </a:lnTo>
                  <a:lnTo>
                    <a:pt x="787634" y="490123"/>
                  </a:lnTo>
                  <a:lnTo>
                    <a:pt x="791852" y="493806"/>
                  </a:lnTo>
                  <a:lnTo>
                    <a:pt x="795015" y="496771"/>
                  </a:lnTo>
                  <a:lnTo>
                    <a:pt x="799584" y="496592"/>
                  </a:lnTo>
                  <a:lnTo>
                    <a:pt x="813555" y="488326"/>
                  </a:lnTo>
                  <a:lnTo>
                    <a:pt x="826032" y="481048"/>
                  </a:lnTo>
                  <a:lnTo>
                    <a:pt x="851953" y="468020"/>
                  </a:lnTo>
                  <a:lnTo>
                    <a:pt x="854676" y="464336"/>
                  </a:lnTo>
                  <a:lnTo>
                    <a:pt x="852304" y="452476"/>
                  </a:lnTo>
                  <a:lnTo>
                    <a:pt x="847647" y="439897"/>
                  </a:lnTo>
                  <a:lnTo>
                    <a:pt x="847823" y="439089"/>
                  </a:lnTo>
                  <a:lnTo>
                    <a:pt x="849404" y="432799"/>
                  </a:lnTo>
                  <a:lnTo>
                    <a:pt x="849141" y="431541"/>
                  </a:lnTo>
                  <a:lnTo>
                    <a:pt x="848262" y="427139"/>
                  </a:lnTo>
                  <a:lnTo>
                    <a:pt x="842111" y="421119"/>
                  </a:lnTo>
                  <a:lnTo>
                    <a:pt x="842199" y="418873"/>
                  </a:lnTo>
                  <a:lnTo>
                    <a:pt x="842287" y="414830"/>
                  </a:lnTo>
                  <a:lnTo>
                    <a:pt x="848350" y="410247"/>
                  </a:lnTo>
                  <a:lnTo>
                    <a:pt x="851865" y="406294"/>
                  </a:lnTo>
                  <a:lnTo>
                    <a:pt x="852919" y="400544"/>
                  </a:lnTo>
                  <a:lnTo>
                    <a:pt x="853271" y="397489"/>
                  </a:lnTo>
                  <a:lnTo>
                    <a:pt x="853446" y="395782"/>
                  </a:lnTo>
                  <a:lnTo>
                    <a:pt x="853095" y="392727"/>
                  </a:lnTo>
                  <a:lnTo>
                    <a:pt x="851513" y="391469"/>
                  </a:lnTo>
                  <a:lnTo>
                    <a:pt x="849053" y="390121"/>
                  </a:lnTo>
                  <a:lnTo>
                    <a:pt x="847559" y="388414"/>
                  </a:lnTo>
                  <a:lnTo>
                    <a:pt x="847296" y="386168"/>
                  </a:lnTo>
                  <a:lnTo>
                    <a:pt x="846768" y="381676"/>
                  </a:lnTo>
                  <a:lnTo>
                    <a:pt x="846768" y="373859"/>
                  </a:lnTo>
                  <a:lnTo>
                    <a:pt x="840530" y="363886"/>
                  </a:lnTo>
                  <a:lnTo>
                    <a:pt x="837894" y="358495"/>
                  </a:lnTo>
                  <a:lnTo>
                    <a:pt x="837542" y="356518"/>
                  </a:lnTo>
                  <a:lnTo>
                    <a:pt x="839563" y="355260"/>
                  </a:lnTo>
                  <a:lnTo>
                    <a:pt x="840618" y="354541"/>
                  </a:lnTo>
                  <a:lnTo>
                    <a:pt x="844923" y="351486"/>
                  </a:lnTo>
                  <a:lnTo>
                    <a:pt x="843429" y="347353"/>
                  </a:lnTo>
                  <a:lnTo>
                    <a:pt x="838597" y="337560"/>
                  </a:lnTo>
                  <a:lnTo>
                    <a:pt x="837630" y="335763"/>
                  </a:lnTo>
                  <a:lnTo>
                    <a:pt x="835785" y="331540"/>
                  </a:lnTo>
                  <a:lnTo>
                    <a:pt x="834994" y="329923"/>
                  </a:lnTo>
                  <a:lnTo>
                    <a:pt x="834291" y="328485"/>
                  </a:lnTo>
                  <a:lnTo>
                    <a:pt x="834116" y="328306"/>
                  </a:lnTo>
                  <a:lnTo>
                    <a:pt x="832973" y="327946"/>
                  </a:lnTo>
                  <a:lnTo>
                    <a:pt x="832183" y="328036"/>
                  </a:lnTo>
                  <a:lnTo>
                    <a:pt x="831743" y="327856"/>
                  </a:lnTo>
                  <a:lnTo>
                    <a:pt x="832358" y="326778"/>
                  </a:lnTo>
                  <a:lnTo>
                    <a:pt x="834994" y="322825"/>
                  </a:lnTo>
                  <a:lnTo>
                    <a:pt x="836839" y="319860"/>
                  </a:lnTo>
                  <a:lnTo>
                    <a:pt x="839827" y="317524"/>
                  </a:lnTo>
                  <a:lnTo>
                    <a:pt x="843166" y="317164"/>
                  </a:lnTo>
                  <a:lnTo>
                    <a:pt x="845714" y="314110"/>
                  </a:lnTo>
                  <a:lnTo>
                    <a:pt x="847296" y="312762"/>
                  </a:lnTo>
                  <a:lnTo>
                    <a:pt x="847999" y="311953"/>
                  </a:lnTo>
                  <a:lnTo>
                    <a:pt x="848701" y="311234"/>
                  </a:lnTo>
                  <a:lnTo>
                    <a:pt x="849053" y="310246"/>
                  </a:lnTo>
                  <a:lnTo>
                    <a:pt x="849492" y="309437"/>
                  </a:lnTo>
                  <a:lnTo>
                    <a:pt x="849844" y="308629"/>
                  </a:lnTo>
                  <a:lnTo>
                    <a:pt x="850283" y="307730"/>
                  </a:lnTo>
                  <a:lnTo>
                    <a:pt x="850898" y="307011"/>
                  </a:lnTo>
                  <a:lnTo>
                    <a:pt x="851689" y="306293"/>
                  </a:lnTo>
                  <a:lnTo>
                    <a:pt x="852480" y="305664"/>
                  </a:lnTo>
                  <a:lnTo>
                    <a:pt x="853183" y="305125"/>
                  </a:lnTo>
                  <a:lnTo>
                    <a:pt x="853973" y="304675"/>
                  </a:lnTo>
                  <a:lnTo>
                    <a:pt x="854764" y="304136"/>
                  </a:lnTo>
                  <a:lnTo>
                    <a:pt x="855555" y="303597"/>
                  </a:lnTo>
                  <a:lnTo>
                    <a:pt x="856346" y="303148"/>
                  </a:lnTo>
                  <a:lnTo>
                    <a:pt x="857312" y="302699"/>
                  </a:lnTo>
                  <a:lnTo>
                    <a:pt x="858191" y="302160"/>
                  </a:lnTo>
                  <a:lnTo>
                    <a:pt x="859070" y="301710"/>
                  </a:lnTo>
                  <a:lnTo>
                    <a:pt x="859860" y="301171"/>
                  </a:lnTo>
                  <a:lnTo>
                    <a:pt x="860651" y="300542"/>
                  </a:lnTo>
                  <a:lnTo>
                    <a:pt x="861442" y="300003"/>
                  </a:lnTo>
                  <a:lnTo>
                    <a:pt x="862233" y="299554"/>
                  </a:lnTo>
                  <a:lnTo>
                    <a:pt x="863024" y="299105"/>
                  </a:lnTo>
                  <a:lnTo>
                    <a:pt x="863814" y="298656"/>
                  </a:lnTo>
                  <a:lnTo>
                    <a:pt x="864693" y="298116"/>
                  </a:lnTo>
                  <a:lnTo>
                    <a:pt x="865572" y="297488"/>
                  </a:lnTo>
                  <a:lnTo>
                    <a:pt x="866275" y="296769"/>
                  </a:lnTo>
                  <a:lnTo>
                    <a:pt x="867066" y="296320"/>
                  </a:lnTo>
                  <a:lnTo>
                    <a:pt x="867856" y="295870"/>
                  </a:lnTo>
                  <a:lnTo>
                    <a:pt x="868735" y="295151"/>
                  </a:lnTo>
                  <a:lnTo>
                    <a:pt x="869965" y="294612"/>
                  </a:lnTo>
                  <a:lnTo>
                    <a:pt x="871020" y="294163"/>
                  </a:lnTo>
                  <a:lnTo>
                    <a:pt x="871810" y="293804"/>
                  </a:lnTo>
                  <a:lnTo>
                    <a:pt x="872601" y="293444"/>
                  </a:lnTo>
                  <a:lnTo>
                    <a:pt x="873480" y="293085"/>
                  </a:lnTo>
                  <a:lnTo>
                    <a:pt x="874271" y="292726"/>
                  </a:lnTo>
                  <a:lnTo>
                    <a:pt x="875149" y="292456"/>
                  </a:lnTo>
                  <a:lnTo>
                    <a:pt x="875940" y="292366"/>
                  </a:lnTo>
                  <a:lnTo>
                    <a:pt x="876819" y="292276"/>
                  </a:lnTo>
                  <a:lnTo>
                    <a:pt x="877785" y="292097"/>
                  </a:lnTo>
                  <a:lnTo>
                    <a:pt x="878752" y="291917"/>
                  </a:lnTo>
                  <a:lnTo>
                    <a:pt x="879718" y="291737"/>
                  </a:lnTo>
                  <a:lnTo>
                    <a:pt x="880685" y="291468"/>
                  </a:lnTo>
                  <a:lnTo>
                    <a:pt x="881651" y="291198"/>
                  </a:lnTo>
                  <a:lnTo>
                    <a:pt x="882706" y="291018"/>
                  </a:lnTo>
                  <a:lnTo>
                    <a:pt x="883584" y="290929"/>
                  </a:lnTo>
                  <a:lnTo>
                    <a:pt x="884463" y="290659"/>
                  </a:lnTo>
                  <a:lnTo>
                    <a:pt x="885693" y="290390"/>
                  </a:lnTo>
                  <a:lnTo>
                    <a:pt x="886660" y="290030"/>
                  </a:lnTo>
                  <a:lnTo>
                    <a:pt x="887538" y="289581"/>
                  </a:lnTo>
                  <a:lnTo>
                    <a:pt x="888329" y="289132"/>
                  </a:lnTo>
                  <a:lnTo>
                    <a:pt x="889296" y="288682"/>
                  </a:lnTo>
                  <a:lnTo>
                    <a:pt x="890438" y="288143"/>
                  </a:lnTo>
                  <a:lnTo>
                    <a:pt x="891141" y="287604"/>
                  </a:lnTo>
                  <a:lnTo>
                    <a:pt x="891932" y="287155"/>
                  </a:lnTo>
                  <a:lnTo>
                    <a:pt x="892635" y="286706"/>
                  </a:lnTo>
                  <a:lnTo>
                    <a:pt x="893513" y="286167"/>
                  </a:lnTo>
                  <a:lnTo>
                    <a:pt x="894392" y="285628"/>
                  </a:lnTo>
                  <a:lnTo>
                    <a:pt x="895271" y="284909"/>
                  </a:lnTo>
                  <a:lnTo>
                    <a:pt x="896149" y="284280"/>
                  </a:lnTo>
                  <a:lnTo>
                    <a:pt x="897028" y="283651"/>
                  </a:lnTo>
                  <a:lnTo>
                    <a:pt x="897819" y="283381"/>
                  </a:lnTo>
                  <a:lnTo>
                    <a:pt x="898961" y="282932"/>
                  </a:lnTo>
                  <a:lnTo>
                    <a:pt x="900103" y="282663"/>
                  </a:lnTo>
                  <a:lnTo>
                    <a:pt x="901158" y="282483"/>
                  </a:lnTo>
                  <a:lnTo>
                    <a:pt x="902124" y="282393"/>
                  </a:lnTo>
                  <a:lnTo>
                    <a:pt x="903091" y="282393"/>
                  </a:lnTo>
                  <a:lnTo>
                    <a:pt x="903969" y="282393"/>
                  </a:lnTo>
                  <a:lnTo>
                    <a:pt x="904936" y="282303"/>
                  </a:lnTo>
                  <a:lnTo>
                    <a:pt x="905903" y="282303"/>
                  </a:lnTo>
                  <a:lnTo>
                    <a:pt x="906869" y="282303"/>
                  </a:lnTo>
                  <a:lnTo>
                    <a:pt x="907836" y="282303"/>
                  </a:lnTo>
                  <a:lnTo>
                    <a:pt x="908714" y="282483"/>
                  </a:lnTo>
                  <a:lnTo>
                    <a:pt x="909593" y="282483"/>
                  </a:lnTo>
                  <a:lnTo>
                    <a:pt x="910472" y="282483"/>
                  </a:lnTo>
                  <a:lnTo>
                    <a:pt x="911262" y="282752"/>
                  </a:lnTo>
                  <a:lnTo>
                    <a:pt x="912141" y="282842"/>
                  </a:lnTo>
                  <a:lnTo>
                    <a:pt x="913020" y="282932"/>
                  </a:lnTo>
                  <a:lnTo>
                    <a:pt x="913898" y="283022"/>
                  </a:lnTo>
                  <a:lnTo>
                    <a:pt x="914953" y="283112"/>
                  </a:lnTo>
                  <a:lnTo>
                    <a:pt x="915831" y="283202"/>
                  </a:lnTo>
                  <a:lnTo>
                    <a:pt x="916798" y="283202"/>
                  </a:lnTo>
                  <a:lnTo>
                    <a:pt x="917764" y="283292"/>
                  </a:lnTo>
                  <a:lnTo>
                    <a:pt x="918643" y="283381"/>
                  </a:lnTo>
                  <a:lnTo>
                    <a:pt x="919522" y="283381"/>
                  </a:lnTo>
                  <a:lnTo>
                    <a:pt x="920313" y="283381"/>
                  </a:lnTo>
                  <a:lnTo>
                    <a:pt x="921191" y="283471"/>
                  </a:lnTo>
                  <a:lnTo>
                    <a:pt x="922685" y="283561"/>
                  </a:lnTo>
                  <a:lnTo>
                    <a:pt x="923652" y="283471"/>
                  </a:lnTo>
                  <a:lnTo>
                    <a:pt x="924706" y="283381"/>
                  </a:lnTo>
                  <a:lnTo>
                    <a:pt x="925585" y="283112"/>
                  </a:lnTo>
                  <a:lnTo>
                    <a:pt x="926639" y="283292"/>
                  </a:lnTo>
                  <a:lnTo>
                    <a:pt x="927430" y="283381"/>
                  </a:lnTo>
                  <a:lnTo>
                    <a:pt x="928396" y="283471"/>
                  </a:lnTo>
                  <a:lnTo>
                    <a:pt x="929363" y="283561"/>
                  </a:lnTo>
                  <a:lnTo>
                    <a:pt x="930417" y="283741"/>
                  </a:lnTo>
                  <a:lnTo>
                    <a:pt x="931384" y="283920"/>
                  </a:lnTo>
                  <a:lnTo>
                    <a:pt x="932350" y="284100"/>
                  </a:lnTo>
                  <a:lnTo>
                    <a:pt x="933405" y="284280"/>
                  </a:lnTo>
                  <a:lnTo>
                    <a:pt x="934371" y="284190"/>
                  </a:lnTo>
                  <a:lnTo>
                    <a:pt x="935250" y="284010"/>
                  </a:lnTo>
                  <a:lnTo>
                    <a:pt x="936216" y="283920"/>
                  </a:lnTo>
                  <a:lnTo>
                    <a:pt x="937183" y="284010"/>
                  </a:lnTo>
                  <a:lnTo>
                    <a:pt x="938237" y="283920"/>
                  </a:lnTo>
                  <a:lnTo>
                    <a:pt x="939380" y="283741"/>
                  </a:lnTo>
                  <a:lnTo>
                    <a:pt x="940522" y="283651"/>
                  </a:lnTo>
                  <a:lnTo>
                    <a:pt x="941576" y="283561"/>
                  </a:lnTo>
                  <a:lnTo>
                    <a:pt x="942719" y="283471"/>
                  </a:lnTo>
                  <a:lnTo>
                    <a:pt x="943949" y="283471"/>
                  </a:lnTo>
                  <a:lnTo>
                    <a:pt x="945179" y="283292"/>
                  </a:lnTo>
                  <a:lnTo>
                    <a:pt x="946321" y="283112"/>
                  </a:lnTo>
                  <a:lnTo>
                    <a:pt x="947463" y="283112"/>
                  </a:lnTo>
                  <a:lnTo>
                    <a:pt x="948606" y="283022"/>
                  </a:lnTo>
                  <a:lnTo>
                    <a:pt x="949660" y="283022"/>
                  </a:lnTo>
                  <a:lnTo>
                    <a:pt x="950714" y="282932"/>
                  </a:lnTo>
                  <a:lnTo>
                    <a:pt x="951769" y="282842"/>
                  </a:lnTo>
                  <a:lnTo>
                    <a:pt x="952823" y="282752"/>
                  </a:lnTo>
                  <a:lnTo>
                    <a:pt x="953702" y="282573"/>
                  </a:lnTo>
                  <a:lnTo>
                    <a:pt x="954581" y="282483"/>
                  </a:lnTo>
                  <a:lnTo>
                    <a:pt x="955459" y="282213"/>
                  </a:lnTo>
                  <a:lnTo>
                    <a:pt x="956514" y="281944"/>
                  </a:lnTo>
                  <a:lnTo>
                    <a:pt x="957656" y="281764"/>
                  </a:lnTo>
                  <a:lnTo>
                    <a:pt x="958710" y="281405"/>
                  </a:lnTo>
                  <a:lnTo>
                    <a:pt x="959765" y="281135"/>
                  </a:lnTo>
                  <a:lnTo>
                    <a:pt x="960731" y="280596"/>
                  </a:lnTo>
                  <a:lnTo>
                    <a:pt x="961873" y="280237"/>
                  </a:lnTo>
                  <a:lnTo>
                    <a:pt x="962928" y="279877"/>
                  </a:lnTo>
                  <a:lnTo>
                    <a:pt x="963982" y="279428"/>
                  </a:lnTo>
                  <a:lnTo>
                    <a:pt x="965037" y="279069"/>
                  </a:lnTo>
                  <a:lnTo>
                    <a:pt x="966179" y="278709"/>
                  </a:lnTo>
                  <a:lnTo>
                    <a:pt x="967145" y="278440"/>
                  </a:lnTo>
                  <a:lnTo>
                    <a:pt x="968024" y="278080"/>
                  </a:lnTo>
                  <a:lnTo>
                    <a:pt x="968991" y="277811"/>
                  </a:lnTo>
                  <a:lnTo>
                    <a:pt x="969957" y="277362"/>
                  </a:lnTo>
                  <a:lnTo>
                    <a:pt x="970836" y="277002"/>
                  </a:lnTo>
                  <a:lnTo>
                    <a:pt x="971802" y="276553"/>
                  </a:lnTo>
                  <a:lnTo>
                    <a:pt x="972769" y="276283"/>
                  </a:lnTo>
                  <a:lnTo>
                    <a:pt x="973648" y="276014"/>
                  </a:lnTo>
                  <a:lnTo>
                    <a:pt x="974438" y="275744"/>
                  </a:lnTo>
                  <a:lnTo>
                    <a:pt x="975141" y="275654"/>
                  </a:lnTo>
                  <a:lnTo>
                    <a:pt x="976108" y="275295"/>
                  </a:lnTo>
                  <a:lnTo>
                    <a:pt x="976986" y="274936"/>
                  </a:lnTo>
                  <a:lnTo>
                    <a:pt x="977953" y="274936"/>
                  </a:lnTo>
                  <a:lnTo>
                    <a:pt x="978920" y="274936"/>
                  </a:lnTo>
                  <a:lnTo>
                    <a:pt x="979798" y="274756"/>
                  </a:lnTo>
                  <a:lnTo>
                    <a:pt x="980589" y="274397"/>
                  </a:lnTo>
                  <a:lnTo>
                    <a:pt x="981380" y="274037"/>
                  </a:lnTo>
                  <a:lnTo>
                    <a:pt x="982258" y="273588"/>
                  </a:lnTo>
                  <a:lnTo>
                    <a:pt x="983049" y="273228"/>
                  </a:lnTo>
                  <a:lnTo>
                    <a:pt x="983928" y="272869"/>
                  </a:lnTo>
                  <a:lnTo>
                    <a:pt x="984807" y="272330"/>
                  </a:lnTo>
                  <a:lnTo>
                    <a:pt x="985597" y="271701"/>
                  </a:lnTo>
                  <a:lnTo>
                    <a:pt x="986476" y="271072"/>
                  </a:lnTo>
                  <a:lnTo>
                    <a:pt x="987267" y="270353"/>
                  </a:lnTo>
                  <a:lnTo>
                    <a:pt x="988058" y="269545"/>
                  </a:lnTo>
                  <a:lnTo>
                    <a:pt x="988761" y="268736"/>
                  </a:lnTo>
                  <a:lnTo>
                    <a:pt x="989639" y="268107"/>
                  </a:lnTo>
                  <a:lnTo>
                    <a:pt x="990606" y="267568"/>
                  </a:lnTo>
                  <a:lnTo>
                    <a:pt x="991484" y="267119"/>
                  </a:lnTo>
                  <a:lnTo>
                    <a:pt x="992363" y="266580"/>
                  </a:lnTo>
                  <a:lnTo>
                    <a:pt x="993242" y="265951"/>
                  </a:lnTo>
                  <a:lnTo>
                    <a:pt x="994120" y="265502"/>
                  </a:lnTo>
                  <a:lnTo>
                    <a:pt x="994911" y="264873"/>
                  </a:lnTo>
                  <a:lnTo>
                    <a:pt x="995790" y="264154"/>
                  </a:lnTo>
                  <a:lnTo>
                    <a:pt x="996581" y="263345"/>
                  </a:lnTo>
                  <a:lnTo>
                    <a:pt x="997459" y="262537"/>
                  </a:lnTo>
                  <a:lnTo>
                    <a:pt x="998250" y="261728"/>
                  </a:lnTo>
                  <a:lnTo>
                    <a:pt x="999217" y="261009"/>
                  </a:lnTo>
                  <a:lnTo>
                    <a:pt x="1000271" y="260290"/>
                  </a:lnTo>
                  <a:lnTo>
                    <a:pt x="1001238" y="259482"/>
                  </a:lnTo>
                  <a:lnTo>
                    <a:pt x="1002116" y="258673"/>
                  </a:lnTo>
                  <a:lnTo>
                    <a:pt x="1003083" y="257775"/>
                  </a:lnTo>
                  <a:lnTo>
                    <a:pt x="1004049" y="256876"/>
                  </a:lnTo>
                  <a:lnTo>
                    <a:pt x="1004928" y="256067"/>
                  </a:lnTo>
                  <a:lnTo>
                    <a:pt x="1005982" y="255169"/>
                  </a:lnTo>
                  <a:lnTo>
                    <a:pt x="1006861" y="254450"/>
                  </a:lnTo>
                  <a:lnTo>
                    <a:pt x="1007828" y="253642"/>
                  </a:lnTo>
                  <a:lnTo>
                    <a:pt x="1008706" y="252923"/>
                  </a:lnTo>
                  <a:lnTo>
                    <a:pt x="1009497" y="252384"/>
                  </a:lnTo>
                  <a:lnTo>
                    <a:pt x="1010376" y="251755"/>
                  </a:lnTo>
                  <a:lnTo>
                    <a:pt x="1011342" y="251036"/>
                  </a:lnTo>
                  <a:lnTo>
                    <a:pt x="1012309" y="250227"/>
                  </a:lnTo>
                  <a:lnTo>
                    <a:pt x="1013100" y="249509"/>
                  </a:lnTo>
                  <a:lnTo>
                    <a:pt x="1014945" y="248071"/>
                  </a:lnTo>
                  <a:lnTo>
                    <a:pt x="1018020" y="245375"/>
                  </a:lnTo>
                  <a:lnTo>
                    <a:pt x="1019777" y="243758"/>
                  </a:lnTo>
                  <a:lnTo>
                    <a:pt x="1021447" y="241692"/>
                  </a:lnTo>
                  <a:lnTo>
                    <a:pt x="1022677" y="240074"/>
                  </a:lnTo>
                  <a:lnTo>
                    <a:pt x="1023731" y="238367"/>
                  </a:lnTo>
                  <a:lnTo>
                    <a:pt x="1024874" y="236750"/>
                  </a:lnTo>
                  <a:lnTo>
                    <a:pt x="1028125" y="233336"/>
                  </a:lnTo>
                  <a:lnTo>
                    <a:pt x="1043238" y="216175"/>
                  </a:lnTo>
                  <a:lnTo>
                    <a:pt x="1047104" y="211233"/>
                  </a:lnTo>
                  <a:lnTo>
                    <a:pt x="1050267" y="207819"/>
                  </a:lnTo>
                  <a:lnTo>
                    <a:pt x="1052903" y="205213"/>
                  </a:lnTo>
                  <a:lnTo>
                    <a:pt x="1056769" y="201619"/>
                  </a:lnTo>
                  <a:lnTo>
                    <a:pt x="1063359" y="195869"/>
                  </a:lnTo>
                  <a:lnTo>
                    <a:pt x="1066698" y="192275"/>
                  </a:lnTo>
                  <a:lnTo>
                    <a:pt x="1069686" y="188861"/>
                  </a:lnTo>
                  <a:lnTo>
                    <a:pt x="1071355" y="186076"/>
                  </a:lnTo>
                  <a:lnTo>
                    <a:pt x="1072673" y="183200"/>
                  </a:lnTo>
                  <a:lnTo>
                    <a:pt x="1073464" y="179876"/>
                  </a:lnTo>
                  <a:lnTo>
                    <a:pt x="1074167" y="176552"/>
                  </a:lnTo>
                  <a:lnTo>
                    <a:pt x="1074782" y="172239"/>
                  </a:lnTo>
                  <a:lnTo>
                    <a:pt x="1075309" y="168645"/>
                  </a:lnTo>
                  <a:lnTo>
                    <a:pt x="1075573" y="167387"/>
                  </a:lnTo>
                  <a:lnTo>
                    <a:pt x="1075924" y="166219"/>
                  </a:lnTo>
                  <a:lnTo>
                    <a:pt x="1076451" y="165051"/>
                  </a:lnTo>
                  <a:lnTo>
                    <a:pt x="1078384" y="161727"/>
                  </a:lnTo>
                  <a:lnTo>
                    <a:pt x="1083481" y="152742"/>
                  </a:lnTo>
                  <a:lnTo>
                    <a:pt x="1086820" y="146273"/>
                  </a:lnTo>
                  <a:lnTo>
                    <a:pt x="1087698" y="144476"/>
                  </a:lnTo>
                  <a:lnTo>
                    <a:pt x="1088665" y="143128"/>
                  </a:lnTo>
                  <a:lnTo>
                    <a:pt x="1089895" y="141780"/>
                  </a:lnTo>
                  <a:lnTo>
                    <a:pt x="1092267" y="139714"/>
                  </a:lnTo>
                  <a:lnTo>
                    <a:pt x="1094552" y="137917"/>
                  </a:lnTo>
                  <a:lnTo>
                    <a:pt x="1096661" y="135940"/>
                  </a:lnTo>
                  <a:lnTo>
                    <a:pt x="1098418" y="134053"/>
                  </a:lnTo>
                  <a:lnTo>
                    <a:pt x="1099472" y="133155"/>
                  </a:lnTo>
                  <a:lnTo>
                    <a:pt x="1100878" y="132436"/>
                  </a:lnTo>
                  <a:lnTo>
                    <a:pt x="1102548" y="131717"/>
                  </a:lnTo>
                  <a:lnTo>
                    <a:pt x="1104041" y="131268"/>
                  </a:lnTo>
                  <a:lnTo>
                    <a:pt x="1105711" y="130370"/>
                  </a:lnTo>
                  <a:lnTo>
                    <a:pt x="1107292" y="129741"/>
                  </a:lnTo>
                  <a:lnTo>
                    <a:pt x="1108347" y="129471"/>
                  </a:lnTo>
                  <a:lnTo>
                    <a:pt x="1109401" y="129381"/>
                  </a:lnTo>
                  <a:lnTo>
                    <a:pt x="1111071" y="129471"/>
                  </a:lnTo>
                  <a:lnTo>
                    <a:pt x="1113707" y="129651"/>
                  </a:lnTo>
                  <a:lnTo>
                    <a:pt x="1115991" y="129741"/>
                  </a:lnTo>
                  <a:lnTo>
                    <a:pt x="1118627" y="129920"/>
                  </a:lnTo>
                  <a:lnTo>
                    <a:pt x="1123548" y="130100"/>
                  </a:lnTo>
                  <a:lnTo>
                    <a:pt x="1128908" y="130459"/>
                  </a:lnTo>
                  <a:lnTo>
                    <a:pt x="1132598" y="130549"/>
                  </a:lnTo>
                  <a:lnTo>
                    <a:pt x="1135937" y="130639"/>
                  </a:lnTo>
                  <a:lnTo>
                    <a:pt x="1139452" y="130549"/>
                  </a:lnTo>
                  <a:lnTo>
                    <a:pt x="1141824" y="130370"/>
                  </a:lnTo>
                  <a:lnTo>
                    <a:pt x="1143845" y="129830"/>
                  </a:lnTo>
                  <a:lnTo>
                    <a:pt x="1145690" y="129381"/>
                  </a:lnTo>
                  <a:lnTo>
                    <a:pt x="1146393" y="128932"/>
                  </a:lnTo>
                  <a:lnTo>
                    <a:pt x="1146920" y="128303"/>
                  </a:lnTo>
                  <a:lnTo>
                    <a:pt x="1147799" y="127494"/>
                  </a:lnTo>
                  <a:lnTo>
                    <a:pt x="1149029" y="126506"/>
                  </a:lnTo>
                  <a:lnTo>
                    <a:pt x="1150962" y="125338"/>
                  </a:lnTo>
                  <a:lnTo>
                    <a:pt x="1152104" y="124619"/>
                  </a:lnTo>
                  <a:lnTo>
                    <a:pt x="1153247" y="123990"/>
                  </a:lnTo>
                  <a:lnTo>
                    <a:pt x="1154301" y="123272"/>
                  </a:lnTo>
                  <a:lnTo>
                    <a:pt x="1155092" y="123092"/>
                  </a:lnTo>
                  <a:lnTo>
                    <a:pt x="1155531" y="123092"/>
                  </a:lnTo>
                  <a:lnTo>
                    <a:pt x="1156234" y="123002"/>
                  </a:lnTo>
                  <a:lnTo>
                    <a:pt x="1157288" y="123002"/>
                  </a:lnTo>
                  <a:lnTo>
                    <a:pt x="1158782" y="123092"/>
                  </a:lnTo>
                  <a:lnTo>
                    <a:pt x="1159573" y="123182"/>
                  </a:lnTo>
                  <a:lnTo>
                    <a:pt x="1160979" y="123631"/>
                  </a:lnTo>
                  <a:lnTo>
                    <a:pt x="1161945" y="123811"/>
                  </a:lnTo>
                  <a:lnTo>
                    <a:pt x="1163263" y="123721"/>
                  </a:lnTo>
                  <a:lnTo>
                    <a:pt x="1166339" y="123721"/>
                  </a:lnTo>
                  <a:lnTo>
                    <a:pt x="1168799" y="123721"/>
                  </a:lnTo>
                  <a:lnTo>
                    <a:pt x="1170468" y="123811"/>
                  </a:lnTo>
                  <a:lnTo>
                    <a:pt x="1171698" y="123990"/>
                  </a:lnTo>
                  <a:lnTo>
                    <a:pt x="1172841" y="124170"/>
                  </a:lnTo>
                  <a:lnTo>
                    <a:pt x="1174686" y="124080"/>
                  </a:lnTo>
                  <a:lnTo>
                    <a:pt x="1176180" y="124080"/>
                  </a:lnTo>
                  <a:lnTo>
                    <a:pt x="1177498" y="124440"/>
                  </a:lnTo>
                  <a:lnTo>
                    <a:pt x="1178288" y="124889"/>
                  </a:lnTo>
                  <a:lnTo>
                    <a:pt x="1178904" y="125608"/>
                  </a:lnTo>
                  <a:lnTo>
                    <a:pt x="1179958" y="126147"/>
                  </a:lnTo>
                  <a:lnTo>
                    <a:pt x="1180661" y="126416"/>
                  </a:lnTo>
                  <a:lnTo>
                    <a:pt x="1181627" y="126326"/>
                  </a:lnTo>
                  <a:lnTo>
                    <a:pt x="1182682" y="126147"/>
                  </a:lnTo>
                  <a:lnTo>
                    <a:pt x="1183648" y="126057"/>
                  </a:lnTo>
                  <a:lnTo>
                    <a:pt x="1184878" y="126237"/>
                  </a:lnTo>
                  <a:lnTo>
                    <a:pt x="1186372" y="126416"/>
                  </a:lnTo>
                  <a:lnTo>
                    <a:pt x="1186812" y="126596"/>
                  </a:lnTo>
                  <a:lnTo>
                    <a:pt x="1186987" y="126506"/>
                  </a:lnTo>
                  <a:lnTo>
                    <a:pt x="1188042" y="125608"/>
                  </a:lnTo>
                  <a:lnTo>
                    <a:pt x="1204033" y="124979"/>
                  </a:lnTo>
                  <a:lnTo>
                    <a:pt x="1235665" y="129830"/>
                  </a:lnTo>
                  <a:lnTo>
                    <a:pt x="1261059" y="131807"/>
                  </a:lnTo>
                  <a:lnTo>
                    <a:pt x="1275117" y="138546"/>
                  </a:lnTo>
                  <a:lnTo>
                    <a:pt x="1286013" y="151304"/>
                  </a:lnTo>
                  <a:lnTo>
                    <a:pt x="1290142" y="155797"/>
                  </a:lnTo>
                  <a:lnTo>
                    <a:pt x="1293657" y="159660"/>
                  </a:lnTo>
                  <a:lnTo>
                    <a:pt x="1297348" y="163703"/>
                  </a:lnTo>
                  <a:lnTo>
                    <a:pt x="1311055" y="169274"/>
                  </a:lnTo>
                  <a:lnTo>
                    <a:pt x="1327134" y="167836"/>
                  </a:lnTo>
                  <a:lnTo>
                    <a:pt x="1327661" y="167477"/>
                  </a:lnTo>
                  <a:lnTo>
                    <a:pt x="1341017" y="156785"/>
                  </a:lnTo>
                  <a:lnTo>
                    <a:pt x="1348662" y="147441"/>
                  </a:lnTo>
                  <a:lnTo>
                    <a:pt x="1375021" y="130190"/>
                  </a:lnTo>
                  <a:lnTo>
                    <a:pt x="1395406" y="116982"/>
                  </a:lnTo>
                  <a:lnTo>
                    <a:pt x="1409026" y="102606"/>
                  </a:lnTo>
                  <a:lnTo>
                    <a:pt x="1425808" y="87063"/>
                  </a:lnTo>
                  <a:lnTo>
                    <a:pt x="1442591" y="66308"/>
                  </a:lnTo>
                  <a:lnTo>
                    <a:pt x="1460603" y="57952"/>
                  </a:lnTo>
                  <a:lnTo>
                    <a:pt x="1465348" y="55795"/>
                  </a:lnTo>
                  <a:lnTo>
                    <a:pt x="1473871" y="51932"/>
                  </a:lnTo>
                  <a:lnTo>
                    <a:pt x="1486700" y="44385"/>
                  </a:lnTo>
                  <a:lnTo>
                    <a:pt x="1494520" y="32794"/>
                  </a:lnTo>
                  <a:lnTo>
                    <a:pt x="1501988" y="17161"/>
                  </a:lnTo>
                  <a:lnTo>
                    <a:pt x="1513675" y="10422"/>
                  </a:lnTo>
                  <a:lnTo>
                    <a:pt x="1537135" y="4043"/>
                  </a:lnTo>
                  <a:lnTo>
                    <a:pt x="1537486" y="3953"/>
                  </a:lnTo>
                  <a:lnTo>
                    <a:pt x="1568767" y="0"/>
                  </a:lnTo>
                  <a:lnTo>
                    <a:pt x="1572633" y="898"/>
                  </a:lnTo>
                  <a:lnTo>
                    <a:pt x="1587043" y="4043"/>
                  </a:lnTo>
                  <a:lnTo>
                    <a:pt x="1596006" y="6289"/>
                  </a:lnTo>
                  <a:lnTo>
                    <a:pt x="1598026" y="6828"/>
                  </a:lnTo>
                  <a:lnTo>
                    <a:pt x="1608641" y="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932472" y="3882848"/>
              <a:ext cx="92417" cy="196402"/>
            </a:xfrm>
            <a:custGeom>
              <a:avLst/>
              <a:pathLst>
                <a:path w="92417" h="196402">
                  <a:moveTo>
                    <a:pt x="1212" y="442"/>
                  </a:moveTo>
                  <a:lnTo>
                    <a:pt x="4990" y="1790"/>
                  </a:lnTo>
                  <a:lnTo>
                    <a:pt x="6045" y="2149"/>
                  </a:lnTo>
                  <a:lnTo>
                    <a:pt x="9823" y="3497"/>
                  </a:lnTo>
                  <a:lnTo>
                    <a:pt x="9999" y="3587"/>
                  </a:lnTo>
                  <a:lnTo>
                    <a:pt x="14568" y="5294"/>
                  </a:lnTo>
                  <a:lnTo>
                    <a:pt x="19400" y="7091"/>
                  </a:lnTo>
                  <a:lnTo>
                    <a:pt x="20367" y="5923"/>
                  </a:lnTo>
                  <a:lnTo>
                    <a:pt x="20982" y="5025"/>
                  </a:lnTo>
                  <a:lnTo>
                    <a:pt x="21333" y="5294"/>
                  </a:lnTo>
                  <a:lnTo>
                    <a:pt x="34426" y="14459"/>
                  </a:lnTo>
                  <a:lnTo>
                    <a:pt x="46024" y="22006"/>
                  </a:lnTo>
                  <a:lnTo>
                    <a:pt x="60258" y="31440"/>
                  </a:lnTo>
                  <a:lnTo>
                    <a:pt x="68078" y="36831"/>
                  </a:lnTo>
                  <a:lnTo>
                    <a:pt x="68869" y="37280"/>
                  </a:lnTo>
                  <a:lnTo>
                    <a:pt x="72647" y="39886"/>
                  </a:lnTo>
                  <a:lnTo>
                    <a:pt x="76338" y="42402"/>
                  </a:lnTo>
                  <a:lnTo>
                    <a:pt x="78183" y="43659"/>
                  </a:lnTo>
                  <a:lnTo>
                    <a:pt x="80731" y="45367"/>
                  </a:lnTo>
                  <a:lnTo>
                    <a:pt x="81083" y="45636"/>
                  </a:lnTo>
                  <a:lnTo>
                    <a:pt x="82137" y="46265"/>
                  </a:lnTo>
                  <a:lnTo>
                    <a:pt x="85388" y="48601"/>
                  </a:lnTo>
                  <a:lnTo>
                    <a:pt x="87848" y="50218"/>
                  </a:lnTo>
                  <a:lnTo>
                    <a:pt x="90221" y="51925"/>
                  </a:lnTo>
                  <a:lnTo>
                    <a:pt x="92417" y="53363"/>
                  </a:lnTo>
                  <a:lnTo>
                    <a:pt x="91890" y="54441"/>
                  </a:lnTo>
                  <a:lnTo>
                    <a:pt x="85827" y="66750"/>
                  </a:lnTo>
                  <a:lnTo>
                    <a:pt x="71505" y="59563"/>
                  </a:lnTo>
                  <a:lnTo>
                    <a:pt x="70890" y="61090"/>
                  </a:lnTo>
                  <a:lnTo>
                    <a:pt x="67639" y="69985"/>
                  </a:lnTo>
                  <a:lnTo>
                    <a:pt x="65179" y="76454"/>
                  </a:lnTo>
                  <a:lnTo>
                    <a:pt x="65091" y="76724"/>
                  </a:lnTo>
                  <a:lnTo>
                    <a:pt x="63509" y="80946"/>
                  </a:lnTo>
                  <a:lnTo>
                    <a:pt x="63070" y="82204"/>
                  </a:lnTo>
                  <a:lnTo>
                    <a:pt x="62982" y="82474"/>
                  </a:lnTo>
                  <a:lnTo>
                    <a:pt x="61928" y="85080"/>
                  </a:lnTo>
                  <a:lnTo>
                    <a:pt x="58501" y="94154"/>
                  </a:lnTo>
                  <a:lnTo>
                    <a:pt x="62455" y="96400"/>
                  </a:lnTo>
                  <a:lnTo>
                    <a:pt x="62279" y="96760"/>
                  </a:lnTo>
                  <a:lnTo>
                    <a:pt x="60610" y="100354"/>
                  </a:lnTo>
                  <a:lnTo>
                    <a:pt x="60346" y="101612"/>
                  </a:lnTo>
                  <a:lnTo>
                    <a:pt x="60083" y="102241"/>
                  </a:lnTo>
                  <a:lnTo>
                    <a:pt x="59907" y="102510"/>
                  </a:lnTo>
                  <a:lnTo>
                    <a:pt x="56216" y="110057"/>
                  </a:lnTo>
                  <a:lnTo>
                    <a:pt x="54986" y="112663"/>
                  </a:lnTo>
                  <a:lnTo>
                    <a:pt x="54635" y="113202"/>
                  </a:lnTo>
                  <a:lnTo>
                    <a:pt x="54196" y="114101"/>
                  </a:lnTo>
                  <a:lnTo>
                    <a:pt x="53229" y="117605"/>
                  </a:lnTo>
                  <a:lnTo>
                    <a:pt x="51911" y="120480"/>
                  </a:lnTo>
                  <a:lnTo>
                    <a:pt x="51735" y="120839"/>
                  </a:lnTo>
                  <a:lnTo>
                    <a:pt x="49802" y="125062"/>
                  </a:lnTo>
                  <a:lnTo>
                    <a:pt x="49099" y="126679"/>
                  </a:lnTo>
                  <a:lnTo>
                    <a:pt x="49011" y="126859"/>
                  </a:lnTo>
                  <a:lnTo>
                    <a:pt x="48836" y="126769"/>
                  </a:lnTo>
                  <a:lnTo>
                    <a:pt x="47606" y="126140"/>
                  </a:lnTo>
                  <a:lnTo>
                    <a:pt x="46815" y="125691"/>
                  </a:lnTo>
                  <a:lnTo>
                    <a:pt x="46375" y="125511"/>
                  </a:lnTo>
                  <a:lnTo>
                    <a:pt x="44882" y="128297"/>
                  </a:lnTo>
                  <a:lnTo>
                    <a:pt x="41279" y="135215"/>
                  </a:lnTo>
                  <a:lnTo>
                    <a:pt x="43124" y="135934"/>
                  </a:lnTo>
                  <a:lnTo>
                    <a:pt x="42685" y="137281"/>
                  </a:lnTo>
                  <a:lnTo>
                    <a:pt x="43036" y="138270"/>
                  </a:lnTo>
                  <a:lnTo>
                    <a:pt x="42158" y="141864"/>
                  </a:lnTo>
                  <a:lnTo>
                    <a:pt x="41718" y="145547"/>
                  </a:lnTo>
                  <a:lnTo>
                    <a:pt x="42773" y="150040"/>
                  </a:lnTo>
                  <a:lnTo>
                    <a:pt x="44003" y="153724"/>
                  </a:lnTo>
                  <a:lnTo>
                    <a:pt x="42949" y="157497"/>
                  </a:lnTo>
                  <a:lnTo>
                    <a:pt x="42685" y="159115"/>
                  </a:lnTo>
                  <a:lnTo>
                    <a:pt x="42685" y="159833"/>
                  </a:lnTo>
                  <a:lnTo>
                    <a:pt x="42861" y="161271"/>
                  </a:lnTo>
                  <a:lnTo>
                    <a:pt x="43124" y="162080"/>
                  </a:lnTo>
                  <a:lnTo>
                    <a:pt x="43212" y="162259"/>
                  </a:lnTo>
                  <a:lnTo>
                    <a:pt x="44179" y="164326"/>
                  </a:lnTo>
                  <a:lnTo>
                    <a:pt x="44970" y="166662"/>
                  </a:lnTo>
                  <a:lnTo>
                    <a:pt x="45497" y="168279"/>
                  </a:lnTo>
                  <a:lnTo>
                    <a:pt x="45672" y="169357"/>
                  </a:lnTo>
                  <a:lnTo>
                    <a:pt x="45936" y="172951"/>
                  </a:lnTo>
                  <a:lnTo>
                    <a:pt x="45233" y="181756"/>
                  </a:lnTo>
                  <a:lnTo>
                    <a:pt x="44530" y="189483"/>
                  </a:lnTo>
                  <a:lnTo>
                    <a:pt x="41982" y="196402"/>
                  </a:lnTo>
                  <a:lnTo>
                    <a:pt x="41367" y="196402"/>
                  </a:lnTo>
                  <a:lnTo>
                    <a:pt x="41103" y="196132"/>
                  </a:lnTo>
                  <a:lnTo>
                    <a:pt x="40752" y="195773"/>
                  </a:lnTo>
                  <a:lnTo>
                    <a:pt x="40225" y="195413"/>
                  </a:lnTo>
                  <a:lnTo>
                    <a:pt x="39610" y="194964"/>
                  </a:lnTo>
                  <a:lnTo>
                    <a:pt x="39258" y="194695"/>
                  </a:lnTo>
                  <a:lnTo>
                    <a:pt x="38995" y="194515"/>
                  </a:lnTo>
                  <a:lnTo>
                    <a:pt x="38907" y="194335"/>
                  </a:lnTo>
                  <a:lnTo>
                    <a:pt x="38731" y="194155"/>
                  </a:lnTo>
                  <a:lnTo>
                    <a:pt x="37852" y="193616"/>
                  </a:lnTo>
                  <a:lnTo>
                    <a:pt x="37062" y="193167"/>
                  </a:lnTo>
                  <a:lnTo>
                    <a:pt x="36446" y="192898"/>
                  </a:lnTo>
                  <a:lnTo>
                    <a:pt x="35831" y="192448"/>
                  </a:lnTo>
                  <a:lnTo>
                    <a:pt x="35480" y="191909"/>
                  </a:lnTo>
                  <a:lnTo>
                    <a:pt x="35129" y="191460"/>
                  </a:lnTo>
                  <a:lnTo>
                    <a:pt x="34953" y="190831"/>
                  </a:lnTo>
                  <a:lnTo>
                    <a:pt x="34777" y="190382"/>
                  </a:lnTo>
                  <a:lnTo>
                    <a:pt x="34513" y="189933"/>
                  </a:lnTo>
                  <a:lnTo>
                    <a:pt x="34338" y="189394"/>
                  </a:lnTo>
                  <a:lnTo>
                    <a:pt x="34074" y="189214"/>
                  </a:lnTo>
                  <a:lnTo>
                    <a:pt x="33811" y="188854"/>
                  </a:lnTo>
                  <a:lnTo>
                    <a:pt x="33547" y="188675"/>
                  </a:lnTo>
                  <a:lnTo>
                    <a:pt x="33195" y="188405"/>
                  </a:lnTo>
                  <a:lnTo>
                    <a:pt x="33108" y="188225"/>
                  </a:lnTo>
                  <a:lnTo>
                    <a:pt x="32932" y="188046"/>
                  </a:lnTo>
                  <a:lnTo>
                    <a:pt x="32493" y="187866"/>
                  </a:lnTo>
                  <a:lnTo>
                    <a:pt x="31965" y="187327"/>
                  </a:lnTo>
                  <a:lnTo>
                    <a:pt x="31175" y="186518"/>
                  </a:lnTo>
                  <a:lnTo>
                    <a:pt x="30472" y="185800"/>
                  </a:lnTo>
                  <a:lnTo>
                    <a:pt x="29681" y="185350"/>
                  </a:lnTo>
                  <a:lnTo>
                    <a:pt x="29066" y="185081"/>
                  </a:lnTo>
                  <a:lnTo>
                    <a:pt x="28802" y="184811"/>
                  </a:lnTo>
                  <a:lnTo>
                    <a:pt x="28187" y="184632"/>
                  </a:lnTo>
                  <a:lnTo>
                    <a:pt x="27572" y="184182"/>
                  </a:lnTo>
                  <a:lnTo>
                    <a:pt x="27133" y="183823"/>
                  </a:lnTo>
                  <a:lnTo>
                    <a:pt x="26693" y="183464"/>
                  </a:lnTo>
                  <a:lnTo>
                    <a:pt x="24760" y="182475"/>
                  </a:lnTo>
                  <a:lnTo>
                    <a:pt x="23530" y="181397"/>
                  </a:lnTo>
                  <a:lnTo>
                    <a:pt x="21949" y="180319"/>
                  </a:lnTo>
                  <a:lnTo>
                    <a:pt x="20718" y="179510"/>
                  </a:lnTo>
                  <a:lnTo>
                    <a:pt x="19576" y="178791"/>
                  </a:lnTo>
                  <a:lnTo>
                    <a:pt x="17643" y="177264"/>
                  </a:lnTo>
                  <a:lnTo>
                    <a:pt x="15710" y="175826"/>
                  </a:lnTo>
                  <a:lnTo>
                    <a:pt x="14304" y="174928"/>
                  </a:lnTo>
                  <a:lnTo>
                    <a:pt x="13601" y="174479"/>
                  </a:lnTo>
                  <a:lnTo>
                    <a:pt x="13074" y="174119"/>
                  </a:lnTo>
                  <a:lnTo>
                    <a:pt x="12371" y="173760"/>
                  </a:lnTo>
                  <a:lnTo>
                    <a:pt x="11844" y="173311"/>
                  </a:lnTo>
                  <a:lnTo>
                    <a:pt x="11580" y="172772"/>
                  </a:lnTo>
                  <a:lnTo>
                    <a:pt x="10965" y="172143"/>
                  </a:lnTo>
                  <a:lnTo>
                    <a:pt x="10350" y="171963"/>
                  </a:lnTo>
                  <a:lnTo>
                    <a:pt x="9823" y="171693"/>
                  </a:lnTo>
                  <a:lnTo>
                    <a:pt x="9120" y="171244"/>
                  </a:lnTo>
                  <a:lnTo>
                    <a:pt x="8681" y="170705"/>
                  </a:lnTo>
                  <a:lnTo>
                    <a:pt x="8329" y="170256"/>
                  </a:lnTo>
                  <a:lnTo>
                    <a:pt x="8066" y="169986"/>
                  </a:lnTo>
                  <a:lnTo>
                    <a:pt x="7714" y="169896"/>
                  </a:lnTo>
                  <a:lnTo>
                    <a:pt x="7275" y="169537"/>
                  </a:lnTo>
                  <a:lnTo>
                    <a:pt x="6748" y="169088"/>
                  </a:lnTo>
                  <a:lnTo>
                    <a:pt x="6220" y="168639"/>
                  </a:lnTo>
                  <a:lnTo>
                    <a:pt x="5869" y="168099"/>
                  </a:lnTo>
                  <a:lnTo>
                    <a:pt x="5605" y="167920"/>
                  </a:lnTo>
                  <a:lnTo>
                    <a:pt x="5254" y="167740"/>
                  </a:lnTo>
                  <a:lnTo>
                    <a:pt x="4902" y="167650"/>
                  </a:lnTo>
                  <a:lnTo>
                    <a:pt x="4375" y="167381"/>
                  </a:lnTo>
                  <a:lnTo>
                    <a:pt x="3936" y="166752"/>
                  </a:lnTo>
                  <a:lnTo>
                    <a:pt x="3497" y="166482"/>
                  </a:lnTo>
                  <a:lnTo>
                    <a:pt x="3321" y="166123"/>
                  </a:lnTo>
                  <a:lnTo>
                    <a:pt x="2706" y="165853"/>
                  </a:lnTo>
                  <a:lnTo>
                    <a:pt x="2179" y="165404"/>
                  </a:lnTo>
                  <a:lnTo>
                    <a:pt x="1739" y="164955"/>
                  </a:lnTo>
                  <a:lnTo>
                    <a:pt x="1212" y="164775"/>
                  </a:lnTo>
                  <a:lnTo>
                    <a:pt x="685" y="164595"/>
                  </a:lnTo>
                  <a:lnTo>
                    <a:pt x="158" y="164326"/>
                  </a:lnTo>
                  <a:lnTo>
                    <a:pt x="0" y="1642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015049" y="4034955"/>
              <a:ext cx="480893" cy="335224"/>
            </a:xfrm>
            <a:custGeom>
              <a:avLst/>
              <a:pathLst>
                <a:path w="480893" h="335224">
                  <a:moveTo>
                    <a:pt x="252440" y="8984"/>
                  </a:moveTo>
                  <a:lnTo>
                    <a:pt x="252528" y="15274"/>
                  </a:lnTo>
                  <a:lnTo>
                    <a:pt x="252528" y="20844"/>
                  </a:lnTo>
                  <a:lnTo>
                    <a:pt x="252616" y="23360"/>
                  </a:lnTo>
                  <a:lnTo>
                    <a:pt x="252879" y="25696"/>
                  </a:lnTo>
                  <a:lnTo>
                    <a:pt x="253143" y="27403"/>
                  </a:lnTo>
                  <a:lnTo>
                    <a:pt x="253231" y="27942"/>
                  </a:lnTo>
                  <a:lnTo>
                    <a:pt x="253406" y="28931"/>
                  </a:lnTo>
                  <a:lnTo>
                    <a:pt x="253846" y="30368"/>
                  </a:lnTo>
                  <a:lnTo>
                    <a:pt x="254549" y="32255"/>
                  </a:lnTo>
                  <a:lnTo>
                    <a:pt x="255779" y="35669"/>
                  </a:lnTo>
                  <a:lnTo>
                    <a:pt x="256218" y="37017"/>
                  </a:lnTo>
                  <a:lnTo>
                    <a:pt x="259293" y="44295"/>
                  </a:lnTo>
                  <a:lnTo>
                    <a:pt x="260172" y="46900"/>
                  </a:lnTo>
                  <a:lnTo>
                    <a:pt x="260699" y="49596"/>
                  </a:lnTo>
                  <a:lnTo>
                    <a:pt x="261139" y="51842"/>
                  </a:lnTo>
                  <a:lnTo>
                    <a:pt x="261841" y="57952"/>
                  </a:lnTo>
                  <a:lnTo>
                    <a:pt x="262896" y="67116"/>
                  </a:lnTo>
                  <a:lnTo>
                    <a:pt x="262896" y="67386"/>
                  </a:lnTo>
                  <a:lnTo>
                    <a:pt x="263072" y="69093"/>
                  </a:lnTo>
                  <a:lnTo>
                    <a:pt x="263247" y="71968"/>
                  </a:lnTo>
                  <a:lnTo>
                    <a:pt x="263775" y="76281"/>
                  </a:lnTo>
                  <a:lnTo>
                    <a:pt x="264477" y="85266"/>
                  </a:lnTo>
                  <a:lnTo>
                    <a:pt x="264565" y="85984"/>
                  </a:lnTo>
                  <a:lnTo>
                    <a:pt x="264653" y="88141"/>
                  </a:lnTo>
                  <a:lnTo>
                    <a:pt x="264741" y="91285"/>
                  </a:lnTo>
                  <a:lnTo>
                    <a:pt x="264741" y="93442"/>
                  </a:lnTo>
                  <a:lnTo>
                    <a:pt x="264829" y="95778"/>
                  </a:lnTo>
                  <a:lnTo>
                    <a:pt x="264829" y="97665"/>
                  </a:lnTo>
                  <a:lnTo>
                    <a:pt x="264741" y="99911"/>
                  </a:lnTo>
                  <a:lnTo>
                    <a:pt x="264565" y="103325"/>
                  </a:lnTo>
                  <a:lnTo>
                    <a:pt x="264390" y="106829"/>
                  </a:lnTo>
                  <a:lnTo>
                    <a:pt x="263599" y="117431"/>
                  </a:lnTo>
                  <a:lnTo>
                    <a:pt x="263247" y="122014"/>
                  </a:lnTo>
                  <a:lnTo>
                    <a:pt x="263072" y="124260"/>
                  </a:lnTo>
                  <a:lnTo>
                    <a:pt x="262808" y="127225"/>
                  </a:lnTo>
                  <a:lnTo>
                    <a:pt x="262896" y="129381"/>
                  </a:lnTo>
                  <a:lnTo>
                    <a:pt x="262984" y="131538"/>
                  </a:lnTo>
                  <a:lnTo>
                    <a:pt x="263159" y="133604"/>
                  </a:lnTo>
                  <a:lnTo>
                    <a:pt x="263159" y="133963"/>
                  </a:lnTo>
                  <a:lnTo>
                    <a:pt x="263599" y="136569"/>
                  </a:lnTo>
                  <a:lnTo>
                    <a:pt x="264038" y="138815"/>
                  </a:lnTo>
                  <a:lnTo>
                    <a:pt x="264214" y="139893"/>
                  </a:lnTo>
                  <a:lnTo>
                    <a:pt x="264565" y="141421"/>
                  </a:lnTo>
                  <a:lnTo>
                    <a:pt x="265180" y="145374"/>
                  </a:lnTo>
                  <a:lnTo>
                    <a:pt x="265532" y="146542"/>
                  </a:lnTo>
                  <a:lnTo>
                    <a:pt x="267377" y="146542"/>
                  </a:lnTo>
                  <a:lnTo>
                    <a:pt x="267904" y="146542"/>
                  </a:lnTo>
                  <a:lnTo>
                    <a:pt x="269310" y="146632"/>
                  </a:lnTo>
                  <a:lnTo>
                    <a:pt x="270277" y="146632"/>
                  </a:lnTo>
                  <a:lnTo>
                    <a:pt x="270452" y="146632"/>
                  </a:lnTo>
                  <a:lnTo>
                    <a:pt x="271946" y="146722"/>
                  </a:lnTo>
                  <a:lnTo>
                    <a:pt x="273088" y="147081"/>
                  </a:lnTo>
                  <a:lnTo>
                    <a:pt x="274319" y="147531"/>
                  </a:lnTo>
                  <a:lnTo>
                    <a:pt x="274494" y="147620"/>
                  </a:lnTo>
                  <a:lnTo>
                    <a:pt x="276339" y="148968"/>
                  </a:lnTo>
                  <a:lnTo>
                    <a:pt x="278888" y="150765"/>
                  </a:lnTo>
                  <a:lnTo>
                    <a:pt x="280381" y="151843"/>
                  </a:lnTo>
                  <a:lnTo>
                    <a:pt x="281172" y="152382"/>
                  </a:lnTo>
                  <a:lnTo>
                    <a:pt x="287674" y="151843"/>
                  </a:lnTo>
                  <a:lnTo>
                    <a:pt x="297076" y="151214"/>
                  </a:lnTo>
                  <a:lnTo>
                    <a:pt x="306038" y="150585"/>
                  </a:lnTo>
                  <a:lnTo>
                    <a:pt x="307005" y="150496"/>
                  </a:lnTo>
                  <a:lnTo>
                    <a:pt x="324315" y="149507"/>
                  </a:lnTo>
                  <a:lnTo>
                    <a:pt x="325369" y="149417"/>
                  </a:lnTo>
                  <a:lnTo>
                    <a:pt x="331871" y="148968"/>
                  </a:lnTo>
                  <a:lnTo>
                    <a:pt x="332925" y="148878"/>
                  </a:lnTo>
                  <a:lnTo>
                    <a:pt x="332925" y="159121"/>
                  </a:lnTo>
                  <a:lnTo>
                    <a:pt x="334243" y="159121"/>
                  </a:lnTo>
                  <a:lnTo>
                    <a:pt x="337670" y="159031"/>
                  </a:lnTo>
                  <a:lnTo>
                    <a:pt x="341448" y="159031"/>
                  </a:lnTo>
                  <a:lnTo>
                    <a:pt x="341185" y="148339"/>
                  </a:lnTo>
                  <a:lnTo>
                    <a:pt x="352608" y="148070"/>
                  </a:lnTo>
                  <a:lnTo>
                    <a:pt x="363942" y="147800"/>
                  </a:lnTo>
                  <a:lnTo>
                    <a:pt x="364557" y="147800"/>
                  </a:lnTo>
                  <a:lnTo>
                    <a:pt x="371850" y="147710"/>
                  </a:lnTo>
                  <a:lnTo>
                    <a:pt x="371675" y="142948"/>
                  </a:lnTo>
                  <a:lnTo>
                    <a:pt x="377210" y="142679"/>
                  </a:lnTo>
                  <a:lnTo>
                    <a:pt x="377122" y="139354"/>
                  </a:lnTo>
                  <a:lnTo>
                    <a:pt x="377122" y="138546"/>
                  </a:lnTo>
                  <a:lnTo>
                    <a:pt x="377122" y="136210"/>
                  </a:lnTo>
                  <a:lnTo>
                    <a:pt x="377210" y="134592"/>
                  </a:lnTo>
                  <a:lnTo>
                    <a:pt x="377386" y="133424"/>
                  </a:lnTo>
                  <a:lnTo>
                    <a:pt x="377474" y="133065"/>
                  </a:lnTo>
                  <a:lnTo>
                    <a:pt x="378792" y="131897"/>
                  </a:lnTo>
                  <a:lnTo>
                    <a:pt x="379495" y="131448"/>
                  </a:lnTo>
                  <a:lnTo>
                    <a:pt x="380198" y="130998"/>
                  </a:lnTo>
                  <a:lnTo>
                    <a:pt x="382921" y="129112"/>
                  </a:lnTo>
                  <a:lnTo>
                    <a:pt x="388809" y="125248"/>
                  </a:lnTo>
                  <a:lnTo>
                    <a:pt x="389424" y="124889"/>
                  </a:lnTo>
                  <a:lnTo>
                    <a:pt x="391796" y="123361"/>
                  </a:lnTo>
                  <a:lnTo>
                    <a:pt x="392499" y="122912"/>
                  </a:lnTo>
                  <a:lnTo>
                    <a:pt x="392850" y="122643"/>
                  </a:lnTo>
                  <a:lnTo>
                    <a:pt x="393026" y="122553"/>
                  </a:lnTo>
                  <a:lnTo>
                    <a:pt x="393641" y="122103"/>
                  </a:lnTo>
                  <a:lnTo>
                    <a:pt x="396189" y="120486"/>
                  </a:lnTo>
                  <a:lnTo>
                    <a:pt x="398034" y="119228"/>
                  </a:lnTo>
                  <a:lnTo>
                    <a:pt x="402252" y="116443"/>
                  </a:lnTo>
                  <a:lnTo>
                    <a:pt x="403131" y="115904"/>
                  </a:lnTo>
                  <a:lnTo>
                    <a:pt x="403922" y="115365"/>
                  </a:lnTo>
                  <a:lnTo>
                    <a:pt x="404537" y="114916"/>
                  </a:lnTo>
                  <a:lnTo>
                    <a:pt x="405152" y="115814"/>
                  </a:lnTo>
                  <a:lnTo>
                    <a:pt x="407700" y="119857"/>
                  </a:lnTo>
                  <a:lnTo>
                    <a:pt x="409106" y="122193"/>
                  </a:lnTo>
                  <a:lnTo>
                    <a:pt x="409281" y="122373"/>
                  </a:lnTo>
                  <a:lnTo>
                    <a:pt x="410599" y="124440"/>
                  </a:lnTo>
                  <a:lnTo>
                    <a:pt x="412620" y="127584"/>
                  </a:lnTo>
                  <a:lnTo>
                    <a:pt x="413060" y="128303"/>
                  </a:lnTo>
                  <a:lnTo>
                    <a:pt x="413411" y="128842"/>
                  </a:lnTo>
                  <a:lnTo>
                    <a:pt x="414466" y="130370"/>
                  </a:lnTo>
                  <a:lnTo>
                    <a:pt x="416750" y="133694"/>
                  </a:lnTo>
                  <a:lnTo>
                    <a:pt x="416838" y="133874"/>
                  </a:lnTo>
                  <a:lnTo>
                    <a:pt x="417980" y="135671"/>
                  </a:lnTo>
                  <a:lnTo>
                    <a:pt x="420616" y="139624"/>
                  </a:lnTo>
                  <a:lnTo>
                    <a:pt x="424482" y="145374"/>
                  </a:lnTo>
                  <a:lnTo>
                    <a:pt x="424834" y="145913"/>
                  </a:lnTo>
                  <a:lnTo>
                    <a:pt x="425273" y="146452"/>
                  </a:lnTo>
                  <a:lnTo>
                    <a:pt x="427733" y="150136"/>
                  </a:lnTo>
                  <a:lnTo>
                    <a:pt x="428436" y="151214"/>
                  </a:lnTo>
                  <a:lnTo>
                    <a:pt x="431687" y="156066"/>
                  </a:lnTo>
                  <a:lnTo>
                    <a:pt x="432302" y="157055"/>
                  </a:lnTo>
                  <a:lnTo>
                    <a:pt x="436959" y="163973"/>
                  </a:lnTo>
                  <a:lnTo>
                    <a:pt x="439068" y="167118"/>
                  </a:lnTo>
                  <a:lnTo>
                    <a:pt x="443022" y="173048"/>
                  </a:lnTo>
                  <a:lnTo>
                    <a:pt x="443374" y="173497"/>
                  </a:lnTo>
                  <a:lnTo>
                    <a:pt x="444867" y="175833"/>
                  </a:lnTo>
                  <a:lnTo>
                    <a:pt x="449436" y="182841"/>
                  </a:lnTo>
                  <a:lnTo>
                    <a:pt x="452160" y="187154"/>
                  </a:lnTo>
                  <a:lnTo>
                    <a:pt x="462089" y="202158"/>
                  </a:lnTo>
                  <a:lnTo>
                    <a:pt x="464901" y="206561"/>
                  </a:lnTo>
                  <a:lnTo>
                    <a:pt x="465077" y="206741"/>
                  </a:lnTo>
                  <a:lnTo>
                    <a:pt x="466043" y="208268"/>
                  </a:lnTo>
                  <a:lnTo>
                    <a:pt x="467625" y="210604"/>
                  </a:lnTo>
                  <a:lnTo>
                    <a:pt x="468415" y="211862"/>
                  </a:lnTo>
                  <a:lnTo>
                    <a:pt x="473072" y="218511"/>
                  </a:lnTo>
                  <a:lnTo>
                    <a:pt x="475357" y="221745"/>
                  </a:lnTo>
                  <a:lnTo>
                    <a:pt x="477905" y="225339"/>
                  </a:lnTo>
                  <a:lnTo>
                    <a:pt x="478520" y="226238"/>
                  </a:lnTo>
                  <a:lnTo>
                    <a:pt x="479487" y="227855"/>
                  </a:lnTo>
                  <a:lnTo>
                    <a:pt x="480541" y="229472"/>
                  </a:lnTo>
                  <a:lnTo>
                    <a:pt x="480893" y="230011"/>
                  </a:lnTo>
                  <a:lnTo>
                    <a:pt x="480541" y="230371"/>
                  </a:lnTo>
                  <a:lnTo>
                    <a:pt x="480190" y="230820"/>
                  </a:lnTo>
                  <a:lnTo>
                    <a:pt x="479926" y="231179"/>
                  </a:lnTo>
                  <a:lnTo>
                    <a:pt x="479662" y="231719"/>
                  </a:lnTo>
                  <a:lnTo>
                    <a:pt x="479487" y="232168"/>
                  </a:lnTo>
                  <a:lnTo>
                    <a:pt x="479399" y="232707"/>
                  </a:lnTo>
                  <a:lnTo>
                    <a:pt x="479311" y="233156"/>
                  </a:lnTo>
                  <a:lnTo>
                    <a:pt x="479223" y="233695"/>
                  </a:lnTo>
                  <a:lnTo>
                    <a:pt x="478959" y="233695"/>
                  </a:lnTo>
                  <a:lnTo>
                    <a:pt x="478344" y="233605"/>
                  </a:lnTo>
                  <a:lnTo>
                    <a:pt x="477993" y="233605"/>
                  </a:lnTo>
                  <a:lnTo>
                    <a:pt x="475357" y="233156"/>
                  </a:lnTo>
                  <a:lnTo>
                    <a:pt x="475005" y="233156"/>
                  </a:lnTo>
                  <a:lnTo>
                    <a:pt x="473775" y="232976"/>
                  </a:lnTo>
                  <a:lnTo>
                    <a:pt x="471491" y="232617"/>
                  </a:lnTo>
                  <a:lnTo>
                    <a:pt x="469909" y="232347"/>
                  </a:lnTo>
                  <a:lnTo>
                    <a:pt x="466307" y="231898"/>
                  </a:lnTo>
                  <a:lnTo>
                    <a:pt x="465516" y="231719"/>
                  </a:lnTo>
                  <a:lnTo>
                    <a:pt x="464725" y="231629"/>
                  </a:lnTo>
                  <a:lnTo>
                    <a:pt x="463144" y="231269"/>
                  </a:lnTo>
                  <a:lnTo>
                    <a:pt x="462265" y="231179"/>
                  </a:lnTo>
                  <a:lnTo>
                    <a:pt x="461298" y="231000"/>
                  </a:lnTo>
                  <a:lnTo>
                    <a:pt x="460420" y="230820"/>
                  </a:lnTo>
                  <a:lnTo>
                    <a:pt x="459980" y="230730"/>
                  </a:lnTo>
                  <a:lnTo>
                    <a:pt x="458838" y="230550"/>
                  </a:lnTo>
                  <a:lnTo>
                    <a:pt x="458311" y="230461"/>
                  </a:lnTo>
                  <a:lnTo>
                    <a:pt x="455851" y="230101"/>
                  </a:lnTo>
                  <a:lnTo>
                    <a:pt x="452863" y="229562"/>
                  </a:lnTo>
                  <a:lnTo>
                    <a:pt x="451897" y="229382"/>
                  </a:lnTo>
                  <a:lnTo>
                    <a:pt x="450403" y="229113"/>
                  </a:lnTo>
                  <a:lnTo>
                    <a:pt x="449524" y="229023"/>
                  </a:lnTo>
                  <a:lnTo>
                    <a:pt x="448030" y="228754"/>
                  </a:lnTo>
                  <a:lnTo>
                    <a:pt x="447767" y="228754"/>
                  </a:lnTo>
                  <a:lnTo>
                    <a:pt x="446800" y="228574"/>
                  </a:lnTo>
                  <a:lnTo>
                    <a:pt x="446625" y="228574"/>
                  </a:lnTo>
                  <a:lnTo>
                    <a:pt x="444164" y="228125"/>
                  </a:lnTo>
                  <a:lnTo>
                    <a:pt x="443813" y="228125"/>
                  </a:lnTo>
                  <a:lnTo>
                    <a:pt x="443549" y="228035"/>
                  </a:lnTo>
                  <a:lnTo>
                    <a:pt x="443374" y="228035"/>
                  </a:lnTo>
                  <a:lnTo>
                    <a:pt x="442758" y="227945"/>
                  </a:lnTo>
                  <a:lnTo>
                    <a:pt x="439771" y="227496"/>
                  </a:lnTo>
                  <a:lnTo>
                    <a:pt x="437750" y="227136"/>
                  </a:lnTo>
                  <a:lnTo>
                    <a:pt x="435466" y="226777"/>
                  </a:lnTo>
                  <a:lnTo>
                    <a:pt x="435114" y="226687"/>
                  </a:lnTo>
                  <a:lnTo>
                    <a:pt x="433533" y="226507"/>
                  </a:lnTo>
                  <a:lnTo>
                    <a:pt x="430194" y="225968"/>
                  </a:lnTo>
                  <a:lnTo>
                    <a:pt x="428348" y="225699"/>
                  </a:lnTo>
                  <a:lnTo>
                    <a:pt x="426943" y="225429"/>
                  </a:lnTo>
                  <a:lnTo>
                    <a:pt x="426064" y="225339"/>
                  </a:lnTo>
                  <a:lnTo>
                    <a:pt x="425712" y="225249"/>
                  </a:lnTo>
                  <a:lnTo>
                    <a:pt x="425009" y="225160"/>
                  </a:lnTo>
                  <a:lnTo>
                    <a:pt x="423076" y="224890"/>
                  </a:lnTo>
                  <a:lnTo>
                    <a:pt x="415432" y="223632"/>
                  </a:lnTo>
                  <a:lnTo>
                    <a:pt x="414378" y="223452"/>
                  </a:lnTo>
                  <a:lnTo>
                    <a:pt x="412972" y="223273"/>
                  </a:lnTo>
                  <a:lnTo>
                    <a:pt x="412445" y="223183"/>
                  </a:lnTo>
                  <a:lnTo>
                    <a:pt x="410424" y="222913"/>
                  </a:lnTo>
                  <a:lnTo>
                    <a:pt x="409721" y="222824"/>
                  </a:lnTo>
                  <a:lnTo>
                    <a:pt x="409457" y="222824"/>
                  </a:lnTo>
                  <a:lnTo>
                    <a:pt x="409194" y="222734"/>
                  </a:lnTo>
                  <a:lnTo>
                    <a:pt x="408666" y="226507"/>
                  </a:lnTo>
                  <a:lnTo>
                    <a:pt x="408666" y="226687"/>
                  </a:lnTo>
                  <a:lnTo>
                    <a:pt x="408666" y="227406"/>
                  </a:lnTo>
                  <a:lnTo>
                    <a:pt x="408666" y="227585"/>
                  </a:lnTo>
                  <a:lnTo>
                    <a:pt x="409194" y="232887"/>
                  </a:lnTo>
                  <a:lnTo>
                    <a:pt x="409369" y="235312"/>
                  </a:lnTo>
                  <a:lnTo>
                    <a:pt x="409633" y="237828"/>
                  </a:lnTo>
                  <a:lnTo>
                    <a:pt x="410160" y="243129"/>
                  </a:lnTo>
                  <a:lnTo>
                    <a:pt x="409984" y="243129"/>
                  </a:lnTo>
                  <a:lnTo>
                    <a:pt x="408227" y="243399"/>
                  </a:lnTo>
                  <a:lnTo>
                    <a:pt x="403043" y="243848"/>
                  </a:lnTo>
                  <a:lnTo>
                    <a:pt x="402252" y="243938"/>
                  </a:lnTo>
                  <a:lnTo>
                    <a:pt x="401901" y="243938"/>
                  </a:lnTo>
                  <a:lnTo>
                    <a:pt x="401198" y="244028"/>
                  </a:lnTo>
                  <a:lnTo>
                    <a:pt x="400670" y="244028"/>
                  </a:lnTo>
                  <a:lnTo>
                    <a:pt x="399792" y="244118"/>
                  </a:lnTo>
                  <a:lnTo>
                    <a:pt x="396365" y="244477"/>
                  </a:lnTo>
                  <a:lnTo>
                    <a:pt x="393905" y="244657"/>
                  </a:lnTo>
                  <a:lnTo>
                    <a:pt x="389863" y="243938"/>
                  </a:lnTo>
                  <a:lnTo>
                    <a:pt x="389336" y="246633"/>
                  </a:lnTo>
                  <a:lnTo>
                    <a:pt x="388984" y="248340"/>
                  </a:lnTo>
                  <a:lnTo>
                    <a:pt x="388545" y="248251"/>
                  </a:lnTo>
                  <a:lnTo>
                    <a:pt x="387491" y="248071"/>
                  </a:lnTo>
                  <a:lnTo>
                    <a:pt x="386788" y="247891"/>
                  </a:lnTo>
                  <a:lnTo>
                    <a:pt x="386348" y="247801"/>
                  </a:lnTo>
                  <a:lnTo>
                    <a:pt x="383800" y="247172"/>
                  </a:lnTo>
                  <a:lnTo>
                    <a:pt x="383361" y="248969"/>
                  </a:lnTo>
                  <a:lnTo>
                    <a:pt x="383273" y="249509"/>
                  </a:lnTo>
                  <a:lnTo>
                    <a:pt x="383185" y="249778"/>
                  </a:lnTo>
                  <a:lnTo>
                    <a:pt x="383097" y="250227"/>
                  </a:lnTo>
                  <a:lnTo>
                    <a:pt x="382834" y="251216"/>
                  </a:lnTo>
                  <a:lnTo>
                    <a:pt x="381603" y="252563"/>
                  </a:lnTo>
                  <a:lnTo>
                    <a:pt x="381252" y="253013"/>
                  </a:lnTo>
                  <a:lnTo>
                    <a:pt x="379846" y="254450"/>
                  </a:lnTo>
                  <a:lnTo>
                    <a:pt x="379143" y="255259"/>
                  </a:lnTo>
                  <a:lnTo>
                    <a:pt x="379055" y="255079"/>
                  </a:lnTo>
                  <a:lnTo>
                    <a:pt x="378440" y="253911"/>
                  </a:lnTo>
                  <a:lnTo>
                    <a:pt x="378352" y="253642"/>
                  </a:lnTo>
                  <a:lnTo>
                    <a:pt x="377913" y="252743"/>
                  </a:lnTo>
                  <a:lnTo>
                    <a:pt x="377737" y="252294"/>
                  </a:lnTo>
                  <a:lnTo>
                    <a:pt x="377474" y="251845"/>
                  </a:lnTo>
                  <a:lnTo>
                    <a:pt x="378001" y="248610"/>
                  </a:lnTo>
                  <a:lnTo>
                    <a:pt x="378352" y="246993"/>
                  </a:lnTo>
                  <a:lnTo>
                    <a:pt x="378528" y="246004"/>
                  </a:lnTo>
                  <a:lnTo>
                    <a:pt x="378528" y="245825"/>
                  </a:lnTo>
                  <a:lnTo>
                    <a:pt x="378528" y="245465"/>
                  </a:lnTo>
                  <a:lnTo>
                    <a:pt x="378352" y="244297"/>
                  </a:lnTo>
                  <a:lnTo>
                    <a:pt x="378177" y="242500"/>
                  </a:lnTo>
                  <a:lnTo>
                    <a:pt x="377649" y="242680"/>
                  </a:lnTo>
                  <a:lnTo>
                    <a:pt x="376771" y="242950"/>
                  </a:lnTo>
                  <a:lnTo>
                    <a:pt x="376068" y="243129"/>
                  </a:lnTo>
                  <a:lnTo>
                    <a:pt x="375716" y="243219"/>
                  </a:lnTo>
                  <a:lnTo>
                    <a:pt x="374838" y="243489"/>
                  </a:lnTo>
                  <a:lnTo>
                    <a:pt x="374574" y="243129"/>
                  </a:lnTo>
                  <a:lnTo>
                    <a:pt x="373959" y="241602"/>
                  </a:lnTo>
                  <a:lnTo>
                    <a:pt x="372553" y="238637"/>
                  </a:lnTo>
                  <a:lnTo>
                    <a:pt x="372114" y="238817"/>
                  </a:lnTo>
                  <a:lnTo>
                    <a:pt x="370444" y="239266"/>
                  </a:lnTo>
                  <a:lnTo>
                    <a:pt x="370269" y="239266"/>
                  </a:lnTo>
                  <a:lnTo>
                    <a:pt x="369829" y="239445"/>
                  </a:lnTo>
                  <a:lnTo>
                    <a:pt x="367018" y="240074"/>
                  </a:lnTo>
                  <a:lnTo>
                    <a:pt x="364557" y="240254"/>
                  </a:lnTo>
                  <a:lnTo>
                    <a:pt x="364294" y="240254"/>
                  </a:lnTo>
                  <a:lnTo>
                    <a:pt x="363767" y="240254"/>
                  </a:lnTo>
                  <a:lnTo>
                    <a:pt x="360428" y="240164"/>
                  </a:lnTo>
                  <a:lnTo>
                    <a:pt x="359813" y="240164"/>
                  </a:lnTo>
                  <a:lnTo>
                    <a:pt x="359198" y="240074"/>
                  </a:lnTo>
                  <a:lnTo>
                    <a:pt x="358143" y="239985"/>
                  </a:lnTo>
                  <a:lnTo>
                    <a:pt x="357177" y="239895"/>
                  </a:lnTo>
                  <a:lnTo>
                    <a:pt x="356298" y="239895"/>
                  </a:lnTo>
                  <a:lnTo>
                    <a:pt x="356298" y="240074"/>
                  </a:lnTo>
                  <a:lnTo>
                    <a:pt x="356210" y="240344"/>
                  </a:lnTo>
                  <a:lnTo>
                    <a:pt x="355244" y="243758"/>
                  </a:lnTo>
                  <a:lnTo>
                    <a:pt x="353750" y="245735"/>
                  </a:lnTo>
                  <a:lnTo>
                    <a:pt x="352959" y="245016"/>
                  </a:lnTo>
                  <a:lnTo>
                    <a:pt x="352783" y="244836"/>
                  </a:lnTo>
                  <a:lnTo>
                    <a:pt x="351290" y="243399"/>
                  </a:lnTo>
                  <a:lnTo>
                    <a:pt x="351202" y="243668"/>
                  </a:lnTo>
                  <a:lnTo>
                    <a:pt x="348917" y="248790"/>
                  </a:lnTo>
                  <a:lnTo>
                    <a:pt x="348302" y="248251"/>
                  </a:lnTo>
                  <a:lnTo>
                    <a:pt x="346633" y="246813"/>
                  </a:lnTo>
                  <a:lnTo>
                    <a:pt x="346105" y="246364"/>
                  </a:lnTo>
                  <a:lnTo>
                    <a:pt x="343997" y="244387"/>
                  </a:lnTo>
                  <a:lnTo>
                    <a:pt x="342766" y="243309"/>
                  </a:lnTo>
                  <a:lnTo>
                    <a:pt x="342591" y="243129"/>
                  </a:lnTo>
                  <a:lnTo>
                    <a:pt x="341361" y="244297"/>
                  </a:lnTo>
                  <a:lnTo>
                    <a:pt x="341097" y="244657"/>
                  </a:lnTo>
                  <a:lnTo>
                    <a:pt x="341009" y="244926"/>
                  </a:lnTo>
                  <a:lnTo>
                    <a:pt x="340921" y="245196"/>
                  </a:lnTo>
                  <a:lnTo>
                    <a:pt x="340921" y="245825"/>
                  </a:lnTo>
                  <a:lnTo>
                    <a:pt x="340921" y="246094"/>
                  </a:lnTo>
                  <a:lnTo>
                    <a:pt x="340921" y="246364"/>
                  </a:lnTo>
                  <a:lnTo>
                    <a:pt x="340833" y="247352"/>
                  </a:lnTo>
                  <a:lnTo>
                    <a:pt x="340833" y="247622"/>
                  </a:lnTo>
                  <a:lnTo>
                    <a:pt x="337407" y="247712"/>
                  </a:lnTo>
                  <a:lnTo>
                    <a:pt x="336177" y="247712"/>
                  </a:lnTo>
                  <a:lnTo>
                    <a:pt x="334946" y="247712"/>
                  </a:lnTo>
                  <a:lnTo>
                    <a:pt x="334946" y="248251"/>
                  </a:lnTo>
                  <a:lnTo>
                    <a:pt x="334946" y="249329"/>
                  </a:lnTo>
                  <a:lnTo>
                    <a:pt x="335034" y="250766"/>
                  </a:lnTo>
                  <a:lnTo>
                    <a:pt x="335034" y="252384"/>
                  </a:lnTo>
                  <a:lnTo>
                    <a:pt x="335122" y="254720"/>
                  </a:lnTo>
                  <a:lnTo>
                    <a:pt x="331168" y="254810"/>
                  </a:lnTo>
                  <a:lnTo>
                    <a:pt x="328005" y="254899"/>
                  </a:lnTo>
                  <a:lnTo>
                    <a:pt x="326511" y="254899"/>
                  </a:lnTo>
                  <a:lnTo>
                    <a:pt x="324842" y="254899"/>
                  </a:lnTo>
                  <a:lnTo>
                    <a:pt x="323612" y="252563"/>
                  </a:lnTo>
                  <a:lnTo>
                    <a:pt x="323436" y="252114"/>
                  </a:lnTo>
                  <a:lnTo>
                    <a:pt x="322118" y="249419"/>
                  </a:lnTo>
                  <a:lnTo>
                    <a:pt x="321679" y="248700"/>
                  </a:lnTo>
                  <a:lnTo>
                    <a:pt x="320976" y="249958"/>
                  </a:lnTo>
                  <a:lnTo>
                    <a:pt x="319658" y="252114"/>
                  </a:lnTo>
                  <a:lnTo>
                    <a:pt x="316582" y="257505"/>
                  </a:lnTo>
                  <a:lnTo>
                    <a:pt x="315704" y="258853"/>
                  </a:lnTo>
                  <a:lnTo>
                    <a:pt x="315616" y="259122"/>
                  </a:lnTo>
                  <a:lnTo>
                    <a:pt x="314298" y="261279"/>
                  </a:lnTo>
                  <a:lnTo>
                    <a:pt x="313419" y="262806"/>
                  </a:lnTo>
                  <a:lnTo>
                    <a:pt x="311486" y="266130"/>
                  </a:lnTo>
                  <a:lnTo>
                    <a:pt x="311398" y="266310"/>
                  </a:lnTo>
                  <a:lnTo>
                    <a:pt x="311310" y="266490"/>
                  </a:lnTo>
                  <a:lnTo>
                    <a:pt x="310607" y="267748"/>
                  </a:lnTo>
                  <a:lnTo>
                    <a:pt x="310080" y="268556"/>
                  </a:lnTo>
                  <a:lnTo>
                    <a:pt x="308586" y="271162"/>
                  </a:lnTo>
                  <a:lnTo>
                    <a:pt x="307708" y="272600"/>
                  </a:lnTo>
                  <a:lnTo>
                    <a:pt x="307532" y="272869"/>
                  </a:lnTo>
                  <a:lnTo>
                    <a:pt x="307268" y="273318"/>
                  </a:lnTo>
                  <a:lnTo>
                    <a:pt x="307181" y="273498"/>
                  </a:lnTo>
                  <a:lnTo>
                    <a:pt x="307005" y="273857"/>
                  </a:lnTo>
                  <a:lnTo>
                    <a:pt x="306741" y="274217"/>
                  </a:lnTo>
                  <a:lnTo>
                    <a:pt x="306566" y="274576"/>
                  </a:lnTo>
                  <a:lnTo>
                    <a:pt x="306390" y="274846"/>
                  </a:lnTo>
                  <a:lnTo>
                    <a:pt x="306038" y="275385"/>
                  </a:lnTo>
                  <a:lnTo>
                    <a:pt x="304017" y="278440"/>
                  </a:lnTo>
                  <a:lnTo>
                    <a:pt x="302875" y="280147"/>
                  </a:lnTo>
                  <a:lnTo>
                    <a:pt x="302612" y="280506"/>
                  </a:lnTo>
                  <a:lnTo>
                    <a:pt x="301996" y="281045"/>
                  </a:lnTo>
                  <a:lnTo>
                    <a:pt x="301821" y="281225"/>
                  </a:lnTo>
                  <a:lnTo>
                    <a:pt x="299800" y="283202"/>
                  </a:lnTo>
                  <a:lnTo>
                    <a:pt x="299536" y="283561"/>
                  </a:lnTo>
                  <a:lnTo>
                    <a:pt x="299273" y="283831"/>
                  </a:lnTo>
                  <a:lnTo>
                    <a:pt x="299097" y="284010"/>
                  </a:lnTo>
                  <a:lnTo>
                    <a:pt x="297164" y="285268"/>
                  </a:lnTo>
                  <a:lnTo>
                    <a:pt x="295846" y="286077"/>
                  </a:lnTo>
                  <a:lnTo>
                    <a:pt x="295494" y="286257"/>
                  </a:lnTo>
                  <a:lnTo>
                    <a:pt x="294176" y="286796"/>
                  </a:lnTo>
                  <a:lnTo>
                    <a:pt x="293825" y="286885"/>
                  </a:lnTo>
                  <a:lnTo>
                    <a:pt x="293034" y="287245"/>
                  </a:lnTo>
                  <a:lnTo>
                    <a:pt x="290486" y="288143"/>
                  </a:lnTo>
                  <a:lnTo>
                    <a:pt x="290134" y="288233"/>
                  </a:lnTo>
                  <a:lnTo>
                    <a:pt x="290310" y="288682"/>
                  </a:lnTo>
                  <a:lnTo>
                    <a:pt x="290925" y="290479"/>
                  </a:lnTo>
                  <a:lnTo>
                    <a:pt x="289432" y="291288"/>
                  </a:lnTo>
                  <a:lnTo>
                    <a:pt x="285741" y="293534"/>
                  </a:lnTo>
                  <a:lnTo>
                    <a:pt x="283896" y="294433"/>
                  </a:lnTo>
                  <a:lnTo>
                    <a:pt x="283545" y="294612"/>
                  </a:lnTo>
                  <a:lnTo>
                    <a:pt x="280030" y="296230"/>
                  </a:lnTo>
                  <a:lnTo>
                    <a:pt x="278097" y="296769"/>
                  </a:lnTo>
                  <a:lnTo>
                    <a:pt x="276339" y="297218"/>
                  </a:lnTo>
                  <a:lnTo>
                    <a:pt x="274758" y="297577"/>
                  </a:lnTo>
                  <a:lnTo>
                    <a:pt x="273703" y="297847"/>
                  </a:lnTo>
                  <a:lnTo>
                    <a:pt x="272385" y="298296"/>
                  </a:lnTo>
                  <a:lnTo>
                    <a:pt x="271331" y="298835"/>
                  </a:lnTo>
                  <a:lnTo>
                    <a:pt x="271155" y="298925"/>
                  </a:lnTo>
                  <a:lnTo>
                    <a:pt x="269749" y="299644"/>
                  </a:lnTo>
                  <a:lnTo>
                    <a:pt x="269398" y="299824"/>
                  </a:lnTo>
                  <a:lnTo>
                    <a:pt x="269047" y="300003"/>
                  </a:lnTo>
                  <a:lnTo>
                    <a:pt x="268344" y="300453"/>
                  </a:lnTo>
                  <a:lnTo>
                    <a:pt x="267201" y="301621"/>
                  </a:lnTo>
                  <a:lnTo>
                    <a:pt x="265883" y="302878"/>
                  </a:lnTo>
                  <a:lnTo>
                    <a:pt x="265444" y="303418"/>
                  </a:lnTo>
                  <a:lnTo>
                    <a:pt x="264126" y="305035"/>
                  </a:lnTo>
                  <a:lnTo>
                    <a:pt x="264038" y="305304"/>
                  </a:lnTo>
                  <a:lnTo>
                    <a:pt x="262017" y="309078"/>
                  </a:lnTo>
                  <a:lnTo>
                    <a:pt x="261841" y="309258"/>
                  </a:lnTo>
                  <a:lnTo>
                    <a:pt x="260260" y="312133"/>
                  </a:lnTo>
                  <a:lnTo>
                    <a:pt x="258151" y="315817"/>
                  </a:lnTo>
                  <a:lnTo>
                    <a:pt x="257097" y="317793"/>
                  </a:lnTo>
                  <a:lnTo>
                    <a:pt x="256570" y="318332"/>
                  </a:lnTo>
                  <a:lnTo>
                    <a:pt x="255164" y="320039"/>
                  </a:lnTo>
                  <a:lnTo>
                    <a:pt x="254109" y="321028"/>
                  </a:lnTo>
                  <a:lnTo>
                    <a:pt x="253318" y="321657"/>
                  </a:lnTo>
                  <a:lnTo>
                    <a:pt x="252616" y="322376"/>
                  </a:lnTo>
                  <a:lnTo>
                    <a:pt x="252440" y="322555"/>
                  </a:lnTo>
                  <a:lnTo>
                    <a:pt x="251913" y="323094"/>
                  </a:lnTo>
                  <a:lnTo>
                    <a:pt x="251122" y="323813"/>
                  </a:lnTo>
                  <a:lnTo>
                    <a:pt x="250595" y="324442"/>
                  </a:lnTo>
                  <a:lnTo>
                    <a:pt x="249364" y="325969"/>
                  </a:lnTo>
                  <a:lnTo>
                    <a:pt x="248222" y="327677"/>
                  </a:lnTo>
                  <a:lnTo>
                    <a:pt x="247871" y="328395"/>
                  </a:lnTo>
                  <a:lnTo>
                    <a:pt x="247783" y="328575"/>
                  </a:lnTo>
                  <a:lnTo>
                    <a:pt x="246377" y="329294"/>
                  </a:lnTo>
                  <a:lnTo>
                    <a:pt x="245586" y="329743"/>
                  </a:lnTo>
                  <a:lnTo>
                    <a:pt x="244971" y="330192"/>
                  </a:lnTo>
                  <a:lnTo>
                    <a:pt x="244620" y="330462"/>
                  </a:lnTo>
                  <a:lnTo>
                    <a:pt x="243214" y="331181"/>
                  </a:lnTo>
                  <a:lnTo>
                    <a:pt x="239436" y="332798"/>
                  </a:lnTo>
                  <a:lnTo>
                    <a:pt x="236536" y="334056"/>
                  </a:lnTo>
                  <a:lnTo>
                    <a:pt x="234251" y="335044"/>
                  </a:lnTo>
                  <a:lnTo>
                    <a:pt x="233812" y="335224"/>
                  </a:lnTo>
                  <a:lnTo>
                    <a:pt x="233636" y="334954"/>
                  </a:lnTo>
                  <a:lnTo>
                    <a:pt x="236448" y="333696"/>
                  </a:lnTo>
                  <a:lnTo>
                    <a:pt x="242247" y="331181"/>
                  </a:lnTo>
                  <a:lnTo>
                    <a:pt x="243565" y="330372"/>
                  </a:lnTo>
                  <a:lnTo>
                    <a:pt x="243390" y="329204"/>
                  </a:lnTo>
                  <a:lnTo>
                    <a:pt x="243038" y="326239"/>
                  </a:lnTo>
                  <a:lnTo>
                    <a:pt x="242950" y="324981"/>
                  </a:lnTo>
                  <a:lnTo>
                    <a:pt x="242335" y="324173"/>
                  </a:lnTo>
                  <a:lnTo>
                    <a:pt x="242159" y="323633"/>
                  </a:lnTo>
                  <a:lnTo>
                    <a:pt x="241984" y="323364"/>
                  </a:lnTo>
                  <a:lnTo>
                    <a:pt x="241808" y="323004"/>
                  </a:lnTo>
                  <a:lnTo>
                    <a:pt x="241369" y="322376"/>
                  </a:lnTo>
                  <a:lnTo>
                    <a:pt x="240929" y="321567"/>
                  </a:lnTo>
                  <a:lnTo>
                    <a:pt x="240578" y="320848"/>
                  </a:lnTo>
                  <a:lnTo>
                    <a:pt x="240666" y="320129"/>
                  </a:lnTo>
                  <a:lnTo>
                    <a:pt x="240578" y="319860"/>
                  </a:lnTo>
                  <a:lnTo>
                    <a:pt x="240138" y="319680"/>
                  </a:lnTo>
                  <a:lnTo>
                    <a:pt x="239875" y="319231"/>
                  </a:lnTo>
                  <a:lnTo>
                    <a:pt x="239699" y="318871"/>
                  </a:lnTo>
                  <a:lnTo>
                    <a:pt x="239436" y="318332"/>
                  </a:lnTo>
                  <a:lnTo>
                    <a:pt x="239172" y="317434"/>
                  </a:lnTo>
                  <a:lnTo>
                    <a:pt x="238908" y="316895"/>
                  </a:lnTo>
                  <a:lnTo>
                    <a:pt x="238733" y="316266"/>
                  </a:lnTo>
                  <a:lnTo>
                    <a:pt x="238557" y="315637"/>
                  </a:lnTo>
                  <a:lnTo>
                    <a:pt x="238381" y="315008"/>
                  </a:lnTo>
                  <a:lnTo>
                    <a:pt x="238205" y="314289"/>
                  </a:lnTo>
                  <a:lnTo>
                    <a:pt x="237854" y="313570"/>
                  </a:lnTo>
                  <a:lnTo>
                    <a:pt x="237327" y="312762"/>
                  </a:lnTo>
                  <a:lnTo>
                    <a:pt x="236624" y="312672"/>
                  </a:lnTo>
                  <a:lnTo>
                    <a:pt x="234954" y="312852"/>
                  </a:lnTo>
                  <a:lnTo>
                    <a:pt x="234954" y="312133"/>
                  </a:lnTo>
                  <a:lnTo>
                    <a:pt x="238381" y="311324"/>
                  </a:lnTo>
                  <a:lnTo>
                    <a:pt x="238733" y="311145"/>
                  </a:lnTo>
                  <a:lnTo>
                    <a:pt x="239084" y="311145"/>
                  </a:lnTo>
                  <a:lnTo>
                    <a:pt x="239172" y="310875"/>
                  </a:lnTo>
                  <a:lnTo>
                    <a:pt x="239172" y="310605"/>
                  </a:lnTo>
                  <a:lnTo>
                    <a:pt x="239260" y="310336"/>
                  </a:lnTo>
                  <a:lnTo>
                    <a:pt x="239260" y="309976"/>
                  </a:lnTo>
                  <a:lnTo>
                    <a:pt x="238996" y="309527"/>
                  </a:lnTo>
                  <a:lnTo>
                    <a:pt x="238908" y="309078"/>
                  </a:lnTo>
                  <a:lnTo>
                    <a:pt x="238645" y="308629"/>
                  </a:lnTo>
                  <a:lnTo>
                    <a:pt x="238820" y="308269"/>
                  </a:lnTo>
                  <a:lnTo>
                    <a:pt x="238733" y="307910"/>
                  </a:lnTo>
                  <a:lnTo>
                    <a:pt x="238381" y="307551"/>
                  </a:lnTo>
                  <a:lnTo>
                    <a:pt x="238293" y="307281"/>
                  </a:lnTo>
                  <a:lnTo>
                    <a:pt x="237942" y="306742"/>
                  </a:lnTo>
                  <a:lnTo>
                    <a:pt x="237942" y="306023"/>
                  </a:lnTo>
                  <a:lnTo>
                    <a:pt x="237766" y="305304"/>
                  </a:lnTo>
                  <a:lnTo>
                    <a:pt x="237239" y="304675"/>
                  </a:lnTo>
                  <a:lnTo>
                    <a:pt x="236975" y="304226"/>
                  </a:lnTo>
                  <a:lnTo>
                    <a:pt x="236887" y="302878"/>
                  </a:lnTo>
                  <a:lnTo>
                    <a:pt x="236536" y="301890"/>
                  </a:lnTo>
                  <a:lnTo>
                    <a:pt x="236009" y="301261"/>
                  </a:lnTo>
                  <a:lnTo>
                    <a:pt x="235657" y="300542"/>
                  </a:lnTo>
                  <a:lnTo>
                    <a:pt x="235218" y="300093"/>
                  </a:lnTo>
                  <a:lnTo>
                    <a:pt x="234954" y="299374"/>
                  </a:lnTo>
                  <a:lnTo>
                    <a:pt x="234603" y="299195"/>
                  </a:lnTo>
                  <a:lnTo>
                    <a:pt x="234164" y="298566"/>
                  </a:lnTo>
                  <a:lnTo>
                    <a:pt x="234251" y="297757"/>
                  </a:lnTo>
                  <a:lnTo>
                    <a:pt x="233900" y="296859"/>
                  </a:lnTo>
                  <a:lnTo>
                    <a:pt x="233285" y="295780"/>
                  </a:lnTo>
                  <a:lnTo>
                    <a:pt x="232670" y="294702"/>
                  </a:lnTo>
                  <a:lnTo>
                    <a:pt x="231791" y="293355"/>
                  </a:lnTo>
                  <a:lnTo>
                    <a:pt x="231000" y="291558"/>
                  </a:lnTo>
                  <a:lnTo>
                    <a:pt x="230913" y="290839"/>
                  </a:lnTo>
                  <a:lnTo>
                    <a:pt x="230034" y="289850"/>
                  </a:lnTo>
                  <a:lnTo>
                    <a:pt x="229507" y="288862"/>
                  </a:lnTo>
                  <a:lnTo>
                    <a:pt x="228452" y="287784"/>
                  </a:lnTo>
                  <a:lnTo>
                    <a:pt x="227925" y="286526"/>
                  </a:lnTo>
                  <a:lnTo>
                    <a:pt x="227837" y="286346"/>
                  </a:lnTo>
                  <a:lnTo>
                    <a:pt x="227134" y="285178"/>
                  </a:lnTo>
                  <a:lnTo>
                    <a:pt x="225816" y="283292"/>
                  </a:lnTo>
                  <a:lnTo>
                    <a:pt x="225289" y="282303"/>
                  </a:lnTo>
                  <a:lnTo>
                    <a:pt x="224410" y="280776"/>
                  </a:lnTo>
                  <a:lnTo>
                    <a:pt x="223356" y="279608"/>
                  </a:lnTo>
                  <a:lnTo>
                    <a:pt x="223005" y="278979"/>
                  </a:lnTo>
                  <a:lnTo>
                    <a:pt x="222126" y="277990"/>
                  </a:lnTo>
                  <a:lnTo>
                    <a:pt x="221423" y="277541"/>
                  </a:lnTo>
                  <a:lnTo>
                    <a:pt x="220896" y="277451"/>
                  </a:lnTo>
                  <a:lnTo>
                    <a:pt x="220105" y="277901"/>
                  </a:lnTo>
                  <a:lnTo>
                    <a:pt x="218699" y="278889"/>
                  </a:lnTo>
                  <a:lnTo>
                    <a:pt x="218348" y="278440"/>
                  </a:lnTo>
                  <a:lnTo>
                    <a:pt x="219578" y="277541"/>
                  </a:lnTo>
                  <a:lnTo>
                    <a:pt x="220017" y="276912"/>
                  </a:lnTo>
                  <a:lnTo>
                    <a:pt x="219841" y="276283"/>
                  </a:lnTo>
                  <a:lnTo>
                    <a:pt x="219490" y="275565"/>
                  </a:lnTo>
                  <a:lnTo>
                    <a:pt x="219138" y="275115"/>
                  </a:lnTo>
                  <a:lnTo>
                    <a:pt x="218523" y="274936"/>
                  </a:lnTo>
                  <a:lnTo>
                    <a:pt x="218348" y="274576"/>
                  </a:lnTo>
                  <a:lnTo>
                    <a:pt x="217908" y="274127"/>
                  </a:lnTo>
                  <a:lnTo>
                    <a:pt x="217381" y="273498"/>
                  </a:lnTo>
                  <a:lnTo>
                    <a:pt x="216854" y="273049"/>
                  </a:lnTo>
                  <a:lnTo>
                    <a:pt x="216151" y="272510"/>
                  </a:lnTo>
                  <a:lnTo>
                    <a:pt x="215360" y="271791"/>
                  </a:lnTo>
                  <a:lnTo>
                    <a:pt x="214130" y="270713"/>
                  </a:lnTo>
                  <a:lnTo>
                    <a:pt x="212461" y="269455"/>
                  </a:lnTo>
                  <a:lnTo>
                    <a:pt x="211230" y="268287"/>
                  </a:lnTo>
                  <a:lnTo>
                    <a:pt x="210176" y="267658"/>
                  </a:lnTo>
                  <a:lnTo>
                    <a:pt x="209209" y="266849"/>
                  </a:lnTo>
                  <a:lnTo>
                    <a:pt x="208331" y="266580"/>
                  </a:lnTo>
                  <a:lnTo>
                    <a:pt x="207276" y="265502"/>
                  </a:lnTo>
                  <a:lnTo>
                    <a:pt x="205958" y="264783"/>
                  </a:lnTo>
                  <a:lnTo>
                    <a:pt x="204728" y="263794"/>
                  </a:lnTo>
                  <a:lnTo>
                    <a:pt x="204025" y="263165"/>
                  </a:lnTo>
                  <a:lnTo>
                    <a:pt x="203410" y="262896"/>
                  </a:lnTo>
                  <a:lnTo>
                    <a:pt x="202444" y="262177"/>
                  </a:lnTo>
                  <a:lnTo>
                    <a:pt x="201565" y="261638"/>
                  </a:lnTo>
                  <a:lnTo>
                    <a:pt x="200423" y="260560"/>
                  </a:lnTo>
                  <a:lnTo>
                    <a:pt x="199720" y="260290"/>
                  </a:lnTo>
                  <a:lnTo>
                    <a:pt x="199105" y="259572"/>
                  </a:lnTo>
                  <a:lnTo>
                    <a:pt x="197787" y="258943"/>
                  </a:lnTo>
                  <a:lnTo>
                    <a:pt x="196381" y="258224"/>
                  </a:lnTo>
                  <a:lnTo>
                    <a:pt x="195063" y="257415"/>
                  </a:lnTo>
                  <a:lnTo>
                    <a:pt x="194360" y="256966"/>
                  </a:lnTo>
                  <a:lnTo>
                    <a:pt x="194009" y="256786"/>
                  </a:lnTo>
                  <a:lnTo>
                    <a:pt x="192163" y="255439"/>
                  </a:lnTo>
                  <a:lnTo>
                    <a:pt x="191021" y="254810"/>
                  </a:lnTo>
                  <a:lnTo>
                    <a:pt x="189967" y="254181"/>
                  </a:lnTo>
                  <a:lnTo>
                    <a:pt x="189000" y="253462"/>
                  </a:lnTo>
                  <a:lnTo>
                    <a:pt x="187770" y="252833"/>
                  </a:lnTo>
                  <a:lnTo>
                    <a:pt x="186716" y="252204"/>
                  </a:lnTo>
                  <a:lnTo>
                    <a:pt x="186188" y="252024"/>
                  </a:lnTo>
                  <a:lnTo>
                    <a:pt x="184958" y="251395"/>
                  </a:lnTo>
                  <a:lnTo>
                    <a:pt x="183904" y="251036"/>
                  </a:lnTo>
                  <a:lnTo>
                    <a:pt x="182850" y="250497"/>
                  </a:lnTo>
                  <a:lnTo>
                    <a:pt x="182234" y="250227"/>
                  </a:lnTo>
                  <a:lnTo>
                    <a:pt x="181444" y="249868"/>
                  </a:lnTo>
                  <a:lnTo>
                    <a:pt x="180565" y="249958"/>
                  </a:lnTo>
                  <a:lnTo>
                    <a:pt x="179774" y="251126"/>
                  </a:lnTo>
                  <a:lnTo>
                    <a:pt x="178808" y="252563"/>
                  </a:lnTo>
                  <a:lnTo>
                    <a:pt x="178193" y="253462"/>
                  </a:lnTo>
                  <a:lnTo>
                    <a:pt x="167912" y="268646"/>
                  </a:lnTo>
                  <a:lnTo>
                    <a:pt x="167121" y="268107"/>
                  </a:lnTo>
                  <a:lnTo>
                    <a:pt x="173360" y="259122"/>
                  </a:lnTo>
                  <a:lnTo>
                    <a:pt x="173096" y="258853"/>
                  </a:lnTo>
                  <a:lnTo>
                    <a:pt x="175117" y="256067"/>
                  </a:lnTo>
                  <a:lnTo>
                    <a:pt x="174942" y="255978"/>
                  </a:lnTo>
                  <a:lnTo>
                    <a:pt x="174942" y="255528"/>
                  </a:lnTo>
                  <a:lnTo>
                    <a:pt x="174502" y="255618"/>
                  </a:lnTo>
                  <a:lnTo>
                    <a:pt x="174063" y="255349"/>
                  </a:lnTo>
                  <a:lnTo>
                    <a:pt x="174151" y="254899"/>
                  </a:lnTo>
                  <a:lnTo>
                    <a:pt x="173624" y="254720"/>
                  </a:lnTo>
                  <a:lnTo>
                    <a:pt x="173360" y="254360"/>
                  </a:lnTo>
                  <a:lnTo>
                    <a:pt x="173711" y="253821"/>
                  </a:lnTo>
                  <a:lnTo>
                    <a:pt x="173096" y="253552"/>
                  </a:lnTo>
                  <a:lnTo>
                    <a:pt x="173009" y="253102"/>
                  </a:lnTo>
                  <a:lnTo>
                    <a:pt x="173360" y="252743"/>
                  </a:lnTo>
                  <a:lnTo>
                    <a:pt x="173711" y="252653"/>
                  </a:lnTo>
                  <a:lnTo>
                    <a:pt x="174063" y="253102"/>
                  </a:lnTo>
                  <a:lnTo>
                    <a:pt x="174590" y="252833"/>
                  </a:lnTo>
                  <a:lnTo>
                    <a:pt x="175205" y="253102"/>
                  </a:lnTo>
                  <a:lnTo>
                    <a:pt x="175469" y="253911"/>
                  </a:lnTo>
                  <a:lnTo>
                    <a:pt x="176611" y="254360"/>
                  </a:lnTo>
                  <a:lnTo>
                    <a:pt x="181004" y="247891"/>
                  </a:lnTo>
                  <a:lnTo>
                    <a:pt x="181092" y="247352"/>
                  </a:lnTo>
                  <a:lnTo>
                    <a:pt x="180917" y="246723"/>
                  </a:lnTo>
                  <a:lnTo>
                    <a:pt x="180477" y="246004"/>
                  </a:lnTo>
                  <a:lnTo>
                    <a:pt x="179950" y="245555"/>
                  </a:lnTo>
                  <a:lnTo>
                    <a:pt x="178896" y="244297"/>
                  </a:lnTo>
                  <a:lnTo>
                    <a:pt x="178281" y="243489"/>
                  </a:lnTo>
                  <a:lnTo>
                    <a:pt x="177665" y="242860"/>
                  </a:lnTo>
                  <a:lnTo>
                    <a:pt x="176699" y="242051"/>
                  </a:lnTo>
                  <a:lnTo>
                    <a:pt x="176172" y="241242"/>
                  </a:lnTo>
                  <a:lnTo>
                    <a:pt x="175469" y="240344"/>
                  </a:lnTo>
                  <a:lnTo>
                    <a:pt x="174414" y="239266"/>
                  </a:lnTo>
                  <a:lnTo>
                    <a:pt x="173009" y="237828"/>
                  </a:lnTo>
                  <a:lnTo>
                    <a:pt x="172130" y="237020"/>
                  </a:lnTo>
                  <a:lnTo>
                    <a:pt x="171251" y="236211"/>
                  </a:lnTo>
                  <a:lnTo>
                    <a:pt x="170021" y="235223"/>
                  </a:lnTo>
                  <a:lnTo>
                    <a:pt x="168791" y="234324"/>
                  </a:lnTo>
                  <a:lnTo>
                    <a:pt x="168088" y="233605"/>
                  </a:lnTo>
                  <a:lnTo>
                    <a:pt x="167473" y="232976"/>
                  </a:lnTo>
                  <a:lnTo>
                    <a:pt x="166946" y="232707"/>
                  </a:lnTo>
                  <a:lnTo>
                    <a:pt x="166419" y="232887"/>
                  </a:lnTo>
                  <a:lnTo>
                    <a:pt x="165979" y="232976"/>
                  </a:lnTo>
                  <a:lnTo>
                    <a:pt x="165540" y="232707"/>
                  </a:lnTo>
                  <a:lnTo>
                    <a:pt x="165452" y="232437"/>
                  </a:lnTo>
                  <a:lnTo>
                    <a:pt x="165891" y="232168"/>
                  </a:lnTo>
                  <a:lnTo>
                    <a:pt x="166506" y="231898"/>
                  </a:lnTo>
                  <a:lnTo>
                    <a:pt x="167121" y="231719"/>
                  </a:lnTo>
                  <a:lnTo>
                    <a:pt x="167297" y="231359"/>
                  </a:lnTo>
                  <a:lnTo>
                    <a:pt x="167297" y="230910"/>
                  </a:lnTo>
                  <a:lnTo>
                    <a:pt x="166946" y="230281"/>
                  </a:lnTo>
                  <a:lnTo>
                    <a:pt x="166682" y="229472"/>
                  </a:lnTo>
                  <a:lnTo>
                    <a:pt x="166067" y="229023"/>
                  </a:lnTo>
                  <a:lnTo>
                    <a:pt x="165452" y="228304"/>
                  </a:lnTo>
                  <a:lnTo>
                    <a:pt x="164925" y="227675"/>
                  </a:lnTo>
                  <a:lnTo>
                    <a:pt x="164573" y="226957"/>
                  </a:lnTo>
                  <a:lnTo>
                    <a:pt x="164134" y="226328"/>
                  </a:lnTo>
                  <a:lnTo>
                    <a:pt x="163519" y="225789"/>
                  </a:lnTo>
                  <a:lnTo>
                    <a:pt x="162816" y="224890"/>
                  </a:lnTo>
                  <a:lnTo>
                    <a:pt x="162289" y="223812"/>
                  </a:lnTo>
                  <a:lnTo>
                    <a:pt x="161498" y="222913"/>
                  </a:lnTo>
                  <a:lnTo>
                    <a:pt x="161234" y="222374"/>
                  </a:lnTo>
                  <a:lnTo>
                    <a:pt x="160707" y="222015"/>
                  </a:lnTo>
                  <a:lnTo>
                    <a:pt x="160004" y="221027"/>
                  </a:lnTo>
                  <a:lnTo>
                    <a:pt x="159477" y="220218"/>
                  </a:lnTo>
                  <a:lnTo>
                    <a:pt x="158686" y="218960"/>
                  </a:lnTo>
                  <a:lnTo>
                    <a:pt x="157544" y="217972"/>
                  </a:lnTo>
                  <a:lnTo>
                    <a:pt x="156050" y="216983"/>
                  </a:lnTo>
                  <a:lnTo>
                    <a:pt x="154469" y="216444"/>
                  </a:lnTo>
                  <a:lnTo>
                    <a:pt x="148494" y="222824"/>
                  </a:lnTo>
                  <a:lnTo>
                    <a:pt x="147527" y="221835"/>
                  </a:lnTo>
                  <a:lnTo>
                    <a:pt x="154205" y="214827"/>
                  </a:lnTo>
                  <a:lnTo>
                    <a:pt x="154557" y="214108"/>
                  </a:lnTo>
                  <a:lnTo>
                    <a:pt x="154908" y="213479"/>
                  </a:lnTo>
                  <a:lnTo>
                    <a:pt x="154908" y="212581"/>
                  </a:lnTo>
                  <a:lnTo>
                    <a:pt x="154029" y="211053"/>
                  </a:lnTo>
                  <a:lnTo>
                    <a:pt x="153942" y="210874"/>
                  </a:lnTo>
                  <a:lnTo>
                    <a:pt x="152799" y="209346"/>
                  </a:lnTo>
                  <a:lnTo>
                    <a:pt x="151042" y="207549"/>
                  </a:lnTo>
                  <a:lnTo>
                    <a:pt x="149812" y="206112"/>
                  </a:lnTo>
                  <a:lnTo>
                    <a:pt x="148318" y="204674"/>
                  </a:lnTo>
                  <a:lnTo>
                    <a:pt x="146912" y="203147"/>
                  </a:lnTo>
                  <a:lnTo>
                    <a:pt x="145506" y="201619"/>
                  </a:lnTo>
                  <a:lnTo>
                    <a:pt x="144891" y="201080"/>
                  </a:lnTo>
                  <a:lnTo>
                    <a:pt x="143837" y="200002"/>
                  </a:lnTo>
                  <a:lnTo>
                    <a:pt x="142782" y="199014"/>
                  </a:lnTo>
                  <a:lnTo>
                    <a:pt x="141201" y="198115"/>
                  </a:lnTo>
                  <a:lnTo>
                    <a:pt x="139004" y="196318"/>
                  </a:lnTo>
                  <a:lnTo>
                    <a:pt x="137423" y="195060"/>
                  </a:lnTo>
                  <a:lnTo>
                    <a:pt x="136632" y="194431"/>
                  </a:lnTo>
                  <a:lnTo>
                    <a:pt x="134787" y="193982"/>
                  </a:lnTo>
                  <a:lnTo>
                    <a:pt x="132678" y="193263"/>
                  </a:lnTo>
                  <a:lnTo>
                    <a:pt x="132414" y="193174"/>
                  </a:lnTo>
                  <a:lnTo>
                    <a:pt x="131799" y="192904"/>
                  </a:lnTo>
                  <a:lnTo>
                    <a:pt x="131184" y="192095"/>
                  </a:lnTo>
                  <a:lnTo>
                    <a:pt x="130218" y="191736"/>
                  </a:lnTo>
                  <a:lnTo>
                    <a:pt x="130042" y="191826"/>
                  </a:lnTo>
                  <a:lnTo>
                    <a:pt x="129427" y="191916"/>
                  </a:lnTo>
                  <a:lnTo>
                    <a:pt x="128285" y="193174"/>
                  </a:lnTo>
                  <a:lnTo>
                    <a:pt x="127757" y="193713"/>
                  </a:lnTo>
                  <a:lnTo>
                    <a:pt x="127054" y="192994"/>
                  </a:lnTo>
                  <a:lnTo>
                    <a:pt x="128285" y="191377"/>
                  </a:lnTo>
                  <a:lnTo>
                    <a:pt x="127318" y="189759"/>
                  </a:lnTo>
                  <a:lnTo>
                    <a:pt x="126088" y="188501"/>
                  </a:lnTo>
                  <a:lnTo>
                    <a:pt x="123979" y="186794"/>
                  </a:lnTo>
                  <a:lnTo>
                    <a:pt x="122661" y="185986"/>
                  </a:lnTo>
                  <a:lnTo>
                    <a:pt x="121519" y="185267"/>
                  </a:lnTo>
                  <a:lnTo>
                    <a:pt x="121255" y="185177"/>
                  </a:lnTo>
                  <a:lnTo>
                    <a:pt x="120113" y="184997"/>
                  </a:lnTo>
                  <a:lnTo>
                    <a:pt x="119674" y="184638"/>
                  </a:lnTo>
                  <a:lnTo>
                    <a:pt x="118971" y="184279"/>
                  </a:lnTo>
                  <a:lnTo>
                    <a:pt x="117653" y="183650"/>
                  </a:lnTo>
                  <a:lnTo>
                    <a:pt x="116862" y="183290"/>
                  </a:lnTo>
                  <a:lnTo>
                    <a:pt x="115280" y="182751"/>
                  </a:lnTo>
                  <a:lnTo>
                    <a:pt x="113259" y="182122"/>
                  </a:lnTo>
                  <a:lnTo>
                    <a:pt x="112293" y="181673"/>
                  </a:lnTo>
                  <a:lnTo>
                    <a:pt x="111766" y="181224"/>
                  </a:lnTo>
                  <a:lnTo>
                    <a:pt x="111414" y="181044"/>
                  </a:lnTo>
                  <a:lnTo>
                    <a:pt x="111238" y="180864"/>
                  </a:lnTo>
                  <a:lnTo>
                    <a:pt x="110887" y="180685"/>
                  </a:lnTo>
                  <a:lnTo>
                    <a:pt x="110448" y="180505"/>
                  </a:lnTo>
                  <a:lnTo>
                    <a:pt x="109920" y="180325"/>
                  </a:lnTo>
                  <a:lnTo>
                    <a:pt x="109393" y="180056"/>
                  </a:lnTo>
                  <a:lnTo>
                    <a:pt x="108954" y="179696"/>
                  </a:lnTo>
                  <a:lnTo>
                    <a:pt x="108515" y="179427"/>
                  </a:lnTo>
                  <a:lnTo>
                    <a:pt x="108075" y="179157"/>
                  </a:lnTo>
                  <a:lnTo>
                    <a:pt x="107636" y="178978"/>
                  </a:lnTo>
                  <a:lnTo>
                    <a:pt x="107284" y="178888"/>
                  </a:lnTo>
                  <a:lnTo>
                    <a:pt x="107109" y="178618"/>
                  </a:lnTo>
                  <a:lnTo>
                    <a:pt x="106933" y="178528"/>
                  </a:lnTo>
                  <a:lnTo>
                    <a:pt x="106669" y="178259"/>
                  </a:lnTo>
                  <a:lnTo>
                    <a:pt x="106406" y="178079"/>
                  </a:lnTo>
                  <a:lnTo>
                    <a:pt x="106142" y="177899"/>
                  </a:lnTo>
                  <a:lnTo>
                    <a:pt x="105879" y="177720"/>
                  </a:lnTo>
                  <a:lnTo>
                    <a:pt x="105527" y="177360"/>
                  </a:lnTo>
                  <a:lnTo>
                    <a:pt x="105088" y="177181"/>
                  </a:lnTo>
                  <a:lnTo>
                    <a:pt x="104824" y="176911"/>
                  </a:lnTo>
                  <a:lnTo>
                    <a:pt x="104561" y="176731"/>
                  </a:lnTo>
                  <a:lnTo>
                    <a:pt x="104385" y="176552"/>
                  </a:lnTo>
                  <a:lnTo>
                    <a:pt x="104033" y="176282"/>
                  </a:lnTo>
                  <a:lnTo>
                    <a:pt x="103682" y="176013"/>
                  </a:lnTo>
                  <a:lnTo>
                    <a:pt x="103506" y="176013"/>
                  </a:lnTo>
                  <a:lnTo>
                    <a:pt x="103418" y="175743"/>
                  </a:lnTo>
                  <a:lnTo>
                    <a:pt x="103155" y="175473"/>
                  </a:lnTo>
                  <a:lnTo>
                    <a:pt x="102891" y="175384"/>
                  </a:lnTo>
                  <a:lnTo>
                    <a:pt x="102452" y="174844"/>
                  </a:lnTo>
                  <a:lnTo>
                    <a:pt x="101925" y="174485"/>
                  </a:lnTo>
                  <a:lnTo>
                    <a:pt x="101573" y="174036"/>
                  </a:lnTo>
                  <a:lnTo>
                    <a:pt x="101134" y="173676"/>
                  </a:lnTo>
                  <a:lnTo>
                    <a:pt x="100519" y="173317"/>
                  </a:lnTo>
                  <a:lnTo>
                    <a:pt x="100079" y="173048"/>
                  </a:lnTo>
                  <a:lnTo>
                    <a:pt x="99816" y="172688"/>
                  </a:lnTo>
                  <a:lnTo>
                    <a:pt x="99552" y="172508"/>
                  </a:lnTo>
                  <a:lnTo>
                    <a:pt x="99289" y="172329"/>
                  </a:lnTo>
                  <a:lnTo>
                    <a:pt x="98937" y="172149"/>
                  </a:lnTo>
                  <a:lnTo>
                    <a:pt x="98586" y="171879"/>
                  </a:lnTo>
                  <a:lnTo>
                    <a:pt x="97971" y="171251"/>
                  </a:lnTo>
                  <a:lnTo>
                    <a:pt x="97707" y="170981"/>
                  </a:lnTo>
                  <a:lnTo>
                    <a:pt x="97443" y="170801"/>
                  </a:lnTo>
                  <a:lnTo>
                    <a:pt x="97180" y="170622"/>
                  </a:lnTo>
                  <a:lnTo>
                    <a:pt x="96653" y="170172"/>
                  </a:lnTo>
                  <a:lnTo>
                    <a:pt x="96301" y="169993"/>
                  </a:lnTo>
                  <a:lnTo>
                    <a:pt x="95862" y="169633"/>
                  </a:lnTo>
                  <a:lnTo>
                    <a:pt x="95422" y="169274"/>
                  </a:lnTo>
                  <a:lnTo>
                    <a:pt x="95159" y="169094"/>
                  </a:lnTo>
                  <a:lnTo>
                    <a:pt x="94807" y="168825"/>
                  </a:lnTo>
                  <a:lnTo>
                    <a:pt x="94280" y="168465"/>
                  </a:lnTo>
                  <a:lnTo>
                    <a:pt x="93841" y="168286"/>
                  </a:lnTo>
                  <a:lnTo>
                    <a:pt x="93402" y="168016"/>
                  </a:lnTo>
                  <a:lnTo>
                    <a:pt x="92523" y="167657"/>
                  </a:lnTo>
                  <a:lnTo>
                    <a:pt x="92084" y="167387"/>
                  </a:lnTo>
                  <a:lnTo>
                    <a:pt x="91644" y="167387"/>
                  </a:lnTo>
                  <a:lnTo>
                    <a:pt x="91293" y="167297"/>
                  </a:lnTo>
                  <a:lnTo>
                    <a:pt x="90853" y="167207"/>
                  </a:lnTo>
                  <a:lnTo>
                    <a:pt x="90502" y="167118"/>
                  </a:lnTo>
                  <a:lnTo>
                    <a:pt x="90150" y="167207"/>
                  </a:lnTo>
                  <a:lnTo>
                    <a:pt x="89711" y="167207"/>
                  </a:lnTo>
                  <a:lnTo>
                    <a:pt x="84966" y="171969"/>
                  </a:lnTo>
                  <a:lnTo>
                    <a:pt x="84439" y="171340"/>
                  </a:lnTo>
                  <a:lnTo>
                    <a:pt x="88217" y="167297"/>
                  </a:lnTo>
                  <a:lnTo>
                    <a:pt x="89008" y="166489"/>
                  </a:lnTo>
                  <a:lnTo>
                    <a:pt x="89272" y="165860"/>
                  </a:lnTo>
                  <a:lnTo>
                    <a:pt x="89448" y="165231"/>
                  </a:lnTo>
                  <a:lnTo>
                    <a:pt x="89535" y="164692"/>
                  </a:lnTo>
                  <a:lnTo>
                    <a:pt x="89623" y="164153"/>
                  </a:lnTo>
                  <a:lnTo>
                    <a:pt x="89535" y="163703"/>
                  </a:lnTo>
                  <a:lnTo>
                    <a:pt x="89272" y="163164"/>
                  </a:lnTo>
                  <a:lnTo>
                    <a:pt x="89008" y="162356"/>
                  </a:lnTo>
                  <a:lnTo>
                    <a:pt x="88745" y="161637"/>
                  </a:lnTo>
                  <a:lnTo>
                    <a:pt x="88305" y="160828"/>
                  </a:lnTo>
                  <a:lnTo>
                    <a:pt x="87866" y="159570"/>
                  </a:lnTo>
                  <a:lnTo>
                    <a:pt x="87427" y="158851"/>
                  </a:lnTo>
                  <a:lnTo>
                    <a:pt x="86724" y="158133"/>
                  </a:lnTo>
                  <a:lnTo>
                    <a:pt x="86109" y="157683"/>
                  </a:lnTo>
                  <a:lnTo>
                    <a:pt x="85494" y="157055"/>
                  </a:lnTo>
                  <a:lnTo>
                    <a:pt x="84966" y="156515"/>
                  </a:lnTo>
                  <a:lnTo>
                    <a:pt x="84439" y="156156"/>
                  </a:lnTo>
                  <a:lnTo>
                    <a:pt x="83824" y="155707"/>
                  </a:lnTo>
                  <a:lnTo>
                    <a:pt x="83209" y="155527"/>
                  </a:lnTo>
                  <a:lnTo>
                    <a:pt x="82682" y="155617"/>
                  </a:lnTo>
                  <a:lnTo>
                    <a:pt x="82330" y="156066"/>
                  </a:lnTo>
                  <a:lnTo>
                    <a:pt x="81540" y="156336"/>
                  </a:lnTo>
                  <a:lnTo>
                    <a:pt x="81276" y="155707"/>
                  </a:lnTo>
                  <a:lnTo>
                    <a:pt x="81979" y="155347"/>
                  </a:lnTo>
                  <a:lnTo>
                    <a:pt x="83209" y="154718"/>
                  </a:lnTo>
                  <a:lnTo>
                    <a:pt x="84176" y="154179"/>
                  </a:lnTo>
                  <a:lnTo>
                    <a:pt x="85230" y="153550"/>
                  </a:lnTo>
                  <a:lnTo>
                    <a:pt x="85933" y="153101"/>
                  </a:lnTo>
                  <a:lnTo>
                    <a:pt x="86636" y="152742"/>
                  </a:lnTo>
                  <a:lnTo>
                    <a:pt x="87251" y="152472"/>
                  </a:lnTo>
                  <a:lnTo>
                    <a:pt x="87514" y="152113"/>
                  </a:lnTo>
                  <a:lnTo>
                    <a:pt x="87427" y="151484"/>
                  </a:lnTo>
                  <a:lnTo>
                    <a:pt x="87339" y="151214"/>
                  </a:lnTo>
                  <a:lnTo>
                    <a:pt x="87163" y="150585"/>
                  </a:lnTo>
                  <a:lnTo>
                    <a:pt x="86987" y="150046"/>
                  </a:lnTo>
                  <a:lnTo>
                    <a:pt x="86724" y="149148"/>
                  </a:lnTo>
                  <a:lnTo>
                    <a:pt x="86284" y="148160"/>
                  </a:lnTo>
                  <a:lnTo>
                    <a:pt x="85669" y="147441"/>
                  </a:lnTo>
                  <a:lnTo>
                    <a:pt x="85230" y="146991"/>
                  </a:lnTo>
                  <a:lnTo>
                    <a:pt x="84878" y="146542"/>
                  </a:lnTo>
                  <a:lnTo>
                    <a:pt x="84439" y="146273"/>
                  </a:lnTo>
                  <a:lnTo>
                    <a:pt x="84088" y="146093"/>
                  </a:lnTo>
                  <a:lnTo>
                    <a:pt x="83297" y="145554"/>
                  </a:lnTo>
                  <a:lnTo>
                    <a:pt x="82945" y="145284"/>
                  </a:lnTo>
                  <a:lnTo>
                    <a:pt x="82770" y="144925"/>
                  </a:lnTo>
                  <a:lnTo>
                    <a:pt x="82594" y="144476"/>
                  </a:lnTo>
                  <a:lnTo>
                    <a:pt x="82330" y="144116"/>
                  </a:lnTo>
                  <a:lnTo>
                    <a:pt x="82067" y="143847"/>
                  </a:lnTo>
                  <a:lnTo>
                    <a:pt x="81627" y="143308"/>
                  </a:lnTo>
                  <a:lnTo>
                    <a:pt x="81100" y="142858"/>
                  </a:lnTo>
                  <a:lnTo>
                    <a:pt x="80573" y="142409"/>
                  </a:lnTo>
                  <a:lnTo>
                    <a:pt x="80134" y="142140"/>
                  </a:lnTo>
                  <a:lnTo>
                    <a:pt x="79694" y="141780"/>
                  </a:lnTo>
                  <a:lnTo>
                    <a:pt x="79167" y="141601"/>
                  </a:lnTo>
                  <a:lnTo>
                    <a:pt x="78728" y="141331"/>
                  </a:lnTo>
                  <a:lnTo>
                    <a:pt x="78201" y="140972"/>
                  </a:lnTo>
                  <a:lnTo>
                    <a:pt x="77849" y="140702"/>
                  </a:lnTo>
                  <a:lnTo>
                    <a:pt x="77234" y="140343"/>
                  </a:lnTo>
                  <a:lnTo>
                    <a:pt x="76883" y="140163"/>
                  </a:lnTo>
                  <a:lnTo>
                    <a:pt x="76531" y="140163"/>
                  </a:lnTo>
                  <a:lnTo>
                    <a:pt x="76180" y="140343"/>
                  </a:lnTo>
                  <a:lnTo>
                    <a:pt x="76092" y="140612"/>
                  </a:lnTo>
                  <a:lnTo>
                    <a:pt x="75653" y="140792"/>
                  </a:lnTo>
                  <a:lnTo>
                    <a:pt x="75477" y="140612"/>
                  </a:lnTo>
                  <a:lnTo>
                    <a:pt x="75477" y="140343"/>
                  </a:lnTo>
                  <a:lnTo>
                    <a:pt x="75477" y="140163"/>
                  </a:lnTo>
                  <a:lnTo>
                    <a:pt x="75653" y="139893"/>
                  </a:lnTo>
                  <a:lnTo>
                    <a:pt x="75565" y="139534"/>
                  </a:lnTo>
                  <a:lnTo>
                    <a:pt x="75389" y="139175"/>
                  </a:lnTo>
                  <a:lnTo>
                    <a:pt x="75125" y="138905"/>
                  </a:lnTo>
                  <a:lnTo>
                    <a:pt x="74774" y="138636"/>
                  </a:lnTo>
                  <a:lnTo>
                    <a:pt x="74247" y="138366"/>
                  </a:lnTo>
                  <a:lnTo>
                    <a:pt x="73719" y="138096"/>
                  </a:lnTo>
                  <a:lnTo>
                    <a:pt x="72841" y="137647"/>
                  </a:lnTo>
                  <a:lnTo>
                    <a:pt x="72138" y="137288"/>
                  </a:lnTo>
                  <a:lnTo>
                    <a:pt x="71259" y="137018"/>
                  </a:lnTo>
                  <a:lnTo>
                    <a:pt x="70293" y="136479"/>
                  </a:lnTo>
                  <a:lnTo>
                    <a:pt x="69502" y="136300"/>
                  </a:lnTo>
                  <a:lnTo>
                    <a:pt x="69063" y="136030"/>
                  </a:lnTo>
                  <a:lnTo>
                    <a:pt x="68535" y="135760"/>
                  </a:lnTo>
                  <a:lnTo>
                    <a:pt x="68008" y="135491"/>
                  </a:lnTo>
                  <a:lnTo>
                    <a:pt x="67393" y="135311"/>
                  </a:lnTo>
                  <a:lnTo>
                    <a:pt x="66690" y="135042"/>
                  </a:lnTo>
                  <a:lnTo>
                    <a:pt x="66163" y="134682"/>
                  </a:lnTo>
                  <a:lnTo>
                    <a:pt x="65811" y="134503"/>
                  </a:lnTo>
                  <a:lnTo>
                    <a:pt x="65372" y="134323"/>
                  </a:lnTo>
                  <a:lnTo>
                    <a:pt x="64933" y="134053"/>
                  </a:lnTo>
                  <a:lnTo>
                    <a:pt x="64318" y="133784"/>
                  </a:lnTo>
                  <a:lnTo>
                    <a:pt x="63703" y="133424"/>
                  </a:lnTo>
                  <a:lnTo>
                    <a:pt x="61770" y="132346"/>
                  </a:lnTo>
                  <a:lnTo>
                    <a:pt x="60276" y="131268"/>
                  </a:lnTo>
                  <a:lnTo>
                    <a:pt x="59221" y="130280"/>
                  </a:lnTo>
                  <a:lnTo>
                    <a:pt x="57991" y="129022"/>
                  </a:lnTo>
                  <a:lnTo>
                    <a:pt x="56585" y="128033"/>
                  </a:lnTo>
                  <a:lnTo>
                    <a:pt x="55443" y="127135"/>
                  </a:lnTo>
                  <a:lnTo>
                    <a:pt x="54037" y="126057"/>
                  </a:lnTo>
                  <a:lnTo>
                    <a:pt x="52719" y="124799"/>
                  </a:lnTo>
                  <a:lnTo>
                    <a:pt x="51577" y="124260"/>
                  </a:lnTo>
                  <a:lnTo>
                    <a:pt x="50962" y="124260"/>
                  </a:lnTo>
                  <a:lnTo>
                    <a:pt x="43669" y="131627"/>
                  </a:lnTo>
                  <a:lnTo>
                    <a:pt x="42790" y="130819"/>
                  </a:lnTo>
                  <a:lnTo>
                    <a:pt x="46569" y="127135"/>
                  </a:lnTo>
                  <a:lnTo>
                    <a:pt x="46744" y="126955"/>
                  </a:lnTo>
                  <a:lnTo>
                    <a:pt x="47184" y="126416"/>
                  </a:lnTo>
                  <a:lnTo>
                    <a:pt x="50786" y="122822"/>
                  </a:lnTo>
                  <a:lnTo>
                    <a:pt x="50786" y="121115"/>
                  </a:lnTo>
                  <a:lnTo>
                    <a:pt x="50171" y="119498"/>
                  </a:lnTo>
                  <a:lnTo>
                    <a:pt x="49029" y="117252"/>
                  </a:lnTo>
                  <a:lnTo>
                    <a:pt x="47535" y="114556"/>
                  </a:lnTo>
                  <a:lnTo>
                    <a:pt x="45866" y="111951"/>
                  </a:lnTo>
                  <a:lnTo>
                    <a:pt x="42966" y="108626"/>
                  </a:lnTo>
                  <a:lnTo>
                    <a:pt x="39715" y="104853"/>
                  </a:lnTo>
                  <a:lnTo>
                    <a:pt x="37606" y="101618"/>
                  </a:lnTo>
                  <a:lnTo>
                    <a:pt x="34882" y="99192"/>
                  </a:lnTo>
                  <a:lnTo>
                    <a:pt x="32949" y="97485"/>
                  </a:lnTo>
                  <a:lnTo>
                    <a:pt x="30753" y="95419"/>
                  </a:lnTo>
                  <a:lnTo>
                    <a:pt x="27941" y="93262"/>
                  </a:lnTo>
                  <a:lnTo>
                    <a:pt x="25744" y="91106"/>
                  </a:lnTo>
                  <a:lnTo>
                    <a:pt x="22669" y="89219"/>
                  </a:lnTo>
                  <a:lnTo>
                    <a:pt x="18451" y="86344"/>
                  </a:lnTo>
                  <a:lnTo>
                    <a:pt x="15288" y="84277"/>
                  </a:lnTo>
                  <a:lnTo>
                    <a:pt x="14673" y="83828"/>
                  </a:lnTo>
                  <a:lnTo>
                    <a:pt x="9665" y="81312"/>
                  </a:lnTo>
                  <a:lnTo>
                    <a:pt x="6765" y="79605"/>
                  </a:lnTo>
                  <a:lnTo>
                    <a:pt x="4569" y="77539"/>
                  </a:lnTo>
                  <a:lnTo>
                    <a:pt x="2196" y="76011"/>
                  </a:lnTo>
                  <a:lnTo>
                    <a:pt x="439" y="74753"/>
                  </a:lnTo>
                  <a:lnTo>
                    <a:pt x="0" y="74394"/>
                  </a:lnTo>
                  <a:lnTo>
                    <a:pt x="1493" y="73406"/>
                  </a:lnTo>
                  <a:lnTo>
                    <a:pt x="2723" y="73136"/>
                  </a:lnTo>
                  <a:lnTo>
                    <a:pt x="3426" y="72956"/>
                  </a:lnTo>
                  <a:lnTo>
                    <a:pt x="3953" y="72687"/>
                  </a:lnTo>
                  <a:lnTo>
                    <a:pt x="4832" y="72238"/>
                  </a:lnTo>
                  <a:lnTo>
                    <a:pt x="6326" y="71519"/>
                  </a:lnTo>
                  <a:lnTo>
                    <a:pt x="6941" y="71249"/>
                  </a:lnTo>
                  <a:lnTo>
                    <a:pt x="8610" y="70441"/>
                  </a:lnTo>
                  <a:lnTo>
                    <a:pt x="9401" y="69812"/>
                  </a:lnTo>
                  <a:lnTo>
                    <a:pt x="9928" y="69362"/>
                  </a:lnTo>
                  <a:lnTo>
                    <a:pt x="10192" y="68913"/>
                  </a:lnTo>
                  <a:lnTo>
                    <a:pt x="10543" y="68284"/>
                  </a:lnTo>
                  <a:lnTo>
                    <a:pt x="10368" y="67476"/>
                  </a:lnTo>
                  <a:lnTo>
                    <a:pt x="10280" y="66847"/>
                  </a:lnTo>
                  <a:lnTo>
                    <a:pt x="10192" y="66218"/>
                  </a:lnTo>
                  <a:lnTo>
                    <a:pt x="10368" y="65589"/>
                  </a:lnTo>
                  <a:lnTo>
                    <a:pt x="10631" y="65140"/>
                  </a:lnTo>
                  <a:lnTo>
                    <a:pt x="11246" y="64600"/>
                  </a:lnTo>
                  <a:lnTo>
                    <a:pt x="11861" y="64331"/>
                  </a:lnTo>
                  <a:lnTo>
                    <a:pt x="12301" y="64061"/>
                  </a:lnTo>
                  <a:lnTo>
                    <a:pt x="12740" y="63792"/>
                  </a:lnTo>
                  <a:lnTo>
                    <a:pt x="12916" y="63702"/>
                  </a:lnTo>
                  <a:lnTo>
                    <a:pt x="13355" y="63343"/>
                  </a:lnTo>
                  <a:lnTo>
                    <a:pt x="13970" y="62804"/>
                  </a:lnTo>
                  <a:lnTo>
                    <a:pt x="14673" y="62175"/>
                  </a:lnTo>
                  <a:lnTo>
                    <a:pt x="15113" y="61905"/>
                  </a:lnTo>
                  <a:lnTo>
                    <a:pt x="15991" y="61636"/>
                  </a:lnTo>
                  <a:lnTo>
                    <a:pt x="16255" y="61546"/>
                  </a:lnTo>
                  <a:lnTo>
                    <a:pt x="17924" y="61546"/>
                  </a:lnTo>
                  <a:lnTo>
                    <a:pt x="19857" y="61456"/>
                  </a:lnTo>
                  <a:lnTo>
                    <a:pt x="21087" y="61456"/>
                  </a:lnTo>
                  <a:lnTo>
                    <a:pt x="22669" y="61007"/>
                  </a:lnTo>
                  <a:lnTo>
                    <a:pt x="23108" y="60737"/>
                  </a:lnTo>
                  <a:lnTo>
                    <a:pt x="23811" y="60108"/>
                  </a:lnTo>
                  <a:lnTo>
                    <a:pt x="24602" y="59299"/>
                  </a:lnTo>
                  <a:lnTo>
                    <a:pt x="24866" y="58850"/>
                  </a:lnTo>
                  <a:lnTo>
                    <a:pt x="25217" y="57862"/>
                  </a:lnTo>
                  <a:lnTo>
                    <a:pt x="25832" y="54897"/>
                  </a:lnTo>
                  <a:lnTo>
                    <a:pt x="25920" y="53998"/>
                  </a:lnTo>
                  <a:lnTo>
                    <a:pt x="26359" y="50404"/>
                  </a:lnTo>
                  <a:lnTo>
                    <a:pt x="26799" y="50854"/>
                  </a:lnTo>
                  <a:lnTo>
                    <a:pt x="27062" y="51123"/>
                  </a:lnTo>
                  <a:lnTo>
                    <a:pt x="27326" y="51572"/>
                  </a:lnTo>
                  <a:lnTo>
                    <a:pt x="27765" y="52022"/>
                  </a:lnTo>
                  <a:lnTo>
                    <a:pt x="28556" y="52920"/>
                  </a:lnTo>
                  <a:lnTo>
                    <a:pt x="29786" y="54268"/>
                  </a:lnTo>
                  <a:lnTo>
                    <a:pt x="30138" y="54717"/>
                  </a:lnTo>
                  <a:lnTo>
                    <a:pt x="31280" y="55975"/>
                  </a:lnTo>
                  <a:lnTo>
                    <a:pt x="32159" y="56874"/>
                  </a:lnTo>
                  <a:lnTo>
                    <a:pt x="33213" y="58221"/>
                  </a:lnTo>
                  <a:lnTo>
                    <a:pt x="34267" y="59389"/>
                  </a:lnTo>
                  <a:lnTo>
                    <a:pt x="34619" y="59749"/>
                  </a:lnTo>
                  <a:lnTo>
                    <a:pt x="35058" y="60288"/>
                  </a:lnTo>
                  <a:lnTo>
                    <a:pt x="35673" y="60917"/>
                  </a:lnTo>
                  <a:lnTo>
                    <a:pt x="36640" y="61995"/>
                  </a:lnTo>
                  <a:lnTo>
                    <a:pt x="37255" y="62624"/>
                  </a:lnTo>
                  <a:lnTo>
                    <a:pt x="37606" y="62983"/>
                  </a:lnTo>
                  <a:lnTo>
                    <a:pt x="38309" y="63882"/>
                  </a:lnTo>
                  <a:lnTo>
                    <a:pt x="39012" y="64600"/>
                  </a:lnTo>
                  <a:lnTo>
                    <a:pt x="39715" y="65319"/>
                  </a:lnTo>
                  <a:lnTo>
                    <a:pt x="40154" y="65769"/>
                  </a:lnTo>
                  <a:lnTo>
                    <a:pt x="40594" y="66218"/>
                  </a:lnTo>
                  <a:lnTo>
                    <a:pt x="41121" y="66847"/>
                  </a:lnTo>
                  <a:lnTo>
                    <a:pt x="41297" y="67026"/>
                  </a:lnTo>
                  <a:lnTo>
                    <a:pt x="42615" y="65769"/>
                  </a:lnTo>
                  <a:lnTo>
                    <a:pt x="43757" y="64690"/>
                  </a:lnTo>
                  <a:lnTo>
                    <a:pt x="45075" y="63432"/>
                  </a:lnTo>
                  <a:lnTo>
                    <a:pt x="59924" y="49057"/>
                  </a:lnTo>
                  <a:lnTo>
                    <a:pt x="63088" y="52381"/>
                  </a:lnTo>
                  <a:lnTo>
                    <a:pt x="64493" y="53819"/>
                  </a:lnTo>
                  <a:lnTo>
                    <a:pt x="64933" y="54268"/>
                  </a:lnTo>
                  <a:lnTo>
                    <a:pt x="66163" y="55436"/>
                  </a:lnTo>
                  <a:lnTo>
                    <a:pt x="66602" y="55975"/>
                  </a:lnTo>
                  <a:lnTo>
                    <a:pt x="68096" y="57502"/>
                  </a:lnTo>
                  <a:lnTo>
                    <a:pt x="68975" y="58401"/>
                  </a:lnTo>
                  <a:lnTo>
                    <a:pt x="72314" y="61815"/>
                  </a:lnTo>
                  <a:lnTo>
                    <a:pt x="72489" y="61905"/>
                  </a:lnTo>
                  <a:lnTo>
                    <a:pt x="77498" y="67026"/>
                  </a:lnTo>
                  <a:lnTo>
                    <a:pt x="78728" y="68284"/>
                  </a:lnTo>
                  <a:lnTo>
                    <a:pt x="80309" y="69902"/>
                  </a:lnTo>
                  <a:lnTo>
                    <a:pt x="83033" y="72687"/>
                  </a:lnTo>
                  <a:lnTo>
                    <a:pt x="86987" y="68913"/>
                  </a:lnTo>
                  <a:lnTo>
                    <a:pt x="102452" y="68464"/>
                  </a:lnTo>
                  <a:lnTo>
                    <a:pt x="103418" y="68374"/>
                  </a:lnTo>
                  <a:lnTo>
                    <a:pt x="104385" y="68464"/>
                  </a:lnTo>
                  <a:lnTo>
                    <a:pt x="105351" y="68464"/>
                  </a:lnTo>
                  <a:lnTo>
                    <a:pt x="106318" y="68644"/>
                  </a:lnTo>
                  <a:lnTo>
                    <a:pt x="107197" y="68823"/>
                  </a:lnTo>
                  <a:lnTo>
                    <a:pt x="108163" y="69093"/>
                  </a:lnTo>
                  <a:lnTo>
                    <a:pt x="109042" y="69362"/>
                  </a:lnTo>
                  <a:lnTo>
                    <a:pt x="110008" y="69722"/>
                  </a:lnTo>
                  <a:lnTo>
                    <a:pt x="110887" y="70081"/>
                  </a:lnTo>
                  <a:lnTo>
                    <a:pt x="111766" y="70530"/>
                  </a:lnTo>
                  <a:lnTo>
                    <a:pt x="112556" y="71070"/>
                  </a:lnTo>
                  <a:lnTo>
                    <a:pt x="113347" y="71609"/>
                  </a:lnTo>
                  <a:lnTo>
                    <a:pt x="114138" y="72238"/>
                  </a:lnTo>
                  <a:lnTo>
                    <a:pt x="122222" y="64421"/>
                  </a:lnTo>
                  <a:lnTo>
                    <a:pt x="123540" y="63073"/>
                  </a:lnTo>
                  <a:lnTo>
                    <a:pt x="129603" y="57233"/>
                  </a:lnTo>
                  <a:lnTo>
                    <a:pt x="129778" y="57053"/>
                  </a:lnTo>
                  <a:lnTo>
                    <a:pt x="135138" y="51932"/>
                  </a:lnTo>
                  <a:lnTo>
                    <a:pt x="137598" y="49506"/>
                  </a:lnTo>
                  <a:lnTo>
                    <a:pt x="138741" y="50674"/>
                  </a:lnTo>
                  <a:lnTo>
                    <a:pt x="143661" y="55795"/>
                  </a:lnTo>
                  <a:lnTo>
                    <a:pt x="146385" y="58671"/>
                  </a:lnTo>
                  <a:lnTo>
                    <a:pt x="149988" y="62264"/>
                  </a:lnTo>
                  <a:lnTo>
                    <a:pt x="150251" y="61995"/>
                  </a:lnTo>
                  <a:lnTo>
                    <a:pt x="152799" y="59389"/>
                  </a:lnTo>
                  <a:lnTo>
                    <a:pt x="152975" y="59299"/>
                  </a:lnTo>
                  <a:lnTo>
                    <a:pt x="157193" y="55077"/>
                  </a:lnTo>
                  <a:lnTo>
                    <a:pt x="159741" y="57682"/>
                  </a:lnTo>
                  <a:lnTo>
                    <a:pt x="162201" y="60198"/>
                  </a:lnTo>
                  <a:lnTo>
                    <a:pt x="163783" y="61725"/>
                  </a:lnTo>
                  <a:lnTo>
                    <a:pt x="165628" y="63702"/>
                  </a:lnTo>
                  <a:lnTo>
                    <a:pt x="166682" y="64690"/>
                  </a:lnTo>
                  <a:lnTo>
                    <a:pt x="166946" y="64421"/>
                  </a:lnTo>
                  <a:lnTo>
                    <a:pt x="167385" y="64151"/>
                  </a:lnTo>
                  <a:lnTo>
                    <a:pt x="167737" y="63882"/>
                  </a:lnTo>
                  <a:lnTo>
                    <a:pt x="168176" y="63702"/>
                  </a:lnTo>
                  <a:lnTo>
                    <a:pt x="168615" y="63612"/>
                  </a:lnTo>
                  <a:lnTo>
                    <a:pt x="169055" y="63612"/>
                  </a:lnTo>
                  <a:lnTo>
                    <a:pt x="169582" y="63612"/>
                  </a:lnTo>
                  <a:lnTo>
                    <a:pt x="170021" y="63792"/>
                  </a:lnTo>
                  <a:lnTo>
                    <a:pt x="170460" y="63882"/>
                  </a:lnTo>
                  <a:lnTo>
                    <a:pt x="170812" y="64151"/>
                  </a:lnTo>
                  <a:lnTo>
                    <a:pt x="171163" y="64421"/>
                  </a:lnTo>
                  <a:lnTo>
                    <a:pt x="175381" y="58940"/>
                  </a:lnTo>
                  <a:lnTo>
                    <a:pt x="180565" y="52112"/>
                  </a:lnTo>
                  <a:lnTo>
                    <a:pt x="185486" y="45732"/>
                  </a:lnTo>
                  <a:lnTo>
                    <a:pt x="192251" y="36837"/>
                  </a:lnTo>
                  <a:lnTo>
                    <a:pt x="192691" y="36388"/>
                  </a:lnTo>
                  <a:lnTo>
                    <a:pt x="207540" y="16981"/>
                  </a:lnTo>
                  <a:lnTo>
                    <a:pt x="215799" y="6199"/>
                  </a:lnTo>
                  <a:lnTo>
                    <a:pt x="216854" y="6019"/>
                  </a:lnTo>
                  <a:lnTo>
                    <a:pt x="217557" y="5840"/>
                  </a:lnTo>
                  <a:lnTo>
                    <a:pt x="217996" y="5750"/>
                  </a:lnTo>
                  <a:lnTo>
                    <a:pt x="219841" y="5390"/>
                  </a:lnTo>
                  <a:lnTo>
                    <a:pt x="223092" y="4851"/>
                  </a:lnTo>
                  <a:lnTo>
                    <a:pt x="225553" y="4492"/>
                  </a:lnTo>
                  <a:lnTo>
                    <a:pt x="229155" y="3953"/>
                  </a:lnTo>
                  <a:lnTo>
                    <a:pt x="230122" y="3863"/>
                  </a:lnTo>
                  <a:lnTo>
                    <a:pt x="232582" y="3504"/>
                  </a:lnTo>
                  <a:lnTo>
                    <a:pt x="233724" y="3234"/>
                  </a:lnTo>
                  <a:lnTo>
                    <a:pt x="234427" y="3144"/>
                  </a:lnTo>
                  <a:lnTo>
                    <a:pt x="235394" y="2964"/>
                  </a:lnTo>
                  <a:lnTo>
                    <a:pt x="238996" y="2425"/>
                  </a:lnTo>
                  <a:lnTo>
                    <a:pt x="252879" y="0"/>
                  </a:lnTo>
                  <a:lnTo>
                    <a:pt x="252616" y="3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6460" y="3644204"/>
              <a:ext cx="1365602" cy="1618708"/>
            </a:xfrm>
            <a:custGeom>
              <a:avLst/>
              <a:pathLst>
                <a:path w="1365602" h="1618708">
                  <a:moveTo>
                    <a:pt x="274494" y="115365"/>
                  </a:moveTo>
                  <a:lnTo>
                    <a:pt x="449964" y="382844"/>
                  </a:lnTo>
                  <a:lnTo>
                    <a:pt x="699504" y="770090"/>
                  </a:lnTo>
                  <a:lnTo>
                    <a:pt x="703985" y="774133"/>
                  </a:lnTo>
                  <a:lnTo>
                    <a:pt x="705567" y="777637"/>
                  </a:lnTo>
                  <a:lnTo>
                    <a:pt x="707236" y="777458"/>
                  </a:lnTo>
                  <a:lnTo>
                    <a:pt x="708554" y="777368"/>
                  </a:lnTo>
                  <a:lnTo>
                    <a:pt x="709697" y="777278"/>
                  </a:lnTo>
                  <a:lnTo>
                    <a:pt x="711103" y="776739"/>
                  </a:lnTo>
                  <a:lnTo>
                    <a:pt x="712508" y="776110"/>
                  </a:lnTo>
                  <a:lnTo>
                    <a:pt x="713124" y="775840"/>
                  </a:lnTo>
                  <a:lnTo>
                    <a:pt x="713739" y="775391"/>
                  </a:lnTo>
                  <a:lnTo>
                    <a:pt x="714178" y="774942"/>
                  </a:lnTo>
                  <a:lnTo>
                    <a:pt x="714529" y="774583"/>
                  </a:lnTo>
                  <a:lnTo>
                    <a:pt x="714881" y="774223"/>
                  </a:lnTo>
                  <a:lnTo>
                    <a:pt x="715496" y="773864"/>
                  </a:lnTo>
                  <a:lnTo>
                    <a:pt x="716375" y="773684"/>
                  </a:lnTo>
                  <a:lnTo>
                    <a:pt x="716902" y="773415"/>
                  </a:lnTo>
                  <a:lnTo>
                    <a:pt x="717517" y="773145"/>
                  </a:lnTo>
                  <a:lnTo>
                    <a:pt x="718308" y="772965"/>
                  </a:lnTo>
                  <a:lnTo>
                    <a:pt x="719186" y="772696"/>
                  </a:lnTo>
                  <a:lnTo>
                    <a:pt x="719889" y="772606"/>
                  </a:lnTo>
                  <a:lnTo>
                    <a:pt x="720592" y="772606"/>
                  </a:lnTo>
                  <a:lnTo>
                    <a:pt x="721207" y="772786"/>
                  </a:lnTo>
                  <a:lnTo>
                    <a:pt x="721822" y="772875"/>
                  </a:lnTo>
                  <a:lnTo>
                    <a:pt x="722350" y="772786"/>
                  </a:lnTo>
                  <a:lnTo>
                    <a:pt x="722965" y="772965"/>
                  </a:lnTo>
                  <a:lnTo>
                    <a:pt x="723316" y="773145"/>
                  </a:lnTo>
                  <a:lnTo>
                    <a:pt x="723580" y="772875"/>
                  </a:lnTo>
                  <a:lnTo>
                    <a:pt x="723931" y="772157"/>
                  </a:lnTo>
                  <a:lnTo>
                    <a:pt x="724546" y="771707"/>
                  </a:lnTo>
                  <a:lnTo>
                    <a:pt x="725249" y="771168"/>
                  </a:lnTo>
                  <a:lnTo>
                    <a:pt x="725688" y="771168"/>
                  </a:lnTo>
                  <a:lnTo>
                    <a:pt x="726391" y="770899"/>
                  </a:lnTo>
                  <a:lnTo>
                    <a:pt x="727094" y="770719"/>
                  </a:lnTo>
                  <a:lnTo>
                    <a:pt x="727797" y="770450"/>
                  </a:lnTo>
                  <a:lnTo>
                    <a:pt x="728588" y="770360"/>
                  </a:lnTo>
                  <a:lnTo>
                    <a:pt x="729203" y="770360"/>
                  </a:lnTo>
                  <a:lnTo>
                    <a:pt x="729730" y="769910"/>
                  </a:lnTo>
                  <a:lnTo>
                    <a:pt x="730082" y="770000"/>
                  </a:lnTo>
                  <a:lnTo>
                    <a:pt x="730785" y="770000"/>
                  </a:lnTo>
                  <a:lnTo>
                    <a:pt x="731312" y="770180"/>
                  </a:lnTo>
                  <a:lnTo>
                    <a:pt x="731927" y="770270"/>
                  </a:lnTo>
                  <a:lnTo>
                    <a:pt x="732454" y="770539"/>
                  </a:lnTo>
                  <a:lnTo>
                    <a:pt x="733069" y="770539"/>
                  </a:lnTo>
                  <a:lnTo>
                    <a:pt x="733596" y="770090"/>
                  </a:lnTo>
                  <a:lnTo>
                    <a:pt x="734124" y="769821"/>
                  </a:lnTo>
                  <a:lnTo>
                    <a:pt x="735090" y="769192"/>
                  </a:lnTo>
                  <a:lnTo>
                    <a:pt x="735881" y="768742"/>
                  </a:lnTo>
                  <a:lnTo>
                    <a:pt x="736408" y="768563"/>
                  </a:lnTo>
                  <a:lnTo>
                    <a:pt x="736935" y="768742"/>
                  </a:lnTo>
                  <a:lnTo>
                    <a:pt x="737638" y="768832"/>
                  </a:lnTo>
                  <a:lnTo>
                    <a:pt x="738693" y="768922"/>
                  </a:lnTo>
                  <a:lnTo>
                    <a:pt x="739483" y="768653"/>
                  </a:lnTo>
                  <a:lnTo>
                    <a:pt x="740011" y="768563"/>
                  </a:lnTo>
                  <a:lnTo>
                    <a:pt x="740626" y="768293"/>
                  </a:lnTo>
                  <a:lnTo>
                    <a:pt x="741944" y="768293"/>
                  </a:lnTo>
                  <a:lnTo>
                    <a:pt x="742647" y="768113"/>
                  </a:lnTo>
                  <a:lnTo>
                    <a:pt x="743174" y="768024"/>
                  </a:lnTo>
                  <a:lnTo>
                    <a:pt x="744053" y="767844"/>
                  </a:lnTo>
                  <a:lnTo>
                    <a:pt x="744580" y="767664"/>
                  </a:lnTo>
                  <a:lnTo>
                    <a:pt x="745195" y="767485"/>
                  </a:lnTo>
                  <a:lnTo>
                    <a:pt x="745722" y="767395"/>
                  </a:lnTo>
                  <a:lnTo>
                    <a:pt x="746776" y="767664"/>
                  </a:lnTo>
                  <a:lnTo>
                    <a:pt x="747743" y="767934"/>
                  </a:lnTo>
                  <a:lnTo>
                    <a:pt x="748534" y="768293"/>
                  </a:lnTo>
                  <a:lnTo>
                    <a:pt x="748885" y="768473"/>
                  </a:lnTo>
                  <a:lnTo>
                    <a:pt x="749412" y="768832"/>
                  </a:lnTo>
                  <a:lnTo>
                    <a:pt x="750291" y="768832"/>
                  </a:lnTo>
                  <a:lnTo>
                    <a:pt x="751258" y="768563"/>
                  </a:lnTo>
                  <a:lnTo>
                    <a:pt x="751961" y="768024"/>
                  </a:lnTo>
                  <a:lnTo>
                    <a:pt x="752576" y="767844"/>
                  </a:lnTo>
                  <a:lnTo>
                    <a:pt x="753191" y="767934"/>
                  </a:lnTo>
                  <a:lnTo>
                    <a:pt x="754245" y="767934"/>
                  </a:lnTo>
                  <a:lnTo>
                    <a:pt x="754772" y="767844"/>
                  </a:lnTo>
                  <a:lnTo>
                    <a:pt x="755739" y="767574"/>
                  </a:lnTo>
                  <a:lnTo>
                    <a:pt x="757320" y="767485"/>
                  </a:lnTo>
                  <a:lnTo>
                    <a:pt x="760044" y="767125"/>
                  </a:lnTo>
                  <a:lnTo>
                    <a:pt x="761011" y="766676"/>
                  </a:lnTo>
                  <a:lnTo>
                    <a:pt x="761626" y="766496"/>
                  </a:lnTo>
                  <a:lnTo>
                    <a:pt x="762592" y="766317"/>
                  </a:lnTo>
                  <a:lnTo>
                    <a:pt x="763207" y="766317"/>
                  </a:lnTo>
                  <a:lnTo>
                    <a:pt x="764525" y="766227"/>
                  </a:lnTo>
                  <a:lnTo>
                    <a:pt x="765843" y="766137"/>
                  </a:lnTo>
                  <a:lnTo>
                    <a:pt x="766634" y="765957"/>
                  </a:lnTo>
                  <a:lnTo>
                    <a:pt x="768479" y="766047"/>
                  </a:lnTo>
                  <a:lnTo>
                    <a:pt x="769446" y="765957"/>
                  </a:lnTo>
                  <a:lnTo>
                    <a:pt x="769797" y="765957"/>
                  </a:lnTo>
                  <a:lnTo>
                    <a:pt x="771115" y="765867"/>
                  </a:lnTo>
                  <a:lnTo>
                    <a:pt x="772697" y="765867"/>
                  </a:lnTo>
                  <a:lnTo>
                    <a:pt x="775069" y="765867"/>
                  </a:lnTo>
                  <a:lnTo>
                    <a:pt x="776651" y="765777"/>
                  </a:lnTo>
                  <a:lnTo>
                    <a:pt x="778233" y="765508"/>
                  </a:lnTo>
                  <a:lnTo>
                    <a:pt x="779287" y="765328"/>
                  </a:lnTo>
                  <a:lnTo>
                    <a:pt x="780869" y="765328"/>
                  </a:lnTo>
                  <a:lnTo>
                    <a:pt x="781835" y="765148"/>
                  </a:lnTo>
                  <a:lnTo>
                    <a:pt x="782714" y="764969"/>
                  </a:lnTo>
                  <a:lnTo>
                    <a:pt x="783944" y="764520"/>
                  </a:lnTo>
                  <a:lnTo>
                    <a:pt x="785350" y="763801"/>
                  </a:lnTo>
                  <a:lnTo>
                    <a:pt x="786228" y="763531"/>
                  </a:lnTo>
                  <a:lnTo>
                    <a:pt x="786843" y="763531"/>
                  </a:lnTo>
                  <a:lnTo>
                    <a:pt x="788249" y="763352"/>
                  </a:lnTo>
                  <a:lnTo>
                    <a:pt x="788601" y="763262"/>
                  </a:lnTo>
                  <a:lnTo>
                    <a:pt x="789216" y="763352"/>
                  </a:lnTo>
                  <a:lnTo>
                    <a:pt x="789567" y="763262"/>
                  </a:lnTo>
                  <a:lnTo>
                    <a:pt x="790358" y="762992"/>
                  </a:lnTo>
                  <a:lnTo>
                    <a:pt x="791061" y="762543"/>
                  </a:lnTo>
                  <a:lnTo>
                    <a:pt x="791764" y="762273"/>
                  </a:lnTo>
                  <a:lnTo>
                    <a:pt x="792203" y="762094"/>
                  </a:lnTo>
                  <a:lnTo>
                    <a:pt x="792643" y="761914"/>
                  </a:lnTo>
                  <a:lnTo>
                    <a:pt x="793082" y="761734"/>
                  </a:lnTo>
                  <a:lnTo>
                    <a:pt x="793961" y="761555"/>
                  </a:lnTo>
                  <a:lnTo>
                    <a:pt x="794927" y="761375"/>
                  </a:lnTo>
                  <a:lnTo>
                    <a:pt x="795630" y="761195"/>
                  </a:lnTo>
                  <a:lnTo>
                    <a:pt x="795982" y="761015"/>
                  </a:lnTo>
                  <a:lnTo>
                    <a:pt x="796333" y="760746"/>
                  </a:lnTo>
                  <a:lnTo>
                    <a:pt x="796685" y="760566"/>
                  </a:lnTo>
                  <a:lnTo>
                    <a:pt x="797036" y="760117"/>
                  </a:lnTo>
                  <a:lnTo>
                    <a:pt x="797300" y="759937"/>
                  </a:lnTo>
                  <a:lnTo>
                    <a:pt x="798178" y="759218"/>
                  </a:lnTo>
                  <a:lnTo>
                    <a:pt x="800111" y="758590"/>
                  </a:lnTo>
                  <a:lnTo>
                    <a:pt x="802484" y="757871"/>
                  </a:lnTo>
                  <a:lnTo>
                    <a:pt x="803011" y="757601"/>
                  </a:lnTo>
                  <a:lnTo>
                    <a:pt x="805559" y="756972"/>
                  </a:lnTo>
                  <a:lnTo>
                    <a:pt x="807141" y="756613"/>
                  </a:lnTo>
                  <a:lnTo>
                    <a:pt x="808898" y="756433"/>
                  </a:lnTo>
                  <a:lnTo>
                    <a:pt x="810040" y="756343"/>
                  </a:lnTo>
                  <a:lnTo>
                    <a:pt x="811358" y="756164"/>
                  </a:lnTo>
                  <a:lnTo>
                    <a:pt x="812237" y="756074"/>
                  </a:lnTo>
                  <a:lnTo>
                    <a:pt x="813818" y="755445"/>
                  </a:lnTo>
                  <a:lnTo>
                    <a:pt x="814961" y="755085"/>
                  </a:lnTo>
                  <a:lnTo>
                    <a:pt x="815576" y="754726"/>
                  </a:lnTo>
                  <a:lnTo>
                    <a:pt x="816806" y="754277"/>
                  </a:lnTo>
                  <a:lnTo>
                    <a:pt x="819178" y="753288"/>
                  </a:lnTo>
                  <a:lnTo>
                    <a:pt x="820672" y="752390"/>
                  </a:lnTo>
                  <a:lnTo>
                    <a:pt x="822429" y="752031"/>
                  </a:lnTo>
                  <a:lnTo>
                    <a:pt x="823484" y="751671"/>
                  </a:lnTo>
                  <a:lnTo>
                    <a:pt x="825241" y="751132"/>
                  </a:lnTo>
                  <a:lnTo>
                    <a:pt x="826823" y="750863"/>
                  </a:lnTo>
                  <a:lnTo>
                    <a:pt x="828316" y="750323"/>
                  </a:lnTo>
                  <a:lnTo>
                    <a:pt x="829019" y="750323"/>
                  </a:lnTo>
                  <a:lnTo>
                    <a:pt x="829283" y="750323"/>
                  </a:lnTo>
                  <a:lnTo>
                    <a:pt x="829634" y="750144"/>
                  </a:lnTo>
                  <a:lnTo>
                    <a:pt x="829898" y="750054"/>
                  </a:lnTo>
                  <a:lnTo>
                    <a:pt x="830074" y="749874"/>
                  </a:lnTo>
                  <a:lnTo>
                    <a:pt x="830250" y="749784"/>
                  </a:lnTo>
                  <a:lnTo>
                    <a:pt x="830689" y="749425"/>
                  </a:lnTo>
                  <a:lnTo>
                    <a:pt x="830865" y="749245"/>
                  </a:lnTo>
                  <a:lnTo>
                    <a:pt x="831128" y="749066"/>
                  </a:lnTo>
                  <a:lnTo>
                    <a:pt x="832183" y="748616"/>
                  </a:lnTo>
                  <a:lnTo>
                    <a:pt x="832710" y="748347"/>
                  </a:lnTo>
                  <a:lnTo>
                    <a:pt x="832973" y="748167"/>
                  </a:lnTo>
                  <a:lnTo>
                    <a:pt x="833501" y="748077"/>
                  </a:lnTo>
                  <a:lnTo>
                    <a:pt x="833940" y="747987"/>
                  </a:lnTo>
                  <a:lnTo>
                    <a:pt x="834291" y="747898"/>
                  </a:lnTo>
                  <a:lnTo>
                    <a:pt x="834994" y="747808"/>
                  </a:lnTo>
                  <a:lnTo>
                    <a:pt x="835609" y="747718"/>
                  </a:lnTo>
                  <a:lnTo>
                    <a:pt x="835873" y="747628"/>
                  </a:lnTo>
                  <a:lnTo>
                    <a:pt x="836400" y="747538"/>
                  </a:lnTo>
                  <a:lnTo>
                    <a:pt x="836664" y="747448"/>
                  </a:lnTo>
                  <a:lnTo>
                    <a:pt x="836927" y="747269"/>
                  </a:lnTo>
                  <a:lnTo>
                    <a:pt x="837367" y="746999"/>
                  </a:lnTo>
                  <a:lnTo>
                    <a:pt x="837455" y="746819"/>
                  </a:lnTo>
                  <a:lnTo>
                    <a:pt x="837630" y="746819"/>
                  </a:lnTo>
                  <a:lnTo>
                    <a:pt x="837806" y="746730"/>
                  </a:lnTo>
                  <a:lnTo>
                    <a:pt x="839036" y="746640"/>
                  </a:lnTo>
                  <a:lnTo>
                    <a:pt x="840178" y="746550"/>
                  </a:lnTo>
                  <a:lnTo>
                    <a:pt x="840442" y="746550"/>
                  </a:lnTo>
                  <a:lnTo>
                    <a:pt x="840706" y="746460"/>
                  </a:lnTo>
                  <a:lnTo>
                    <a:pt x="841848" y="746190"/>
                  </a:lnTo>
                  <a:lnTo>
                    <a:pt x="842463" y="746011"/>
                  </a:lnTo>
                  <a:lnTo>
                    <a:pt x="843517" y="745472"/>
                  </a:lnTo>
                  <a:lnTo>
                    <a:pt x="843869" y="745472"/>
                  </a:lnTo>
                  <a:lnTo>
                    <a:pt x="844308" y="745202"/>
                  </a:lnTo>
                  <a:lnTo>
                    <a:pt x="844835" y="744843"/>
                  </a:lnTo>
                  <a:lnTo>
                    <a:pt x="845275" y="744663"/>
                  </a:lnTo>
                  <a:lnTo>
                    <a:pt x="845890" y="744304"/>
                  </a:lnTo>
                  <a:lnTo>
                    <a:pt x="846417" y="744034"/>
                  </a:lnTo>
                  <a:lnTo>
                    <a:pt x="846681" y="743944"/>
                  </a:lnTo>
                  <a:lnTo>
                    <a:pt x="846944" y="743854"/>
                  </a:lnTo>
                  <a:lnTo>
                    <a:pt x="847296" y="743765"/>
                  </a:lnTo>
                  <a:lnTo>
                    <a:pt x="847647" y="743675"/>
                  </a:lnTo>
                  <a:lnTo>
                    <a:pt x="848086" y="743585"/>
                  </a:lnTo>
                  <a:lnTo>
                    <a:pt x="848438" y="743585"/>
                  </a:lnTo>
                  <a:lnTo>
                    <a:pt x="849053" y="743675"/>
                  </a:lnTo>
                  <a:lnTo>
                    <a:pt x="849317" y="743765"/>
                  </a:lnTo>
                  <a:lnTo>
                    <a:pt x="850722" y="743675"/>
                  </a:lnTo>
                  <a:lnTo>
                    <a:pt x="851074" y="743675"/>
                  </a:lnTo>
                  <a:lnTo>
                    <a:pt x="851601" y="743495"/>
                  </a:lnTo>
                  <a:lnTo>
                    <a:pt x="852040" y="743495"/>
                  </a:lnTo>
                  <a:lnTo>
                    <a:pt x="852392" y="743495"/>
                  </a:lnTo>
                  <a:lnTo>
                    <a:pt x="852655" y="743405"/>
                  </a:lnTo>
                  <a:lnTo>
                    <a:pt x="852919" y="743225"/>
                  </a:lnTo>
                  <a:lnTo>
                    <a:pt x="853622" y="742686"/>
                  </a:lnTo>
                  <a:lnTo>
                    <a:pt x="854061" y="742417"/>
                  </a:lnTo>
                  <a:lnTo>
                    <a:pt x="855028" y="741878"/>
                  </a:lnTo>
                  <a:lnTo>
                    <a:pt x="855379" y="741608"/>
                  </a:lnTo>
                  <a:lnTo>
                    <a:pt x="855643" y="741428"/>
                  </a:lnTo>
                  <a:lnTo>
                    <a:pt x="855994" y="741249"/>
                  </a:lnTo>
                  <a:lnTo>
                    <a:pt x="856258" y="741159"/>
                  </a:lnTo>
                  <a:lnTo>
                    <a:pt x="856609" y="741069"/>
                  </a:lnTo>
                  <a:lnTo>
                    <a:pt x="856873" y="740979"/>
                  </a:lnTo>
                  <a:lnTo>
                    <a:pt x="857137" y="740979"/>
                  </a:lnTo>
                  <a:lnTo>
                    <a:pt x="857312" y="740979"/>
                  </a:lnTo>
                  <a:lnTo>
                    <a:pt x="857576" y="740979"/>
                  </a:lnTo>
                  <a:lnTo>
                    <a:pt x="858455" y="741159"/>
                  </a:lnTo>
                  <a:lnTo>
                    <a:pt x="858982" y="741249"/>
                  </a:lnTo>
                  <a:lnTo>
                    <a:pt x="859245" y="741249"/>
                  </a:lnTo>
                  <a:lnTo>
                    <a:pt x="859948" y="741159"/>
                  </a:lnTo>
                  <a:lnTo>
                    <a:pt x="860476" y="741069"/>
                  </a:lnTo>
                  <a:lnTo>
                    <a:pt x="861530" y="740889"/>
                  </a:lnTo>
                  <a:lnTo>
                    <a:pt x="862760" y="740800"/>
                  </a:lnTo>
                  <a:lnTo>
                    <a:pt x="863463" y="740620"/>
                  </a:lnTo>
                  <a:lnTo>
                    <a:pt x="864430" y="740440"/>
                  </a:lnTo>
                  <a:lnTo>
                    <a:pt x="864781" y="740350"/>
                  </a:lnTo>
                  <a:lnTo>
                    <a:pt x="865484" y="740081"/>
                  </a:lnTo>
                  <a:lnTo>
                    <a:pt x="866011" y="739991"/>
                  </a:lnTo>
                  <a:lnTo>
                    <a:pt x="866363" y="739901"/>
                  </a:lnTo>
                  <a:lnTo>
                    <a:pt x="867681" y="739721"/>
                  </a:lnTo>
                  <a:lnTo>
                    <a:pt x="868032" y="739632"/>
                  </a:lnTo>
                  <a:lnTo>
                    <a:pt x="868471" y="739632"/>
                  </a:lnTo>
                  <a:lnTo>
                    <a:pt x="869174" y="739362"/>
                  </a:lnTo>
                  <a:lnTo>
                    <a:pt x="869614" y="739272"/>
                  </a:lnTo>
                  <a:lnTo>
                    <a:pt x="870053" y="739182"/>
                  </a:lnTo>
                  <a:lnTo>
                    <a:pt x="870404" y="739092"/>
                  </a:lnTo>
                  <a:lnTo>
                    <a:pt x="871020" y="739182"/>
                  </a:lnTo>
                  <a:lnTo>
                    <a:pt x="872865" y="739092"/>
                  </a:lnTo>
                  <a:lnTo>
                    <a:pt x="874095" y="739092"/>
                  </a:lnTo>
                  <a:lnTo>
                    <a:pt x="874710" y="739092"/>
                  </a:lnTo>
                  <a:lnTo>
                    <a:pt x="875149" y="739003"/>
                  </a:lnTo>
                  <a:lnTo>
                    <a:pt x="875325" y="739003"/>
                  </a:lnTo>
                  <a:lnTo>
                    <a:pt x="875676" y="739092"/>
                  </a:lnTo>
                  <a:lnTo>
                    <a:pt x="876292" y="739272"/>
                  </a:lnTo>
                  <a:lnTo>
                    <a:pt x="876555" y="739362"/>
                  </a:lnTo>
                  <a:lnTo>
                    <a:pt x="876819" y="739362"/>
                  </a:lnTo>
                  <a:lnTo>
                    <a:pt x="877258" y="739362"/>
                  </a:lnTo>
                  <a:lnTo>
                    <a:pt x="877522" y="739362"/>
                  </a:lnTo>
                  <a:lnTo>
                    <a:pt x="879103" y="739182"/>
                  </a:lnTo>
                  <a:lnTo>
                    <a:pt x="880773" y="739092"/>
                  </a:lnTo>
                  <a:lnTo>
                    <a:pt x="881036" y="739003"/>
                  </a:lnTo>
                  <a:lnTo>
                    <a:pt x="881476" y="738913"/>
                  </a:lnTo>
                  <a:lnTo>
                    <a:pt x="881739" y="738823"/>
                  </a:lnTo>
                  <a:lnTo>
                    <a:pt x="881915" y="738913"/>
                  </a:lnTo>
                  <a:lnTo>
                    <a:pt x="882179" y="738913"/>
                  </a:lnTo>
                  <a:lnTo>
                    <a:pt x="882618" y="738913"/>
                  </a:lnTo>
                  <a:lnTo>
                    <a:pt x="882969" y="739003"/>
                  </a:lnTo>
                  <a:lnTo>
                    <a:pt x="883409" y="739003"/>
                  </a:lnTo>
                  <a:lnTo>
                    <a:pt x="883760" y="738913"/>
                  </a:lnTo>
                  <a:lnTo>
                    <a:pt x="884199" y="738823"/>
                  </a:lnTo>
                  <a:lnTo>
                    <a:pt x="884639" y="738643"/>
                  </a:lnTo>
                  <a:lnTo>
                    <a:pt x="884990" y="738643"/>
                  </a:lnTo>
                  <a:lnTo>
                    <a:pt x="885430" y="738553"/>
                  </a:lnTo>
                  <a:lnTo>
                    <a:pt x="885869" y="738643"/>
                  </a:lnTo>
                  <a:lnTo>
                    <a:pt x="886308" y="738733"/>
                  </a:lnTo>
                  <a:lnTo>
                    <a:pt x="886660" y="738643"/>
                  </a:lnTo>
                  <a:lnTo>
                    <a:pt x="887011" y="738463"/>
                  </a:lnTo>
                  <a:lnTo>
                    <a:pt x="887451" y="738374"/>
                  </a:lnTo>
                  <a:lnTo>
                    <a:pt x="887802" y="738374"/>
                  </a:lnTo>
                  <a:lnTo>
                    <a:pt x="888241" y="738284"/>
                  </a:lnTo>
                  <a:lnTo>
                    <a:pt x="888593" y="738194"/>
                  </a:lnTo>
                  <a:lnTo>
                    <a:pt x="889120" y="738104"/>
                  </a:lnTo>
                  <a:lnTo>
                    <a:pt x="889384" y="738014"/>
                  </a:lnTo>
                  <a:lnTo>
                    <a:pt x="889823" y="737745"/>
                  </a:lnTo>
                  <a:lnTo>
                    <a:pt x="890174" y="737565"/>
                  </a:lnTo>
                  <a:lnTo>
                    <a:pt x="890614" y="737385"/>
                  </a:lnTo>
                  <a:lnTo>
                    <a:pt x="890965" y="737206"/>
                  </a:lnTo>
                  <a:lnTo>
                    <a:pt x="891405" y="737026"/>
                  </a:lnTo>
                  <a:lnTo>
                    <a:pt x="891844" y="737026"/>
                  </a:lnTo>
                  <a:lnTo>
                    <a:pt x="892195" y="736936"/>
                  </a:lnTo>
                  <a:lnTo>
                    <a:pt x="892635" y="736846"/>
                  </a:lnTo>
                  <a:lnTo>
                    <a:pt x="893074" y="736667"/>
                  </a:lnTo>
                  <a:lnTo>
                    <a:pt x="893250" y="736667"/>
                  </a:lnTo>
                  <a:lnTo>
                    <a:pt x="893425" y="736667"/>
                  </a:lnTo>
                  <a:lnTo>
                    <a:pt x="893865" y="736577"/>
                  </a:lnTo>
                  <a:lnTo>
                    <a:pt x="894216" y="736487"/>
                  </a:lnTo>
                  <a:lnTo>
                    <a:pt x="894656" y="736397"/>
                  </a:lnTo>
                  <a:lnTo>
                    <a:pt x="895095" y="736217"/>
                  </a:lnTo>
                  <a:lnTo>
                    <a:pt x="896501" y="736307"/>
                  </a:lnTo>
                  <a:lnTo>
                    <a:pt x="897116" y="736397"/>
                  </a:lnTo>
                  <a:lnTo>
                    <a:pt x="897555" y="736577"/>
                  </a:lnTo>
                  <a:lnTo>
                    <a:pt x="897907" y="736667"/>
                  </a:lnTo>
                  <a:lnTo>
                    <a:pt x="898346" y="736756"/>
                  </a:lnTo>
                  <a:lnTo>
                    <a:pt x="898697" y="736756"/>
                  </a:lnTo>
                  <a:lnTo>
                    <a:pt x="899137" y="736756"/>
                  </a:lnTo>
                  <a:lnTo>
                    <a:pt x="899576" y="736846"/>
                  </a:lnTo>
                  <a:lnTo>
                    <a:pt x="899928" y="737026"/>
                  </a:lnTo>
                  <a:lnTo>
                    <a:pt x="900455" y="737026"/>
                  </a:lnTo>
                  <a:lnTo>
                    <a:pt x="900806" y="737026"/>
                  </a:lnTo>
                  <a:lnTo>
                    <a:pt x="901246" y="736936"/>
                  </a:lnTo>
                  <a:lnTo>
                    <a:pt x="901685" y="737026"/>
                  </a:lnTo>
                  <a:lnTo>
                    <a:pt x="902036" y="737116"/>
                  </a:lnTo>
                  <a:lnTo>
                    <a:pt x="902651" y="737206"/>
                  </a:lnTo>
                  <a:lnTo>
                    <a:pt x="903003" y="737206"/>
                  </a:lnTo>
                  <a:lnTo>
                    <a:pt x="903442" y="737116"/>
                  </a:lnTo>
                  <a:lnTo>
                    <a:pt x="903794" y="737026"/>
                  </a:lnTo>
                  <a:lnTo>
                    <a:pt x="904233" y="736846"/>
                  </a:lnTo>
                  <a:lnTo>
                    <a:pt x="904672" y="736667"/>
                  </a:lnTo>
                  <a:lnTo>
                    <a:pt x="904936" y="736487"/>
                  </a:lnTo>
                  <a:lnTo>
                    <a:pt x="905375" y="736307"/>
                  </a:lnTo>
                  <a:lnTo>
                    <a:pt x="905815" y="736217"/>
                  </a:lnTo>
                  <a:lnTo>
                    <a:pt x="906166" y="736127"/>
                  </a:lnTo>
                  <a:lnTo>
                    <a:pt x="906605" y="736127"/>
                  </a:lnTo>
                  <a:lnTo>
                    <a:pt x="906957" y="735948"/>
                  </a:lnTo>
                  <a:lnTo>
                    <a:pt x="907308" y="735948"/>
                  </a:lnTo>
                  <a:lnTo>
                    <a:pt x="907748" y="735768"/>
                  </a:lnTo>
                  <a:lnTo>
                    <a:pt x="908187" y="735678"/>
                  </a:lnTo>
                  <a:lnTo>
                    <a:pt x="908626" y="735678"/>
                  </a:lnTo>
                  <a:lnTo>
                    <a:pt x="908978" y="735678"/>
                  </a:lnTo>
                  <a:lnTo>
                    <a:pt x="909417" y="735588"/>
                  </a:lnTo>
                  <a:lnTo>
                    <a:pt x="909769" y="735588"/>
                  </a:lnTo>
                  <a:lnTo>
                    <a:pt x="910208" y="735499"/>
                  </a:lnTo>
                  <a:lnTo>
                    <a:pt x="910647" y="735588"/>
                  </a:lnTo>
                  <a:lnTo>
                    <a:pt x="910999" y="735678"/>
                  </a:lnTo>
                  <a:lnTo>
                    <a:pt x="911438" y="735768"/>
                  </a:lnTo>
                  <a:lnTo>
                    <a:pt x="911790" y="735858"/>
                  </a:lnTo>
                  <a:lnTo>
                    <a:pt x="912229" y="735948"/>
                  </a:lnTo>
                  <a:lnTo>
                    <a:pt x="912580" y="736038"/>
                  </a:lnTo>
                  <a:lnTo>
                    <a:pt x="913020" y="736217"/>
                  </a:lnTo>
                  <a:lnTo>
                    <a:pt x="913459" y="736397"/>
                  </a:lnTo>
                  <a:lnTo>
                    <a:pt x="913810" y="736487"/>
                  </a:lnTo>
                  <a:lnTo>
                    <a:pt x="914250" y="736756"/>
                  </a:lnTo>
                  <a:lnTo>
                    <a:pt x="914601" y="736667"/>
                  </a:lnTo>
                  <a:lnTo>
                    <a:pt x="915041" y="736756"/>
                  </a:lnTo>
                  <a:lnTo>
                    <a:pt x="915392" y="736936"/>
                  </a:lnTo>
                  <a:lnTo>
                    <a:pt x="915831" y="737026"/>
                  </a:lnTo>
                  <a:lnTo>
                    <a:pt x="916271" y="737026"/>
                  </a:lnTo>
                  <a:lnTo>
                    <a:pt x="916622" y="737116"/>
                  </a:lnTo>
                  <a:lnTo>
                    <a:pt x="917062" y="737295"/>
                  </a:lnTo>
                  <a:lnTo>
                    <a:pt x="917413" y="737295"/>
                  </a:lnTo>
                  <a:lnTo>
                    <a:pt x="917852" y="737295"/>
                  </a:lnTo>
                  <a:lnTo>
                    <a:pt x="918292" y="737475"/>
                  </a:lnTo>
                  <a:lnTo>
                    <a:pt x="918731" y="737565"/>
                  </a:lnTo>
                  <a:lnTo>
                    <a:pt x="919082" y="737655"/>
                  </a:lnTo>
                  <a:lnTo>
                    <a:pt x="919434" y="737655"/>
                  </a:lnTo>
                  <a:lnTo>
                    <a:pt x="919961" y="737565"/>
                  </a:lnTo>
                  <a:lnTo>
                    <a:pt x="920313" y="737655"/>
                  </a:lnTo>
                  <a:lnTo>
                    <a:pt x="920752" y="737655"/>
                  </a:lnTo>
                  <a:lnTo>
                    <a:pt x="921103" y="737655"/>
                  </a:lnTo>
                  <a:lnTo>
                    <a:pt x="921543" y="737655"/>
                  </a:lnTo>
                  <a:lnTo>
                    <a:pt x="921982" y="737835"/>
                  </a:lnTo>
                  <a:lnTo>
                    <a:pt x="922334" y="737924"/>
                  </a:lnTo>
                  <a:lnTo>
                    <a:pt x="922773" y="738104"/>
                  </a:lnTo>
                  <a:lnTo>
                    <a:pt x="923036" y="738284"/>
                  </a:lnTo>
                  <a:lnTo>
                    <a:pt x="923388" y="738463"/>
                  </a:lnTo>
                  <a:lnTo>
                    <a:pt x="923827" y="738643"/>
                  </a:lnTo>
                  <a:lnTo>
                    <a:pt x="924091" y="738823"/>
                  </a:lnTo>
                  <a:lnTo>
                    <a:pt x="924530" y="738913"/>
                  </a:lnTo>
                  <a:lnTo>
                    <a:pt x="925057" y="739182"/>
                  </a:lnTo>
                  <a:lnTo>
                    <a:pt x="925585" y="739362"/>
                  </a:lnTo>
                  <a:lnTo>
                    <a:pt x="926024" y="739542"/>
                  </a:lnTo>
                  <a:lnTo>
                    <a:pt x="926463" y="739452"/>
                  </a:lnTo>
                  <a:lnTo>
                    <a:pt x="927254" y="739362"/>
                  </a:lnTo>
                  <a:lnTo>
                    <a:pt x="927869" y="739632"/>
                  </a:lnTo>
                  <a:lnTo>
                    <a:pt x="928221" y="739632"/>
                  </a:lnTo>
                  <a:lnTo>
                    <a:pt x="928748" y="739811"/>
                  </a:lnTo>
                  <a:lnTo>
                    <a:pt x="929011" y="739721"/>
                  </a:lnTo>
                  <a:lnTo>
                    <a:pt x="929275" y="739632"/>
                  </a:lnTo>
                  <a:lnTo>
                    <a:pt x="929539" y="739542"/>
                  </a:lnTo>
                  <a:lnTo>
                    <a:pt x="929802" y="739542"/>
                  </a:lnTo>
                  <a:lnTo>
                    <a:pt x="930154" y="739721"/>
                  </a:lnTo>
                  <a:lnTo>
                    <a:pt x="930329" y="739811"/>
                  </a:lnTo>
                  <a:lnTo>
                    <a:pt x="930681" y="739811"/>
                  </a:lnTo>
                  <a:lnTo>
                    <a:pt x="930944" y="739811"/>
                  </a:lnTo>
                  <a:lnTo>
                    <a:pt x="932262" y="740260"/>
                  </a:lnTo>
                  <a:lnTo>
                    <a:pt x="933405" y="740350"/>
                  </a:lnTo>
                  <a:lnTo>
                    <a:pt x="933580" y="740440"/>
                  </a:lnTo>
                  <a:lnTo>
                    <a:pt x="934108" y="740710"/>
                  </a:lnTo>
                  <a:lnTo>
                    <a:pt x="934547" y="740710"/>
                  </a:lnTo>
                  <a:lnTo>
                    <a:pt x="935338" y="740530"/>
                  </a:lnTo>
                  <a:lnTo>
                    <a:pt x="936041" y="740710"/>
                  </a:lnTo>
                  <a:lnTo>
                    <a:pt x="936656" y="740440"/>
                  </a:lnTo>
                  <a:lnTo>
                    <a:pt x="937359" y="740620"/>
                  </a:lnTo>
                  <a:lnTo>
                    <a:pt x="940083" y="740350"/>
                  </a:lnTo>
                  <a:lnTo>
                    <a:pt x="943070" y="740350"/>
                  </a:lnTo>
                  <a:lnTo>
                    <a:pt x="944827" y="739901"/>
                  </a:lnTo>
                  <a:lnTo>
                    <a:pt x="947639" y="739272"/>
                  </a:lnTo>
                  <a:lnTo>
                    <a:pt x="949484" y="739092"/>
                  </a:lnTo>
                  <a:lnTo>
                    <a:pt x="951154" y="739362"/>
                  </a:lnTo>
                  <a:lnTo>
                    <a:pt x="952296" y="739362"/>
                  </a:lnTo>
                  <a:lnTo>
                    <a:pt x="953350" y="739092"/>
                  </a:lnTo>
                  <a:lnTo>
                    <a:pt x="954932" y="738553"/>
                  </a:lnTo>
                  <a:lnTo>
                    <a:pt x="956162" y="737745"/>
                  </a:lnTo>
                  <a:lnTo>
                    <a:pt x="957568" y="736846"/>
                  </a:lnTo>
                  <a:lnTo>
                    <a:pt x="958710" y="736846"/>
                  </a:lnTo>
                  <a:lnTo>
                    <a:pt x="960028" y="737295"/>
                  </a:lnTo>
                  <a:lnTo>
                    <a:pt x="960731" y="737655"/>
                  </a:lnTo>
                  <a:lnTo>
                    <a:pt x="961610" y="738463"/>
                  </a:lnTo>
                  <a:lnTo>
                    <a:pt x="962313" y="738823"/>
                  </a:lnTo>
                  <a:lnTo>
                    <a:pt x="963191" y="739092"/>
                  </a:lnTo>
                  <a:lnTo>
                    <a:pt x="964773" y="738553"/>
                  </a:lnTo>
                  <a:lnTo>
                    <a:pt x="966442" y="738823"/>
                  </a:lnTo>
                  <a:lnTo>
                    <a:pt x="968112" y="739452"/>
                  </a:lnTo>
                  <a:lnTo>
                    <a:pt x="969166" y="740530"/>
                  </a:lnTo>
                  <a:lnTo>
                    <a:pt x="970836" y="741428"/>
                  </a:lnTo>
                  <a:lnTo>
                    <a:pt x="973823" y="742327"/>
                  </a:lnTo>
                  <a:lnTo>
                    <a:pt x="976547" y="743854"/>
                  </a:lnTo>
                  <a:lnTo>
                    <a:pt x="978304" y="744573"/>
                  </a:lnTo>
                  <a:lnTo>
                    <a:pt x="979622" y="745382"/>
                  </a:lnTo>
                  <a:lnTo>
                    <a:pt x="982083" y="749605"/>
                  </a:lnTo>
                  <a:lnTo>
                    <a:pt x="982610" y="751042"/>
                  </a:lnTo>
                  <a:lnTo>
                    <a:pt x="983313" y="752660"/>
                  </a:lnTo>
                  <a:lnTo>
                    <a:pt x="983576" y="752660"/>
                  </a:lnTo>
                  <a:lnTo>
                    <a:pt x="983489" y="752839"/>
                  </a:lnTo>
                  <a:lnTo>
                    <a:pt x="984455" y="754097"/>
                  </a:lnTo>
                  <a:lnTo>
                    <a:pt x="984982" y="755355"/>
                  </a:lnTo>
                  <a:lnTo>
                    <a:pt x="985861" y="756793"/>
                  </a:lnTo>
                  <a:lnTo>
                    <a:pt x="986125" y="757152"/>
                  </a:lnTo>
                  <a:lnTo>
                    <a:pt x="986300" y="757422"/>
                  </a:lnTo>
                  <a:lnTo>
                    <a:pt x="986388" y="757601"/>
                  </a:lnTo>
                  <a:lnTo>
                    <a:pt x="986740" y="757871"/>
                  </a:lnTo>
                  <a:lnTo>
                    <a:pt x="986915" y="758050"/>
                  </a:lnTo>
                  <a:lnTo>
                    <a:pt x="988497" y="757691"/>
                  </a:lnTo>
                  <a:lnTo>
                    <a:pt x="988848" y="757152"/>
                  </a:lnTo>
                  <a:lnTo>
                    <a:pt x="989639" y="756164"/>
                  </a:lnTo>
                  <a:lnTo>
                    <a:pt x="989991" y="755714"/>
                  </a:lnTo>
                  <a:lnTo>
                    <a:pt x="990518" y="755445"/>
                  </a:lnTo>
                  <a:lnTo>
                    <a:pt x="991045" y="755085"/>
                  </a:lnTo>
                  <a:lnTo>
                    <a:pt x="991660" y="754726"/>
                  </a:lnTo>
                  <a:lnTo>
                    <a:pt x="992012" y="754816"/>
                  </a:lnTo>
                  <a:lnTo>
                    <a:pt x="991924" y="754546"/>
                  </a:lnTo>
                  <a:lnTo>
                    <a:pt x="992978" y="754097"/>
                  </a:lnTo>
                  <a:lnTo>
                    <a:pt x="994033" y="753738"/>
                  </a:lnTo>
                  <a:lnTo>
                    <a:pt x="994472" y="753738"/>
                  </a:lnTo>
                  <a:lnTo>
                    <a:pt x="995614" y="753648"/>
                  </a:lnTo>
                  <a:lnTo>
                    <a:pt x="996669" y="753288"/>
                  </a:lnTo>
                  <a:lnTo>
                    <a:pt x="997108" y="753109"/>
                  </a:lnTo>
                  <a:lnTo>
                    <a:pt x="998689" y="752570"/>
                  </a:lnTo>
                  <a:lnTo>
                    <a:pt x="1000183" y="751851"/>
                  </a:lnTo>
                  <a:lnTo>
                    <a:pt x="1000623" y="751671"/>
                  </a:lnTo>
                  <a:lnTo>
                    <a:pt x="1001765" y="751402"/>
                  </a:lnTo>
                  <a:lnTo>
                    <a:pt x="1003083" y="750593"/>
                  </a:lnTo>
                  <a:lnTo>
                    <a:pt x="1003874" y="750413"/>
                  </a:lnTo>
                  <a:lnTo>
                    <a:pt x="1004489" y="749964"/>
                  </a:lnTo>
                  <a:lnTo>
                    <a:pt x="1005455" y="749784"/>
                  </a:lnTo>
                  <a:lnTo>
                    <a:pt x="1006158" y="749695"/>
                  </a:lnTo>
                  <a:lnTo>
                    <a:pt x="1006510" y="749605"/>
                  </a:lnTo>
                  <a:lnTo>
                    <a:pt x="1007037" y="749605"/>
                  </a:lnTo>
                  <a:lnTo>
                    <a:pt x="1007300" y="749605"/>
                  </a:lnTo>
                  <a:lnTo>
                    <a:pt x="1009497" y="748796"/>
                  </a:lnTo>
                  <a:lnTo>
                    <a:pt x="1011079" y="748796"/>
                  </a:lnTo>
                  <a:lnTo>
                    <a:pt x="1012660" y="749335"/>
                  </a:lnTo>
                  <a:lnTo>
                    <a:pt x="1012924" y="749245"/>
                  </a:lnTo>
                  <a:lnTo>
                    <a:pt x="1013627" y="749155"/>
                  </a:lnTo>
                  <a:lnTo>
                    <a:pt x="1014505" y="748976"/>
                  </a:lnTo>
                  <a:lnTo>
                    <a:pt x="1015472" y="749155"/>
                  </a:lnTo>
                  <a:lnTo>
                    <a:pt x="1015911" y="749155"/>
                  </a:lnTo>
                  <a:lnTo>
                    <a:pt x="1017581" y="749245"/>
                  </a:lnTo>
                  <a:lnTo>
                    <a:pt x="1019162" y="749066"/>
                  </a:lnTo>
                  <a:lnTo>
                    <a:pt x="1019338" y="749155"/>
                  </a:lnTo>
                  <a:lnTo>
                    <a:pt x="1019777" y="749245"/>
                  </a:lnTo>
                  <a:lnTo>
                    <a:pt x="1020832" y="749335"/>
                  </a:lnTo>
                  <a:lnTo>
                    <a:pt x="1021710" y="749425"/>
                  </a:lnTo>
                  <a:lnTo>
                    <a:pt x="1022589" y="749425"/>
                  </a:lnTo>
                  <a:lnTo>
                    <a:pt x="1023468" y="749335"/>
                  </a:lnTo>
                  <a:lnTo>
                    <a:pt x="1023995" y="749155"/>
                  </a:lnTo>
                  <a:lnTo>
                    <a:pt x="1024434" y="748886"/>
                  </a:lnTo>
                  <a:lnTo>
                    <a:pt x="1024610" y="748706"/>
                  </a:lnTo>
                  <a:lnTo>
                    <a:pt x="1024874" y="748616"/>
                  </a:lnTo>
                  <a:lnTo>
                    <a:pt x="1025313" y="748527"/>
                  </a:lnTo>
                  <a:lnTo>
                    <a:pt x="1026016" y="748347"/>
                  </a:lnTo>
                  <a:lnTo>
                    <a:pt x="1026543" y="748347"/>
                  </a:lnTo>
                  <a:lnTo>
                    <a:pt x="1027070" y="748347"/>
                  </a:lnTo>
                  <a:lnTo>
                    <a:pt x="1028037" y="748257"/>
                  </a:lnTo>
                  <a:lnTo>
                    <a:pt x="1028300" y="748257"/>
                  </a:lnTo>
                  <a:lnTo>
                    <a:pt x="1029179" y="748257"/>
                  </a:lnTo>
                  <a:lnTo>
                    <a:pt x="1029531" y="748257"/>
                  </a:lnTo>
                  <a:lnTo>
                    <a:pt x="1029970" y="748257"/>
                  </a:lnTo>
                  <a:lnTo>
                    <a:pt x="1030585" y="748527"/>
                  </a:lnTo>
                  <a:lnTo>
                    <a:pt x="1030849" y="748527"/>
                  </a:lnTo>
                  <a:lnTo>
                    <a:pt x="1031288" y="748527"/>
                  </a:lnTo>
                  <a:lnTo>
                    <a:pt x="1031639" y="748437"/>
                  </a:lnTo>
                  <a:lnTo>
                    <a:pt x="1032167" y="748347"/>
                  </a:lnTo>
                  <a:lnTo>
                    <a:pt x="1033221" y="748167"/>
                  </a:lnTo>
                  <a:lnTo>
                    <a:pt x="1033836" y="747898"/>
                  </a:lnTo>
                  <a:lnTo>
                    <a:pt x="1034715" y="747538"/>
                  </a:lnTo>
                  <a:lnTo>
                    <a:pt x="1036208" y="746819"/>
                  </a:lnTo>
                  <a:lnTo>
                    <a:pt x="1037702" y="746190"/>
                  </a:lnTo>
                  <a:lnTo>
                    <a:pt x="1039372" y="746101"/>
                  </a:lnTo>
                  <a:lnTo>
                    <a:pt x="1040953" y="745741"/>
                  </a:lnTo>
                  <a:lnTo>
                    <a:pt x="1041832" y="745292"/>
                  </a:lnTo>
                  <a:lnTo>
                    <a:pt x="1042271" y="745112"/>
                  </a:lnTo>
                  <a:lnTo>
                    <a:pt x="1042623" y="744753"/>
                  </a:lnTo>
                  <a:lnTo>
                    <a:pt x="1042798" y="744753"/>
                  </a:lnTo>
                  <a:lnTo>
                    <a:pt x="1042974" y="744663"/>
                  </a:lnTo>
                  <a:lnTo>
                    <a:pt x="1043413" y="744483"/>
                  </a:lnTo>
                  <a:lnTo>
                    <a:pt x="1043589" y="744483"/>
                  </a:lnTo>
                  <a:lnTo>
                    <a:pt x="1043853" y="744304"/>
                  </a:lnTo>
                  <a:lnTo>
                    <a:pt x="1044292" y="744304"/>
                  </a:lnTo>
                  <a:lnTo>
                    <a:pt x="1044731" y="744214"/>
                  </a:lnTo>
                  <a:lnTo>
                    <a:pt x="1045083" y="744214"/>
                  </a:lnTo>
                  <a:lnTo>
                    <a:pt x="1045522" y="744214"/>
                  </a:lnTo>
                  <a:lnTo>
                    <a:pt x="1045874" y="744304"/>
                  </a:lnTo>
                  <a:lnTo>
                    <a:pt x="1046049" y="744393"/>
                  </a:lnTo>
                  <a:lnTo>
                    <a:pt x="1046313" y="744393"/>
                  </a:lnTo>
                  <a:lnTo>
                    <a:pt x="1046665" y="744573"/>
                  </a:lnTo>
                  <a:lnTo>
                    <a:pt x="1047104" y="744843"/>
                  </a:lnTo>
                  <a:lnTo>
                    <a:pt x="1047455" y="745022"/>
                  </a:lnTo>
                  <a:lnTo>
                    <a:pt x="1047807" y="745202"/>
                  </a:lnTo>
                  <a:lnTo>
                    <a:pt x="1048158" y="745382"/>
                  </a:lnTo>
                  <a:lnTo>
                    <a:pt x="1048510" y="745651"/>
                  </a:lnTo>
                  <a:lnTo>
                    <a:pt x="1048861" y="745831"/>
                  </a:lnTo>
                  <a:lnTo>
                    <a:pt x="1049301" y="746011"/>
                  </a:lnTo>
                  <a:lnTo>
                    <a:pt x="1049740" y="746101"/>
                  </a:lnTo>
                  <a:lnTo>
                    <a:pt x="1050091" y="746190"/>
                  </a:lnTo>
                  <a:lnTo>
                    <a:pt x="1050531" y="746280"/>
                  </a:lnTo>
                  <a:lnTo>
                    <a:pt x="1050619" y="746550"/>
                  </a:lnTo>
                  <a:lnTo>
                    <a:pt x="1051146" y="746909"/>
                  </a:lnTo>
                  <a:lnTo>
                    <a:pt x="1051937" y="747179"/>
                  </a:lnTo>
                  <a:lnTo>
                    <a:pt x="1052288" y="747269"/>
                  </a:lnTo>
                  <a:lnTo>
                    <a:pt x="1052639" y="747269"/>
                  </a:lnTo>
                  <a:lnTo>
                    <a:pt x="1053167" y="747269"/>
                  </a:lnTo>
                  <a:lnTo>
                    <a:pt x="1053518" y="747179"/>
                  </a:lnTo>
                  <a:lnTo>
                    <a:pt x="1053957" y="747179"/>
                  </a:lnTo>
                  <a:lnTo>
                    <a:pt x="1054397" y="747179"/>
                  </a:lnTo>
                  <a:lnTo>
                    <a:pt x="1054836" y="747089"/>
                  </a:lnTo>
                  <a:lnTo>
                    <a:pt x="1055188" y="746999"/>
                  </a:lnTo>
                  <a:lnTo>
                    <a:pt x="1055539" y="746909"/>
                  </a:lnTo>
                  <a:lnTo>
                    <a:pt x="1055978" y="746909"/>
                  </a:lnTo>
                  <a:lnTo>
                    <a:pt x="1056418" y="746819"/>
                  </a:lnTo>
                  <a:lnTo>
                    <a:pt x="1056769" y="746819"/>
                  </a:lnTo>
                  <a:lnTo>
                    <a:pt x="1057209" y="746730"/>
                  </a:lnTo>
                  <a:lnTo>
                    <a:pt x="1057648" y="746819"/>
                  </a:lnTo>
                  <a:lnTo>
                    <a:pt x="1058087" y="746819"/>
                  </a:lnTo>
                  <a:lnTo>
                    <a:pt x="1058527" y="746819"/>
                  </a:lnTo>
                  <a:lnTo>
                    <a:pt x="1058966" y="746909"/>
                  </a:lnTo>
                  <a:lnTo>
                    <a:pt x="1059405" y="746999"/>
                  </a:lnTo>
                  <a:lnTo>
                    <a:pt x="1059845" y="747089"/>
                  </a:lnTo>
                  <a:lnTo>
                    <a:pt x="1060196" y="747179"/>
                  </a:lnTo>
                  <a:lnTo>
                    <a:pt x="1060723" y="747269"/>
                  </a:lnTo>
                  <a:lnTo>
                    <a:pt x="1061075" y="747179"/>
                  </a:lnTo>
                  <a:lnTo>
                    <a:pt x="1061514" y="747089"/>
                  </a:lnTo>
                  <a:lnTo>
                    <a:pt x="1061865" y="746909"/>
                  </a:lnTo>
                  <a:lnTo>
                    <a:pt x="1062041" y="746550"/>
                  </a:lnTo>
                  <a:lnTo>
                    <a:pt x="1062305" y="746101"/>
                  </a:lnTo>
                  <a:lnTo>
                    <a:pt x="1062481" y="745831"/>
                  </a:lnTo>
                  <a:lnTo>
                    <a:pt x="1062744" y="745472"/>
                  </a:lnTo>
                  <a:lnTo>
                    <a:pt x="1063008" y="745202"/>
                  </a:lnTo>
                  <a:lnTo>
                    <a:pt x="1063447" y="744663"/>
                  </a:lnTo>
                  <a:lnTo>
                    <a:pt x="1064414" y="744214"/>
                  </a:lnTo>
                  <a:lnTo>
                    <a:pt x="1064765" y="743944"/>
                  </a:lnTo>
                  <a:lnTo>
                    <a:pt x="1065029" y="743675"/>
                  </a:lnTo>
                  <a:lnTo>
                    <a:pt x="1065292" y="743225"/>
                  </a:lnTo>
                  <a:lnTo>
                    <a:pt x="1065380" y="742956"/>
                  </a:lnTo>
                  <a:lnTo>
                    <a:pt x="1065644" y="742507"/>
                  </a:lnTo>
                  <a:lnTo>
                    <a:pt x="1065907" y="742147"/>
                  </a:lnTo>
                  <a:lnTo>
                    <a:pt x="1066171" y="741878"/>
                  </a:lnTo>
                  <a:lnTo>
                    <a:pt x="1066434" y="741518"/>
                  </a:lnTo>
                  <a:lnTo>
                    <a:pt x="1066698" y="741249"/>
                  </a:lnTo>
                  <a:lnTo>
                    <a:pt x="1066962" y="740979"/>
                  </a:lnTo>
                  <a:lnTo>
                    <a:pt x="1067313" y="740710"/>
                  </a:lnTo>
                  <a:lnTo>
                    <a:pt x="1067665" y="740530"/>
                  </a:lnTo>
                  <a:lnTo>
                    <a:pt x="1068016" y="740260"/>
                  </a:lnTo>
                  <a:lnTo>
                    <a:pt x="1069070" y="739452"/>
                  </a:lnTo>
                  <a:lnTo>
                    <a:pt x="1069773" y="738733"/>
                  </a:lnTo>
                  <a:lnTo>
                    <a:pt x="1071267" y="737475"/>
                  </a:lnTo>
                  <a:lnTo>
                    <a:pt x="1072322" y="737116"/>
                  </a:lnTo>
                  <a:lnTo>
                    <a:pt x="1073464" y="737026"/>
                  </a:lnTo>
                  <a:lnTo>
                    <a:pt x="1074606" y="737924"/>
                  </a:lnTo>
                  <a:lnTo>
                    <a:pt x="1076012" y="738643"/>
                  </a:lnTo>
                  <a:lnTo>
                    <a:pt x="1077945" y="738913"/>
                  </a:lnTo>
                  <a:lnTo>
                    <a:pt x="1079966" y="738913"/>
                  </a:lnTo>
                  <a:lnTo>
                    <a:pt x="1082250" y="738374"/>
                  </a:lnTo>
                  <a:lnTo>
                    <a:pt x="1083920" y="738194"/>
                  </a:lnTo>
                  <a:lnTo>
                    <a:pt x="1085238" y="737745"/>
                  </a:lnTo>
                  <a:lnTo>
                    <a:pt x="1086644" y="735768"/>
                  </a:lnTo>
                  <a:lnTo>
                    <a:pt x="1087522" y="734151"/>
                  </a:lnTo>
                  <a:lnTo>
                    <a:pt x="1089280" y="732893"/>
                  </a:lnTo>
                  <a:lnTo>
                    <a:pt x="1090686" y="731815"/>
                  </a:lnTo>
                  <a:lnTo>
                    <a:pt x="1093673" y="729838"/>
                  </a:lnTo>
                  <a:lnTo>
                    <a:pt x="1096309" y="728490"/>
                  </a:lnTo>
                  <a:lnTo>
                    <a:pt x="1097979" y="727772"/>
                  </a:lnTo>
                  <a:lnTo>
                    <a:pt x="1099648" y="727143"/>
                  </a:lnTo>
                  <a:lnTo>
                    <a:pt x="1101493" y="726604"/>
                  </a:lnTo>
                  <a:lnTo>
                    <a:pt x="1103426" y="726783"/>
                  </a:lnTo>
                  <a:lnTo>
                    <a:pt x="1104481" y="726783"/>
                  </a:lnTo>
                  <a:lnTo>
                    <a:pt x="1106150" y="726604"/>
                  </a:lnTo>
                  <a:lnTo>
                    <a:pt x="1107029" y="726244"/>
                  </a:lnTo>
                  <a:lnTo>
                    <a:pt x="1107732" y="725885"/>
                  </a:lnTo>
                  <a:lnTo>
                    <a:pt x="1109138" y="724896"/>
                  </a:lnTo>
                  <a:lnTo>
                    <a:pt x="1110016" y="724896"/>
                  </a:lnTo>
                  <a:lnTo>
                    <a:pt x="1111774" y="724807"/>
                  </a:lnTo>
                  <a:lnTo>
                    <a:pt x="1112740" y="724627"/>
                  </a:lnTo>
                  <a:lnTo>
                    <a:pt x="1114673" y="723908"/>
                  </a:lnTo>
                  <a:lnTo>
                    <a:pt x="1115728" y="723549"/>
                  </a:lnTo>
                  <a:lnTo>
                    <a:pt x="1117397" y="722650"/>
                  </a:lnTo>
                  <a:lnTo>
                    <a:pt x="1119242" y="721572"/>
                  </a:lnTo>
                  <a:lnTo>
                    <a:pt x="1120121" y="720943"/>
                  </a:lnTo>
                  <a:lnTo>
                    <a:pt x="1120736" y="720134"/>
                  </a:lnTo>
                  <a:lnTo>
                    <a:pt x="1121878" y="719146"/>
                  </a:lnTo>
                  <a:lnTo>
                    <a:pt x="1122230" y="717888"/>
                  </a:lnTo>
                  <a:lnTo>
                    <a:pt x="1122581" y="716900"/>
                  </a:lnTo>
                  <a:lnTo>
                    <a:pt x="1123020" y="716271"/>
                  </a:lnTo>
                  <a:lnTo>
                    <a:pt x="1124426" y="715372"/>
                  </a:lnTo>
                  <a:lnTo>
                    <a:pt x="1126447" y="714833"/>
                  </a:lnTo>
                  <a:lnTo>
                    <a:pt x="1127677" y="715013"/>
                  </a:lnTo>
                  <a:lnTo>
                    <a:pt x="1128908" y="715193"/>
                  </a:lnTo>
                  <a:lnTo>
                    <a:pt x="1130665" y="714923"/>
                  </a:lnTo>
                  <a:lnTo>
                    <a:pt x="1131895" y="714564"/>
                  </a:lnTo>
                  <a:lnTo>
                    <a:pt x="1133740" y="713845"/>
                  </a:lnTo>
                  <a:lnTo>
                    <a:pt x="1135585" y="712947"/>
                  </a:lnTo>
                  <a:lnTo>
                    <a:pt x="1136376" y="713036"/>
                  </a:lnTo>
                  <a:lnTo>
                    <a:pt x="1137606" y="713036"/>
                  </a:lnTo>
                  <a:lnTo>
                    <a:pt x="1139539" y="713126"/>
                  </a:lnTo>
                  <a:lnTo>
                    <a:pt x="1140682" y="712947"/>
                  </a:lnTo>
                  <a:lnTo>
                    <a:pt x="1142263" y="712857"/>
                  </a:lnTo>
                  <a:lnTo>
                    <a:pt x="1143405" y="712228"/>
                  </a:lnTo>
                  <a:lnTo>
                    <a:pt x="1143933" y="712048"/>
                  </a:lnTo>
                  <a:lnTo>
                    <a:pt x="1144636" y="712048"/>
                  </a:lnTo>
                  <a:lnTo>
                    <a:pt x="1145163" y="712048"/>
                  </a:lnTo>
                  <a:lnTo>
                    <a:pt x="1146129" y="712048"/>
                  </a:lnTo>
                  <a:lnTo>
                    <a:pt x="1147975" y="711958"/>
                  </a:lnTo>
                  <a:lnTo>
                    <a:pt x="1149029" y="711329"/>
                  </a:lnTo>
                  <a:lnTo>
                    <a:pt x="1150083" y="710970"/>
                  </a:lnTo>
                  <a:lnTo>
                    <a:pt x="1150874" y="709802"/>
                  </a:lnTo>
                  <a:lnTo>
                    <a:pt x="1152104" y="708454"/>
                  </a:lnTo>
                  <a:lnTo>
                    <a:pt x="1153686" y="707556"/>
                  </a:lnTo>
                  <a:lnTo>
                    <a:pt x="1155970" y="706567"/>
                  </a:lnTo>
                  <a:lnTo>
                    <a:pt x="1159221" y="705938"/>
                  </a:lnTo>
                  <a:lnTo>
                    <a:pt x="1161330" y="705759"/>
                  </a:lnTo>
                  <a:lnTo>
                    <a:pt x="1164142" y="705759"/>
                  </a:lnTo>
                  <a:lnTo>
                    <a:pt x="1169062" y="706028"/>
                  </a:lnTo>
                  <a:lnTo>
                    <a:pt x="1172577" y="705579"/>
                  </a:lnTo>
                  <a:lnTo>
                    <a:pt x="1174247" y="705669"/>
                  </a:lnTo>
                  <a:lnTo>
                    <a:pt x="1175916" y="705579"/>
                  </a:lnTo>
                  <a:lnTo>
                    <a:pt x="1176883" y="705220"/>
                  </a:lnTo>
                  <a:lnTo>
                    <a:pt x="1177586" y="704680"/>
                  </a:lnTo>
                  <a:lnTo>
                    <a:pt x="1178640" y="703602"/>
                  </a:lnTo>
                  <a:lnTo>
                    <a:pt x="1180485" y="702434"/>
                  </a:lnTo>
                  <a:lnTo>
                    <a:pt x="1182418" y="701805"/>
                  </a:lnTo>
                  <a:lnTo>
                    <a:pt x="1185142" y="701716"/>
                  </a:lnTo>
                  <a:lnTo>
                    <a:pt x="1188481" y="701356"/>
                  </a:lnTo>
                  <a:lnTo>
                    <a:pt x="1190326" y="700547"/>
                  </a:lnTo>
                  <a:lnTo>
                    <a:pt x="1191908" y="699739"/>
                  </a:lnTo>
                  <a:lnTo>
                    <a:pt x="1193753" y="698301"/>
                  </a:lnTo>
                  <a:lnTo>
                    <a:pt x="1194280" y="697133"/>
                  </a:lnTo>
                  <a:lnTo>
                    <a:pt x="1196037" y="695965"/>
                  </a:lnTo>
                  <a:lnTo>
                    <a:pt x="1199728" y="693809"/>
                  </a:lnTo>
                  <a:lnTo>
                    <a:pt x="1201222" y="692821"/>
                  </a:lnTo>
                  <a:lnTo>
                    <a:pt x="1203770" y="691383"/>
                  </a:lnTo>
                  <a:lnTo>
                    <a:pt x="1206142" y="690215"/>
                  </a:lnTo>
                  <a:lnTo>
                    <a:pt x="1207548" y="689496"/>
                  </a:lnTo>
                  <a:lnTo>
                    <a:pt x="1210184" y="689586"/>
                  </a:lnTo>
                  <a:lnTo>
                    <a:pt x="1213611" y="689766"/>
                  </a:lnTo>
                  <a:lnTo>
                    <a:pt x="1215807" y="689945"/>
                  </a:lnTo>
                  <a:lnTo>
                    <a:pt x="1218004" y="689766"/>
                  </a:lnTo>
                  <a:lnTo>
                    <a:pt x="1219761" y="689137"/>
                  </a:lnTo>
                  <a:lnTo>
                    <a:pt x="1221079" y="688777"/>
                  </a:lnTo>
                  <a:lnTo>
                    <a:pt x="1222749" y="688777"/>
                  </a:lnTo>
                  <a:lnTo>
                    <a:pt x="1223891" y="688238"/>
                  </a:lnTo>
                  <a:lnTo>
                    <a:pt x="1224946" y="687789"/>
                  </a:lnTo>
                  <a:lnTo>
                    <a:pt x="1226351" y="687340"/>
                  </a:lnTo>
                  <a:lnTo>
                    <a:pt x="1227142" y="686621"/>
                  </a:lnTo>
                  <a:lnTo>
                    <a:pt x="1228021" y="686082"/>
                  </a:lnTo>
                  <a:lnTo>
                    <a:pt x="1229163" y="685633"/>
                  </a:lnTo>
                  <a:lnTo>
                    <a:pt x="1230305" y="685453"/>
                  </a:lnTo>
                  <a:lnTo>
                    <a:pt x="1231887" y="684914"/>
                  </a:lnTo>
                  <a:lnTo>
                    <a:pt x="1232766" y="683656"/>
                  </a:lnTo>
                  <a:lnTo>
                    <a:pt x="1233556" y="682757"/>
                  </a:lnTo>
                  <a:lnTo>
                    <a:pt x="1234435" y="682308"/>
                  </a:lnTo>
                  <a:lnTo>
                    <a:pt x="1235577" y="681769"/>
                  </a:lnTo>
                  <a:lnTo>
                    <a:pt x="1239092" y="680871"/>
                  </a:lnTo>
                  <a:lnTo>
                    <a:pt x="1240849" y="679972"/>
                  </a:lnTo>
                  <a:lnTo>
                    <a:pt x="1242870" y="679253"/>
                  </a:lnTo>
                  <a:lnTo>
                    <a:pt x="1244100" y="678804"/>
                  </a:lnTo>
                  <a:lnTo>
                    <a:pt x="1245418" y="678355"/>
                  </a:lnTo>
                  <a:lnTo>
                    <a:pt x="1246736" y="678355"/>
                  </a:lnTo>
                  <a:lnTo>
                    <a:pt x="1248318" y="678355"/>
                  </a:lnTo>
                  <a:lnTo>
                    <a:pt x="1250163" y="678445"/>
                  </a:lnTo>
                  <a:lnTo>
                    <a:pt x="1251393" y="678355"/>
                  </a:lnTo>
                  <a:lnTo>
                    <a:pt x="1252360" y="678265"/>
                  </a:lnTo>
                  <a:lnTo>
                    <a:pt x="1253502" y="677816"/>
                  </a:lnTo>
                  <a:lnTo>
                    <a:pt x="1254557" y="677456"/>
                  </a:lnTo>
                  <a:lnTo>
                    <a:pt x="1256402" y="677277"/>
                  </a:lnTo>
                  <a:lnTo>
                    <a:pt x="1257983" y="677546"/>
                  </a:lnTo>
                  <a:lnTo>
                    <a:pt x="1259916" y="677816"/>
                  </a:lnTo>
                  <a:lnTo>
                    <a:pt x="1262289" y="677996"/>
                  </a:lnTo>
                  <a:lnTo>
                    <a:pt x="1263343" y="678265"/>
                  </a:lnTo>
                  <a:lnTo>
                    <a:pt x="1265188" y="678535"/>
                  </a:lnTo>
                  <a:lnTo>
                    <a:pt x="1266770" y="679253"/>
                  </a:lnTo>
                  <a:lnTo>
                    <a:pt x="1268088" y="680062"/>
                  </a:lnTo>
                  <a:lnTo>
                    <a:pt x="1269494" y="681230"/>
                  </a:lnTo>
                  <a:lnTo>
                    <a:pt x="1270373" y="681949"/>
                  </a:lnTo>
                  <a:lnTo>
                    <a:pt x="1271163" y="683027"/>
                  </a:lnTo>
                  <a:lnTo>
                    <a:pt x="1271691" y="683746"/>
                  </a:lnTo>
                  <a:lnTo>
                    <a:pt x="1272921" y="684554"/>
                  </a:lnTo>
                  <a:lnTo>
                    <a:pt x="1273624" y="685004"/>
                  </a:lnTo>
                  <a:lnTo>
                    <a:pt x="1274414" y="685902"/>
                  </a:lnTo>
                  <a:lnTo>
                    <a:pt x="1276260" y="686531"/>
                  </a:lnTo>
                  <a:lnTo>
                    <a:pt x="1277665" y="686172"/>
                  </a:lnTo>
                  <a:lnTo>
                    <a:pt x="1278983" y="685453"/>
                  </a:lnTo>
                  <a:lnTo>
                    <a:pt x="1280038" y="684914"/>
                  </a:lnTo>
                  <a:lnTo>
                    <a:pt x="1281268" y="684465"/>
                  </a:lnTo>
                  <a:lnTo>
                    <a:pt x="1282850" y="684554"/>
                  </a:lnTo>
                  <a:lnTo>
                    <a:pt x="1283728" y="685094"/>
                  </a:lnTo>
                  <a:lnTo>
                    <a:pt x="1284695" y="685812"/>
                  </a:lnTo>
                  <a:lnTo>
                    <a:pt x="1285749" y="686621"/>
                  </a:lnTo>
                  <a:lnTo>
                    <a:pt x="1286364" y="687160"/>
                  </a:lnTo>
                  <a:lnTo>
                    <a:pt x="1288385" y="688418"/>
                  </a:lnTo>
                  <a:lnTo>
                    <a:pt x="1289527" y="688867"/>
                  </a:lnTo>
                  <a:lnTo>
                    <a:pt x="1290318" y="688957"/>
                  </a:lnTo>
                  <a:lnTo>
                    <a:pt x="1291460" y="687879"/>
                  </a:lnTo>
                  <a:lnTo>
                    <a:pt x="1292076" y="686891"/>
                  </a:lnTo>
                  <a:lnTo>
                    <a:pt x="1293042" y="685543"/>
                  </a:lnTo>
                  <a:lnTo>
                    <a:pt x="1293921" y="684375"/>
                  </a:lnTo>
                  <a:lnTo>
                    <a:pt x="1295063" y="682937"/>
                  </a:lnTo>
                  <a:lnTo>
                    <a:pt x="1296205" y="682039"/>
                  </a:lnTo>
                  <a:lnTo>
                    <a:pt x="1297787" y="681500"/>
                  </a:lnTo>
                  <a:lnTo>
                    <a:pt x="1298314" y="681410"/>
                  </a:lnTo>
                  <a:lnTo>
                    <a:pt x="1299544" y="681320"/>
                  </a:lnTo>
                  <a:lnTo>
                    <a:pt x="1300335" y="681589"/>
                  </a:lnTo>
                  <a:lnTo>
                    <a:pt x="1300862" y="681769"/>
                  </a:lnTo>
                  <a:lnTo>
                    <a:pt x="1302971" y="682757"/>
                  </a:lnTo>
                  <a:lnTo>
                    <a:pt x="1304640" y="683566"/>
                  </a:lnTo>
                  <a:lnTo>
                    <a:pt x="1306486" y="685004"/>
                  </a:lnTo>
                  <a:lnTo>
                    <a:pt x="1308155" y="686082"/>
                  </a:lnTo>
                  <a:lnTo>
                    <a:pt x="1309825" y="686891"/>
                  </a:lnTo>
                  <a:lnTo>
                    <a:pt x="1311406" y="687070"/>
                  </a:lnTo>
                  <a:lnTo>
                    <a:pt x="1313163" y="687250"/>
                  </a:lnTo>
                  <a:lnTo>
                    <a:pt x="1315009" y="687250"/>
                  </a:lnTo>
                  <a:lnTo>
                    <a:pt x="1316063" y="687250"/>
                  </a:lnTo>
                  <a:lnTo>
                    <a:pt x="1317381" y="687879"/>
                  </a:lnTo>
                  <a:lnTo>
                    <a:pt x="1318260" y="688418"/>
                  </a:lnTo>
                  <a:lnTo>
                    <a:pt x="1319490" y="688957"/>
                  </a:lnTo>
                  <a:lnTo>
                    <a:pt x="1321159" y="689676"/>
                  </a:lnTo>
                  <a:lnTo>
                    <a:pt x="1323707" y="690215"/>
                  </a:lnTo>
                  <a:lnTo>
                    <a:pt x="1325553" y="690664"/>
                  </a:lnTo>
                  <a:lnTo>
                    <a:pt x="1327574" y="690934"/>
                  </a:lnTo>
                  <a:lnTo>
                    <a:pt x="1329243" y="691563"/>
                  </a:lnTo>
                  <a:lnTo>
                    <a:pt x="1332230" y="691563"/>
                  </a:lnTo>
                  <a:lnTo>
                    <a:pt x="1334779" y="690215"/>
                  </a:lnTo>
                  <a:lnTo>
                    <a:pt x="1335921" y="689406"/>
                  </a:lnTo>
                  <a:lnTo>
                    <a:pt x="1337063" y="688957"/>
                  </a:lnTo>
                  <a:lnTo>
                    <a:pt x="1338469" y="688867"/>
                  </a:lnTo>
                  <a:lnTo>
                    <a:pt x="1340226" y="689047"/>
                  </a:lnTo>
                  <a:lnTo>
                    <a:pt x="1341369" y="689047"/>
                  </a:lnTo>
                  <a:lnTo>
                    <a:pt x="1343214" y="689047"/>
                  </a:lnTo>
                  <a:lnTo>
                    <a:pt x="1345938" y="688867"/>
                  </a:lnTo>
                  <a:lnTo>
                    <a:pt x="1347695" y="688598"/>
                  </a:lnTo>
                  <a:lnTo>
                    <a:pt x="1349277" y="688148"/>
                  </a:lnTo>
                  <a:lnTo>
                    <a:pt x="1350243" y="687430"/>
                  </a:lnTo>
                  <a:lnTo>
                    <a:pt x="1351561" y="686711"/>
                  </a:lnTo>
                  <a:lnTo>
                    <a:pt x="1353231" y="686441"/>
                  </a:lnTo>
                  <a:lnTo>
                    <a:pt x="1353406" y="686441"/>
                  </a:lnTo>
                  <a:lnTo>
                    <a:pt x="1354373" y="687160"/>
                  </a:lnTo>
                  <a:lnTo>
                    <a:pt x="1355251" y="688328"/>
                  </a:lnTo>
                  <a:lnTo>
                    <a:pt x="1355779" y="689316"/>
                  </a:lnTo>
                  <a:lnTo>
                    <a:pt x="1357185" y="690215"/>
                  </a:lnTo>
                  <a:lnTo>
                    <a:pt x="1357800" y="690305"/>
                  </a:lnTo>
                  <a:lnTo>
                    <a:pt x="1359118" y="689945"/>
                  </a:lnTo>
                  <a:lnTo>
                    <a:pt x="1360172" y="689945"/>
                  </a:lnTo>
                  <a:lnTo>
                    <a:pt x="1361226" y="690574"/>
                  </a:lnTo>
                  <a:lnTo>
                    <a:pt x="1362544" y="690934"/>
                  </a:lnTo>
                  <a:lnTo>
                    <a:pt x="1363687" y="691203"/>
                  </a:lnTo>
                  <a:lnTo>
                    <a:pt x="1365602" y="690920"/>
                  </a:lnTo>
                  <a:lnTo>
                    <a:pt x="1365602" y="1125708"/>
                  </a:lnTo>
                  <a:lnTo>
                    <a:pt x="1354988" y="1128765"/>
                  </a:lnTo>
                  <a:lnTo>
                    <a:pt x="1352967" y="1128226"/>
                  </a:lnTo>
                  <a:lnTo>
                    <a:pt x="1344005" y="1125980"/>
                  </a:lnTo>
                  <a:lnTo>
                    <a:pt x="1329594" y="1122835"/>
                  </a:lnTo>
                  <a:lnTo>
                    <a:pt x="1325728" y="1121936"/>
                  </a:lnTo>
                  <a:lnTo>
                    <a:pt x="1294448" y="1125890"/>
                  </a:lnTo>
                  <a:lnTo>
                    <a:pt x="1294096" y="1125980"/>
                  </a:lnTo>
                  <a:lnTo>
                    <a:pt x="1270636" y="1132359"/>
                  </a:lnTo>
                  <a:lnTo>
                    <a:pt x="1258950" y="1139098"/>
                  </a:lnTo>
                  <a:lnTo>
                    <a:pt x="1251481" y="1154731"/>
                  </a:lnTo>
                  <a:lnTo>
                    <a:pt x="1243661" y="1166322"/>
                  </a:lnTo>
                  <a:lnTo>
                    <a:pt x="1230833" y="1173869"/>
                  </a:lnTo>
                  <a:lnTo>
                    <a:pt x="1222310" y="1177732"/>
                  </a:lnTo>
                  <a:lnTo>
                    <a:pt x="1217565" y="1179889"/>
                  </a:lnTo>
                  <a:lnTo>
                    <a:pt x="1199552" y="1188245"/>
                  </a:lnTo>
                  <a:lnTo>
                    <a:pt x="1182770" y="1209000"/>
                  </a:lnTo>
                  <a:lnTo>
                    <a:pt x="1165987" y="1224543"/>
                  </a:lnTo>
                  <a:lnTo>
                    <a:pt x="1152368" y="1238919"/>
                  </a:lnTo>
                  <a:lnTo>
                    <a:pt x="1131983" y="1252127"/>
                  </a:lnTo>
                  <a:lnTo>
                    <a:pt x="1105623" y="1269378"/>
                  </a:lnTo>
                  <a:lnTo>
                    <a:pt x="1097979" y="1278722"/>
                  </a:lnTo>
                  <a:lnTo>
                    <a:pt x="1084623" y="1289414"/>
                  </a:lnTo>
                  <a:lnTo>
                    <a:pt x="1084096" y="1289773"/>
                  </a:lnTo>
                  <a:lnTo>
                    <a:pt x="1068016" y="1291211"/>
                  </a:lnTo>
                  <a:lnTo>
                    <a:pt x="1054309" y="1285640"/>
                  </a:lnTo>
                  <a:lnTo>
                    <a:pt x="1050619" y="1281597"/>
                  </a:lnTo>
                  <a:lnTo>
                    <a:pt x="1047104" y="1277734"/>
                  </a:lnTo>
                  <a:lnTo>
                    <a:pt x="1042974" y="1273241"/>
                  </a:lnTo>
                  <a:lnTo>
                    <a:pt x="1032079" y="1260483"/>
                  </a:lnTo>
                  <a:lnTo>
                    <a:pt x="1018020" y="1253744"/>
                  </a:lnTo>
                  <a:lnTo>
                    <a:pt x="992627" y="1251767"/>
                  </a:lnTo>
                  <a:lnTo>
                    <a:pt x="960995" y="1246916"/>
                  </a:lnTo>
                  <a:lnTo>
                    <a:pt x="945003" y="1247545"/>
                  </a:lnTo>
                  <a:lnTo>
                    <a:pt x="943949" y="1248443"/>
                  </a:lnTo>
                  <a:lnTo>
                    <a:pt x="943773" y="1248533"/>
                  </a:lnTo>
                  <a:lnTo>
                    <a:pt x="943334" y="1248353"/>
                  </a:lnTo>
                  <a:lnTo>
                    <a:pt x="941840" y="1248173"/>
                  </a:lnTo>
                  <a:lnTo>
                    <a:pt x="940610" y="1247994"/>
                  </a:lnTo>
                  <a:lnTo>
                    <a:pt x="939643" y="1248084"/>
                  </a:lnTo>
                  <a:lnTo>
                    <a:pt x="938589" y="1248263"/>
                  </a:lnTo>
                  <a:lnTo>
                    <a:pt x="937622" y="1248353"/>
                  </a:lnTo>
                  <a:lnTo>
                    <a:pt x="936919" y="1248084"/>
                  </a:lnTo>
                  <a:lnTo>
                    <a:pt x="935865" y="1247545"/>
                  </a:lnTo>
                  <a:lnTo>
                    <a:pt x="935250" y="1246826"/>
                  </a:lnTo>
                  <a:lnTo>
                    <a:pt x="934459" y="1246377"/>
                  </a:lnTo>
                  <a:lnTo>
                    <a:pt x="933141" y="1246017"/>
                  </a:lnTo>
                  <a:lnTo>
                    <a:pt x="931647" y="1246017"/>
                  </a:lnTo>
                  <a:lnTo>
                    <a:pt x="929802" y="1246107"/>
                  </a:lnTo>
                  <a:lnTo>
                    <a:pt x="928660" y="1245927"/>
                  </a:lnTo>
                  <a:lnTo>
                    <a:pt x="927430" y="1245748"/>
                  </a:lnTo>
                  <a:lnTo>
                    <a:pt x="925760" y="1245658"/>
                  </a:lnTo>
                  <a:lnTo>
                    <a:pt x="923300" y="1245658"/>
                  </a:lnTo>
                  <a:lnTo>
                    <a:pt x="920225" y="1245658"/>
                  </a:lnTo>
                  <a:lnTo>
                    <a:pt x="918907" y="1245748"/>
                  </a:lnTo>
                  <a:lnTo>
                    <a:pt x="917940" y="1245568"/>
                  </a:lnTo>
                  <a:lnTo>
                    <a:pt x="916534" y="1245119"/>
                  </a:lnTo>
                  <a:lnTo>
                    <a:pt x="915744" y="1245029"/>
                  </a:lnTo>
                  <a:lnTo>
                    <a:pt x="914250" y="1244939"/>
                  </a:lnTo>
                  <a:lnTo>
                    <a:pt x="913195" y="1244939"/>
                  </a:lnTo>
                  <a:lnTo>
                    <a:pt x="912492" y="1245029"/>
                  </a:lnTo>
                  <a:lnTo>
                    <a:pt x="912053" y="1245029"/>
                  </a:lnTo>
                  <a:lnTo>
                    <a:pt x="911262" y="1245208"/>
                  </a:lnTo>
                  <a:lnTo>
                    <a:pt x="910208" y="1245927"/>
                  </a:lnTo>
                  <a:lnTo>
                    <a:pt x="909066" y="1246556"/>
                  </a:lnTo>
                  <a:lnTo>
                    <a:pt x="907923" y="1247275"/>
                  </a:lnTo>
                  <a:lnTo>
                    <a:pt x="905990" y="1248443"/>
                  </a:lnTo>
                  <a:lnTo>
                    <a:pt x="904760" y="1249431"/>
                  </a:lnTo>
                  <a:lnTo>
                    <a:pt x="903882" y="1250240"/>
                  </a:lnTo>
                  <a:lnTo>
                    <a:pt x="903354" y="1250869"/>
                  </a:lnTo>
                  <a:lnTo>
                    <a:pt x="902651" y="1251318"/>
                  </a:lnTo>
                  <a:lnTo>
                    <a:pt x="900806" y="1251767"/>
                  </a:lnTo>
                  <a:lnTo>
                    <a:pt x="898785" y="1252306"/>
                  </a:lnTo>
                  <a:lnTo>
                    <a:pt x="896413" y="1252486"/>
                  </a:lnTo>
                  <a:lnTo>
                    <a:pt x="892898" y="1252576"/>
                  </a:lnTo>
                  <a:lnTo>
                    <a:pt x="889559" y="1252486"/>
                  </a:lnTo>
                  <a:lnTo>
                    <a:pt x="885869" y="1252396"/>
                  </a:lnTo>
                  <a:lnTo>
                    <a:pt x="880509" y="1252037"/>
                  </a:lnTo>
                  <a:lnTo>
                    <a:pt x="875589" y="1251857"/>
                  </a:lnTo>
                  <a:lnTo>
                    <a:pt x="872953" y="1251678"/>
                  </a:lnTo>
                  <a:lnTo>
                    <a:pt x="870668" y="1251588"/>
                  </a:lnTo>
                  <a:lnTo>
                    <a:pt x="868032" y="1251408"/>
                  </a:lnTo>
                  <a:lnTo>
                    <a:pt x="866363" y="1251318"/>
                  </a:lnTo>
                  <a:lnTo>
                    <a:pt x="865308" y="1251408"/>
                  </a:lnTo>
                  <a:lnTo>
                    <a:pt x="864254" y="1251678"/>
                  </a:lnTo>
                  <a:lnTo>
                    <a:pt x="862672" y="1252306"/>
                  </a:lnTo>
                  <a:lnTo>
                    <a:pt x="861003" y="1253205"/>
                  </a:lnTo>
                  <a:lnTo>
                    <a:pt x="859509" y="1253654"/>
                  </a:lnTo>
                  <a:lnTo>
                    <a:pt x="857840" y="1254373"/>
                  </a:lnTo>
                  <a:lnTo>
                    <a:pt x="856434" y="1255092"/>
                  </a:lnTo>
                  <a:lnTo>
                    <a:pt x="855379" y="1255990"/>
                  </a:lnTo>
                  <a:lnTo>
                    <a:pt x="853622" y="1257877"/>
                  </a:lnTo>
                  <a:lnTo>
                    <a:pt x="851513" y="1259854"/>
                  </a:lnTo>
                  <a:lnTo>
                    <a:pt x="849229" y="1261651"/>
                  </a:lnTo>
                  <a:lnTo>
                    <a:pt x="846856" y="1263717"/>
                  </a:lnTo>
                  <a:lnTo>
                    <a:pt x="845626" y="1265065"/>
                  </a:lnTo>
                  <a:lnTo>
                    <a:pt x="844660" y="1266413"/>
                  </a:lnTo>
                  <a:lnTo>
                    <a:pt x="843781" y="1268210"/>
                  </a:lnTo>
                  <a:lnTo>
                    <a:pt x="840442" y="1274679"/>
                  </a:lnTo>
                  <a:lnTo>
                    <a:pt x="835346" y="1283664"/>
                  </a:lnTo>
                  <a:lnTo>
                    <a:pt x="833413" y="1286988"/>
                  </a:lnTo>
                  <a:lnTo>
                    <a:pt x="832885" y="1288156"/>
                  </a:lnTo>
                  <a:lnTo>
                    <a:pt x="832534" y="1289324"/>
                  </a:lnTo>
                  <a:lnTo>
                    <a:pt x="832270" y="1290582"/>
                  </a:lnTo>
                  <a:lnTo>
                    <a:pt x="831743" y="1294176"/>
                  </a:lnTo>
                  <a:lnTo>
                    <a:pt x="831128" y="1298489"/>
                  </a:lnTo>
                  <a:lnTo>
                    <a:pt x="830425" y="1301813"/>
                  </a:lnTo>
                  <a:lnTo>
                    <a:pt x="829634" y="1305137"/>
                  </a:lnTo>
                  <a:lnTo>
                    <a:pt x="828316" y="1308013"/>
                  </a:lnTo>
                  <a:lnTo>
                    <a:pt x="826647" y="1310798"/>
                  </a:lnTo>
                  <a:lnTo>
                    <a:pt x="823660" y="1314212"/>
                  </a:lnTo>
                  <a:lnTo>
                    <a:pt x="820321" y="1317806"/>
                  </a:lnTo>
                  <a:lnTo>
                    <a:pt x="813731" y="1323556"/>
                  </a:lnTo>
                  <a:lnTo>
                    <a:pt x="809864" y="1327150"/>
                  </a:lnTo>
                  <a:lnTo>
                    <a:pt x="807228" y="1329756"/>
                  </a:lnTo>
                  <a:lnTo>
                    <a:pt x="804065" y="1333170"/>
                  </a:lnTo>
                  <a:lnTo>
                    <a:pt x="800199" y="1338112"/>
                  </a:lnTo>
                  <a:lnTo>
                    <a:pt x="785086" y="1355273"/>
                  </a:lnTo>
                  <a:lnTo>
                    <a:pt x="781835" y="1358687"/>
                  </a:lnTo>
                  <a:lnTo>
                    <a:pt x="780693" y="1360304"/>
                  </a:lnTo>
                  <a:lnTo>
                    <a:pt x="779638" y="1362011"/>
                  </a:lnTo>
                  <a:lnTo>
                    <a:pt x="778408" y="1363629"/>
                  </a:lnTo>
                  <a:lnTo>
                    <a:pt x="776739" y="1365695"/>
                  </a:lnTo>
                  <a:lnTo>
                    <a:pt x="774982" y="1367312"/>
                  </a:lnTo>
                  <a:lnTo>
                    <a:pt x="771906" y="1370008"/>
                  </a:lnTo>
                  <a:lnTo>
                    <a:pt x="770061" y="1371445"/>
                  </a:lnTo>
                  <a:lnTo>
                    <a:pt x="769270" y="1372164"/>
                  </a:lnTo>
                  <a:lnTo>
                    <a:pt x="768304" y="1372973"/>
                  </a:lnTo>
                  <a:lnTo>
                    <a:pt x="767337" y="1373692"/>
                  </a:lnTo>
                  <a:lnTo>
                    <a:pt x="766458" y="1374321"/>
                  </a:lnTo>
                  <a:lnTo>
                    <a:pt x="765668" y="1374860"/>
                  </a:lnTo>
                  <a:lnTo>
                    <a:pt x="764789" y="1375579"/>
                  </a:lnTo>
                  <a:lnTo>
                    <a:pt x="763822" y="1376387"/>
                  </a:lnTo>
                  <a:lnTo>
                    <a:pt x="762944" y="1377106"/>
                  </a:lnTo>
                  <a:lnTo>
                    <a:pt x="761889" y="1378004"/>
                  </a:lnTo>
                  <a:lnTo>
                    <a:pt x="761011" y="1378813"/>
                  </a:lnTo>
                  <a:lnTo>
                    <a:pt x="760044" y="1379712"/>
                  </a:lnTo>
                  <a:lnTo>
                    <a:pt x="759078" y="1380610"/>
                  </a:lnTo>
                  <a:lnTo>
                    <a:pt x="758199" y="1381419"/>
                  </a:lnTo>
                  <a:lnTo>
                    <a:pt x="757232" y="1382227"/>
                  </a:lnTo>
                  <a:lnTo>
                    <a:pt x="756178" y="1382946"/>
                  </a:lnTo>
                  <a:lnTo>
                    <a:pt x="755212" y="1383665"/>
                  </a:lnTo>
                  <a:lnTo>
                    <a:pt x="754421" y="1384473"/>
                  </a:lnTo>
                  <a:lnTo>
                    <a:pt x="753542" y="1385282"/>
                  </a:lnTo>
                  <a:lnTo>
                    <a:pt x="752751" y="1386091"/>
                  </a:lnTo>
                  <a:lnTo>
                    <a:pt x="751873" y="1386810"/>
                  </a:lnTo>
                  <a:lnTo>
                    <a:pt x="751082" y="1387438"/>
                  </a:lnTo>
                  <a:lnTo>
                    <a:pt x="750203" y="1387888"/>
                  </a:lnTo>
                  <a:lnTo>
                    <a:pt x="749325" y="1388517"/>
                  </a:lnTo>
                  <a:lnTo>
                    <a:pt x="748446" y="1389056"/>
                  </a:lnTo>
                  <a:lnTo>
                    <a:pt x="747567" y="1389505"/>
                  </a:lnTo>
                  <a:lnTo>
                    <a:pt x="746601" y="1390044"/>
                  </a:lnTo>
                  <a:lnTo>
                    <a:pt x="745722" y="1390673"/>
                  </a:lnTo>
                  <a:lnTo>
                    <a:pt x="745019" y="1391482"/>
                  </a:lnTo>
                  <a:lnTo>
                    <a:pt x="744228" y="1392290"/>
                  </a:lnTo>
                  <a:lnTo>
                    <a:pt x="743437" y="1393009"/>
                  </a:lnTo>
                  <a:lnTo>
                    <a:pt x="742559" y="1393638"/>
                  </a:lnTo>
                  <a:lnTo>
                    <a:pt x="741768" y="1394267"/>
                  </a:lnTo>
                  <a:lnTo>
                    <a:pt x="740889" y="1394806"/>
                  </a:lnTo>
                  <a:lnTo>
                    <a:pt x="740011" y="1395165"/>
                  </a:lnTo>
                  <a:lnTo>
                    <a:pt x="739220" y="1395525"/>
                  </a:lnTo>
                  <a:lnTo>
                    <a:pt x="738341" y="1395974"/>
                  </a:lnTo>
                  <a:lnTo>
                    <a:pt x="737550" y="1396333"/>
                  </a:lnTo>
                  <a:lnTo>
                    <a:pt x="736760" y="1396693"/>
                  </a:lnTo>
                  <a:lnTo>
                    <a:pt x="735881" y="1396873"/>
                  </a:lnTo>
                  <a:lnTo>
                    <a:pt x="734914" y="1396873"/>
                  </a:lnTo>
                  <a:lnTo>
                    <a:pt x="733948" y="1396873"/>
                  </a:lnTo>
                  <a:lnTo>
                    <a:pt x="733069" y="1397232"/>
                  </a:lnTo>
                  <a:lnTo>
                    <a:pt x="732103" y="1397591"/>
                  </a:lnTo>
                  <a:lnTo>
                    <a:pt x="731400" y="1397681"/>
                  </a:lnTo>
                  <a:lnTo>
                    <a:pt x="730609" y="1397951"/>
                  </a:lnTo>
                  <a:lnTo>
                    <a:pt x="729730" y="1398220"/>
                  </a:lnTo>
                  <a:lnTo>
                    <a:pt x="728764" y="1398490"/>
                  </a:lnTo>
                  <a:lnTo>
                    <a:pt x="727797" y="1398939"/>
                  </a:lnTo>
                  <a:lnTo>
                    <a:pt x="726919" y="1399298"/>
                  </a:lnTo>
                  <a:lnTo>
                    <a:pt x="725952" y="1399748"/>
                  </a:lnTo>
                  <a:lnTo>
                    <a:pt x="724986" y="1400017"/>
                  </a:lnTo>
                  <a:lnTo>
                    <a:pt x="724107" y="1400377"/>
                  </a:lnTo>
                  <a:lnTo>
                    <a:pt x="723140" y="1400646"/>
                  </a:lnTo>
                  <a:lnTo>
                    <a:pt x="721998" y="1401006"/>
                  </a:lnTo>
                  <a:lnTo>
                    <a:pt x="720944" y="1401365"/>
                  </a:lnTo>
                  <a:lnTo>
                    <a:pt x="719889" y="1401814"/>
                  </a:lnTo>
                  <a:lnTo>
                    <a:pt x="718835" y="1402174"/>
                  </a:lnTo>
                  <a:lnTo>
                    <a:pt x="717693" y="1402533"/>
                  </a:lnTo>
                  <a:lnTo>
                    <a:pt x="716726" y="1403072"/>
                  </a:lnTo>
                  <a:lnTo>
                    <a:pt x="715672" y="1403342"/>
                  </a:lnTo>
                  <a:lnTo>
                    <a:pt x="714617" y="1403701"/>
                  </a:lnTo>
                  <a:lnTo>
                    <a:pt x="713475" y="1403881"/>
                  </a:lnTo>
                  <a:lnTo>
                    <a:pt x="712421" y="1404150"/>
                  </a:lnTo>
                  <a:lnTo>
                    <a:pt x="711542" y="1404420"/>
                  </a:lnTo>
                  <a:lnTo>
                    <a:pt x="710663" y="1404510"/>
                  </a:lnTo>
                  <a:lnTo>
                    <a:pt x="709785" y="1404689"/>
                  </a:lnTo>
                  <a:lnTo>
                    <a:pt x="708730" y="1404779"/>
                  </a:lnTo>
                  <a:lnTo>
                    <a:pt x="707676" y="1404869"/>
                  </a:lnTo>
                  <a:lnTo>
                    <a:pt x="706621" y="1404959"/>
                  </a:lnTo>
                  <a:lnTo>
                    <a:pt x="705567" y="1404959"/>
                  </a:lnTo>
                  <a:lnTo>
                    <a:pt x="704425" y="1405049"/>
                  </a:lnTo>
                  <a:lnTo>
                    <a:pt x="703282" y="1405049"/>
                  </a:lnTo>
                  <a:lnTo>
                    <a:pt x="702140" y="1405228"/>
                  </a:lnTo>
                  <a:lnTo>
                    <a:pt x="700910" y="1405408"/>
                  </a:lnTo>
                  <a:lnTo>
                    <a:pt x="699680" y="1405408"/>
                  </a:lnTo>
                  <a:lnTo>
                    <a:pt x="698538" y="1405498"/>
                  </a:lnTo>
                  <a:lnTo>
                    <a:pt x="697483" y="1405588"/>
                  </a:lnTo>
                  <a:lnTo>
                    <a:pt x="696341" y="1405678"/>
                  </a:lnTo>
                  <a:lnTo>
                    <a:pt x="695199" y="1405857"/>
                  </a:lnTo>
                  <a:lnTo>
                    <a:pt x="694144" y="1405947"/>
                  </a:lnTo>
                  <a:lnTo>
                    <a:pt x="693178" y="1405857"/>
                  </a:lnTo>
                  <a:lnTo>
                    <a:pt x="692211" y="1405947"/>
                  </a:lnTo>
                  <a:lnTo>
                    <a:pt x="691333" y="1406127"/>
                  </a:lnTo>
                  <a:lnTo>
                    <a:pt x="690366" y="1406217"/>
                  </a:lnTo>
                  <a:lnTo>
                    <a:pt x="689312" y="1406037"/>
                  </a:lnTo>
                  <a:lnTo>
                    <a:pt x="688345" y="1405857"/>
                  </a:lnTo>
                  <a:lnTo>
                    <a:pt x="687379" y="1405678"/>
                  </a:lnTo>
                  <a:lnTo>
                    <a:pt x="686324" y="1405498"/>
                  </a:lnTo>
                  <a:lnTo>
                    <a:pt x="685358" y="1405408"/>
                  </a:lnTo>
                  <a:lnTo>
                    <a:pt x="684391" y="1405318"/>
                  </a:lnTo>
                  <a:lnTo>
                    <a:pt x="683600" y="1405228"/>
                  </a:lnTo>
                  <a:lnTo>
                    <a:pt x="682546" y="1405049"/>
                  </a:lnTo>
                  <a:lnTo>
                    <a:pt x="681667" y="1405318"/>
                  </a:lnTo>
                  <a:lnTo>
                    <a:pt x="680613" y="1405408"/>
                  </a:lnTo>
                  <a:lnTo>
                    <a:pt x="679646" y="1405498"/>
                  </a:lnTo>
                  <a:lnTo>
                    <a:pt x="678153" y="1405408"/>
                  </a:lnTo>
                  <a:lnTo>
                    <a:pt x="677274" y="1405318"/>
                  </a:lnTo>
                  <a:lnTo>
                    <a:pt x="676483" y="1405318"/>
                  </a:lnTo>
                  <a:lnTo>
                    <a:pt x="675605" y="1405318"/>
                  </a:lnTo>
                  <a:lnTo>
                    <a:pt x="674726" y="1405228"/>
                  </a:lnTo>
                  <a:lnTo>
                    <a:pt x="673759" y="1405139"/>
                  </a:lnTo>
                  <a:lnTo>
                    <a:pt x="672793" y="1405139"/>
                  </a:lnTo>
                  <a:lnTo>
                    <a:pt x="671914" y="1405049"/>
                  </a:lnTo>
                  <a:lnTo>
                    <a:pt x="670860" y="1404959"/>
                  </a:lnTo>
                  <a:lnTo>
                    <a:pt x="669981" y="1404869"/>
                  </a:lnTo>
                  <a:lnTo>
                    <a:pt x="669102" y="1404779"/>
                  </a:lnTo>
                  <a:lnTo>
                    <a:pt x="668224" y="1404689"/>
                  </a:lnTo>
                  <a:lnTo>
                    <a:pt x="667433" y="1404420"/>
                  </a:lnTo>
                  <a:lnTo>
                    <a:pt x="666554" y="1404420"/>
                  </a:lnTo>
                  <a:lnTo>
                    <a:pt x="665676" y="1404420"/>
                  </a:lnTo>
                  <a:lnTo>
                    <a:pt x="664797" y="1404240"/>
                  </a:lnTo>
                  <a:lnTo>
                    <a:pt x="663830" y="1404240"/>
                  </a:lnTo>
                  <a:lnTo>
                    <a:pt x="662864" y="1404240"/>
                  </a:lnTo>
                  <a:lnTo>
                    <a:pt x="661897" y="1404240"/>
                  </a:lnTo>
                  <a:lnTo>
                    <a:pt x="660931" y="1404330"/>
                  </a:lnTo>
                  <a:lnTo>
                    <a:pt x="660052" y="1404330"/>
                  </a:lnTo>
                  <a:lnTo>
                    <a:pt x="659086" y="1404330"/>
                  </a:lnTo>
                  <a:lnTo>
                    <a:pt x="658119" y="1404420"/>
                  </a:lnTo>
                  <a:lnTo>
                    <a:pt x="657065" y="1404600"/>
                  </a:lnTo>
                  <a:lnTo>
                    <a:pt x="655922" y="1404869"/>
                  </a:lnTo>
                  <a:lnTo>
                    <a:pt x="654780" y="1405318"/>
                  </a:lnTo>
                  <a:lnTo>
                    <a:pt x="653989" y="1405588"/>
                  </a:lnTo>
                  <a:lnTo>
                    <a:pt x="653111" y="1406217"/>
                  </a:lnTo>
                  <a:lnTo>
                    <a:pt x="652232" y="1406846"/>
                  </a:lnTo>
                  <a:lnTo>
                    <a:pt x="651353" y="1407565"/>
                  </a:lnTo>
                  <a:lnTo>
                    <a:pt x="650475" y="1408104"/>
                  </a:lnTo>
                  <a:lnTo>
                    <a:pt x="649596" y="1408643"/>
                  </a:lnTo>
                  <a:lnTo>
                    <a:pt x="648893" y="1409092"/>
                  </a:lnTo>
                  <a:lnTo>
                    <a:pt x="648102" y="1409541"/>
                  </a:lnTo>
                  <a:lnTo>
                    <a:pt x="647399" y="1410080"/>
                  </a:lnTo>
                  <a:lnTo>
                    <a:pt x="646257" y="1410619"/>
                  </a:lnTo>
                  <a:lnTo>
                    <a:pt x="645291" y="1411069"/>
                  </a:lnTo>
                  <a:lnTo>
                    <a:pt x="644500" y="1411518"/>
                  </a:lnTo>
                  <a:lnTo>
                    <a:pt x="643621" y="1411967"/>
                  </a:lnTo>
                  <a:lnTo>
                    <a:pt x="642655" y="1412326"/>
                  </a:lnTo>
                  <a:lnTo>
                    <a:pt x="641425" y="1412596"/>
                  </a:lnTo>
                  <a:lnTo>
                    <a:pt x="640546" y="1412866"/>
                  </a:lnTo>
                  <a:lnTo>
                    <a:pt x="639667" y="1412955"/>
                  </a:lnTo>
                  <a:lnTo>
                    <a:pt x="638613" y="1413135"/>
                  </a:lnTo>
                  <a:lnTo>
                    <a:pt x="637646" y="1413405"/>
                  </a:lnTo>
                  <a:lnTo>
                    <a:pt x="636680" y="1413674"/>
                  </a:lnTo>
                  <a:lnTo>
                    <a:pt x="635713" y="1413854"/>
                  </a:lnTo>
                  <a:lnTo>
                    <a:pt x="634747" y="1414034"/>
                  </a:lnTo>
                  <a:lnTo>
                    <a:pt x="633780" y="1414213"/>
                  </a:lnTo>
                  <a:lnTo>
                    <a:pt x="632901" y="1414303"/>
                  </a:lnTo>
                  <a:lnTo>
                    <a:pt x="632111" y="1414393"/>
                  </a:lnTo>
                  <a:lnTo>
                    <a:pt x="631232" y="1414663"/>
                  </a:lnTo>
                  <a:lnTo>
                    <a:pt x="630441" y="1415022"/>
                  </a:lnTo>
                  <a:lnTo>
                    <a:pt x="629563" y="1415381"/>
                  </a:lnTo>
                  <a:lnTo>
                    <a:pt x="628772" y="1415741"/>
                  </a:lnTo>
                  <a:lnTo>
                    <a:pt x="627981" y="1416100"/>
                  </a:lnTo>
                  <a:lnTo>
                    <a:pt x="626927" y="1416549"/>
                  </a:lnTo>
                  <a:lnTo>
                    <a:pt x="625696" y="1417088"/>
                  </a:lnTo>
                  <a:lnTo>
                    <a:pt x="624818" y="1417807"/>
                  </a:lnTo>
                  <a:lnTo>
                    <a:pt x="624027" y="1418256"/>
                  </a:lnTo>
                  <a:lnTo>
                    <a:pt x="623236" y="1418706"/>
                  </a:lnTo>
                  <a:lnTo>
                    <a:pt x="622533" y="1419425"/>
                  </a:lnTo>
                  <a:lnTo>
                    <a:pt x="621655" y="1420053"/>
                  </a:lnTo>
                  <a:lnTo>
                    <a:pt x="620776" y="1420593"/>
                  </a:lnTo>
                  <a:lnTo>
                    <a:pt x="619985" y="1421042"/>
                  </a:lnTo>
                  <a:lnTo>
                    <a:pt x="619194" y="1421491"/>
                  </a:lnTo>
                  <a:lnTo>
                    <a:pt x="618404" y="1421940"/>
                  </a:lnTo>
                  <a:lnTo>
                    <a:pt x="617613" y="1422479"/>
                  </a:lnTo>
                  <a:lnTo>
                    <a:pt x="616822" y="1423108"/>
                  </a:lnTo>
                  <a:lnTo>
                    <a:pt x="616031" y="1423647"/>
                  </a:lnTo>
                  <a:lnTo>
                    <a:pt x="615152" y="1424097"/>
                  </a:lnTo>
                  <a:lnTo>
                    <a:pt x="614274" y="1424636"/>
                  </a:lnTo>
                  <a:lnTo>
                    <a:pt x="613307" y="1425085"/>
                  </a:lnTo>
                  <a:lnTo>
                    <a:pt x="612516" y="1425534"/>
                  </a:lnTo>
                  <a:lnTo>
                    <a:pt x="611726" y="1426073"/>
                  </a:lnTo>
                  <a:lnTo>
                    <a:pt x="610935" y="1426612"/>
                  </a:lnTo>
                  <a:lnTo>
                    <a:pt x="610144" y="1427062"/>
                  </a:lnTo>
                  <a:lnTo>
                    <a:pt x="609441" y="1427601"/>
                  </a:lnTo>
                  <a:lnTo>
                    <a:pt x="608650" y="1428230"/>
                  </a:lnTo>
                  <a:lnTo>
                    <a:pt x="607860" y="1428948"/>
                  </a:lnTo>
                  <a:lnTo>
                    <a:pt x="607244" y="1429667"/>
                  </a:lnTo>
                  <a:lnTo>
                    <a:pt x="606805" y="1430566"/>
                  </a:lnTo>
                  <a:lnTo>
                    <a:pt x="606454" y="1431374"/>
                  </a:lnTo>
                  <a:lnTo>
                    <a:pt x="606014" y="1432183"/>
                  </a:lnTo>
                  <a:lnTo>
                    <a:pt x="605663" y="1433171"/>
                  </a:lnTo>
                  <a:lnTo>
                    <a:pt x="604960" y="1433890"/>
                  </a:lnTo>
                  <a:lnTo>
                    <a:pt x="604257" y="1434699"/>
                  </a:lnTo>
                  <a:lnTo>
                    <a:pt x="602675" y="1436046"/>
                  </a:lnTo>
                  <a:lnTo>
                    <a:pt x="600127" y="1439101"/>
                  </a:lnTo>
                  <a:lnTo>
                    <a:pt x="596788" y="1439461"/>
                  </a:lnTo>
                  <a:lnTo>
                    <a:pt x="593801" y="1441797"/>
                  </a:lnTo>
                  <a:lnTo>
                    <a:pt x="591956" y="1444762"/>
                  </a:lnTo>
                  <a:lnTo>
                    <a:pt x="589320" y="1448715"/>
                  </a:lnTo>
                  <a:lnTo>
                    <a:pt x="588705" y="1449793"/>
                  </a:lnTo>
                  <a:lnTo>
                    <a:pt x="589144" y="1449973"/>
                  </a:lnTo>
                  <a:lnTo>
                    <a:pt x="589935" y="1449883"/>
                  </a:lnTo>
                  <a:lnTo>
                    <a:pt x="591077" y="1450243"/>
                  </a:lnTo>
                  <a:lnTo>
                    <a:pt x="591253" y="1450422"/>
                  </a:lnTo>
                  <a:lnTo>
                    <a:pt x="591956" y="1451860"/>
                  </a:lnTo>
                  <a:lnTo>
                    <a:pt x="592747" y="1453477"/>
                  </a:lnTo>
                  <a:lnTo>
                    <a:pt x="594592" y="1457700"/>
                  </a:lnTo>
                  <a:lnTo>
                    <a:pt x="595558" y="1459497"/>
                  </a:lnTo>
                  <a:lnTo>
                    <a:pt x="600391" y="1469290"/>
                  </a:lnTo>
                  <a:lnTo>
                    <a:pt x="601885" y="1473423"/>
                  </a:lnTo>
                  <a:lnTo>
                    <a:pt x="597579" y="1476478"/>
                  </a:lnTo>
                  <a:lnTo>
                    <a:pt x="596525" y="1477197"/>
                  </a:lnTo>
                  <a:lnTo>
                    <a:pt x="594504" y="1478455"/>
                  </a:lnTo>
                  <a:lnTo>
                    <a:pt x="594855" y="1480432"/>
                  </a:lnTo>
                  <a:lnTo>
                    <a:pt x="597491" y="1485822"/>
                  </a:lnTo>
                  <a:lnTo>
                    <a:pt x="603730" y="1495796"/>
                  </a:lnTo>
                  <a:lnTo>
                    <a:pt x="603730" y="1503612"/>
                  </a:lnTo>
                  <a:lnTo>
                    <a:pt x="604257" y="1508105"/>
                  </a:lnTo>
                  <a:lnTo>
                    <a:pt x="604521" y="1510351"/>
                  </a:lnTo>
                  <a:lnTo>
                    <a:pt x="606014" y="1512058"/>
                  </a:lnTo>
                  <a:lnTo>
                    <a:pt x="608475" y="1513406"/>
                  </a:lnTo>
                  <a:lnTo>
                    <a:pt x="610056" y="1514664"/>
                  </a:lnTo>
                  <a:lnTo>
                    <a:pt x="610408" y="1517719"/>
                  </a:lnTo>
                  <a:lnTo>
                    <a:pt x="610232" y="1519426"/>
                  </a:lnTo>
                  <a:lnTo>
                    <a:pt x="609880" y="1522481"/>
                  </a:lnTo>
                  <a:lnTo>
                    <a:pt x="608826" y="1528231"/>
                  </a:lnTo>
                  <a:lnTo>
                    <a:pt x="605311" y="1532184"/>
                  </a:lnTo>
                  <a:lnTo>
                    <a:pt x="599249" y="1536767"/>
                  </a:lnTo>
                  <a:lnTo>
                    <a:pt x="599161" y="1540810"/>
                  </a:lnTo>
                  <a:lnTo>
                    <a:pt x="599073" y="1543056"/>
                  </a:lnTo>
                  <a:lnTo>
                    <a:pt x="605224" y="1549076"/>
                  </a:lnTo>
                  <a:lnTo>
                    <a:pt x="606102" y="1553478"/>
                  </a:lnTo>
                  <a:lnTo>
                    <a:pt x="606366" y="1554736"/>
                  </a:lnTo>
                  <a:lnTo>
                    <a:pt x="604784" y="1561026"/>
                  </a:lnTo>
                  <a:lnTo>
                    <a:pt x="604608" y="1561834"/>
                  </a:lnTo>
                  <a:lnTo>
                    <a:pt x="609265" y="1574413"/>
                  </a:lnTo>
                  <a:lnTo>
                    <a:pt x="611638" y="1586273"/>
                  </a:lnTo>
                  <a:lnTo>
                    <a:pt x="608914" y="1589957"/>
                  </a:lnTo>
                  <a:lnTo>
                    <a:pt x="582993" y="1602985"/>
                  </a:lnTo>
                  <a:lnTo>
                    <a:pt x="570516" y="1610263"/>
                  </a:lnTo>
                  <a:lnTo>
                    <a:pt x="556546" y="1618529"/>
                  </a:lnTo>
                  <a:lnTo>
                    <a:pt x="551976" y="1618708"/>
                  </a:lnTo>
                  <a:lnTo>
                    <a:pt x="548813" y="1615743"/>
                  </a:lnTo>
                  <a:lnTo>
                    <a:pt x="544596" y="1612059"/>
                  </a:lnTo>
                  <a:lnTo>
                    <a:pt x="539851" y="1607477"/>
                  </a:lnTo>
                  <a:lnTo>
                    <a:pt x="538884" y="1604333"/>
                  </a:lnTo>
                  <a:lnTo>
                    <a:pt x="538006" y="1599840"/>
                  </a:lnTo>
                  <a:lnTo>
                    <a:pt x="536776" y="1594988"/>
                  </a:lnTo>
                  <a:lnTo>
                    <a:pt x="534140" y="1589058"/>
                  </a:lnTo>
                  <a:lnTo>
                    <a:pt x="529571" y="1579355"/>
                  </a:lnTo>
                  <a:lnTo>
                    <a:pt x="527462" y="1576569"/>
                  </a:lnTo>
                  <a:lnTo>
                    <a:pt x="525353" y="1575042"/>
                  </a:lnTo>
                  <a:lnTo>
                    <a:pt x="521926" y="1575132"/>
                  </a:lnTo>
                  <a:lnTo>
                    <a:pt x="520257" y="1574683"/>
                  </a:lnTo>
                  <a:lnTo>
                    <a:pt x="518587" y="1574143"/>
                  </a:lnTo>
                  <a:lnTo>
                    <a:pt x="518060" y="1573964"/>
                  </a:lnTo>
                  <a:lnTo>
                    <a:pt x="515248" y="1571268"/>
                  </a:lnTo>
                  <a:lnTo>
                    <a:pt x="511997" y="1568034"/>
                  </a:lnTo>
                  <a:lnTo>
                    <a:pt x="509273" y="1564979"/>
                  </a:lnTo>
                  <a:lnTo>
                    <a:pt x="506813" y="1561565"/>
                  </a:lnTo>
                  <a:lnTo>
                    <a:pt x="504616" y="1560936"/>
                  </a:lnTo>
                  <a:lnTo>
                    <a:pt x="499432" y="1562912"/>
                  </a:lnTo>
                  <a:lnTo>
                    <a:pt x="495303" y="1566327"/>
                  </a:lnTo>
                  <a:lnTo>
                    <a:pt x="491700" y="1574233"/>
                  </a:lnTo>
                  <a:lnTo>
                    <a:pt x="488625" y="1578097"/>
                  </a:lnTo>
                  <a:lnTo>
                    <a:pt x="485901" y="1580253"/>
                  </a:lnTo>
                  <a:lnTo>
                    <a:pt x="481156" y="1584027"/>
                  </a:lnTo>
                  <a:lnTo>
                    <a:pt x="477378" y="1588070"/>
                  </a:lnTo>
                  <a:lnTo>
                    <a:pt x="475005" y="1590586"/>
                  </a:lnTo>
                  <a:lnTo>
                    <a:pt x="471667" y="1594270"/>
                  </a:lnTo>
                  <a:lnTo>
                    <a:pt x="470876" y="1598223"/>
                  </a:lnTo>
                  <a:lnTo>
                    <a:pt x="468415" y="1604872"/>
                  </a:lnTo>
                  <a:lnTo>
                    <a:pt x="464901" y="1612599"/>
                  </a:lnTo>
                  <a:lnTo>
                    <a:pt x="464549" y="1612239"/>
                  </a:lnTo>
                  <a:lnTo>
                    <a:pt x="464374" y="1611880"/>
                  </a:lnTo>
                  <a:lnTo>
                    <a:pt x="463934" y="1611610"/>
                  </a:lnTo>
                  <a:lnTo>
                    <a:pt x="463231" y="1611341"/>
                  </a:lnTo>
                  <a:lnTo>
                    <a:pt x="462968" y="1611161"/>
                  </a:lnTo>
                  <a:lnTo>
                    <a:pt x="462616" y="1611071"/>
                  </a:lnTo>
                  <a:lnTo>
                    <a:pt x="462441" y="1610981"/>
                  </a:lnTo>
                  <a:lnTo>
                    <a:pt x="462001" y="1610981"/>
                  </a:lnTo>
                  <a:lnTo>
                    <a:pt x="461562" y="1610981"/>
                  </a:lnTo>
                  <a:lnTo>
                    <a:pt x="460947" y="1610802"/>
                  </a:lnTo>
                  <a:lnTo>
                    <a:pt x="459453" y="1610532"/>
                  </a:lnTo>
                  <a:lnTo>
                    <a:pt x="459102" y="1610532"/>
                  </a:lnTo>
                  <a:lnTo>
                    <a:pt x="458574" y="1610083"/>
                  </a:lnTo>
                  <a:lnTo>
                    <a:pt x="458311" y="1609723"/>
                  </a:lnTo>
                  <a:lnTo>
                    <a:pt x="458135" y="1609454"/>
                  </a:lnTo>
                  <a:lnTo>
                    <a:pt x="458047" y="1609274"/>
                  </a:lnTo>
                  <a:lnTo>
                    <a:pt x="456817" y="1607926"/>
                  </a:lnTo>
                  <a:lnTo>
                    <a:pt x="456114" y="1607387"/>
                  </a:lnTo>
                  <a:lnTo>
                    <a:pt x="455851" y="1606758"/>
                  </a:lnTo>
                  <a:lnTo>
                    <a:pt x="455851" y="1606489"/>
                  </a:lnTo>
                  <a:lnTo>
                    <a:pt x="455763" y="1606219"/>
                  </a:lnTo>
                  <a:lnTo>
                    <a:pt x="455675" y="1606040"/>
                  </a:lnTo>
                  <a:lnTo>
                    <a:pt x="455499" y="1605501"/>
                  </a:lnTo>
                  <a:lnTo>
                    <a:pt x="455411" y="1605231"/>
                  </a:lnTo>
                  <a:lnTo>
                    <a:pt x="455323" y="1604961"/>
                  </a:lnTo>
                  <a:lnTo>
                    <a:pt x="455148" y="1604512"/>
                  </a:lnTo>
                  <a:lnTo>
                    <a:pt x="454796" y="1604063"/>
                  </a:lnTo>
                  <a:lnTo>
                    <a:pt x="454445" y="1603973"/>
                  </a:lnTo>
                  <a:lnTo>
                    <a:pt x="454269" y="1603883"/>
                  </a:lnTo>
                  <a:lnTo>
                    <a:pt x="453830" y="1603614"/>
                  </a:lnTo>
                  <a:lnTo>
                    <a:pt x="453478" y="1603344"/>
                  </a:lnTo>
                  <a:lnTo>
                    <a:pt x="453039" y="1603164"/>
                  </a:lnTo>
                  <a:lnTo>
                    <a:pt x="452600" y="1603164"/>
                  </a:lnTo>
                  <a:lnTo>
                    <a:pt x="452160" y="1603164"/>
                  </a:lnTo>
                  <a:lnTo>
                    <a:pt x="451809" y="1603164"/>
                  </a:lnTo>
                  <a:lnTo>
                    <a:pt x="451457" y="1603075"/>
                  </a:lnTo>
                  <a:lnTo>
                    <a:pt x="451194" y="1602895"/>
                  </a:lnTo>
                  <a:lnTo>
                    <a:pt x="450491" y="1602176"/>
                  </a:lnTo>
                  <a:lnTo>
                    <a:pt x="448646" y="1600020"/>
                  </a:lnTo>
                  <a:lnTo>
                    <a:pt x="448470" y="1599391"/>
                  </a:lnTo>
                  <a:lnTo>
                    <a:pt x="448382" y="1599121"/>
                  </a:lnTo>
                  <a:lnTo>
                    <a:pt x="448294" y="1598492"/>
                  </a:lnTo>
                  <a:lnTo>
                    <a:pt x="448382" y="1597863"/>
                  </a:lnTo>
                  <a:lnTo>
                    <a:pt x="448470" y="1597504"/>
                  </a:lnTo>
                  <a:lnTo>
                    <a:pt x="448733" y="1596785"/>
                  </a:lnTo>
                  <a:lnTo>
                    <a:pt x="448821" y="1594180"/>
                  </a:lnTo>
                  <a:lnTo>
                    <a:pt x="448821" y="1593641"/>
                  </a:lnTo>
                  <a:lnTo>
                    <a:pt x="448821" y="1593371"/>
                  </a:lnTo>
                  <a:lnTo>
                    <a:pt x="448646" y="1593191"/>
                  </a:lnTo>
                  <a:lnTo>
                    <a:pt x="447064" y="1592113"/>
                  </a:lnTo>
                  <a:lnTo>
                    <a:pt x="446449" y="1591754"/>
                  </a:lnTo>
                  <a:lnTo>
                    <a:pt x="445131" y="1591574"/>
                  </a:lnTo>
                  <a:lnTo>
                    <a:pt x="444516" y="1591574"/>
                  </a:lnTo>
                  <a:lnTo>
                    <a:pt x="443198" y="1591305"/>
                  </a:lnTo>
                  <a:lnTo>
                    <a:pt x="442143" y="1591035"/>
                  </a:lnTo>
                  <a:lnTo>
                    <a:pt x="441441" y="1590676"/>
                  </a:lnTo>
                  <a:lnTo>
                    <a:pt x="440738" y="1590136"/>
                  </a:lnTo>
                  <a:lnTo>
                    <a:pt x="440298" y="1589777"/>
                  </a:lnTo>
                  <a:lnTo>
                    <a:pt x="439507" y="1589148"/>
                  </a:lnTo>
                  <a:lnTo>
                    <a:pt x="438629" y="1588429"/>
                  </a:lnTo>
                  <a:lnTo>
                    <a:pt x="436169" y="1586363"/>
                  </a:lnTo>
                  <a:lnTo>
                    <a:pt x="435026" y="1585375"/>
                  </a:lnTo>
                  <a:lnTo>
                    <a:pt x="434499" y="1584925"/>
                  </a:lnTo>
                  <a:lnTo>
                    <a:pt x="434323" y="1584746"/>
                  </a:lnTo>
                  <a:lnTo>
                    <a:pt x="434060" y="1584386"/>
                  </a:lnTo>
                  <a:lnTo>
                    <a:pt x="428700" y="1590855"/>
                  </a:lnTo>
                  <a:lnTo>
                    <a:pt x="422901" y="1597863"/>
                  </a:lnTo>
                  <a:lnTo>
                    <a:pt x="421583" y="1599301"/>
                  </a:lnTo>
                  <a:lnTo>
                    <a:pt x="417541" y="1604333"/>
                  </a:lnTo>
                  <a:lnTo>
                    <a:pt x="416574" y="1605501"/>
                  </a:lnTo>
                  <a:lnTo>
                    <a:pt x="415608" y="1606669"/>
                  </a:lnTo>
                  <a:lnTo>
                    <a:pt x="415256" y="1607926"/>
                  </a:lnTo>
                  <a:lnTo>
                    <a:pt x="412269" y="1615743"/>
                  </a:lnTo>
                  <a:lnTo>
                    <a:pt x="412181" y="1616103"/>
                  </a:lnTo>
                  <a:lnTo>
                    <a:pt x="411478" y="1615833"/>
                  </a:lnTo>
                  <a:lnTo>
                    <a:pt x="411039" y="1615653"/>
                  </a:lnTo>
                  <a:lnTo>
                    <a:pt x="409809" y="1615114"/>
                  </a:lnTo>
                  <a:lnTo>
                    <a:pt x="402164" y="1612059"/>
                  </a:lnTo>
                  <a:lnTo>
                    <a:pt x="400495" y="1611520"/>
                  </a:lnTo>
                  <a:lnTo>
                    <a:pt x="403394" y="1604512"/>
                  </a:lnTo>
                  <a:lnTo>
                    <a:pt x="404273" y="1602266"/>
                  </a:lnTo>
                  <a:lnTo>
                    <a:pt x="404361" y="1602086"/>
                  </a:lnTo>
                  <a:lnTo>
                    <a:pt x="410687" y="1586363"/>
                  </a:lnTo>
                  <a:lnTo>
                    <a:pt x="414378" y="1576480"/>
                  </a:lnTo>
                  <a:lnTo>
                    <a:pt x="405064" y="1570010"/>
                  </a:lnTo>
                  <a:lnTo>
                    <a:pt x="401901" y="1565159"/>
                  </a:lnTo>
                  <a:lnTo>
                    <a:pt x="401549" y="1561205"/>
                  </a:lnTo>
                  <a:lnTo>
                    <a:pt x="403306" y="1556893"/>
                  </a:lnTo>
                  <a:lnTo>
                    <a:pt x="403306" y="1554916"/>
                  </a:lnTo>
                  <a:lnTo>
                    <a:pt x="395926" y="1540720"/>
                  </a:lnTo>
                  <a:lnTo>
                    <a:pt x="391093" y="1531016"/>
                  </a:lnTo>
                  <a:lnTo>
                    <a:pt x="388457" y="1528770"/>
                  </a:lnTo>
                  <a:lnTo>
                    <a:pt x="369566" y="1513855"/>
                  </a:lnTo>
                  <a:lnTo>
                    <a:pt x="366842" y="1510261"/>
                  </a:lnTo>
                  <a:lnTo>
                    <a:pt x="364997" y="1507027"/>
                  </a:lnTo>
                  <a:lnTo>
                    <a:pt x="358934" y="1500468"/>
                  </a:lnTo>
                  <a:lnTo>
                    <a:pt x="353398" y="1493190"/>
                  </a:lnTo>
                  <a:lnTo>
                    <a:pt x="350850" y="1488877"/>
                  </a:lnTo>
                  <a:lnTo>
                    <a:pt x="352080" y="1481959"/>
                  </a:lnTo>
                  <a:lnTo>
                    <a:pt x="354628" y="1476209"/>
                  </a:lnTo>
                  <a:lnTo>
                    <a:pt x="361482" y="1464259"/>
                  </a:lnTo>
                  <a:lnTo>
                    <a:pt x="363591" y="1459766"/>
                  </a:lnTo>
                  <a:lnTo>
                    <a:pt x="363942" y="1454465"/>
                  </a:lnTo>
                  <a:lnTo>
                    <a:pt x="363415" y="1452938"/>
                  </a:lnTo>
                  <a:lnTo>
                    <a:pt x="364030" y="1451770"/>
                  </a:lnTo>
                  <a:lnTo>
                    <a:pt x="365436" y="1450512"/>
                  </a:lnTo>
                  <a:lnTo>
                    <a:pt x="367018" y="1449074"/>
                  </a:lnTo>
                  <a:lnTo>
                    <a:pt x="365612" y="1448535"/>
                  </a:lnTo>
                  <a:lnTo>
                    <a:pt x="361131" y="1447188"/>
                  </a:lnTo>
                  <a:lnTo>
                    <a:pt x="354365" y="1443144"/>
                  </a:lnTo>
                  <a:lnTo>
                    <a:pt x="350587" y="1440808"/>
                  </a:lnTo>
                  <a:lnTo>
                    <a:pt x="348214" y="1440269"/>
                  </a:lnTo>
                  <a:lnTo>
                    <a:pt x="340570" y="1439820"/>
                  </a:lnTo>
                  <a:lnTo>
                    <a:pt x="338022" y="1439281"/>
                  </a:lnTo>
                  <a:lnTo>
                    <a:pt x="332135" y="1434789"/>
                  </a:lnTo>
                  <a:lnTo>
                    <a:pt x="328796" y="1432632"/>
                  </a:lnTo>
                  <a:lnTo>
                    <a:pt x="327741" y="1431913"/>
                  </a:lnTo>
                  <a:lnTo>
                    <a:pt x="323348" y="1429667"/>
                  </a:lnTo>
                  <a:lnTo>
                    <a:pt x="313331" y="1422659"/>
                  </a:lnTo>
                  <a:lnTo>
                    <a:pt x="309114" y="1420413"/>
                  </a:lnTo>
                  <a:lnTo>
                    <a:pt x="304369" y="1413135"/>
                  </a:lnTo>
                  <a:lnTo>
                    <a:pt x="296549" y="1406217"/>
                  </a:lnTo>
                  <a:lnTo>
                    <a:pt x="295758" y="1405498"/>
                  </a:lnTo>
                  <a:lnTo>
                    <a:pt x="292507" y="1401006"/>
                  </a:lnTo>
                  <a:lnTo>
                    <a:pt x="288729" y="1397771"/>
                  </a:lnTo>
                  <a:lnTo>
                    <a:pt x="283632" y="1393548"/>
                  </a:lnTo>
                  <a:lnTo>
                    <a:pt x="272210" y="1385911"/>
                  </a:lnTo>
                  <a:lnTo>
                    <a:pt x="268519" y="1379622"/>
                  </a:lnTo>
                  <a:lnTo>
                    <a:pt x="263950" y="1374321"/>
                  </a:lnTo>
                  <a:lnTo>
                    <a:pt x="258151" y="1367941"/>
                  </a:lnTo>
                  <a:lnTo>
                    <a:pt x="254636" y="1361562"/>
                  </a:lnTo>
                  <a:lnTo>
                    <a:pt x="250419" y="1358328"/>
                  </a:lnTo>
                  <a:lnTo>
                    <a:pt x="246816" y="1357070"/>
                  </a:lnTo>
                  <a:lnTo>
                    <a:pt x="239436" y="1356351"/>
                  </a:lnTo>
                  <a:lnTo>
                    <a:pt x="230385" y="1356351"/>
                  </a:lnTo>
                  <a:lnTo>
                    <a:pt x="221071" y="1354464"/>
                  </a:lnTo>
                  <a:lnTo>
                    <a:pt x="212461" y="1350151"/>
                  </a:lnTo>
                  <a:lnTo>
                    <a:pt x="206046" y="1348354"/>
                  </a:lnTo>
                  <a:lnTo>
                    <a:pt x="200247" y="1344042"/>
                  </a:lnTo>
                  <a:lnTo>
                    <a:pt x="194096" y="1337752"/>
                  </a:lnTo>
                  <a:lnTo>
                    <a:pt x="190055" y="1333350"/>
                  </a:lnTo>
                  <a:lnTo>
                    <a:pt x="188473" y="1329217"/>
                  </a:lnTo>
                  <a:lnTo>
                    <a:pt x="188473" y="1321939"/>
                  </a:lnTo>
                  <a:lnTo>
                    <a:pt x="189352" y="1319783"/>
                  </a:lnTo>
                  <a:lnTo>
                    <a:pt x="191285" y="1315650"/>
                  </a:lnTo>
                  <a:lnTo>
                    <a:pt x="193394" y="1310438"/>
                  </a:lnTo>
                  <a:lnTo>
                    <a:pt x="193481" y="1310259"/>
                  </a:lnTo>
                  <a:lnTo>
                    <a:pt x="194184" y="1304329"/>
                  </a:lnTo>
                  <a:lnTo>
                    <a:pt x="195239" y="1296512"/>
                  </a:lnTo>
                  <a:lnTo>
                    <a:pt x="194624" y="1290312"/>
                  </a:lnTo>
                  <a:lnTo>
                    <a:pt x="193481" y="1281867"/>
                  </a:lnTo>
                  <a:lnTo>
                    <a:pt x="190758" y="1276386"/>
                  </a:lnTo>
                  <a:lnTo>
                    <a:pt x="188737" y="1272433"/>
                  </a:lnTo>
                  <a:lnTo>
                    <a:pt x="182059" y="1263627"/>
                  </a:lnTo>
                  <a:lnTo>
                    <a:pt x="180565" y="1257608"/>
                  </a:lnTo>
                  <a:lnTo>
                    <a:pt x="181883" y="1252576"/>
                  </a:lnTo>
                  <a:lnTo>
                    <a:pt x="187770" y="1243771"/>
                  </a:lnTo>
                  <a:lnTo>
                    <a:pt x="193569" y="1233528"/>
                  </a:lnTo>
                  <a:lnTo>
                    <a:pt x="199456" y="1224453"/>
                  </a:lnTo>
                  <a:lnTo>
                    <a:pt x="206661" y="1215379"/>
                  </a:lnTo>
                  <a:lnTo>
                    <a:pt x="211318" y="1199476"/>
                  </a:lnTo>
                  <a:lnTo>
                    <a:pt x="218260" y="1173330"/>
                  </a:lnTo>
                  <a:lnTo>
                    <a:pt x="222214" y="1159673"/>
                  </a:lnTo>
                  <a:lnTo>
                    <a:pt x="225113" y="1156259"/>
                  </a:lnTo>
                  <a:lnTo>
                    <a:pt x="231528" y="1153294"/>
                  </a:lnTo>
                  <a:lnTo>
                    <a:pt x="232758" y="1152754"/>
                  </a:lnTo>
                  <a:lnTo>
                    <a:pt x="234866" y="1151766"/>
                  </a:lnTo>
                  <a:lnTo>
                    <a:pt x="237854" y="1149340"/>
                  </a:lnTo>
                  <a:lnTo>
                    <a:pt x="239348" y="1144578"/>
                  </a:lnTo>
                  <a:lnTo>
                    <a:pt x="240402" y="1137390"/>
                  </a:lnTo>
                  <a:lnTo>
                    <a:pt x="241896" y="1131011"/>
                  </a:lnTo>
                  <a:lnTo>
                    <a:pt x="243214" y="1125620"/>
                  </a:lnTo>
                  <a:lnTo>
                    <a:pt x="244444" y="1118432"/>
                  </a:lnTo>
                  <a:lnTo>
                    <a:pt x="246992" y="1109268"/>
                  </a:lnTo>
                  <a:lnTo>
                    <a:pt x="249628" y="1100283"/>
                  </a:lnTo>
                  <a:lnTo>
                    <a:pt x="254021" y="1092286"/>
                  </a:lnTo>
                  <a:lnTo>
                    <a:pt x="256306" y="1088243"/>
                  </a:lnTo>
                  <a:lnTo>
                    <a:pt x="259030" y="1079438"/>
                  </a:lnTo>
                  <a:lnTo>
                    <a:pt x="258766" y="1069645"/>
                  </a:lnTo>
                  <a:lnTo>
                    <a:pt x="257975" y="1063984"/>
                  </a:lnTo>
                  <a:lnTo>
                    <a:pt x="255779" y="1056257"/>
                  </a:lnTo>
                  <a:lnTo>
                    <a:pt x="250595" y="1045386"/>
                  </a:lnTo>
                  <a:lnTo>
                    <a:pt x="245410" y="1037838"/>
                  </a:lnTo>
                  <a:lnTo>
                    <a:pt x="244708" y="1030561"/>
                  </a:lnTo>
                  <a:lnTo>
                    <a:pt x="244532" y="1028943"/>
                  </a:lnTo>
                  <a:lnTo>
                    <a:pt x="244971" y="1027416"/>
                  </a:lnTo>
                  <a:lnTo>
                    <a:pt x="246289" y="1022834"/>
                  </a:lnTo>
                  <a:lnTo>
                    <a:pt x="249101" y="1017802"/>
                  </a:lnTo>
                  <a:lnTo>
                    <a:pt x="252176" y="1015017"/>
                  </a:lnTo>
                  <a:lnTo>
                    <a:pt x="259030" y="1005762"/>
                  </a:lnTo>
                  <a:lnTo>
                    <a:pt x="268783" y="986355"/>
                  </a:lnTo>
                  <a:lnTo>
                    <a:pt x="275373" y="974855"/>
                  </a:lnTo>
                  <a:lnTo>
                    <a:pt x="275988" y="965241"/>
                  </a:lnTo>
                  <a:lnTo>
                    <a:pt x="276779" y="956705"/>
                  </a:lnTo>
                  <a:lnTo>
                    <a:pt x="275373" y="945654"/>
                  </a:lnTo>
                  <a:lnTo>
                    <a:pt x="273264" y="940443"/>
                  </a:lnTo>
                  <a:lnTo>
                    <a:pt x="271946" y="938736"/>
                  </a:lnTo>
                  <a:lnTo>
                    <a:pt x="269047" y="932626"/>
                  </a:lnTo>
                  <a:lnTo>
                    <a:pt x="264214" y="917172"/>
                  </a:lnTo>
                  <a:lnTo>
                    <a:pt x="262457" y="910703"/>
                  </a:lnTo>
                  <a:lnTo>
                    <a:pt x="259293" y="900191"/>
                  </a:lnTo>
                  <a:lnTo>
                    <a:pt x="256130" y="881862"/>
                  </a:lnTo>
                  <a:lnTo>
                    <a:pt x="257097" y="869552"/>
                  </a:lnTo>
                  <a:lnTo>
                    <a:pt x="256130" y="860747"/>
                  </a:lnTo>
                  <a:lnTo>
                    <a:pt x="253318" y="855177"/>
                  </a:lnTo>
                  <a:lnTo>
                    <a:pt x="249452" y="852841"/>
                  </a:lnTo>
                  <a:lnTo>
                    <a:pt x="242072" y="850325"/>
                  </a:lnTo>
                  <a:lnTo>
                    <a:pt x="239348" y="849426"/>
                  </a:lnTo>
                  <a:lnTo>
                    <a:pt x="226256" y="846102"/>
                  </a:lnTo>
                  <a:lnTo>
                    <a:pt x="211845" y="840531"/>
                  </a:lnTo>
                  <a:lnTo>
                    <a:pt x="199808" y="837836"/>
                  </a:lnTo>
                  <a:lnTo>
                    <a:pt x="183816" y="828581"/>
                  </a:lnTo>
                  <a:lnTo>
                    <a:pt x="167385" y="816721"/>
                  </a:lnTo>
                  <a:lnTo>
                    <a:pt x="155962" y="803064"/>
                  </a:lnTo>
                  <a:lnTo>
                    <a:pt x="149812" y="790486"/>
                  </a:lnTo>
                  <a:lnTo>
                    <a:pt x="147967" y="782938"/>
                  </a:lnTo>
                  <a:lnTo>
                    <a:pt x="145155" y="770450"/>
                  </a:lnTo>
                  <a:lnTo>
                    <a:pt x="145331" y="762453"/>
                  </a:lnTo>
                  <a:lnTo>
                    <a:pt x="145155" y="762004"/>
                  </a:lnTo>
                  <a:lnTo>
                    <a:pt x="142870" y="749245"/>
                  </a:lnTo>
                  <a:lnTo>
                    <a:pt x="142695" y="743765"/>
                  </a:lnTo>
                  <a:lnTo>
                    <a:pt x="141640" y="739003"/>
                  </a:lnTo>
                  <a:lnTo>
                    <a:pt x="137247" y="733432"/>
                  </a:lnTo>
                  <a:lnTo>
                    <a:pt x="126967" y="725525"/>
                  </a:lnTo>
                  <a:lnTo>
                    <a:pt x="123276" y="721572"/>
                  </a:lnTo>
                  <a:lnTo>
                    <a:pt x="121255" y="718877"/>
                  </a:lnTo>
                  <a:lnTo>
                    <a:pt x="118619" y="713845"/>
                  </a:lnTo>
                  <a:lnTo>
                    <a:pt x="115720" y="706747"/>
                  </a:lnTo>
                  <a:lnTo>
                    <a:pt x="113435" y="702434"/>
                  </a:lnTo>
                  <a:lnTo>
                    <a:pt x="108427" y="695786"/>
                  </a:lnTo>
                  <a:lnTo>
                    <a:pt x="105000" y="689766"/>
                  </a:lnTo>
                  <a:lnTo>
                    <a:pt x="104824" y="689047"/>
                  </a:lnTo>
                  <a:lnTo>
                    <a:pt x="104385" y="687160"/>
                  </a:lnTo>
                  <a:lnTo>
                    <a:pt x="103682" y="679703"/>
                  </a:lnTo>
                  <a:lnTo>
                    <a:pt x="103067" y="677097"/>
                  </a:lnTo>
                  <a:lnTo>
                    <a:pt x="96389" y="669190"/>
                  </a:lnTo>
                  <a:lnTo>
                    <a:pt x="86196" y="660924"/>
                  </a:lnTo>
                  <a:lnTo>
                    <a:pt x="83560" y="659397"/>
                  </a:lnTo>
                  <a:lnTo>
                    <a:pt x="82858" y="657510"/>
                  </a:lnTo>
                  <a:lnTo>
                    <a:pt x="81715" y="655084"/>
                  </a:lnTo>
                  <a:lnTo>
                    <a:pt x="78904" y="651850"/>
                  </a:lnTo>
                  <a:lnTo>
                    <a:pt x="76180" y="649963"/>
                  </a:lnTo>
                  <a:lnTo>
                    <a:pt x="73456" y="649244"/>
                  </a:lnTo>
                  <a:lnTo>
                    <a:pt x="71171" y="649064"/>
                  </a:lnTo>
                  <a:lnTo>
                    <a:pt x="65899" y="648705"/>
                  </a:lnTo>
                  <a:lnTo>
                    <a:pt x="62297" y="648525"/>
                  </a:lnTo>
                  <a:lnTo>
                    <a:pt x="58694" y="648525"/>
                  </a:lnTo>
                  <a:lnTo>
                    <a:pt x="41648" y="644123"/>
                  </a:lnTo>
                  <a:lnTo>
                    <a:pt x="40067" y="643673"/>
                  </a:lnTo>
                  <a:lnTo>
                    <a:pt x="35146" y="641966"/>
                  </a:lnTo>
                  <a:lnTo>
                    <a:pt x="33037" y="640708"/>
                  </a:lnTo>
                  <a:lnTo>
                    <a:pt x="31280" y="638283"/>
                  </a:lnTo>
                  <a:lnTo>
                    <a:pt x="29347" y="635318"/>
                  </a:lnTo>
                  <a:lnTo>
                    <a:pt x="27238" y="631903"/>
                  </a:lnTo>
                  <a:lnTo>
                    <a:pt x="24426" y="630196"/>
                  </a:lnTo>
                  <a:lnTo>
                    <a:pt x="16870" y="625794"/>
                  </a:lnTo>
                  <a:lnTo>
                    <a:pt x="10104" y="623098"/>
                  </a:lnTo>
                  <a:lnTo>
                    <a:pt x="7820" y="619414"/>
                  </a:lnTo>
                  <a:lnTo>
                    <a:pt x="3690" y="615551"/>
                  </a:lnTo>
                  <a:lnTo>
                    <a:pt x="2899" y="614832"/>
                  </a:lnTo>
                  <a:lnTo>
                    <a:pt x="1493" y="613125"/>
                  </a:lnTo>
                  <a:lnTo>
                    <a:pt x="0" y="605218"/>
                  </a:lnTo>
                  <a:lnTo>
                    <a:pt x="1405" y="594167"/>
                  </a:lnTo>
                  <a:lnTo>
                    <a:pt x="5535" y="584373"/>
                  </a:lnTo>
                  <a:lnTo>
                    <a:pt x="15815" y="565775"/>
                  </a:lnTo>
                  <a:lnTo>
                    <a:pt x="16518" y="564876"/>
                  </a:lnTo>
                  <a:lnTo>
                    <a:pt x="17749" y="560743"/>
                  </a:lnTo>
                  <a:lnTo>
                    <a:pt x="21263" y="549153"/>
                  </a:lnTo>
                  <a:lnTo>
                    <a:pt x="26974" y="545020"/>
                  </a:lnTo>
                  <a:lnTo>
                    <a:pt x="34970" y="541875"/>
                  </a:lnTo>
                  <a:lnTo>
                    <a:pt x="40418" y="538731"/>
                  </a:lnTo>
                  <a:lnTo>
                    <a:pt x="45426" y="536305"/>
                  </a:lnTo>
                  <a:lnTo>
                    <a:pt x="48941" y="527949"/>
                  </a:lnTo>
                  <a:lnTo>
                    <a:pt x="49820" y="525972"/>
                  </a:lnTo>
                  <a:lnTo>
                    <a:pt x="52631" y="518245"/>
                  </a:lnTo>
                  <a:lnTo>
                    <a:pt x="54213" y="512854"/>
                  </a:lnTo>
                  <a:lnTo>
                    <a:pt x="53774" y="509081"/>
                  </a:lnTo>
                  <a:lnTo>
                    <a:pt x="56322" y="505307"/>
                  </a:lnTo>
                  <a:lnTo>
                    <a:pt x="57991" y="504319"/>
                  </a:lnTo>
                  <a:lnTo>
                    <a:pt x="61418" y="502162"/>
                  </a:lnTo>
                  <a:lnTo>
                    <a:pt x="69765" y="497310"/>
                  </a:lnTo>
                  <a:lnTo>
                    <a:pt x="70029" y="496951"/>
                  </a:lnTo>
                  <a:lnTo>
                    <a:pt x="72665" y="494345"/>
                  </a:lnTo>
                  <a:lnTo>
                    <a:pt x="74159" y="492548"/>
                  </a:lnTo>
                  <a:lnTo>
                    <a:pt x="76531" y="491560"/>
                  </a:lnTo>
                  <a:lnTo>
                    <a:pt x="82945" y="484732"/>
                  </a:lnTo>
                  <a:lnTo>
                    <a:pt x="86724" y="484013"/>
                  </a:lnTo>
                  <a:lnTo>
                    <a:pt x="101134" y="487517"/>
                  </a:lnTo>
                  <a:lnTo>
                    <a:pt x="125385" y="493896"/>
                  </a:lnTo>
                  <a:lnTo>
                    <a:pt x="129163" y="491111"/>
                  </a:lnTo>
                  <a:lnTo>
                    <a:pt x="132766" y="487697"/>
                  </a:lnTo>
                  <a:lnTo>
                    <a:pt x="140410" y="479251"/>
                  </a:lnTo>
                  <a:lnTo>
                    <a:pt x="143398" y="475926"/>
                  </a:lnTo>
                  <a:lnTo>
                    <a:pt x="143661" y="472961"/>
                  </a:lnTo>
                  <a:lnTo>
                    <a:pt x="145155" y="456968"/>
                  </a:lnTo>
                  <a:lnTo>
                    <a:pt x="148845" y="438999"/>
                  </a:lnTo>
                  <a:lnTo>
                    <a:pt x="158862" y="417435"/>
                  </a:lnTo>
                  <a:lnTo>
                    <a:pt x="173272" y="402071"/>
                  </a:lnTo>
                  <a:lnTo>
                    <a:pt x="180741" y="392367"/>
                  </a:lnTo>
                  <a:lnTo>
                    <a:pt x="189176" y="379968"/>
                  </a:lnTo>
                  <a:lnTo>
                    <a:pt x="194975" y="369726"/>
                  </a:lnTo>
                  <a:lnTo>
                    <a:pt x="197084" y="361729"/>
                  </a:lnTo>
                  <a:lnTo>
                    <a:pt x="195854" y="352475"/>
                  </a:lnTo>
                  <a:lnTo>
                    <a:pt x="194448" y="346006"/>
                  </a:lnTo>
                  <a:lnTo>
                    <a:pt x="186891" y="330731"/>
                  </a:lnTo>
                  <a:lnTo>
                    <a:pt x="183552" y="326598"/>
                  </a:lnTo>
                  <a:lnTo>
                    <a:pt x="182937" y="323004"/>
                  </a:lnTo>
                  <a:lnTo>
                    <a:pt x="180477" y="318692"/>
                  </a:lnTo>
                  <a:lnTo>
                    <a:pt x="178983" y="311504"/>
                  </a:lnTo>
                  <a:lnTo>
                    <a:pt x="179950" y="307011"/>
                  </a:lnTo>
                  <a:lnTo>
                    <a:pt x="182850" y="304765"/>
                  </a:lnTo>
                  <a:lnTo>
                    <a:pt x="187243" y="301081"/>
                  </a:lnTo>
                  <a:lnTo>
                    <a:pt x="195678" y="301171"/>
                  </a:lnTo>
                  <a:lnTo>
                    <a:pt x="199368" y="299734"/>
                  </a:lnTo>
                  <a:lnTo>
                    <a:pt x="206046" y="299734"/>
                  </a:lnTo>
                  <a:lnTo>
                    <a:pt x="210176" y="299464"/>
                  </a:lnTo>
                  <a:lnTo>
                    <a:pt x="214130" y="299285"/>
                  </a:lnTo>
                  <a:lnTo>
                    <a:pt x="217205" y="296050"/>
                  </a:lnTo>
                  <a:lnTo>
                    <a:pt x="223005" y="293624"/>
                  </a:lnTo>
                  <a:lnTo>
                    <a:pt x="232143" y="293175"/>
                  </a:lnTo>
                  <a:lnTo>
                    <a:pt x="236272" y="294343"/>
                  </a:lnTo>
                  <a:lnTo>
                    <a:pt x="240226" y="290839"/>
                  </a:lnTo>
                  <a:lnTo>
                    <a:pt x="243302" y="285358"/>
                  </a:lnTo>
                  <a:lnTo>
                    <a:pt x="246377" y="282123"/>
                  </a:lnTo>
                  <a:lnTo>
                    <a:pt x="249013" y="278350"/>
                  </a:lnTo>
                  <a:lnTo>
                    <a:pt x="252088" y="274307"/>
                  </a:lnTo>
                  <a:lnTo>
                    <a:pt x="253934" y="271252"/>
                  </a:lnTo>
                  <a:lnTo>
                    <a:pt x="253582" y="265502"/>
                  </a:lnTo>
                  <a:lnTo>
                    <a:pt x="248662" y="259302"/>
                  </a:lnTo>
                  <a:lnTo>
                    <a:pt x="242774" y="254899"/>
                  </a:lnTo>
                  <a:lnTo>
                    <a:pt x="240754" y="251305"/>
                  </a:lnTo>
                  <a:lnTo>
                    <a:pt x="234779" y="246364"/>
                  </a:lnTo>
                  <a:lnTo>
                    <a:pt x="231088" y="241512"/>
                  </a:lnTo>
                  <a:lnTo>
                    <a:pt x="229682" y="237828"/>
                  </a:lnTo>
                  <a:lnTo>
                    <a:pt x="229682" y="235402"/>
                  </a:lnTo>
                  <a:lnTo>
                    <a:pt x="228452" y="233336"/>
                  </a:lnTo>
                  <a:lnTo>
                    <a:pt x="231615" y="231988"/>
                  </a:lnTo>
                  <a:lnTo>
                    <a:pt x="233109" y="230820"/>
                  </a:lnTo>
                  <a:lnTo>
                    <a:pt x="235218" y="229023"/>
                  </a:lnTo>
                  <a:lnTo>
                    <a:pt x="237942" y="224081"/>
                  </a:lnTo>
                  <a:lnTo>
                    <a:pt x="238820" y="216983"/>
                  </a:lnTo>
                  <a:lnTo>
                    <a:pt x="238557" y="186345"/>
                  </a:lnTo>
                  <a:lnTo>
                    <a:pt x="238996" y="163703"/>
                  </a:lnTo>
                  <a:lnTo>
                    <a:pt x="237063" y="152742"/>
                  </a:lnTo>
                  <a:lnTo>
                    <a:pt x="232758" y="151843"/>
                  </a:lnTo>
                  <a:lnTo>
                    <a:pt x="230210" y="152203"/>
                  </a:lnTo>
                  <a:lnTo>
                    <a:pt x="221862" y="156066"/>
                  </a:lnTo>
                  <a:lnTo>
                    <a:pt x="213339" y="156785"/>
                  </a:lnTo>
                  <a:lnTo>
                    <a:pt x="204904" y="156336"/>
                  </a:lnTo>
                  <a:lnTo>
                    <a:pt x="202268" y="144566"/>
                  </a:lnTo>
                  <a:lnTo>
                    <a:pt x="199368" y="135581"/>
                  </a:lnTo>
                  <a:lnTo>
                    <a:pt x="194975" y="108986"/>
                  </a:lnTo>
                  <a:lnTo>
                    <a:pt x="194448" y="103325"/>
                  </a:lnTo>
                  <a:lnTo>
                    <a:pt x="193306" y="91555"/>
                  </a:lnTo>
                  <a:lnTo>
                    <a:pt x="188561" y="70530"/>
                  </a:lnTo>
                  <a:lnTo>
                    <a:pt x="189967" y="56963"/>
                  </a:lnTo>
                  <a:lnTo>
                    <a:pt x="197611" y="37107"/>
                  </a:lnTo>
                  <a:lnTo>
                    <a:pt x="199017" y="33513"/>
                  </a:lnTo>
                  <a:lnTo>
                    <a:pt x="201565" y="18958"/>
                  </a:lnTo>
                  <a:lnTo>
                    <a:pt x="206046" y="0"/>
                  </a:lnTo>
                  <a:lnTo>
                    <a:pt x="216151" y="218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932472" y="3708985"/>
              <a:ext cx="138811" cy="180954"/>
            </a:xfrm>
            <a:custGeom>
              <a:avLst/>
              <a:pathLst>
                <a:path w="138811" h="180954">
                  <a:moveTo>
                    <a:pt x="98656" y="449"/>
                  </a:moveTo>
                  <a:lnTo>
                    <a:pt x="98832" y="628"/>
                  </a:lnTo>
                  <a:lnTo>
                    <a:pt x="99007" y="808"/>
                  </a:lnTo>
                  <a:lnTo>
                    <a:pt x="99271" y="898"/>
                  </a:lnTo>
                  <a:lnTo>
                    <a:pt x="99535" y="988"/>
                  </a:lnTo>
                  <a:lnTo>
                    <a:pt x="99798" y="988"/>
                  </a:lnTo>
                  <a:lnTo>
                    <a:pt x="100062" y="988"/>
                  </a:lnTo>
                  <a:lnTo>
                    <a:pt x="100325" y="988"/>
                  </a:lnTo>
                  <a:lnTo>
                    <a:pt x="100501" y="898"/>
                  </a:lnTo>
                  <a:lnTo>
                    <a:pt x="100765" y="718"/>
                  </a:lnTo>
                  <a:lnTo>
                    <a:pt x="101204" y="1078"/>
                  </a:lnTo>
                  <a:lnTo>
                    <a:pt x="109903" y="8355"/>
                  </a:lnTo>
                  <a:lnTo>
                    <a:pt x="110079" y="8535"/>
                  </a:lnTo>
                  <a:lnTo>
                    <a:pt x="110782" y="9074"/>
                  </a:lnTo>
                  <a:lnTo>
                    <a:pt x="111572" y="9703"/>
                  </a:lnTo>
                  <a:lnTo>
                    <a:pt x="112802" y="10781"/>
                  </a:lnTo>
                  <a:lnTo>
                    <a:pt x="114823" y="12488"/>
                  </a:lnTo>
                  <a:lnTo>
                    <a:pt x="116317" y="13656"/>
                  </a:lnTo>
                  <a:lnTo>
                    <a:pt x="118426" y="15543"/>
                  </a:lnTo>
                  <a:lnTo>
                    <a:pt x="129497" y="24708"/>
                  </a:lnTo>
                  <a:lnTo>
                    <a:pt x="136175" y="30278"/>
                  </a:lnTo>
                  <a:lnTo>
                    <a:pt x="138811" y="32525"/>
                  </a:lnTo>
                  <a:lnTo>
                    <a:pt x="131957" y="41150"/>
                  </a:lnTo>
                  <a:lnTo>
                    <a:pt x="131782" y="41420"/>
                  </a:lnTo>
                  <a:lnTo>
                    <a:pt x="124664" y="50225"/>
                  </a:lnTo>
                  <a:lnTo>
                    <a:pt x="117547" y="59030"/>
                  </a:lnTo>
                  <a:lnTo>
                    <a:pt x="117459" y="59210"/>
                  </a:lnTo>
                  <a:lnTo>
                    <a:pt x="114120" y="63343"/>
                  </a:lnTo>
                  <a:lnTo>
                    <a:pt x="110430" y="67925"/>
                  </a:lnTo>
                  <a:lnTo>
                    <a:pt x="103489" y="76550"/>
                  </a:lnTo>
                  <a:lnTo>
                    <a:pt x="103049" y="77179"/>
                  </a:lnTo>
                  <a:lnTo>
                    <a:pt x="100062" y="80863"/>
                  </a:lnTo>
                  <a:lnTo>
                    <a:pt x="96371" y="85445"/>
                  </a:lnTo>
                  <a:lnTo>
                    <a:pt x="89166" y="94430"/>
                  </a:lnTo>
                  <a:lnTo>
                    <a:pt x="82137" y="103235"/>
                  </a:lnTo>
                  <a:lnTo>
                    <a:pt x="78535" y="107728"/>
                  </a:lnTo>
                  <a:lnTo>
                    <a:pt x="75108" y="112040"/>
                  </a:lnTo>
                  <a:lnTo>
                    <a:pt x="74405" y="112849"/>
                  </a:lnTo>
                  <a:lnTo>
                    <a:pt x="69572" y="118869"/>
                  </a:lnTo>
                  <a:lnTo>
                    <a:pt x="69396" y="119138"/>
                  </a:lnTo>
                  <a:lnTo>
                    <a:pt x="63070" y="126326"/>
                  </a:lnTo>
                  <a:lnTo>
                    <a:pt x="57359" y="134053"/>
                  </a:lnTo>
                  <a:lnTo>
                    <a:pt x="56480" y="135131"/>
                  </a:lnTo>
                  <a:lnTo>
                    <a:pt x="49451" y="143757"/>
                  </a:lnTo>
                  <a:lnTo>
                    <a:pt x="49363" y="143937"/>
                  </a:lnTo>
                  <a:lnTo>
                    <a:pt x="42861" y="151933"/>
                  </a:lnTo>
                  <a:lnTo>
                    <a:pt x="35568" y="160918"/>
                  </a:lnTo>
                  <a:lnTo>
                    <a:pt x="34777" y="161996"/>
                  </a:lnTo>
                  <a:lnTo>
                    <a:pt x="28451" y="169723"/>
                  </a:lnTo>
                  <a:lnTo>
                    <a:pt x="24497" y="174665"/>
                  </a:lnTo>
                  <a:lnTo>
                    <a:pt x="20982" y="178888"/>
                  </a:lnTo>
                  <a:lnTo>
                    <a:pt x="20367" y="179786"/>
                  </a:lnTo>
                  <a:lnTo>
                    <a:pt x="19400" y="180954"/>
                  </a:lnTo>
                  <a:lnTo>
                    <a:pt x="14568" y="179157"/>
                  </a:lnTo>
                  <a:lnTo>
                    <a:pt x="9999" y="177450"/>
                  </a:lnTo>
                  <a:lnTo>
                    <a:pt x="9823" y="177360"/>
                  </a:lnTo>
                  <a:lnTo>
                    <a:pt x="6045" y="176013"/>
                  </a:lnTo>
                  <a:lnTo>
                    <a:pt x="4990" y="175653"/>
                  </a:lnTo>
                  <a:lnTo>
                    <a:pt x="1212" y="174305"/>
                  </a:lnTo>
                  <a:lnTo>
                    <a:pt x="0" y="173863"/>
                  </a:lnTo>
                  <a:lnTo>
                    <a:pt x="0" y="9998"/>
                  </a:lnTo>
                  <a:lnTo>
                    <a:pt x="421" y="9973"/>
                  </a:lnTo>
                  <a:lnTo>
                    <a:pt x="5605" y="9973"/>
                  </a:lnTo>
                  <a:lnTo>
                    <a:pt x="6748" y="9883"/>
                  </a:lnTo>
                  <a:lnTo>
                    <a:pt x="29681" y="8894"/>
                  </a:lnTo>
                  <a:lnTo>
                    <a:pt x="31350" y="8805"/>
                  </a:lnTo>
                  <a:lnTo>
                    <a:pt x="35744" y="8715"/>
                  </a:lnTo>
                  <a:lnTo>
                    <a:pt x="37940" y="8625"/>
                  </a:lnTo>
                  <a:lnTo>
                    <a:pt x="38380" y="8625"/>
                  </a:lnTo>
                  <a:lnTo>
                    <a:pt x="45585" y="7187"/>
                  </a:lnTo>
                  <a:lnTo>
                    <a:pt x="46375" y="7008"/>
                  </a:lnTo>
                  <a:lnTo>
                    <a:pt x="47869" y="6828"/>
                  </a:lnTo>
                  <a:lnTo>
                    <a:pt x="48396" y="6738"/>
                  </a:lnTo>
                  <a:lnTo>
                    <a:pt x="54635" y="5929"/>
                  </a:lnTo>
                  <a:lnTo>
                    <a:pt x="56129" y="6109"/>
                  </a:lnTo>
                  <a:lnTo>
                    <a:pt x="60786" y="5031"/>
                  </a:lnTo>
                  <a:lnTo>
                    <a:pt x="64915" y="4492"/>
                  </a:lnTo>
                  <a:lnTo>
                    <a:pt x="68518" y="4043"/>
                  </a:lnTo>
                  <a:lnTo>
                    <a:pt x="75020" y="3144"/>
                  </a:lnTo>
                  <a:lnTo>
                    <a:pt x="75811" y="3054"/>
                  </a:lnTo>
                  <a:lnTo>
                    <a:pt x="80907" y="2336"/>
                  </a:lnTo>
                  <a:lnTo>
                    <a:pt x="91451" y="898"/>
                  </a:lnTo>
                  <a:lnTo>
                    <a:pt x="98392" y="0"/>
                  </a:lnTo>
                  <a:lnTo>
                    <a:pt x="98480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932472" y="1812391"/>
              <a:ext cx="124928" cy="435915"/>
            </a:xfrm>
            <a:custGeom>
              <a:avLst/>
              <a:pathLst>
                <a:path w="124928" h="435915">
                  <a:moveTo>
                    <a:pt x="7802" y="5554"/>
                  </a:moveTo>
                  <a:lnTo>
                    <a:pt x="10174" y="6722"/>
                  </a:lnTo>
                  <a:lnTo>
                    <a:pt x="17116" y="6093"/>
                  </a:lnTo>
                  <a:lnTo>
                    <a:pt x="22388" y="9238"/>
                  </a:lnTo>
                  <a:lnTo>
                    <a:pt x="24409" y="7441"/>
                  </a:lnTo>
                  <a:lnTo>
                    <a:pt x="36007" y="20020"/>
                  </a:lnTo>
                  <a:lnTo>
                    <a:pt x="41191" y="16516"/>
                  </a:lnTo>
                  <a:lnTo>
                    <a:pt x="48484" y="21727"/>
                  </a:lnTo>
                  <a:lnTo>
                    <a:pt x="50505" y="16246"/>
                  </a:lnTo>
                  <a:lnTo>
                    <a:pt x="56480" y="19391"/>
                  </a:lnTo>
                  <a:lnTo>
                    <a:pt x="56480" y="20559"/>
                  </a:lnTo>
                  <a:lnTo>
                    <a:pt x="56656" y="22266"/>
                  </a:lnTo>
                  <a:lnTo>
                    <a:pt x="57886" y="23164"/>
                  </a:lnTo>
                  <a:lnTo>
                    <a:pt x="50944" y="36013"/>
                  </a:lnTo>
                  <a:lnTo>
                    <a:pt x="50681" y="36462"/>
                  </a:lnTo>
                  <a:lnTo>
                    <a:pt x="60698" y="42482"/>
                  </a:lnTo>
                  <a:lnTo>
                    <a:pt x="61049" y="42751"/>
                  </a:lnTo>
                  <a:lnTo>
                    <a:pt x="61313" y="61350"/>
                  </a:lnTo>
                  <a:lnTo>
                    <a:pt x="64300" y="66651"/>
                  </a:lnTo>
                  <a:lnTo>
                    <a:pt x="64300" y="87586"/>
                  </a:lnTo>
                  <a:lnTo>
                    <a:pt x="60522" y="95403"/>
                  </a:lnTo>
                  <a:lnTo>
                    <a:pt x="56656" y="101782"/>
                  </a:lnTo>
                  <a:lnTo>
                    <a:pt x="57798" y="106364"/>
                  </a:lnTo>
                  <a:lnTo>
                    <a:pt x="58765" y="110317"/>
                  </a:lnTo>
                  <a:lnTo>
                    <a:pt x="58062" y="112923"/>
                  </a:lnTo>
                  <a:lnTo>
                    <a:pt x="56304" y="116068"/>
                  </a:lnTo>
                  <a:lnTo>
                    <a:pt x="53405" y="118673"/>
                  </a:lnTo>
                  <a:lnTo>
                    <a:pt x="50417" y="122986"/>
                  </a:lnTo>
                  <a:lnTo>
                    <a:pt x="50242" y="128377"/>
                  </a:lnTo>
                  <a:lnTo>
                    <a:pt x="51823" y="131522"/>
                  </a:lnTo>
                  <a:lnTo>
                    <a:pt x="54371" y="135026"/>
                  </a:lnTo>
                  <a:lnTo>
                    <a:pt x="56216" y="135565"/>
                  </a:lnTo>
                  <a:lnTo>
                    <a:pt x="56480" y="137541"/>
                  </a:lnTo>
                  <a:lnTo>
                    <a:pt x="58237" y="143561"/>
                  </a:lnTo>
                  <a:lnTo>
                    <a:pt x="60698" y="146167"/>
                  </a:lnTo>
                  <a:lnTo>
                    <a:pt x="62719" y="148773"/>
                  </a:lnTo>
                  <a:lnTo>
                    <a:pt x="64827" y="150120"/>
                  </a:lnTo>
                  <a:lnTo>
                    <a:pt x="70187" y="151917"/>
                  </a:lnTo>
                  <a:lnTo>
                    <a:pt x="71242" y="153355"/>
                  </a:lnTo>
                  <a:lnTo>
                    <a:pt x="72472" y="155421"/>
                  </a:lnTo>
                  <a:lnTo>
                    <a:pt x="72735" y="156589"/>
                  </a:lnTo>
                  <a:lnTo>
                    <a:pt x="74932" y="158117"/>
                  </a:lnTo>
                  <a:lnTo>
                    <a:pt x="74844" y="162609"/>
                  </a:lnTo>
                  <a:lnTo>
                    <a:pt x="77041" y="163418"/>
                  </a:lnTo>
                  <a:lnTo>
                    <a:pt x="100765" y="173930"/>
                  </a:lnTo>
                  <a:lnTo>
                    <a:pt x="104807" y="168629"/>
                  </a:lnTo>
                  <a:lnTo>
                    <a:pt x="124752" y="169977"/>
                  </a:lnTo>
                  <a:lnTo>
                    <a:pt x="124489" y="170696"/>
                  </a:lnTo>
                  <a:lnTo>
                    <a:pt x="124313" y="171953"/>
                  </a:lnTo>
                  <a:lnTo>
                    <a:pt x="124577" y="173121"/>
                  </a:lnTo>
                  <a:lnTo>
                    <a:pt x="124928" y="175368"/>
                  </a:lnTo>
                  <a:lnTo>
                    <a:pt x="124313" y="176805"/>
                  </a:lnTo>
                  <a:lnTo>
                    <a:pt x="122116" y="178602"/>
                  </a:lnTo>
                  <a:lnTo>
                    <a:pt x="120974" y="180669"/>
                  </a:lnTo>
                  <a:lnTo>
                    <a:pt x="120623" y="182106"/>
                  </a:lnTo>
                  <a:lnTo>
                    <a:pt x="120359" y="183184"/>
                  </a:lnTo>
                  <a:lnTo>
                    <a:pt x="118338" y="185251"/>
                  </a:lnTo>
                  <a:lnTo>
                    <a:pt x="117371" y="187677"/>
                  </a:lnTo>
                  <a:lnTo>
                    <a:pt x="117284" y="188935"/>
                  </a:lnTo>
                  <a:lnTo>
                    <a:pt x="117196" y="189654"/>
                  </a:lnTo>
                  <a:lnTo>
                    <a:pt x="117196" y="190372"/>
                  </a:lnTo>
                  <a:lnTo>
                    <a:pt x="118250" y="194775"/>
                  </a:lnTo>
                  <a:lnTo>
                    <a:pt x="117723" y="198459"/>
                  </a:lnTo>
                  <a:lnTo>
                    <a:pt x="117547" y="200435"/>
                  </a:lnTo>
                  <a:lnTo>
                    <a:pt x="117723" y="201783"/>
                  </a:lnTo>
                  <a:lnTo>
                    <a:pt x="118514" y="203490"/>
                  </a:lnTo>
                  <a:lnTo>
                    <a:pt x="116669" y="207444"/>
                  </a:lnTo>
                  <a:lnTo>
                    <a:pt x="115351" y="210139"/>
                  </a:lnTo>
                  <a:lnTo>
                    <a:pt x="113681" y="213733"/>
                  </a:lnTo>
                  <a:lnTo>
                    <a:pt x="118777" y="218675"/>
                  </a:lnTo>
                  <a:lnTo>
                    <a:pt x="97689" y="237812"/>
                  </a:lnTo>
                  <a:lnTo>
                    <a:pt x="92330" y="242844"/>
                  </a:lnTo>
                  <a:lnTo>
                    <a:pt x="91451" y="242754"/>
                  </a:lnTo>
                  <a:lnTo>
                    <a:pt x="90748" y="243563"/>
                  </a:lnTo>
                  <a:lnTo>
                    <a:pt x="85564" y="252008"/>
                  </a:lnTo>
                  <a:lnTo>
                    <a:pt x="75899" y="267732"/>
                  </a:lnTo>
                  <a:lnTo>
                    <a:pt x="85564" y="275010"/>
                  </a:lnTo>
                  <a:lnTo>
                    <a:pt x="92593" y="280311"/>
                  </a:lnTo>
                  <a:lnTo>
                    <a:pt x="96020" y="283635"/>
                  </a:lnTo>
                  <a:lnTo>
                    <a:pt x="95932" y="287409"/>
                  </a:lnTo>
                  <a:lnTo>
                    <a:pt x="94702" y="289924"/>
                  </a:lnTo>
                  <a:lnTo>
                    <a:pt x="96899" y="299987"/>
                  </a:lnTo>
                  <a:lnTo>
                    <a:pt x="97865" y="306546"/>
                  </a:lnTo>
                  <a:lnTo>
                    <a:pt x="100765" y="308793"/>
                  </a:lnTo>
                  <a:lnTo>
                    <a:pt x="98304" y="312027"/>
                  </a:lnTo>
                  <a:lnTo>
                    <a:pt x="98041" y="312476"/>
                  </a:lnTo>
                  <a:lnTo>
                    <a:pt x="96284" y="314992"/>
                  </a:lnTo>
                  <a:lnTo>
                    <a:pt x="94878" y="317148"/>
                  </a:lnTo>
                  <a:lnTo>
                    <a:pt x="93823" y="319395"/>
                  </a:lnTo>
                  <a:lnTo>
                    <a:pt x="93384" y="321192"/>
                  </a:lnTo>
                  <a:lnTo>
                    <a:pt x="92505" y="323438"/>
                  </a:lnTo>
                  <a:lnTo>
                    <a:pt x="91539" y="325504"/>
                  </a:lnTo>
                  <a:lnTo>
                    <a:pt x="90924" y="326583"/>
                  </a:lnTo>
                  <a:lnTo>
                    <a:pt x="90660" y="327301"/>
                  </a:lnTo>
                  <a:lnTo>
                    <a:pt x="89869" y="328829"/>
                  </a:lnTo>
                  <a:lnTo>
                    <a:pt x="86179" y="331434"/>
                  </a:lnTo>
                  <a:lnTo>
                    <a:pt x="83631" y="332782"/>
                  </a:lnTo>
                  <a:lnTo>
                    <a:pt x="79325" y="336735"/>
                  </a:lnTo>
                  <a:lnTo>
                    <a:pt x="75811" y="341228"/>
                  </a:lnTo>
                  <a:lnTo>
                    <a:pt x="71329" y="346978"/>
                  </a:lnTo>
                  <a:lnTo>
                    <a:pt x="68342" y="350213"/>
                  </a:lnTo>
                  <a:lnTo>
                    <a:pt x="63334" y="355064"/>
                  </a:lnTo>
                  <a:lnTo>
                    <a:pt x="57447" y="360186"/>
                  </a:lnTo>
                  <a:lnTo>
                    <a:pt x="53580" y="364678"/>
                  </a:lnTo>
                  <a:lnTo>
                    <a:pt x="50857" y="368182"/>
                  </a:lnTo>
                  <a:lnTo>
                    <a:pt x="47254" y="370608"/>
                  </a:lnTo>
                  <a:lnTo>
                    <a:pt x="44091" y="375640"/>
                  </a:lnTo>
                  <a:lnTo>
                    <a:pt x="41279" y="380132"/>
                  </a:lnTo>
                  <a:lnTo>
                    <a:pt x="38380" y="383726"/>
                  </a:lnTo>
                  <a:lnTo>
                    <a:pt x="35216" y="387500"/>
                  </a:lnTo>
                  <a:lnTo>
                    <a:pt x="31877" y="391004"/>
                  </a:lnTo>
                  <a:lnTo>
                    <a:pt x="30735" y="391902"/>
                  </a:lnTo>
                  <a:lnTo>
                    <a:pt x="29944" y="392621"/>
                  </a:lnTo>
                  <a:lnTo>
                    <a:pt x="28275" y="395406"/>
                  </a:lnTo>
                  <a:lnTo>
                    <a:pt x="25287" y="399090"/>
                  </a:lnTo>
                  <a:lnTo>
                    <a:pt x="22827" y="402594"/>
                  </a:lnTo>
                  <a:lnTo>
                    <a:pt x="20191" y="404032"/>
                  </a:lnTo>
                  <a:lnTo>
                    <a:pt x="16589" y="406188"/>
                  </a:lnTo>
                  <a:lnTo>
                    <a:pt x="14041" y="408075"/>
                  </a:lnTo>
                  <a:lnTo>
                    <a:pt x="10965" y="412388"/>
                  </a:lnTo>
                  <a:lnTo>
                    <a:pt x="8856" y="416251"/>
                  </a:lnTo>
                  <a:lnTo>
                    <a:pt x="7187" y="419665"/>
                  </a:lnTo>
                  <a:lnTo>
                    <a:pt x="6308" y="422720"/>
                  </a:lnTo>
                  <a:lnTo>
                    <a:pt x="4463" y="426135"/>
                  </a:lnTo>
                  <a:lnTo>
                    <a:pt x="3145" y="429998"/>
                  </a:lnTo>
                  <a:lnTo>
                    <a:pt x="2003" y="432244"/>
                  </a:lnTo>
                  <a:lnTo>
                    <a:pt x="0" y="435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55484" y="5358332"/>
              <a:ext cx="586578" cy="374955"/>
            </a:xfrm>
            <a:custGeom>
              <a:avLst/>
              <a:pathLst>
                <a:path w="586578" h="374955">
                  <a:moveTo>
                    <a:pt x="0" y="346096"/>
                  </a:moveTo>
                  <a:lnTo>
                    <a:pt x="18188" y="325610"/>
                  </a:lnTo>
                  <a:lnTo>
                    <a:pt x="31631" y="312672"/>
                  </a:lnTo>
                  <a:lnTo>
                    <a:pt x="37167" y="302339"/>
                  </a:lnTo>
                  <a:lnTo>
                    <a:pt x="40594" y="294972"/>
                  </a:lnTo>
                  <a:lnTo>
                    <a:pt x="41121" y="293894"/>
                  </a:lnTo>
                  <a:lnTo>
                    <a:pt x="46920" y="290659"/>
                  </a:lnTo>
                  <a:lnTo>
                    <a:pt x="70029" y="284370"/>
                  </a:lnTo>
                  <a:lnTo>
                    <a:pt x="82418" y="281495"/>
                  </a:lnTo>
                  <a:lnTo>
                    <a:pt x="137598" y="260380"/>
                  </a:lnTo>
                  <a:lnTo>
                    <a:pt x="164310" y="245016"/>
                  </a:lnTo>
                  <a:lnTo>
                    <a:pt x="203147" y="217163"/>
                  </a:lnTo>
                  <a:lnTo>
                    <a:pt x="216239" y="203866"/>
                  </a:lnTo>
                  <a:lnTo>
                    <a:pt x="219841" y="198295"/>
                  </a:lnTo>
                  <a:lnTo>
                    <a:pt x="220105" y="197936"/>
                  </a:lnTo>
                  <a:lnTo>
                    <a:pt x="227398" y="188501"/>
                  </a:lnTo>
                  <a:lnTo>
                    <a:pt x="231352" y="182302"/>
                  </a:lnTo>
                  <a:lnTo>
                    <a:pt x="233285" y="178079"/>
                  </a:lnTo>
                  <a:lnTo>
                    <a:pt x="234866" y="175833"/>
                  </a:lnTo>
                  <a:lnTo>
                    <a:pt x="243126" y="168735"/>
                  </a:lnTo>
                  <a:lnTo>
                    <a:pt x="245586" y="163973"/>
                  </a:lnTo>
                  <a:lnTo>
                    <a:pt x="248486" y="160738"/>
                  </a:lnTo>
                  <a:lnTo>
                    <a:pt x="257975" y="154629"/>
                  </a:lnTo>
                  <a:lnTo>
                    <a:pt x="265268" y="149148"/>
                  </a:lnTo>
                  <a:lnTo>
                    <a:pt x="276691" y="138096"/>
                  </a:lnTo>
                  <a:lnTo>
                    <a:pt x="280557" y="135221"/>
                  </a:lnTo>
                  <a:lnTo>
                    <a:pt x="292155" y="129291"/>
                  </a:lnTo>
                  <a:lnTo>
                    <a:pt x="294791" y="128303"/>
                  </a:lnTo>
                  <a:lnTo>
                    <a:pt x="297779" y="127764"/>
                  </a:lnTo>
                  <a:lnTo>
                    <a:pt x="303578" y="128213"/>
                  </a:lnTo>
                  <a:lnTo>
                    <a:pt x="306214" y="127944"/>
                  </a:lnTo>
                  <a:lnTo>
                    <a:pt x="311750" y="124260"/>
                  </a:lnTo>
                  <a:lnTo>
                    <a:pt x="317461" y="119588"/>
                  </a:lnTo>
                  <a:lnTo>
                    <a:pt x="321151" y="118150"/>
                  </a:lnTo>
                  <a:lnTo>
                    <a:pt x="327741" y="118150"/>
                  </a:lnTo>
                  <a:lnTo>
                    <a:pt x="335034" y="120666"/>
                  </a:lnTo>
                  <a:lnTo>
                    <a:pt x="345402" y="121834"/>
                  </a:lnTo>
                  <a:lnTo>
                    <a:pt x="356737" y="124619"/>
                  </a:lnTo>
                  <a:lnTo>
                    <a:pt x="371059" y="125338"/>
                  </a:lnTo>
                  <a:lnTo>
                    <a:pt x="375629" y="125967"/>
                  </a:lnTo>
                  <a:lnTo>
                    <a:pt x="382921" y="125338"/>
                  </a:lnTo>
                  <a:lnTo>
                    <a:pt x="386612" y="124080"/>
                  </a:lnTo>
                  <a:lnTo>
                    <a:pt x="393993" y="118869"/>
                  </a:lnTo>
                  <a:lnTo>
                    <a:pt x="409809" y="110423"/>
                  </a:lnTo>
                  <a:lnTo>
                    <a:pt x="413763" y="110064"/>
                  </a:lnTo>
                  <a:lnTo>
                    <a:pt x="425800" y="110872"/>
                  </a:lnTo>
                  <a:lnTo>
                    <a:pt x="436256" y="110962"/>
                  </a:lnTo>
                  <a:lnTo>
                    <a:pt x="440738" y="110333"/>
                  </a:lnTo>
                  <a:lnTo>
                    <a:pt x="446712" y="108357"/>
                  </a:lnTo>
                  <a:lnTo>
                    <a:pt x="457081" y="100450"/>
                  </a:lnTo>
                  <a:lnTo>
                    <a:pt x="461298" y="98294"/>
                  </a:lnTo>
                  <a:lnTo>
                    <a:pt x="464286" y="96856"/>
                  </a:lnTo>
                  <a:lnTo>
                    <a:pt x="469470" y="96227"/>
                  </a:lnTo>
                  <a:lnTo>
                    <a:pt x="481156" y="96407"/>
                  </a:lnTo>
                  <a:lnTo>
                    <a:pt x="490821" y="94430"/>
                  </a:lnTo>
                  <a:lnTo>
                    <a:pt x="493633" y="92723"/>
                  </a:lnTo>
                  <a:lnTo>
                    <a:pt x="499608" y="86344"/>
                  </a:lnTo>
                  <a:lnTo>
                    <a:pt x="503123" y="80953"/>
                  </a:lnTo>
                  <a:lnTo>
                    <a:pt x="504177" y="78527"/>
                  </a:lnTo>
                  <a:lnTo>
                    <a:pt x="505407" y="73495"/>
                  </a:lnTo>
                  <a:lnTo>
                    <a:pt x="505671" y="69812"/>
                  </a:lnTo>
                  <a:lnTo>
                    <a:pt x="505671" y="65050"/>
                  </a:lnTo>
                  <a:lnTo>
                    <a:pt x="506901" y="61276"/>
                  </a:lnTo>
                  <a:lnTo>
                    <a:pt x="510943" y="54358"/>
                  </a:lnTo>
                  <a:lnTo>
                    <a:pt x="512437" y="49776"/>
                  </a:lnTo>
                  <a:lnTo>
                    <a:pt x="516391" y="41869"/>
                  </a:lnTo>
                  <a:lnTo>
                    <a:pt x="522893" y="32974"/>
                  </a:lnTo>
                  <a:lnTo>
                    <a:pt x="526847" y="24348"/>
                  </a:lnTo>
                  <a:lnTo>
                    <a:pt x="528955" y="20754"/>
                  </a:lnTo>
                  <a:lnTo>
                    <a:pt x="531943" y="18059"/>
                  </a:lnTo>
                  <a:lnTo>
                    <a:pt x="542399" y="14645"/>
                  </a:lnTo>
                  <a:lnTo>
                    <a:pt x="554964" y="9344"/>
                  </a:lnTo>
                  <a:lnTo>
                    <a:pt x="558479" y="7367"/>
                  </a:lnTo>
                  <a:lnTo>
                    <a:pt x="564366" y="2066"/>
                  </a:lnTo>
                  <a:lnTo>
                    <a:pt x="567441" y="179"/>
                  </a:lnTo>
                  <a:lnTo>
                    <a:pt x="569110" y="0"/>
                  </a:lnTo>
                  <a:lnTo>
                    <a:pt x="571219" y="269"/>
                  </a:lnTo>
                  <a:lnTo>
                    <a:pt x="574119" y="1347"/>
                  </a:lnTo>
                  <a:lnTo>
                    <a:pt x="575525" y="2246"/>
                  </a:lnTo>
                  <a:lnTo>
                    <a:pt x="578161" y="7008"/>
                  </a:lnTo>
                  <a:lnTo>
                    <a:pt x="581324" y="16801"/>
                  </a:lnTo>
                  <a:lnTo>
                    <a:pt x="583433" y="21024"/>
                  </a:lnTo>
                  <a:lnTo>
                    <a:pt x="585541" y="23630"/>
                  </a:lnTo>
                  <a:lnTo>
                    <a:pt x="586578" y="24147"/>
                  </a:lnTo>
                  <a:lnTo>
                    <a:pt x="586578" y="374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042551" y="3082113"/>
              <a:ext cx="352783" cy="425432"/>
            </a:xfrm>
            <a:custGeom>
              <a:avLst/>
              <a:pathLst>
                <a:path w="352783" h="425432">
                  <a:moveTo>
                    <a:pt x="196996" y="4851"/>
                  </a:moveTo>
                  <a:lnTo>
                    <a:pt x="199720" y="4492"/>
                  </a:lnTo>
                  <a:lnTo>
                    <a:pt x="203147" y="5570"/>
                  </a:lnTo>
                  <a:lnTo>
                    <a:pt x="207452" y="8266"/>
                  </a:lnTo>
                  <a:lnTo>
                    <a:pt x="209825" y="11500"/>
                  </a:lnTo>
                  <a:lnTo>
                    <a:pt x="210879" y="13656"/>
                  </a:lnTo>
                  <a:lnTo>
                    <a:pt x="214745" y="20036"/>
                  </a:lnTo>
                  <a:lnTo>
                    <a:pt x="217030" y="23360"/>
                  </a:lnTo>
                  <a:lnTo>
                    <a:pt x="218260" y="29021"/>
                  </a:lnTo>
                  <a:lnTo>
                    <a:pt x="218260" y="33513"/>
                  </a:lnTo>
                  <a:lnTo>
                    <a:pt x="216678" y="37107"/>
                  </a:lnTo>
                  <a:lnTo>
                    <a:pt x="215624" y="38814"/>
                  </a:lnTo>
                  <a:lnTo>
                    <a:pt x="215624" y="46002"/>
                  </a:lnTo>
                  <a:lnTo>
                    <a:pt x="216678" y="50944"/>
                  </a:lnTo>
                  <a:lnTo>
                    <a:pt x="221950" y="56874"/>
                  </a:lnTo>
                  <a:lnTo>
                    <a:pt x="228364" y="69093"/>
                  </a:lnTo>
                  <a:lnTo>
                    <a:pt x="234691" y="76191"/>
                  </a:lnTo>
                  <a:lnTo>
                    <a:pt x="238469" y="76730"/>
                  </a:lnTo>
                  <a:lnTo>
                    <a:pt x="240929" y="80504"/>
                  </a:lnTo>
                  <a:lnTo>
                    <a:pt x="241456" y="85535"/>
                  </a:lnTo>
                  <a:lnTo>
                    <a:pt x="241456" y="87422"/>
                  </a:lnTo>
                  <a:lnTo>
                    <a:pt x="241456" y="93711"/>
                  </a:lnTo>
                  <a:lnTo>
                    <a:pt x="242950" y="108267"/>
                  </a:lnTo>
                  <a:lnTo>
                    <a:pt x="243126" y="109704"/>
                  </a:lnTo>
                  <a:lnTo>
                    <a:pt x="249101" y="110154"/>
                  </a:lnTo>
                  <a:lnTo>
                    <a:pt x="252352" y="112130"/>
                  </a:lnTo>
                  <a:lnTo>
                    <a:pt x="256745" y="112939"/>
                  </a:lnTo>
                  <a:lnTo>
                    <a:pt x="262457" y="114017"/>
                  </a:lnTo>
                  <a:lnTo>
                    <a:pt x="267289" y="115994"/>
                  </a:lnTo>
                  <a:lnTo>
                    <a:pt x="270277" y="120486"/>
                  </a:lnTo>
                  <a:lnTo>
                    <a:pt x="270716" y="124979"/>
                  </a:lnTo>
                  <a:lnTo>
                    <a:pt x="270628" y="130370"/>
                  </a:lnTo>
                  <a:lnTo>
                    <a:pt x="268783" y="134503"/>
                  </a:lnTo>
                  <a:lnTo>
                    <a:pt x="269662" y="145823"/>
                  </a:lnTo>
                  <a:lnTo>
                    <a:pt x="273967" y="151843"/>
                  </a:lnTo>
                  <a:lnTo>
                    <a:pt x="277394" y="157594"/>
                  </a:lnTo>
                  <a:lnTo>
                    <a:pt x="279503" y="159031"/>
                  </a:lnTo>
                  <a:lnTo>
                    <a:pt x="281787" y="160648"/>
                  </a:lnTo>
                  <a:lnTo>
                    <a:pt x="284950" y="164692"/>
                  </a:lnTo>
                  <a:lnTo>
                    <a:pt x="288553" y="169004"/>
                  </a:lnTo>
                  <a:lnTo>
                    <a:pt x="288904" y="175563"/>
                  </a:lnTo>
                  <a:lnTo>
                    <a:pt x="287059" y="181943"/>
                  </a:lnTo>
                  <a:lnTo>
                    <a:pt x="285829" y="190838"/>
                  </a:lnTo>
                  <a:lnTo>
                    <a:pt x="284950" y="198025"/>
                  </a:lnTo>
                  <a:lnTo>
                    <a:pt x="287762" y="202877"/>
                  </a:lnTo>
                  <a:lnTo>
                    <a:pt x="289519" y="207549"/>
                  </a:lnTo>
                  <a:lnTo>
                    <a:pt x="292243" y="209885"/>
                  </a:lnTo>
                  <a:lnTo>
                    <a:pt x="294528" y="215097"/>
                  </a:lnTo>
                  <a:lnTo>
                    <a:pt x="294704" y="219230"/>
                  </a:lnTo>
                  <a:lnTo>
                    <a:pt x="292068" y="225249"/>
                  </a:lnTo>
                  <a:lnTo>
                    <a:pt x="289168" y="230550"/>
                  </a:lnTo>
                  <a:lnTo>
                    <a:pt x="289080" y="240074"/>
                  </a:lnTo>
                  <a:lnTo>
                    <a:pt x="284863" y="243938"/>
                  </a:lnTo>
                  <a:lnTo>
                    <a:pt x="280381" y="250766"/>
                  </a:lnTo>
                  <a:lnTo>
                    <a:pt x="277306" y="252294"/>
                  </a:lnTo>
                  <a:lnTo>
                    <a:pt x="276339" y="252743"/>
                  </a:lnTo>
                  <a:lnTo>
                    <a:pt x="272034" y="254630"/>
                  </a:lnTo>
                  <a:lnTo>
                    <a:pt x="271858" y="257325"/>
                  </a:lnTo>
                  <a:lnTo>
                    <a:pt x="271419" y="257505"/>
                  </a:lnTo>
                  <a:lnTo>
                    <a:pt x="271770" y="259032"/>
                  </a:lnTo>
                  <a:lnTo>
                    <a:pt x="271595" y="261728"/>
                  </a:lnTo>
                  <a:lnTo>
                    <a:pt x="271683" y="263525"/>
                  </a:lnTo>
                  <a:lnTo>
                    <a:pt x="271155" y="263794"/>
                  </a:lnTo>
                  <a:lnTo>
                    <a:pt x="271155" y="265771"/>
                  </a:lnTo>
                  <a:lnTo>
                    <a:pt x="271683" y="266220"/>
                  </a:lnTo>
                  <a:lnTo>
                    <a:pt x="271946" y="267478"/>
                  </a:lnTo>
                  <a:lnTo>
                    <a:pt x="272298" y="268017"/>
                  </a:lnTo>
                  <a:lnTo>
                    <a:pt x="272298" y="269095"/>
                  </a:lnTo>
                  <a:lnTo>
                    <a:pt x="271067" y="269814"/>
                  </a:lnTo>
                  <a:lnTo>
                    <a:pt x="270804" y="269904"/>
                  </a:lnTo>
                  <a:lnTo>
                    <a:pt x="270892" y="271072"/>
                  </a:lnTo>
                  <a:lnTo>
                    <a:pt x="269749" y="272689"/>
                  </a:lnTo>
                  <a:lnTo>
                    <a:pt x="268431" y="276643"/>
                  </a:lnTo>
                  <a:lnTo>
                    <a:pt x="268695" y="277541"/>
                  </a:lnTo>
                  <a:lnTo>
                    <a:pt x="269310" y="278530"/>
                  </a:lnTo>
                  <a:lnTo>
                    <a:pt x="269398" y="279428"/>
                  </a:lnTo>
                  <a:lnTo>
                    <a:pt x="269574" y="281045"/>
                  </a:lnTo>
                  <a:lnTo>
                    <a:pt x="270452" y="282123"/>
                  </a:lnTo>
                  <a:lnTo>
                    <a:pt x="271683" y="283292"/>
                  </a:lnTo>
                  <a:lnTo>
                    <a:pt x="273001" y="284819"/>
                  </a:lnTo>
                  <a:lnTo>
                    <a:pt x="275021" y="287335"/>
                  </a:lnTo>
                  <a:lnTo>
                    <a:pt x="277130" y="290569"/>
                  </a:lnTo>
                  <a:lnTo>
                    <a:pt x="279063" y="292995"/>
                  </a:lnTo>
                  <a:lnTo>
                    <a:pt x="280821" y="294523"/>
                  </a:lnTo>
                  <a:lnTo>
                    <a:pt x="282578" y="297218"/>
                  </a:lnTo>
                  <a:lnTo>
                    <a:pt x="283632" y="299554"/>
                  </a:lnTo>
                  <a:lnTo>
                    <a:pt x="284423" y="299644"/>
                  </a:lnTo>
                  <a:lnTo>
                    <a:pt x="287411" y="301531"/>
                  </a:lnTo>
                  <a:lnTo>
                    <a:pt x="287850" y="301800"/>
                  </a:lnTo>
                  <a:lnTo>
                    <a:pt x="289344" y="303058"/>
                  </a:lnTo>
                  <a:lnTo>
                    <a:pt x="290486" y="305754"/>
                  </a:lnTo>
                  <a:lnTo>
                    <a:pt x="291277" y="306652"/>
                  </a:lnTo>
                  <a:lnTo>
                    <a:pt x="292419" y="307730"/>
                  </a:lnTo>
                  <a:lnTo>
                    <a:pt x="293913" y="309168"/>
                  </a:lnTo>
                  <a:lnTo>
                    <a:pt x="294967" y="312223"/>
                  </a:lnTo>
                  <a:lnTo>
                    <a:pt x="295934" y="315278"/>
                  </a:lnTo>
                  <a:lnTo>
                    <a:pt x="297252" y="316985"/>
                  </a:lnTo>
                  <a:lnTo>
                    <a:pt x="298306" y="318961"/>
                  </a:lnTo>
                  <a:lnTo>
                    <a:pt x="299888" y="322645"/>
                  </a:lnTo>
                  <a:lnTo>
                    <a:pt x="302436" y="327587"/>
                  </a:lnTo>
                  <a:lnTo>
                    <a:pt x="304720" y="331181"/>
                  </a:lnTo>
                  <a:lnTo>
                    <a:pt x="309641" y="335943"/>
                  </a:lnTo>
                  <a:lnTo>
                    <a:pt x="310695" y="337829"/>
                  </a:lnTo>
                  <a:lnTo>
                    <a:pt x="309641" y="341693"/>
                  </a:lnTo>
                  <a:lnTo>
                    <a:pt x="309202" y="344299"/>
                  </a:lnTo>
                  <a:lnTo>
                    <a:pt x="309026" y="347084"/>
                  </a:lnTo>
                  <a:lnTo>
                    <a:pt x="310256" y="348791"/>
                  </a:lnTo>
                  <a:lnTo>
                    <a:pt x="311486" y="350139"/>
                  </a:lnTo>
                  <a:lnTo>
                    <a:pt x="312804" y="350768"/>
                  </a:lnTo>
                  <a:lnTo>
                    <a:pt x="314298" y="351486"/>
                  </a:lnTo>
                  <a:lnTo>
                    <a:pt x="315616" y="352115"/>
                  </a:lnTo>
                  <a:lnTo>
                    <a:pt x="316934" y="352834"/>
                  </a:lnTo>
                  <a:lnTo>
                    <a:pt x="317461" y="353373"/>
                  </a:lnTo>
                  <a:lnTo>
                    <a:pt x="319130" y="353643"/>
                  </a:lnTo>
                  <a:lnTo>
                    <a:pt x="321239" y="353733"/>
                  </a:lnTo>
                  <a:lnTo>
                    <a:pt x="322733" y="354092"/>
                  </a:lnTo>
                  <a:lnTo>
                    <a:pt x="323787" y="354631"/>
                  </a:lnTo>
                  <a:lnTo>
                    <a:pt x="326248" y="354901"/>
                  </a:lnTo>
                  <a:lnTo>
                    <a:pt x="327390" y="355799"/>
                  </a:lnTo>
                  <a:lnTo>
                    <a:pt x="329938" y="356967"/>
                  </a:lnTo>
                  <a:lnTo>
                    <a:pt x="330641" y="356967"/>
                  </a:lnTo>
                  <a:lnTo>
                    <a:pt x="332223" y="357686"/>
                  </a:lnTo>
                  <a:lnTo>
                    <a:pt x="332398" y="358045"/>
                  </a:lnTo>
                  <a:lnTo>
                    <a:pt x="332486" y="358584"/>
                  </a:lnTo>
                  <a:lnTo>
                    <a:pt x="333628" y="358584"/>
                  </a:lnTo>
                  <a:lnTo>
                    <a:pt x="333541" y="359034"/>
                  </a:lnTo>
                  <a:lnTo>
                    <a:pt x="334331" y="359483"/>
                  </a:lnTo>
                  <a:lnTo>
                    <a:pt x="334771" y="359213"/>
                  </a:lnTo>
                  <a:lnTo>
                    <a:pt x="336001" y="360022"/>
                  </a:lnTo>
                  <a:lnTo>
                    <a:pt x="336177" y="359842"/>
                  </a:lnTo>
                  <a:lnTo>
                    <a:pt x="337846" y="360651"/>
                  </a:lnTo>
                  <a:lnTo>
                    <a:pt x="338110" y="360022"/>
                  </a:lnTo>
                  <a:lnTo>
                    <a:pt x="338549" y="360292"/>
                  </a:lnTo>
                  <a:lnTo>
                    <a:pt x="338812" y="359752"/>
                  </a:lnTo>
                  <a:lnTo>
                    <a:pt x="340482" y="360561"/>
                  </a:lnTo>
                  <a:lnTo>
                    <a:pt x="340746" y="360112"/>
                  </a:lnTo>
                  <a:lnTo>
                    <a:pt x="342679" y="360921"/>
                  </a:lnTo>
                  <a:lnTo>
                    <a:pt x="343382" y="360831"/>
                  </a:lnTo>
                  <a:lnTo>
                    <a:pt x="343557" y="362628"/>
                  </a:lnTo>
                  <a:lnTo>
                    <a:pt x="344787" y="362358"/>
                  </a:lnTo>
                  <a:lnTo>
                    <a:pt x="352783" y="363706"/>
                  </a:lnTo>
                  <a:lnTo>
                    <a:pt x="352608" y="364604"/>
                  </a:lnTo>
                  <a:lnTo>
                    <a:pt x="352608" y="364874"/>
                  </a:lnTo>
                  <a:lnTo>
                    <a:pt x="352608" y="368378"/>
                  </a:lnTo>
                  <a:lnTo>
                    <a:pt x="352168" y="371702"/>
                  </a:lnTo>
                  <a:lnTo>
                    <a:pt x="351905" y="373140"/>
                  </a:lnTo>
                  <a:lnTo>
                    <a:pt x="351377" y="377093"/>
                  </a:lnTo>
                  <a:lnTo>
                    <a:pt x="351202" y="377722"/>
                  </a:lnTo>
                  <a:lnTo>
                    <a:pt x="349884" y="383293"/>
                  </a:lnTo>
                  <a:lnTo>
                    <a:pt x="349181" y="384371"/>
                  </a:lnTo>
                  <a:lnTo>
                    <a:pt x="348829" y="384910"/>
                  </a:lnTo>
                  <a:lnTo>
                    <a:pt x="348302" y="385719"/>
                  </a:lnTo>
                  <a:lnTo>
                    <a:pt x="347248" y="387336"/>
                  </a:lnTo>
                  <a:lnTo>
                    <a:pt x="345139" y="390481"/>
                  </a:lnTo>
                  <a:lnTo>
                    <a:pt x="344700" y="391379"/>
                  </a:lnTo>
                  <a:lnTo>
                    <a:pt x="344436" y="392098"/>
                  </a:lnTo>
                  <a:lnTo>
                    <a:pt x="343997" y="392996"/>
                  </a:lnTo>
                  <a:lnTo>
                    <a:pt x="343733" y="393715"/>
                  </a:lnTo>
                  <a:lnTo>
                    <a:pt x="341712" y="398657"/>
                  </a:lnTo>
                  <a:lnTo>
                    <a:pt x="341536" y="398926"/>
                  </a:lnTo>
                  <a:lnTo>
                    <a:pt x="338197" y="405306"/>
                  </a:lnTo>
                  <a:lnTo>
                    <a:pt x="337231" y="406923"/>
                  </a:lnTo>
                  <a:lnTo>
                    <a:pt x="336264" y="408091"/>
                  </a:lnTo>
                  <a:lnTo>
                    <a:pt x="333013" y="411865"/>
                  </a:lnTo>
                  <a:lnTo>
                    <a:pt x="331256" y="414021"/>
                  </a:lnTo>
                  <a:lnTo>
                    <a:pt x="330905" y="414470"/>
                  </a:lnTo>
                  <a:lnTo>
                    <a:pt x="326775" y="416896"/>
                  </a:lnTo>
                  <a:lnTo>
                    <a:pt x="325896" y="417435"/>
                  </a:lnTo>
                  <a:lnTo>
                    <a:pt x="324578" y="418244"/>
                  </a:lnTo>
                  <a:lnTo>
                    <a:pt x="323436" y="418873"/>
                  </a:lnTo>
                  <a:lnTo>
                    <a:pt x="322997" y="419052"/>
                  </a:lnTo>
                  <a:lnTo>
                    <a:pt x="322733" y="419052"/>
                  </a:lnTo>
                  <a:lnTo>
                    <a:pt x="322030" y="419232"/>
                  </a:lnTo>
                  <a:lnTo>
                    <a:pt x="314122" y="421299"/>
                  </a:lnTo>
                  <a:lnTo>
                    <a:pt x="309641" y="422377"/>
                  </a:lnTo>
                  <a:lnTo>
                    <a:pt x="307884" y="422826"/>
                  </a:lnTo>
                  <a:lnTo>
                    <a:pt x="307005" y="423006"/>
                  </a:lnTo>
                  <a:lnTo>
                    <a:pt x="306653" y="423096"/>
                  </a:lnTo>
                  <a:lnTo>
                    <a:pt x="303578" y="423545"/>
                  </a:lnTo>
                  <a:lnTo>
                    <a:pt x="299624" y="424174"/>
                  </a:lnTo>
                  <a:lnTo>
                    <a:pt x="296285" y="424533"/>
                  </a:lnTo>
                  <a:lnTo>
                    <a:pt x="293122" y="424893"/>
                  </a:lnTo>
                  <a:lnTo>
                    <a:pt x="288641" y="425432"/>
                  </a:lnTo>
                  <a:lnTo>
                    <a:pt x="286268" y="425162"/>
                  </a:lnTo>
                  <a:lnTo>
                    <a:pt x="275812" y="424174"/>
                  </a:lnTo>
                  <a:lnTo>
                    <a:pt x="273703" y="423994"/>
                  </a:lnTo>
                  <a:lnTo>
                    <a:pt x="272737" y="423904"/>
                  </a:lnTo>
                  <a:lnTo>
                    <a:pt x="262544" y="423185"/>
                  </a:lnTo>
                  <a:lnTo>
                    <a:pt x="262369" y="423185"/>
                  </a:lnTo>
                  <a:lnTo>
                    <a:pt x="257888" y="422646"/>
                  </a:lnTo>
                  <a:lnTo>
                    <a:pt x="251473" y="421838"/>
                  </a:lnTo>
                  <a:lnTo>
                    <a:pt x="249892" y="421299"/>
                  </a:lnTo>
                  <a:lnTo>
                    <a:pt x="247783" y="420670"/>
                  </a:lnTo>
                  <a:lnTo>
                    <a:pt x="247168" y="420580"/>
                  </a:lnTo>
                  <a:lnTo>
                    <a:pt x="238293" y="420131"/>
                  </a:lnTo>
                  <a:lnTo>
                    <a:pt x="235921" y="419951"/>
                  </a:lnTo>
                  <a:lnTo>
                    <a:pt x="233812" y="419861"/>
                  </a:lnTo>
                  <a:lnTo>
                    <a:pt x="225904" y="419681"/>
                  </a:lnTo>
                  <a:lnTo>
                    <a:pt x="222214" y="419681"/>
                  </a:lnTo>
                  <a:lnTo>
                    <a:pt x="221247" y="419592"/>
                  </a:lnTo>
                  <a:lnTo>
                    <a:pt x="216502" y="419592"/>
                  </a:lnTo>
                  <a:lnTo>
                    <a:pt x="212636" y="419052"/>
                  </a:lnTo>
                  <a:lnTo>
                    <a:pt x="206925" y="418244"/>
                  </a:lnTo>
                  <a:lnTo>
                    <a:pt x="204992" y="417435"/>
                  </a:lnTo>
                  <a:lnTo>
                    <a:pt x="204553" y="417255"/>
                  </a:lnTo>
                  <a:lnTo>
                    <a:pt x="202707" y="416537"/>
                  </a:lnTo>
                  <a:lnTo>
                    <a:pt x="201302" y="415908"/>
                  </a:lnTo>
                  <a:lnTo>
                    <a:pt x="197435" y="414380"/>
                  </a:lnTo>
                  <a:lnTo>
                    <a:pt x="196557" y="414021"/>
                  </a:lnTo>
                  <a:lnTo>
                    <a:pt x="194975" y="413302"/>
                  </a:lnTo>
                  <a:lnTo>
                    <a:pt x="193306" y="412583"/>
                  </a:lnTo>
                  <a:lnTo>
                    <a:pt x="193042" y="412494"/>
                  </a:lnTo>
                  <a:lnTo>
                    <a:pt x="188912" y="410697"/>
                  </a:lnTo>
                  <a:lnTo>
                    <a:pt x="188209" y="410427"/>
                  </a:lnTo>
                  <a:lnTo>
                    <a:pt x="185486" y="409259"/>
                  </a:lnTo>
                  <a:lnTo>
                    <a:pt x="183992" y="408450"/>
                  </a:lnTo>
                  <a:lnTo>
                    <a:pt x="181092" y="406923"/>
                  </a:lnTo>
                  <a:lnTo>
                    <a:pt x="175908" y="404227"/>
                  </a:lnTo>
                  <a:lnTo>
                    <a:pt x="174414" y="403419"/>
                  </a:lnTo>
                  <a:lnTo>
                    <a:pt x="170636" y="401981"/>
                  </a:lnTo>
                  <a:lnTo>
                    <a:pt x="170460" y="401981"/>
                  </a:lnTo>
                  <a:lnTo>
                    <a:pt x="167824" y="400993"/>
                  </a:lnTo>
                  <a:lnTo>
                    <a:pt x="166506" y="400454"/>
                  </a:lnTo>
                  <a:lnTo>
                    <a:pt x="166243" y="400454"/>
                  </a:lnTo>
                  <a:lnTo>
                    <a:pt x="166067" y="400364"/>
                  </a:lnTo>
                  <a:lnTo>
                    <a:pt x="163431" y="399555"/>
                  </a:lnTo>
                  <a:lnTo>
                    <a:pt x="163255" y="399465"/>
                  </a:lnTo>
                  <a:lnTo>
                    <a:pt x="162992" y="399376"/>
                  </a:lnTo>
                  <a:lnTo>
                    <a:pt x="160707" y="398657"/>
                  </a:lnTo>
                  <a:lnTo>
                    <a:pt x="159126" y="398208"/>
                  </a:lnTo>
                  <a:lnTo>
                    <a:pt x="156050" y="397040"/>
                  </a:lnTo>
                  <a:lnTo>
                    <a:pt x="154469" y="396411"/>
                  </a:lnTo>
                  <a:lnTo>
                    <a:pt x="152096" y="395512"/>
                  </a:lnTo>
                  <a:lnTo>
                    <a:pt x="149460" y="394164"/>
                  </a:lnTo>
                  <a:lnTo>
                    <a:pt x="148670" y="393805"/>
                  </a:lnTo>
                  <a:lnTo>
                    <a:pt x="145770" y="392278"/>
                  </a:lnTo>
                  <a:lnTo>
                    <a:pt x="145418" y="392188"/>
                  </a:lnTo>
                  <a:lnTo>
                    <a:pt x="142080" y="390570"/>
                  </a:lnTo>
                  <a:lnTo>
                    <a:pt x="140586" y="389852"/>
                  </a:lnTo>
                  <a:lnTo>
                    <a:pt x="135577" y="386977"/>
                  </a:lnTo>
                  <a:lnTo>
                    <a:pt x="133205" y="385629"/>
                  </a:lnTo>
                  <a:lnTo>
                    <a:pt x="131360" y="384640"/>
                  </a:lnTo>
                  <a:lnTo>
                    <a:pt x="130657" y="384281"/>
                  </a:lnTo>
                  <a:lnTo>
                    <a:pt x="128460" y="383383"/>
                  </a:lnTo>
                  <a:lnTo>
                    <a:pt x="127582" y="383023"/>
                  </a:lnTo>
                  <a:lnTo>
                    <a:pt x="127054" y="382844"/>
                  </a:lnTo>
                  <a:lnTo>
                    <a:pt x="124946" y="382035"/>
                  </a:lnTo>
                  <a:lnTo>
                    <a:pt x="123803" y="381676"/>
                  </a:lnTo>
                  <a:lnTo>
                    <a:pt x="123628" y="381586"/>
                  </a:lnTo>
                  <a:lnTo>
                    <a:pt x="122925" y="381406"/>
                  </a:lnTo>
                  <a:lnTo>
                    <a:pt x="122046" y="381047"/>
                  </a:lnTo>
                  <a:lnTo>
                    <a:pt x="120904" y="380687"/>
                  </a:lnTo>
                  <a:lnTo>
                    <a:pt x="120640" y="380597"/>
                  </a:lnTo>
                  <a:lnTo>
                    <a:pt x="117916" y="379429"/>
                  </a:lnTo>
                  <a:lnTo>
                    <a:pt x="115368" y="378441"/>
                  </a:lnTo>
                  <a:lnTo>
                    <a:pt x="111766" y="377722"/>
                  </a:lnTo>
                  <a:lnTo>
                    <a:pt x="110799" y="377542"/>
                  </a:lnTo>
                  <a:lnTo>
                    <a:pt x="109130" y="377453"/>
                  </a:lnTo>
                  <a:lnTo>
                    <a:pt x="107372" y="377363"/>
                  </a:lnTo>
                  <a:lnTo>
                    <a:pt x="104912" y="377273"/>
                  </a:lnTo>
                  <a:lnTo>
                    <a:pt x="104736" y="377273"/>
                  </a:lnTo>
                  <a:lnTo>
                    <a:pt x="100343" y="377542"/>
                  </a:lnTo>
                  <a:lnTo>
                    <a:pt x="95774" y="377722"/>
                  </a:lnTo>
                  <a:lnTo>
                    <a:pt x="95159" y="377722"/>
                  </a:lnTo>
                  <a:lnTo>
                    <a:pt x="91293" y="377812"/>
                  </a:lnTo>
                  <a:lnTo>
                    <a:pt x="91117" y="377812"/>
                  </a:lnTo>
                  <a:lnTo>
                    <a:pt x="87339" y="377812"/>
                  </a:lnTo>
                  <a:lnTo>
                    <a:pt x="85230" y="377812"/>
                  </a:lnTo>
                  <a:lnTo>
                    <a:pt x="84615" y="377812"/>
                  </a:lnTo>
                  <a:lnTo>
                    <a:pt x="84000" y="377722"/>
                  </a:lnTo>
                  <a:lnTo>
                    <a:pt x="83824" y="377812"/>
                  </a:lnTo>
                  <a:lnTo>
                    <a:pt x="83736" y="377003"/>
                  </a:lnTo>
                  <a:lnTo>
                    <a:pt x="83736" y="374757"/>
                  </a:lnTo>
                  <a:lnTo>
                    <a:pt x="83736" y="373769"/>
                  </a:lnTo>
                  <a:lnTo>
                    <a:pt x="83648" y="372870"/>
                  </a:lnTo>
                  <a:lnTo>
                    <a:pt x="83560" y="372062"/>
                  </a:lnTo>
                  <a:lnTo>
                    <a:pt x="83473" y="370984"/>
                  </a:lnTo>
                  <a:lnTo>
                    <a:pt x="83473" y="370714"/>
                  </a:lnTo>
                  <a:lnTo>
                    <a:pt x="83473" y="370444"/>
                  </a:lnTo>
                  <a:lnTo>
                    <a:pt x="83297" y="369187"/>
                  </a:lnTo>
                  <a:lnTo>
                    <a:pt x="83297" y="368558"/>
                  </a:lnTo>
                  <a:lnTo>
                    <a:pt x="83209" y="367390"/>
                  </a:lnTo>
                  <a:lnTo>
                    <a:pt x="83033" y="365682"/>
                  </a:lnTo>
                  <a:lnTo>
                    <a:pt x="82858" y="363077"/>
                  </a:lnTo>
                  <a:lnTo>
                    <a:pt x="82682" y="360831"/>
                  </a:lnTo>
                  <a:lnTo>
                    <a:pt x="82594" y="360022"/>
                  </a:lnTo>
                  <a:lnTo>
                    <a:pt x="82506" y="359124"/>
                  </a:lnTo>
                  <a:lnTo>
                    <a:pt x="82330" y="356967"/>
                  </a:lnTo>
                  <a:lnTo>
                    <a:pt x="82242" y="355619"/>
                  </a:lnTo>
                  <a:lnTo>
                    <a:pt x="81979" y="351936"/>
                  </a:lnTo>
                  <a:lnTo>
                    <a:pt x="81803" y="350229"/>
                  </a:lnTo>
                  <a:lnTo>
                    <a:pt x="81803" y="349959"/>
                  </a:lnTo>
                  <a:lnTo>
                    <a:pt x="81715" y="349061"/>
                  </a:lnTo>
                  <a:lnTo>
                    <a:pt x="81452" y="345017"/>
                  </a:lnTo>
                  <a:lnTo>
                    <a:pt x="81364" y="344388"/>
                  </a:lnTo>
                  <a:lnTo>
                    <a:pt x="81276" y="344029"/>
                  </a:lnTo>
                  <a:lnTo>
                    <a:pt x="81276" y="343759"/>
                  </a:lnTo>
                  <a:lnTo>
                    <a:pt x="81276" y="343220"/>
                  </a:lnTo>
                  <a:lnTo>
                    <a:pt x="81100" y="341603"/>
                  </a:lnTo>
                  <a:lnTo>
                    <a:pt x="81012" y="340076"/>
                  </a:lnTo>
                  <a:lnTo>
                    <a:pt x="80924" y="339537"/>
                  </a:lnTo>
                  <a:lnTo>
                    <a:pt x="80397" y="333068"/>
                  </a:lnTo>
                  <a:lnTo>
                    <a:pt x="80309" y="331181"/>
                  </a:lnTo>
                  <a:lnTo>
                    <a:pt x="80222" y="329923"/>
                  </a:lnTo>
                  <a:lnTo>
                    <a:pt x="80046" y="328306"/>
                  </a:lnTo>
                  <a:lnTo>
                    <a:pt x="79870" y="325880"/>
                  </a:lnTo>
                  <a:lnTo>
                    <a:pt x="79782" y="325251"/>
                  </a:lnTo>
                  <a:lnTo>
                    <a:pt x="79606" y="322465"/>
                  </a:lnTo>
                  <a:lnTo>
                    <a:pt x="79519" y="321836"/>
                  </a:lnTo>
                  <a:lnTo>
                    <a:pt x="79343" y="319500"/>
                  </a:lnTo>
                  <a:lnTo>
                    <a:pt x="79167" y="316715"/>
                  </a:lnTo>
                  <a:lnTo>
                    <a:pt x="79079" y="315996"/>
                  </a:lnTo>
                  <a:lnTo>
                    <a:pt x="78816" y="312223"/>
                  </a:lnTo>
                  <a:lnTo>
                    <a:pt x="78640" y="310695"/>
                  </a:lnTo>
                  <a:lnTo>
                    <a:pt x="78552" y="308988"/>
                  </a:lnTo>
                  <a:lnTo>
                    <a:pt x="78464" y="307730"/>
                  </a:lnTo>
                  <a:lnTo>
                    <a:pt x="78376" y="307371"/>
                  </a:lnTo>
                  <a:lnTo>
                    <a:pt x="78113" y="303777"/>
                  </a:lnTo>
                  <a:lnTo>
                    <a:pt x="78025" y="302699"/>
                  </a:lnTo>
                  <a:lnTo>
                    <a:pt x="77937" y="302160"/>
                  </a:lnTo>
                  <a:lnTo>
                    <a:pt x="77761" y="299195"/>
                  </a:lnTo>
                  <a:lnTo>
                    <a:pt x="77322" y="294073"/>
                  </a:lnTo>
                  <a:lnTo>
                    <a:pt x="77322" y="293894"/>
                  </a:lnTo>
                  <a:lnTo>
                    <a:pt x="77322" y="293624"/>
                  </a:lnTo>
                  <a:lnTo>
                    <a:pt x="77146" y="292186"/>
                  </a:lnTo>
                  <a:lnTo>
                    <a:pt x="77146" y="291468"/>
                  </a:lnTo>
                  <a:lnTo>
                    <a:pt x="77058" y="290479"/>
                  </a:lnTo>
                  <a:lnTo>
                    <a:pt x="76883" y="288503"/>
                  </a:lnTo>
                  <a:lnTo>
                    <a:pt x="76795" y="287874"/>
                  </a:lnTo>
                  <a:lnTo>
                    <a:pt x="76707" y="285807"/>
                  </a:lnTo>
                  <a:lnTo>
                    <a:pt x="76619" y="284999"/>
                  </a:lnTo>
                  <a:lnTo>
                    <a:pt x="76443" y="284460"/>
                  </a:lnTo>
                  <a:lnTo>
                    <a:pt x="75740" y="282752"/>
                  </a:lnTo>
                  <a:lnTo>
                    <a:pt x="73368" y="281135"/>
                  </a:lnTo>
                  <a:lnTo>
                    <a:pt x="72665" y="280506"/>
                  </a:lnTo>
                  <a:lnTo>
                    <a:pt x="71083" y="279069"/>
                  </a:lnTo>
                  <a:lnTo>
                    <a:pt x="69590" y="277721"/>
                  </a:lnTo>
                  <a:lnTo>
                    <a:pt x="68008" y="276193"/>
                  </a:lnTo>
                  <a:lnTo>
                    <a:pt x="64845" y="273228"/>
                  </a:lnTo>
                  <a:lnTo>
                    <a:pt x="63966" y="272420"/>
                  </a:lnTo>
                  <a:lnTo>
                    <a:pt x="57991" y="266849"/>
                  </a:lnTo>
                  <a:lnTo>
                    <a:pt x="57025" y="265861"/>
                  </a:lnTo>
                  <a:lnTo>
                    <a:pt x="55531" y="264513"/>
                  </a:lnTo>
                  <a:lnTo>
                    <a:pt x="53159" y="262267"/>
                  </a:lnTo>
                  <a:lnTo>
                    <a:pt x="49732" y="259122"/>
                  </a:lnTo>
                  <a:lnTo>
                    <a:pt x="48502" y="258044"/>
                  </a:lnTo>
                  <a:lnTo>
                    <a:pt x="47447" y="257056"/>
                  </a:lnTo>
                  <a:lnTo>
                    <a:pt x="41912" y="251845"/>
                  </a:lnTo>
                  <a:lnTo>
                    <a:pt x="40418" y="250497"/>
                  </a:lnTo>
                  <a:lnTo>
                    <a:pt x="38749" y="248880"/>
                  </a:lnTo>
                  <a:lnTo>
                    <a:pt x="38397" y="248610"/>
                  </a:lnTo>
                  <a:lnTo>
                    <a:pt x="33828" y="244387"/>
                  </a:lnTo>
                  <a:lnTo>
                    <a:pt x="32246" y="242860"/>
                  </a:lnTo>
                  <a:lnTo>
                    <a:pt x="31807" y="242500"/>
                  </a:lnTo>
                  <a:lnTo>
                    <a:pt x="31368" y="242051"/>
                  </a:lnTo>
                  <a:lnTo>
                    <a:pt x="28468" y="239356"/>
                  </a:lnTo>
                  <a:lnTo>
                    <a:pt x="27941" y="238817"/>
                  </a:lnTo>
                  <a:lnTo>
                    <a:pt x="27765" y="238637"/>
                  </a:lnTo>
                  <a:lnTo>
                    <a:pt x="26711" y="237918"/>
                  </a:lnTo>
                  <a:lnTo>
                    <a:pt x="25481" y="237020"/>
                  </a:lnTo>
                  <a:lnTo>
                    <a:pt x="25129" y="236570"/>
                  </a:lnTo>
                  <a:lnTo>
                    <a:pt x="24514" y="235762"/>
                  </a:lnTo>
                  <a:lnTo>
                    <a:pt x="23899" y="235043"/>
                  </a:lnTo>
                  <a:lnTo>
                    <a:pt x="22054" y="232707"/>
                  </a:lnTo>
                  <a:lnTo>
                    <a:pt x="21175" y="230550"/>
                  </a:lnTo>
                  <a:lnTo>
                    <a:pt x="20560" y="228304"/>
                  </a:lnTo>
                  <a:lnTo>
                    <a:pt x="19945" y="225160"/>
                  </a:lnTo>
                  <a:lnTo>
                    <a:pt x="19682" y="223452"/>
                  </a:lnTo>
                  <a:lnTo>
                    <a:pt x="19154" y="220667"/>
                  </a:lnTo>
                  <a:lnTo>
                    <a:pt x="17397" y="210604"/>
                  </a:lnTo>
                  <a:lnTo>
                    <a:pt x="14410" y="193802"/>
                  </a:lnTo>
                  <a:lnTo>
                    <a:pt x="14322" y="192275"/>
                  </a:lnTo>
                  <a:lnTo>
                    <a:pt x="13707" y="189580"/>
                  </a:lnTo>
                  <a:lnTo>
                    <a:pt x="12301" y="183111"/>
                  </a:lnTo>
                  <a:lnTo>
                    <a:pt x="5535" y="151753"/>
                  </a:lnTo>
                  <a:lnTo>
                    <a:pt x="0" y="127584"/>
                  </a:lnTo>
                  <a:lnTo>
                    <a:pt x="263" y="127494"/>
                  </a:lnTo>
                  <a:lnTo>
                    <a:pt x="2284" y="127135"/>
                  </a:lnTo>
                  <a:lnTo>
                    <a:pt x="11159" y="125338"/>
                  </a:lnTo>
                  <a:lnTo>
                    <a:pt x="22933" y="123361"/>
                  </a:lnTo>
                  <a:lnTo>
                    <a:pt x="23723" y="123721"/>
                  </a:lnTo>
                  <a:lnTo>
                    <a:pt x="24866" y="124170"/>
                  </a:lnTo>
                  <a:lnTo>
                    <a:pt x="27941" y="125608"/>
                  </a:lnTo>
                  <a:lnTo>
                    <a:pt x="28820" y="126057"/>
                  </a:lnTo>
                  <a:lnTo>
                    <a:pt x="29435" y="127045"/>
                  </a:lnTo>
                  <a:lnTo>
                    <a:pt x="29786" y="127764"/>
                  </a:lnTo>
                  <a:lnTo>
                    <a:pt x="30577" y="129741"/>
                  </a:lnTo>
                  <a:lnTo>
                    <a:pt x="31192" y="131268"/>
                  </a:lnTo>
                  <a:lnTo>
                    <a:pt x="31456" y="131897"/>
                  </a:lnTo>
                  <a:lnTo>
                    <a:pt x="31631" y="132436"/>
                  </a:lnTo>
                  <a:lnTo>
                    <a:pt x="31719" y="132616"/>
                  </a:lnTo>
                  <a:lnTo>
                    <a:pt x="32159" y="133963"/>
                  </a:lnTo>
                  <a:lnTo>
                    <a:pt x="32334" y="134233"/>
                  </a:lnTo>
                  <a:lnTo>
                    <a:pt x="32422" y="135221"/>
                  </a:lnTo>
                  <a:lnTo>
                    <a:pt x="32510" y="135401"/>
                  </a:lnTo>
                  <a:lnTo>
                    <a:pt x="32422" y="136389"/>
                  </a:lnTo>
                  <a:lnTo>
                    <a:pt x="32246" y="138096"/>
                  </a:lnTo>
                  <a:lnTo>
                    <a:pt x="32246" y="138456"/>
                  </a:lnTo>
                  <a:lnTo>
                    <a:pt x="32246" y="138725"/>
                  </a:lnTo>
                  <a:lnTo>
                    <a:pt x="32246" y="139804"/>
                  </a:lnTo>
                  <a:lnTo>
                    <a:pt x="32334" y="140073"/>
                  </a:lnTo>
                  <a:lnTo>
                    <a:pt x="32686" y="140612"/>
                  </a:lnTo>
                  <a:lnTo>
                    <a:pt x="33477" y="141061"/>
                  </a:lnTo>
                  <a:lnTo>
                    <a:pt x="35410" y="141870"/>
                  </a:lnTo>
                  <a:lnTo>
                    <a:pt x="35937" y="142140"/>
                  </a:lnTo>
                  <a:lnTo>
                    <a:pt x="36200" y="142409"/>
                  </a:lnTo>
                  <a:lnTo>
                    <a:pt x="36464" y="142858"/>
                  </a:lnTo>
                  <a:lnTo>
                    <a:pt x="36552" y="143308"/>
                  </a:lnTo>
                  <a:lnTo>
                    <a:pt x="36552" y="144116"/>
                  </a:lnTo>
                  <a:lnTo>
                    <a:pt x="36464" y="144655"/>
                  </a:lnTo>
                  <a:lnTo>
                    <a:pt x="35673" y="147890"/>
                  </a:lnTo>
                  <a:lnTo>
                    <a:pt x="34970" y="151933"/>
                  </a:lnTo>
                  <a:lnTo>
                    <a:pt x="34795" y="153191"/>
                  </a:lnTo>
                  <a:lnTo>
                    <a:pt x="34970" y="153640"/>
                  </a:lnTo>
                  <a:lnTo>
                    <a:pt x="35058" y="154000"/>
                  </a:lnTo>
                  <a:lnTo>
                    <a:pt x="36288" y="157324"/>
                  </a:lnTo>
                  <a:lnTo>
                    <a:pt x="36728" y="157414"/>
                  </a:lnTo>
                  <a:lnTo>
                    <a:pt x="37870" y="157594"/>
                  </a:lnTo>
                  <a:lnTo>
                    <a:pt x="38134" y="158941"/>
                  </a:lnTo>
                  <a:lnTo>
                    <a:pt x="37958" y="159570"/>
                  </a:lnTo>
                  <a:lnTo>
                    <a:pt x="37958" y="159840"/>
                  </a:lnTo>
                  <a:lnTo>
                    <a:pt x="37518" y="160648"/>
                  </a:lnTo>
                  <a:lnTo>
                    <a:pt x="37343" y="161008"/>
                  </a:lnTo>
                  <a:lnTo>
                    <a:pt x="36991" y="162086"/>
                  </a:lnTo>
                  <a:lnTo>
                    <a:pt x="36903" y="162805"/>
                  </a:lnTo>
                  <a:lnTo>
                    <a:pt x="36816" y="163613"/>
                  </a:lnTo>
                  <a:lnTo>
                    <a:pt x="36816" y="163883"/>
                  </a:lnTo>
                  <a:lnTo>
                    <a:pt x="37958" y="165321"/>
                  </a:lnTo>
                  <a:lnTo>
                    <a:pt x="40418" y="168106"/>
                  </a:lnTo>
                  <a:lnTo>
                    <a:pt x="41121" y="169813"/>
                  </a:lnTo>
                  <a:lnTo>
                    <a:pt x="41297" y="170262"/>
                  </a:lnTo>
                  <a:lnTo>
                    <a:pt x="42263" y="171430"/>
                  </a:lnTo>
                  <a:lnTo>
                    <a:pt x="42351" y="171969"/>
                  </a:lnTo>
                  <a:lnTo>
                    <a:pt x="42615" y="173048"/>
                  </a:lnTo>
                  <a:lnTo>
                    <a:pt x="42615" y="173227"/>
                  </a:lnTo>
                  <a:lnTo>
                    <a:pt x="42615" y="173587"/>
                  </a:lnTo>
                  <a:lnTo>
                    <a:pt x="42703" y="174305"/>
                  </a:lnTo>
                  <a:lnTo>
                    <a:pt x="42703" y="175563"/>
                  </a:lnTo>
                  <a:lnTo>
                    <a:pt x="42703" y="175743"/>
                  </a:lnTo>
                  <a:lnTo>
                    <a:pt x="42790" y="176013"/>
                  </a:lnTo>
                  <a:lnTo>
                    <a:pt x="42790" y="176372"/>
                  </a:lnTo>
                  <a:lnTo>
                    <a:pt x="42790" y="177091"/>
                  </a:lnTo>
                  <a:lnTo>
                    <a:pt x="42790" y="177360"/>
                  </a:lnTo>
                  <a:lnTo>
                    <a:pt x="42878" y="177809"/>
                  </a:lnTo>
                  <a:lnTo>
                    <a:pt x="42878" y="178079"/>
                  </a:lnTo>
                  <a:lnTo>
                    <a:pt x="42966" y="178528"/>
                  </a:lnTo>
                  <a:lnTo>
                    <a:pt x="42966" y="178888"/>
                  </a:lnTo>
                  <a:lnTo>
                    <a:pt x="43054" y="179337"/>
                  </a:lnTo>
                  <a:lnTo>
                    <a:pt x="43230" y="180056"/>
                  </a:lnTo>
                  <a:lnTo>
                    <a:pt x="43318" y="180325"/>
                  </a:lnTo>
                  <a:lnTo>
                    <a:pt x="43406" y="180685"/>
                  </a:lnTo>
                  <a:lnTo>
                    <a:pt x="43669" y="181314"/>
                  </a:lnTo>
                  <a:lnTo>
                    <a:pt x="44021" y="182302"/>
                  </a:lnTo>
                  <a:lnTo>
                    <a:pt x="44108" y="182482"/>
                  </a:lnTo>
                  <a:lnTo>
                    <a:pt x="44196" y="182661"/>
                  </a:lnTo>
                  <a:lnTo>
                    <a:pt x="44724" y="183380"/>
                  </a:lnTo>
                  <a:lnTo>
                    <a:pt x="44899" y="183560"/>
                  </a:lnTo>
                  <a:lnTo>
                    <a:pt x="45075" y="183739"/>
                  </a:lnTo>
                  <a:lnTo>
                    <a:pt x="45866" y="185267"/>
                  </a:lnTo>
                  <a:lnTo>
                    <a:pt x="46129" y="185896"/>
                  </a:lnTo>
                  <a:lnTo>
                    <a:pt x="46217" y="186704"/>
                  </a:lnTo>
                  <a:lnTo>
                    <a:pt x="46217" y="186884"/>
                  </a:lnTo>
                  <a:lnTo>
                    <a:pt x="46305" y="187064"/>
                  </a:lnTo>
                  <a:lnTo>
                    <a:pt x="46393" y="187603"/>
                  </a:lnTo>
                  <a:lnTo>
                    <a:pt x="47008" y="188681"/>
                  </a:lnTo>
                  <a:lnTo>
                    <a:pt x="48678" y="188591"/>
                  </a:lnTo>
                  <a:lnTo>
                    <a:pt x="48853" y="188591"/>
                  </a:lnTo>
                  <a:lnTo>
                    <a:pt x="49293" y="188591"/>
                  </a:lnTo>
                  <a:lnTo>
                    <a:pt x="49908" y="188591"/>
                  </a:lnTo>
                  <a:lnTo>
                    <a:pt x="50347" y="188591"/>
                  </a:lnTo>
                  <a:lnTo>
                    <a:pt x="50611" y="188591"/>
                  </a:lnTo>
                  <a:lnTo>
                    <a:pt x="50874" y="188591"/>
                  </a:lnTo>
                  <a:lnTo>
                    <a:pt x="51138" y="188591"/>
                  </a:lnTo>
                  <a:lnTo>
                    <a:pt x="51841" y="188501"/>
                  </a:lnTo>
                  <a:lnTo>
                    <a:pt x="52544" y="188501"/>
                  </a:lnTo>
                  <a:lnTo>
                    <a:pt x="52895" y="188501"/>
                  </a:lnTo>
                  <a:lnTo>
                    <a:pt x="53510" y="188501"/>
                  </a:lnTo>
                  <a:lnTo>
                    <a:pt x="53862" y="188501"/>
                  </a:lnTo>
                  <a:lnTo>
                    <a:pt x="55180" y="188412"/>
                  </a:lnTo>
                  <a:lnTo>
                    <a:pt x="56498" y="188412"/>
                  </a:lnTo>
                  <a:lnTo>
                    <a:pt x="56673" y="188412"/>
                  </a:lnTo>
                  <a:lnTo>
                    <a:pt x="56849" y="188412"/>
                  </a:lnTo>
                  <a:lnTo>
                    <a:pt x="57464" y="188322"/>
                  </a:lnTo>
                  <a:lnTo>
                    <a:pt x="57640" y="188232"/>
                  </a:lnTo>
                  <a:lnTo>
                    <a:pt x="58255" y="188142"/>
                  </a:lnTo>
                  <a:lnTo>
                    <a:pt x="58606" y="188142"/>
                  </a:lnTo>
                  <a:lnTo>
                    <a:pt x="59134" y="188052"/>
                  </a:lnTo>
                  <a:lnTo>
                    <a:pt x="59749" y="187962"/>
                  </a:lnTo>
                  <a:lnTo>
                    <a:pt x="60012" y="187513"/>
                  </a:lnTo>
                  <a:lnTo>
                    <a:pt x="63351" y="186794"/>
                  </a:lnTo>
                  <a:lnTo>
                    <a:pt x="63878" y="185896"/>
                  </a:lnTo>
                  <a:lnTo>
                    <a:pt x="65021" y="184818"/>
                  </a:lnTo>
                  <a:lnTo>
                    <a:pt x="66866" y="182751"/>
                  </a:lnTo>
                  <a:lnTo>
                    <a:pt x="67305" y="180505"/>
                  </a:lnTo>
                  <a:lnTo>
                    <a:pt x="66866" y="178618"/>
                  </a:lnTo>
                  <a:lnTo>
                    <a:pt x="65021" y="175204"/>
                  </a:lnTo>
                  <a:lnTo>
                    <a:pt x="65284" y="172868"/>
                  </a:lnTo>
                  <a:lnTo>
                    <a:pt x="65460" y="168375"/>
                  </a:lnTo>
                  <a:lnTo>
                    <a:pt x="64054" y="165410"/>
                  </a:lnTo>
                  <a:lnTo>
                    <a:pt x="63351" y="162445"/>
                  </a:lnTo>
                  <a:lnTo>
                    <a:pt x="62736" y="159660"/>
                  </a:lnTo>
                  <a:lnTo>
                    <a:pt x="64054" y="157144"/>
                  </a:lnTo>
                  <a:lnTo>
                    <a:pt x="67745" y="152382"/>
                  </a:lnTo>
                  <a:lnTo>
                    <a:pt x="69941" y="145284"/>
                  </a:lnTo>
                  <a:lnTo>
                    <a:pt x="70732" y="134952"/>
                  </a:lnTo>
                  <a:lnTo>
                    <a:pt x="78113" y="123272"/>
                  </a:lnTo>
                  <a:lnTo>
                    <a:pt x="89975" y="116892"/>
                  </a:lnTo>
                  <a:lnTo>
                    <a:pt x="95247" y="110333"/>
                  </a:lnTo>
                  <a:lnTo>
                    <a:pt x="98674" y="101798"/>
                  </a:lnTo>
                  <a:lnTo>
                    <a:pt x="109833" y="91285"/>
                  </a:lnTo>
                  <a:lnTo>
                    <a:pt x="113171" y="87871"/>
                  </a:lnTo>
                  <a:lnTo>
                    <a:pt x="115895" y="84996"/>
                  </a:lnTo>
                  <a:lnTo>
                    <a:pt x="123715" y="76730"/>
                  </a:lnTo>
                  <a:lnTo>
                    <a:pt x="123979" y="73585"/>
                  </a:lnTo>
                  <a:lnTo>
                    <a:pt x="125473" y="71159"/>
                  </a:lnTo>
                  <a:lnTo>
                    <a:pt x="131184" y="67745"/>
                  </a:lnTo>
                  <a:lnTo>
                    <a:pt x="169757" y="39712"/>
                  </a:lnTo>
                  <a:lnTo>
                    <a:pt x="171778" y="37107"/>
                  </a:lnTo>
                  <a:lnTo>
                    <a:pt x="178456" y="28392"/>
                  </a:lnTo>
                  <a:lnTo>
                    <a:pt x="184958" y="17430"/>
                  </a:lnTo>
                  <a:lnTo>
                    <a:pt x="192076" y="3054"/>
                  </a:lnTo>
                  <a:lnTo>
                    <a:pt x="194009" y="0"/>
                  </a:lnTo>
                  <a:lnTo>
                    <a:pt x="195414" y="2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01925" y="3829023"/>
              <a:ext cx="297515" cy="291468"/>
            </a:xfrm>
            <a:custGeom>
              <a:avLst/>
              <a:pathLst>
                <a:path w="297515" h="291468">
                  <a:moveTo>
                    <a:pt x="219666" y="2246"/>
                  </a:moveTo>
                  <a:lnTo>
                    <a:pt x="225641" y="10063"/>
                  </a:lnTo>
                  <a:lnTo>
                    <a:pt x="227574" y="12668"/>
                  </a:lnTo>
                  <a:lnTo>
                    <a:pt x="233373" y="20126"/>
                  </a:lnTo>
                  <a:lnTo>
                    <a:pt x="234076" y="21024"/>
                  </a:lnTo>
                  <a:lnTo>
                    <a:pt x="235921" y="23360"/>
                  </a:lnTo>
                  <a:lnTo>
                    <a:pt x="238908" y="27313"/>
                  </a:lnTo>
                  <a:lnTo>
                    <a:pt x="242687" y="32255"/>
                  </a:lnTo>
                  <a:lnTo>
                    <a:pt x="244268" y="34501"/>
                  </a:lnTo>
                  <a:lnTo>
                    <a:pt x="244971" y="35759"/>
                  </a:lnTo>
                  <a:lnTo>
                    <a:pt x="245410" y="37197"/>
                  </a:lnTo>
                  <a:lnTo>
                    <a:pt x="246201" y="40970"/>
                  </a:lnTo>
                  <a:lnTo>
                    <a:pt x="246992" y="45822"/>
                  </a:lnTo>
                  <a:lnTo>
                    <a:pt x="257888" y="45732"/>
                  </a:lnTo>
                  <a:lnTo>
                    <a:pt x="263511" y="45553"/>
                  </a:lnTo>
                  <a:lnTo>
                    <a:pt x="263335" y="46002"/>
                  </a:lnTo>
                  <a:lnTo>
                    <a:pt x="263247" y="46182"/>
                  </a:lnTo>
                  <a:lnTo>
                    <a:pt x="263072" y="46631"/>
                  </a:lnTo>
                  <a:lnTo>
                    <a:pt x="262632" y="48248"/>
                  </a:lnTo>
                  <a:lnTo>
                    <a:pt x="262544" y="48518"/>
                  </a:lnTo>
                  <a:lnTo>
                    <a:pt x="262369" y="50315"/>
                  </a:lnTo>
                  <a:lnTo>
                    <a:pt x="262281" y="51752"/>
                  </a:lnTo>
                  <a:lnTo>
                    <a:pt x="262369" y="52651"/>
                  </a:lnTo>
                  <a:lnTo>
                    <a:pt x="262632" y="54178"/>
                  </a:lnTo>
                  <a:lnTo>
                    <a:pt x="262632" y="54537"/>
                  </a:lnTo>
                  <a:lnTo>
                    <a:pt x="262984" y="55795"/>
                  </a:lnTo>
                  <a:lnTo>
                    <a:pt x="263423" y="56963"/>
                  </a:lnTo>
                  <a:lnTo>
                    <a:pt x="264038" y="58491"/>
                  </a:lnTo>
                  <a:lnTo>
                    <a:pt x="265180" y="61725"/>
                  </a:lnTo>
                  <a:lnTo>
                    <a:pt x="265532" y="62534"/>
                  </a:lnTo>
                  <a:lnTo>
                    <a:pt x="265708" y="63073"/>
                  </a:lnTo>
                  <a:lnTo>
                    <a:pt x="266586" y="65229"/>
                  </a:lnTo>
                  <a:lnTo>
                    <a:pt x="267113" y="66577"/>
                  </a:lnTo>
                  <a:lnTo>
                    <a:pt x="267992" y="69003"/>
                  </a:lnTo>
                  <a:lnTo>
                    <a:pt x="269222" y="73136"/>
                  </a:lnTo>
                  <a:lnTo>
                    <a:pt x="269837" y="75023"/>
                  </a:lnTo>
                  <a:lnTo>
                    <a:pt x="270101" y="75742"/>
                  </a:lnTo>
                  <a:lnTo>
                    <a:pt x="270628" y="77629"/>
                  </a:lnTo>
                  <a:lnTo>
                    <a:pt x="270804" y="78168"/>
                  </a:lnTo>
                  <a:lnTo>
                    <a:pt x="271419" y="81133"/>
                  </a:lnTo>
                  <a:lnTo>
                    <a:pt x="271507" y="81312"/>
                  </a:lnTo>
                  <a:lnTo>
                    <a:pt x="271683" y="82301"/>
                  </a:lnTo>
                  <a:lnTo>
                    <a:pt x="271770" y="82840"/>
                  </a:lnTo>
                  <a:lnTo>
                    <a:pt x="271946" y="84547"/>
                  </a:lnTo>
                  <a:lnTo>
                    <a:pt x="272825" y="91285"/>
                  </a:lnTo>
                  <a:lnTo>
                    <a:pt x="273528" y="96407"/>
                  </a:lnTo>
                  <a:lnTo>
                    <a:pt x="275724" y="112849"/>
                  </a:lnTo>
                  <a:lnTo>
                    <a:pt x="275988" y="114377"/>
                  </a:lnTo>
                  <a:lnTo>
                    <a:pt x="276252" y="116623"/>
                  </a:lnTo>
                  <a:lnTo>
                    <a:pt x="277921" y="128662"/>
                  </a:lnTo>
                  <a:lnTo>
                    <a:pt x="278185" y="130729"/>
                  </a:lnTo>
                  <a:lnTo>
                    <a:pt x="279678" y="141601"/>
                  </a:lnTo>
                  <a:lnTo>
                    <a:pt x="280118" y="144476"/>
                  </a:lnTo>
                  <a:lnTo>
                    <a:pt x="280557" y="148249"/>
                  </a:lnTo>
                  <a:lnTo>
                    <a:pt x="280909" y="150496"/>
                  </a:lnTo>
                  <a:lnTo>
                    <a:pt x="281348" y="154179"/>
                  </a:lnTo>
                  <a:lnTo>
                    <a:pt x="282139" y="160469"/>
                  </a:lnTo>
                  <a:lnTo>
                    <a:pt x="282666" y="163793"/>
                  </a:lnTo>
                  <a:lnTo>
                    <a:pt x="283017" y="165321"/>
                  </a:lnTo>
                  <a:lnTo>
                    <a:pt x="283193" y="166219"/>
                  </a:lnTo>
                  <a:lnTo>
                    <a:pt x="283632" y="169903"/>
                  </a:lnTo>
                  <a:lnTo>
                    <a:pt x="283720" y="170172"/>
                  </a:lnTo>
                  <a:lnTo>
                    <a:pt x="283808" y="170622"/>
                  </a:lnTo>
                  <a:lnTo>
                    <a:pt x="283896" y="171520"/>
                  </a:lnTo>
                  <a:lnTo>
                    <a:pt x="286444" y="190748"/>
                  </a:lnTo>
                  <a:lnTo>
                    <a:pt x="287938" y="201709"/>
                  </a:lnTo>
                  <a:lnTo>
                    <a:pt x="288465" y="205662"/>
                  </a:lnTo>
                  <a:lnTo>
                    <a:pt x="289080" y="210155"/>
                  </a:lnTo>
                  <a:lnTo>
                    <a:pt x="289168" y="210694"/>
                  </a:lnTo>
                  <a:lnTo>
                    <a:pt x="289432" y="212311"/>
                  </a:lnTo>
                  <a:lnTo>
                    <a:pt x="289519" y="213030"/>
                  </a:lnTo>
                  <a:lnTo>
                    <a:pt x="289607" y="213479"/>
                  </a:lnTo>
                  <a:lnTo>
                    <a:pt x="290837" y="222464"/>
                  </a:lnTo>
                  <a:lnTo>
                    <a:pt x="290750" y="223273"/>
                  </a:lnTo>
                  <a:lnTo>
                    <a:pt x="292068" y="233336"/>
                  </a:lnTo>
                  <a:lnTo>
                    <a:pt x="292507" y="235941"/>
                  </a:lnTo>
                  <a:lnTo>
                    <a:pt x="293825" y="245465"/>
                  </a:lnTo>
                  <a:lnTo>
                    <a:pt x="294967" y="253642"/>
                  </a:lnTo>
                  <a:lnTo>
                    <a:pt x="295406" y="256607"/>
                  </a:lnTo>
                  <a:lnTo>
                    <a:pt x="295758" y="258673"/>
                  </a:lnTo>
                  <a:lnTo>
                    <a:pt x="296637" y="265681"/>
                  </a:lnTo>
                  <a:lnTo>
                    <a:pt x="297164" y="269455"/>
                  </a:lnTo>
                  <a:lnTo>
                    <a:pt x="297515" y="272060"/>
                  </a:lnTo>
                  <a:lnTo>
                    <a:pt x="297164" y="272060"/>
                  </a:lnTo>
                  <a:lnTo>
                    <a:pt x="296724" y="272060"/>
                  </a:lnTo>
                  <a:lnTo>
                    <a:pt x="293561" y="272330"/>
                  </a:lnTo>
                  <a:lnTo>
                    <a:pt x="290134" y="272510"/>
                  </a:lnTo>
                  <a:lnTo>
                    <a:pt x="273001" y="273678"/>
                  </a:lnTo>
                  <a:lnTo>
                    <a:pt x="269486" y="273947"/>
                  </a:lnTo>
                  <a:lnTo>
                    <a:pt x="264829" y="274307"/>
                  </a:lnTo>
                  <a:lnTo>
                    <a:pt x="256130" y="274936"/>
                  </a:lnTo>
                  <a:lnTo>
                    <a:pt x="247344" y="275565"/>
                  </a:lnTo>
                  <a:lnTo>
                    <a:pt x="244620" y="275834"/>
                  </a:lnTo>
                  <a:lnTo>
                    <a:pt x="242335" y="275924"/>
                  </a:lnTo>
                  <a:lnTo>
                    <a:pt x="233988" y="276553"/>
                  </a:lnTo>
                  <a:lnTo>
                    <a:pt x="223356" y="277272"/>
                  </a:lnTo>
                  <a:lnTo>
                    <a:pt x="223180" y="277272"/>
                  </a:lnTo>
                  <a:lnTo>
                    <a:pt x="221862" y="277362"/>
                  </a:lnTo>
                  <a:lnTo>
                    <a:pt x="216239" y="277811"/>
                  </a:lnTo>
                  <a:lnTo>
                    <a:pt x="208682" y="278350"/>
                  </a:lnTo>
                  <a:lnTo>
                    <a:pt x="201302" y="278889"/>
                  </a:lnTo>
                  <a:lnTo>
                    <a:pt x="198666" y="279069"/>
                  </a:lnTo>
                  <a:lnTo>
                    <a:pt x="194272" y="279428"/>
                  </a:lnTo>
                  <a:lnTo>
                    <a:pt x="169494" y="281135"/>
                  </a:lnTo>
                  <a:lnTo>
                    <a:pt x="164134" y="281495"/>
                  </a:lnTo>
                  <a:lnTo>
                    <a:pt x="162728" y="281674"/>
                  </a:lnTo>
                  <a:lnTo>
                    <a:pt x="161586" y="281764"/>
                  </a:lnTo>
                  <a:lnTo>
                    <a:pt x="157368" y="282123"/>
                  </a:lnTo>
                  <a:lnTo>
                    <a:pt x="122397" y="284460"/>
                  </a:lnTo>
                  <a:lnTo>
                    <a:pt x="113611" y="285088"/>
                  </a:lnTo>
                  <a:lnTo>
                    <a:pt x="104912" y="285717"/>
                  </a:lnTo>
                  <a:lnTo>
                    <a:pt x="104385" y="285807"/>
                  </a:lnTo>
                  <a:lnTo>
                    <a:pt x="102100" y="285987"/>
                  </a:lnTo>
                  <a:lnTo>
                    <a:pt x="86724" y="286975"/>
                  </a:lnTo>
                  <a:lnTo>
                    <a:pt x="85933" y="286975"/>
                  </a:lnTo>
                  <a:lnTo>
                    <a:pt x="77937" y="287514"/>
                  </a:lnTo>
                  <a:lnTo>
                    <a:pt x="76443" y="287604"/>
                  </a:lnTo>
                  <a:lnTo>
                    <a:pt x="63703" y="288503"/>
                  </a:lnTo>
                  <a:lnTo>
                    <a:pt x="52983" y="289221"/>
                  </a:lnTo>
                  <a:lnTo>
                    <a:pt x="52807" y="289311"/>
                  </a:lnTo>
                  <a:lnTo>
                    <a:pt x="51753" y="289401"/>
                  </a:lnTo>
                  <a:lnTo>
                    <a:pt x="38836" y="290210"/>
                  </a:lnTo>
                  <a:lnTo>
                    <a:pt x="37694" y="290300"/>
                  </a:lnTo>
                  <a:lnTo>
                    <a:pt x="33740" y="290569"/>
                  </a:lnTo>
                  <a:lnTo>
                    <a:pt x="22142" y="291468"/>
                  </a:lnTo>
                  <a:lnTo>
                    <a:pt x="21703" y="285987"/>
                  </a:lnTo>
                  <a:lnTo>
                    <a:pt x="21263" y="280866"/>
                  </a:lnTo>
                  <a:lnTo>
                    <a:pt x="21087" y="278619"/>
                  </a:lnTo>
                  <a:lnTo>
                    <a:pt x="20912" y="277092"/>
                  </a:lnTo>
                  <a:lnTo>
                    <a:pt x="20560" y="272779"/>
                  </a:lnTo>
                  <a:lnTo>
                    <a:pt x="20385" y="272779"/>
                  </a:lnTo>
                  <a:lnTo>
                    <a:pt x="20033" y="272510"/>
                  </a:lnTo>
                  <a:lnTo>
                    <a:pt x="19769" y="272420"/>
                  </a:lnTo>
                  <a:lnTo>
                    <a:pt x="19769" y="272150"/>
                  </a:lnTo>
                  <a:lnTo>
                    <a:pt x="19594" y="271432"/>
                  </a:lnTo>
                  <a:lnTo>
                    <a:pt x="19067" y="268916"/>
                  </a:lnTo>
                  <a:lnTo>
                    <a:pt x="18979" y="268467"/>
                  </a:lnTo>
                  <a:lnTo>
                    <a:pt x="18539" y="266220"/>
                  </a:lnTo>
                  <a:lnTo>
                    <a:pt x="18188" y="264423"/>
                  </a:lnTo>
                  <a:lnTo>
                    <a:pt x="18188" y="264244"/>
                  </a:lnTo>
                  <a:lnTo>
                    <a:pt x="16870" y="257954"/>
                  </a:lnTo>
                  <a:lnTo>
                    <a:pt x="15640" y="251845"/>
                  </a:lnTo>
                  <a:lnTo>
                    <a:pt x="15640" y="251575"/>
                  </a:lnTo>
                  <a:lnTo>
                    <a:pt x="15376" y="251036"/>
                  </a:lnTo>
                  <a:lnTo>
                    <a:pt x="14761" y="249419"/>
                  </a:lnTo>
                  <a:lnTo>
                    <a:pt x="14410" y="247622"/>
                  </a:lnTo>
                  <a:lnTo>
                    <a:pt x="14058" y="245825"/>
                  </a:lnTo>
                  <a:lnTo>
                    <a:pt x="13355" y="242680"/>
                  </a:lnTo>
                  <a:lnTo>
                    <a:pt x="12652" y="238906"/>
                  </a:lnTo>
                  <a:lnTo>
                    <a:pt x="10456" y="228125"/>
                  </a:lnTo>
                  <a:lnTo>
                    <a:pt x="8347" y="218062"/>
                  </a:lnTo>
                  <a:lnTo>
                    <a:pt x="5887" y="206381"/>
                  </a:lnTo>
                  <a:lnTo>
                    <a:pt x="4393" y="199822"/>
                  </a:lnTo>
                  <a:lnTo>
                    <a:pt x="527" y="181314"/>
                  </a:lnTo>
                  <a:lnTo>
                    <a:pt x="439" y="177181"/>
                  </a:lnTo>
                  <a:lnTo>
                    <a:pt x="0" y="172329"/>
                  </a:lnTo>
                  <a:lnTo>
                    <a:pt x="1493" y="170172"/>
                  </a:lnTo>
                  <a:lnTo>
                    <a:pt x="2108" y="166039"/>
                  </a:lnTo>
                  <a:lnTo>
                    <a:pt x="2108" y="164961"/>
                  </a:lnTo>
                  <a:lnTo>
                    <a:pt x="1933" y="163973"/>
                  </a:lnTo>
                  <a:lnTo>
                    <a:pt x="1933" y="163793"/>
                  </a:lnTo>
                  <a:lnTo>
                    <a:pt x="1757" y="162984"/>
                  </a:lnTo>
                  <a:lnTo>
                    <a:pt x="2460" y="160918"/>
                  </a:lnTo>
                  <a:lnTo>
                    <a:pt x="5096" y="152921"/>
                  </a:lnTo>
                  <a:lnTo>
                    <a:pt x="6765" y="149507"/>
                  </a:lnTo>
                  <a:lnTo>
                    <a:pt x="7029" y="149148"/>
                  </a:lnTo>
                  <a:lnTo>
                    <a:pt x="9577" y="144566"/>
                  </a:lnTo>
                  <a:lnTo>
                    <a:pt x="18451" y="127854"/>
                  </a:lnTo>
                  <a:lnTo>
                    <a:pt x="25569" y="114377"/>
                  </a:lnTo>
                  <a:lnTo>
                    <a:pt x="26359" y="112939"/>
                  </a:lnTo>
                  <a:lnTo>
                    <a:pt x="32510" y="101348"/>
                  </a:lnTo>
                  <a:lnTo>
                    <a:pt x="33916" y="98653"/>
                  </a:lnTo>
                  <a:lnTo>
                    <a:pt x="36288" y="94161"/>
                  </a:lnTo>
                  <a:lnTo>
                    <a:pt x="37079" y="92723"/>
                  </a:lnTo>
                  <a:lnTo>
                    <a:pt x="38485" y="90117"/>
                  </a:lnTo>
                  <a:lnTo>
                    <a:pt x="38749" y="89489"/>
                  </a:lnTo>
                  <a:lnTo>
                    <a:pt x="39715" y="86074"/>
                  </a:lnTo>
                  <a:lnTo>
                    <a:pt x="39715" y="85805"/>
                  </a:lnTo>
                  <a:lnTo>
                    <a:pt x="39979" y="84008"/>
                  </a:lnTo>
                  <a:lnTo>
                    <a:pt x="40067" y="83738"/>
                  </a:lnTo>
                  <a:lnTo>
                    <a:pt x="40067" y="81133"/>
                  </a:lnTo>
                  <a:lnTo>
                    <a:pt x="39979" y="80324"/>
                  </a:lnTo>
                  <a:lnTo>
                    <a:pt x="39891" y="79965"/>
                  </a:lnTo>
                  <a:lnTo>
                    <a:pt x="39715" y="78617"/>
                  </a:lnTo>
                  <a:lnTo>
                    <a:pt x="19857" y="81312"/>
                  </a:lnTo>
                  <a:lnTo>
                    <a:pt x="18627" y="72956"/>
                  </a:lnTo>
                  <a:lnTo>
                    <a:pt x="18276" y="70171"/>
                  </a:lnTo>
                  <a:lnTo>
                    <a:pt x="17485" y="64600"/>
                  </a:lnTo>
                  <a:lnTo>
                    <a:pt x="17397" y="63702"/>
                  </a:lnTo>
                  <a:lnTo>
                    <a:pt x="17221" y="62175"/>
                  </a:lnTo>
                  <a:lnTo>
                    <a:pt x="17133" y="61096"/>
                  </a:lnTo>
                  <a:lnTo>
                    <a:pt x="17221" y="60288"/>
                  </a:lnTo>
                  <a:lnTo>
                    <a:pt x="17221" y="58760"/>
                  </a:lnTo>
                  <a:lnTo>
                    <a:pt x="17573" y="55975"/>
                  </a:lnTo>
                  <a:lnTo>
                    <a:pt x="18100" y="53190"/>
                  </a:lnTo>
                  <a:lnTo>
                    <a:pt x="18100" y="52741"/>
                  </a:lnTo>
                  <a:lnTo>
                    <a:pt x="18364" y="49955"/>
                  </a:lnTo>
                  <a:lnTo>
                    <a:pt x="18364" y="47709"/>
                  </a:lnTo>
                  <a:lnTo>
                    <a:pt x="18100" y="44744"/>
                  </a:lnTo>
                  <a:lnTo>
                    <a:pt x="28732" y="43306"/>
                  </a:lnTo>
                  <a:lnTo>
                    <a:pt x="34531" y="42498"/>
                  </a:lnTo>
                  <a:lnTo>
                    <a:pt x="39539" y="41689"/>
                  </a:lnTo>
                  <a:lnTo>
                    <a:pt x="54916" y="39623"/>
                  </a:lnTo>
                  <a:lnTo>
                    <a:pt x="55443" y="39533"/>
                  </a:lnTo>
                  <a:lnTo>
                    <a:pt x="70029" y="37287"/>
                  </a:lnTo>
                  <a:lnTo>
                    <a:pt x="75125" y="36568"/>
                  </a:lnTo>
                  <a:lnTo>
                    <a:pt x="83648" y="35400"/>
                  </a:lnTo>
                  <a:lnTo>
                    <a:pt x="84351" y="35220"/>
                  </a:lnTo>
                  <a:lnTo>
                    <a:pt x="87075" y="34861"/>
                  </a:lnTo>
                  <a:lnTo>
                    <a:pt x="99201" y="33243"/>
                  </a:lnTo>
                  <a:lnTo>
                    <a:pt x="99816" y="33154"/>
                  </a:lnTo>
                  <a:lnTo>
                    <a:pt x="106054" y="32255"/>
                  </a:lnTo>
                  <a:lnTo>
                    <a:pt x="106933" y="32165"/>
                  </a:lnTo>
                  <a:lnTo>
                    <a:pt x="109920" y="31716"/>
                  </a:lnTo>
                  <a:lnTo>
                    <a:pt x="111941" y="31446"/>
                  </a:lnTo>
                  <a:lnTo>
                    <a:pt x="112205" y="31357"/>
                  </a:lnTo>
                  <a:lnTo>
                    <a:pt x="114226" y="31087"/>
                  </a:lnTo>
                  <a:lnTo>
                    <a:pt x="118883" y="29290"/>
                  </a:lnTo>
                  <a:lnTo>
                    <a:pt x="122046" y="27853"/>
                  </a:lnTo>
                  <a:lnTo>
                    <a:pt x="124770" y="26325"/>
                  </a:lnTo>
                  <a:lnTo>
                    <a:pt x="127669" y="24348"/>
                  </a:lnTo>
                  <a:lnTo>
                    <a:pt x="128285" y="23899"/>
                  </a:lnTo>
                  <a:lnTo>
                    <a:pt x="130130" y="22731"/>
                  </a:lnTo>
                  <a:lnTo>
                    <a:pt x="130920" y="22102"/>
                  </a:lnTo>
                  <a:lnTo>
                    <a:pt x="132063" y="21383"/>
                  </a:lnTo>
                  <a:lnTo>
                    <a:pt x="132678" y="21024"/>
                  </a:lnTo>
                  <a:lnTo>
                    <a:pt x="133908" y="20215"/>
                  </a:lnTo>
                  <a:lnTo>
                    <a:pt x="135138" y="19497"/>
                  </a:lnTo>
                  <a:lnTo>
                    <a:pt x="135490" y="19227"/>
                  </a:lnTo>
                  <a:lnTo>
                    <a:pt x="137862" y="17700"/>
                  </a:lnTo>
                  <a:lnTo>
                    <a:pt x="138389" y="17430"/>
                  </a:lnTo>
                  <a:lnTo>
                    <a:pt x="138565" y="17340"/>
                  </a:lnTo>
                  <a:lnTo>
                    <a:pt x="138741" y="17161"/>
                  </a:lnTo>
                  <a:lnTo>
                    <a:pt x="140146" y="16442"/>
                  </a:lnTo>
                  <a:lnTo>
                    <a:pt x="142870" y="15094"/>
                  </a:lnTo>
                  <a:lnTo>
                    <a:pt x="143046" y="15004"/>
                  </a:lnTo>
                  <a:lnTo>
                    <a:pt x="143925" y="14645"/>
                  </a:lnTo>
                  <a:lnTo>
                    <a:pt x="147000" y="13746"/>
                  </a:lnTo>
                  <a:lnTo>
                    <a:pt x="149285" y="13117"/>
                  </a:lnTo>
                  <a:lnTo>
                    <a:pt x="150690" y="12848"/>
                  </a:lnTo>
                  <a:lnTo>
                    <a:pt x="158423" y="11051"/>
                  </a:lnTo>
                  <a:lnTo>
                    <a:pt x="161410" y="10063"/>
                  </a:lnTo>
                  <a:lnTo>
                    <a:pt x="162025" y="9883"/>
                  </a:lnTo>
                  <a:lnTo>
                    <a:pt x="162992" y="9344"/>
                  </a:lnTo>
                  <a:lnTo>
                    <a:pt x="164046" y="15453"/>
                  </a:lnTo>
                  <a:lnTo>
                    <a:pt x="165013" y="15364"/>
                  </a:lnTo>
                  <a:lnTo>
                    <a:pt x="165628" y="15094"/>
                  </a:lnTo>
                  <a:lnTo>
                    <a:pt x="168264" y="13117"/>
                  </a:lnTo>
                  <a:lnTo>
                    <a:pt x="168791" y="14106"/>
                  </a:lnTo>
                  <a:lnTo>
                    <a:pt x="169494" y="15903"/>
                  </a:lnTo>
                  <a:lnTo>
                    <a:pt x="172130" y="15903"/>
                  </a:lnTo>
                  <a:lnTo>
                    <a:pt x="172569" y="15993"/>
                  </a:lnTo>
                  <a:lnTo>
                    <a:pt x="172745" y="15993"/>
                  </a:lnTo>
                  <a:lnTo>
                    <a:pt x="172921" y="15993"/>
                  </a:lnTo>
                  <a:lnTo>
                    <a:pt x="173096" y="15993"/>
                  </a:lnTo>
                  <a:lnTo>
                    <a:pt x="173272" y="15993"/>
                  </a:lnTo>
                  <a:lnTo>
                    <a:pt x="173624" y="15993"/>
                  </a:lnTo>
                  <a:lnTo>
                    <a:pt x="176963" y="15993"/>
                  </a:lnTo>
                  <a:lnTo>
                    <a:pt x="181356" y="16082"/>
                  </a:lnTo>
                  <a:lnTo>
                    <a:pt x="183289" y="16172"/>
                  </a:lnTo>
                  <a:lnTo>
                    <a:pt x="185486" y="16172"/>
                  </a:lnTo>
                  <a:lnTo>
                    <a:pt x="185837" y="16172"/>
                  </a:lnTo>
                  <a:lnTo>
                    <a:pt x="186979" y="16262"/>
                  </a:lnTo>
                  <a:lnTo>
                    <a:pt x="187331" y="16262"/>
                  </a:lnTo>
                  <a:lnTo>
                    <a:pt x="187946" y="16262"/>
                  </a:lnTo>
                  <a:lnTo>
                    <a:pt x="188297" y="16262"/>
                  </a:lnTo>
                  <a:lnTo>
                    <a:pt x="192954" y="16352"/>
                  </a:lnTo>
                  <a:lnTo>
                    <a:pt x="196205" y="16442"/>
                  </a:lnTo>
                  <a:lnTo>
                    <a:pt x="196381" y="16352"/>
                  </a:lnTo>
                  <a:lnTo>
                    <a:pt x="197787" y="16172"/>
                  </a:lnTo>
                  <a:lnTo>
                    <a:pt x="214306" y="2875"/>
                  </a:lnTo>
                  <a:lnTo>
                    <a:pt x="217996" y="0"/>
                  </a:lnTo>
                  <a:lnTo>
                    <a:pt x="218875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973752" y="3875564"/>
              <a:ext cx="468240" cy="233785"/>
            </a:xfrm>
            <a:custGeom>
              <a:avLst/>
              <a:pathLst>
                <a:path w="468240" h="233785">
                  <a:moveTo>
                    <a:pt x="107724" y="4133"/>
                  </a:moveTo>
                  <a:lnTo>
                    <a:pt x="108515" y="9703"/>
                  </a:lnTo>
                  <a:lnTo>
                    <a:pt x="109042" y="13387"/>
                  </a:lnTo>
                  <a:lnTo>
                    <a:pt x="109305" y="14824"/>
                  </a:lnTo>
                  <a:lnTo>
                    <a:pt x="111151" y="26415"/>
                  </a:lnTo>
                  <a:lnTo>
                    <a:pt x="111326" y="28032"/>
                  </a:lnTo>
                  <a:lnTo>
                    <a:pt x="111414" y="28481"/>
                  </a:lnTo>
                  <a:lnTo>
                    <a:pt x="111502" y="28751"/>
                  </a:lnTo>
                  <a:lnTo>
                    <a:pt x="112117" y="32884"/>
                  </a:lnTo>
                  <a:lnTo>
                    <a:pt x="113171" y="39802"/>
                  </a:lnTo>
                  <a:lnTo>
                    <a:pt x="113171" y="39982"/>
                  </a:lnTo>
                  <a:lnTo>
                    <a:pt x="113259" y="40431"/>
                  </a:lnTo>
                  <a:lnTo>
                    <a:pt x="113347" y="40791"/>
                  </a:lnTo>
                  <a:lnTo>
                    <a:pt x="114753" y="51662"/>
                  </a:lnTo>
                  <a:lnTo>
                    <a:pt x="114841" y="52201"/>
                  </a:lnTo>
                  <a:lnTo>
                    <a:pt x="115105" y="54358"/>
                  </a:lnTo>
                  <a:lnTo>
                    <a:pt x="115456" y="56784"/>
                  </a:lnTo>
                  <a:lnTo>
                    <a:pt x="115544" y="57592"/>
                  </a:lnTo>
                  <a:lnTo>
                    <a:pt x="116071" y="57502"/>
                  </a:lnTo>
                  <a:lnTo>
                    <a:pt x="125561" y="56245"/>
                  </a:lnTo>
                  <a:lnTo>
                    <a:pt x="125912" y="58940"/>
                  </a:lnTo>
                  <a:lnTo>
                    <a:pt x="135665" y="57592"/>
                  </a:lnTo>
                  <a:lnTo>
                    <a:pt x="136280" y="57592"/>
                  </a:lnTo>
                  <a:lnTo>
                    <a:pt x="136456" y="57502"/>
                  </a:lnTo>
                  <a:lnTo>
                    <a:pt x="145594" y="56245"/>
                  </a:lnTo>
                  <a:lnTo>
                    <a:pt x="145858" y="56245"/>
                  </a:lnTo>
                  <a:lnTo>
                    <a:pt x="146121" y="56155"/>
                  </a:lnTo>
                  <a:lnTo>
                    <a:pt x="155523" y="54807"/>
                  </a:lnTo>
                  <a:lnTo>
                    <a:pt x="154469" y="47619"/>
                  </a:lnTo>
                  <a:lnTo>
                    <a:pt x="157368" y="47260"/>
                  </a:lnTo>
                  <a:lnTo>
                    <a:pt x="168352" y="45642"/>
                  </a:lnTo>
                  <a:lnTo>
                    <a:pt x="168791" y="45642"/>
                  </a:lnTo>
                  <a:lnTo>
                    <a:pt x="169494" y="45553"/>
                  </a:lnTo>
                  <a:lnTo>
                    <a:pt x="170900" y="45283"/>
                  </a:lnTo>
                  <a:lnTo>
                    <a:pt x="172833" y="45014"/>
                  </a:lnTo>
                  <a:lnTo>
                    <a:pt x="175117" y="44744"/>
                  </a:lnTo>
                  <a:lnTo>
                    <a:pt x="176084" y="44564"/>
                  </a:lnTo>
                  <a:lnTo>
                    <a:pt x="177578" y="44385"/>
                  </a:lnTo>
                  <a:lnTo>
                    <a:pt x="178105" y="44295"/>
                  </a:lnTo>
                  <a:lnTo>
                    <a:pt x="181092" y="43846"/>
                  </a:lnTo>
                  <a:lnTo>
                    <a:pt x="182147" y="43756"/>
                  </a:lnTo>
                  <a:lnTo>
                    <a:pt x="184343" y="43396"/>
                  </a:lnTo>
                  <a:lnTo>
                    <a:pt x="186101" y="43127"/>
                  </a:lnTo>
                  <a:lnTo>
                    <a:pt x="188034" y="42857"/>
                  </a:lnTo>
                  <a:lnTo>
                    <a:pt x="190406" y="42498"/>
                  </a:lnTo>
                  <a:lnTo>
                    <a:pt x="190758" y="42498"/>
                  </a:lnTo>
                  <a:lnTo>
                    <a:pt x="199017" y="41330"/>
                  </a:lnTo>
                  <a:lnTo>
                    <a:pt x="212988" y="39263"/>
                  </a:lnTo>
                  <a:lnTo>
                    <a:pt x="237502" y="35939"/>
                  </a:lnTo>
                  <a:lnTo>
                    <a:pt x="237502" y="36208"/>
                  </a:lnTo>
                  <a:lnTo>
                    <a:pt x="238381" y="41959"/>
                  </a:lnTo>
                  <a:lnTo>
                    <a:pt x="239523" y="49596"/>
                  </a:lnTo>
                  <a:lnTo>
                    <a:pt x="239611" y="50045"/>
                  </a:lnTo>
                  <a:lnTo>
                    <a:pt x="240051" y="50045"/>
                  </a:lnTo>
                  <a:lnTo>
                    <a:pt x="241896" y="50315"/>
                  </a:lnTo>
                  <a:lnTo>
                    <a:pt x="252791" y="51752"/>
                  </a:lnTo>
                  <a:lnTo>
                    <a:pt x="260787" y="52741"/>
                  </a:lnTo>
                  <a:lnTo>
                    <a:pt x="267641" y="53639"/>
                  </a:lnTo>
                  <a:lnTo>
                    <a:pt x="271067" y="54088"/>
                  </a:lnTo>
                  <a:lnTo>
                    <a:pt x="269047" y="60647"/>
                  </a:lnTo>
                  <a:lnTo>
                    <a:pt x="269662" y="60557"/>
                  </a:lnTo>
                  <a:lnTo>
                    <a:pt x="275900" y="59659"/>
                  </a:lnTo>
                  <a:lnTo>
                    <a:pt x="333892" y="51213"/>
                  </a:lnTo>
                  <a:lnTo>
                    <a:pt x="366315" y="46541"/>
                  </a:lnTo>
                  <a:lnTo>
                    <a:pt x="393817" y="42767"/>
                  </a:lnTo>
                  <a:lnTo>
                    <a:pt x="407436" y="40881"/>
                  </a:lnTo>
                  <a:lnTo>
                    <a:pt x="408051" y="40791"/>
                  </a:lnTo>
                  <a:lnTo>
                    <a:pt x="413235" y="39982"/>
                  </a:lnTo>
                  <a:lnTo>
                    <a:pt x="415168" y="39712"/>
                  </a:lnTo>
                  <a:lnTo>
                    <a:pt x="425537" y="38095"/>
                  </a:lnTo>
                  <a:lnTo>
                    <a:pt x="437223" y="36298"/>
                  </a:lnTo>
                  <a:lnTo>
                    <a:pt x="448030" y="34771"/>
                  </a:lnTo>
                  <a:lnTo>
                    <a:pt x="467888" y="32075"/>
                  </a:lnTo>
                  <a:lnTo>
                    <a:pt x="468064" y="33423"/>
                  </a:lnTo>
                  <a:lnTo>
                    <a:pt x="468152" y="33782"/>
                  </a:lnTo>
                  <a:lnTo>
                    <a:pt x="468240" y="34591"/>
                  </a:lnTo>
                  <a:lnTo>
                    <a:pt x="468240" y="37197"/>
                  </a:lnTo>
                  <a:lnTo>
                    <a:pt x="468152" y="37466"/>
                  </a:lnTo>
                  <a:lnTo>
                    <a:pt x="467888" y="39263"/>
                  </a:lnTo>
                  <a:lnTo>
                    <a:pt x="467888" y="39533"/>
                  </a:lnTo>
                  <a:lnTo>
                    <a:pt x="466922" y="42947"/>
                  </a:lnTo>
                  <a:lnTo>
                    <a:pt x="466658" y="43576"/>
                  </a:lnTo>
                  <a:lnTo>
                    <a:pt x="465252" y="46182"/>
                  </a:lnTo>
                  <a:lnTo>
                    <a:pt x="464462" y="47619"/>
                  </a:lnTo>
                  <a:lnTo>
                    <a:pt x="462089" y="52112"/>
                  </a:lnTo>
                  <a:lnTo>
                    <a:pt x="460683" y="54807"/>
                  </a:lnTo>
                  <a:lnTo>
                    <a:pt x="454533" y="66397"/>
                  </a:lnTo>
                  <a:lnTo>
                    <a:pt x="453742" y="67835"/>
                  </a:lnTo>
                  <a:lnTo>
                    <a:pt x="446625" y="81312"/>
                  </a:lnTo>
                  <a:lnTo>
                    <a:pt x="437750" y="98024"/>
                  </a:lnTo>
                  <a:lnTo>
                    <a:pt x="435202" y="102606"/>
                  </a:lnTo>
                  <a:lnTo>
                    <a:pt x="434938" y="102966"/>
                  </a:lnTo>
                  <a:lnTo>
                    <a:pt x="433269" y="106380"/>
                  </a:lnTo>
                  <a:lnTo>
                    <a:pt x="430633" y="114377"/>
                  </a:lnTo>
                  <a:lnTo>
                    <a:pt x="429930" y="116443"/>
                  </a:lnTo>
                  <a:lnTo>
                    <a:pt x="430106" y="117252"/>
                  </a:lnTo>
                  <a:lnTo>
                    <a:pt x="430106" y="117431"/>
                  </a:lnTo>
                  <a:lnTo>
                    <a:pt x="430281" y="118420"/>
                  </a:lnTo>
                  <a:lnTo>
                    <a:pt x="430281" y="119498"/>
                  </a:lnTo>
                  <a:lnTo>
                    <a:pt x="429666" y="123631"/>
                  </a:lnTo>
                  <a:lnTo>
                    <a:pt x="428173" y="125787"/>
                  </a:lnTo>
                  <a:lnTo>
                    <a:pt x="428612" y="130639"/>
                  </a:lnTo>
                  <a:lnTo>
                    <a:pt x="428700" y="134772"/>
                  </a:lnTo>
                  <a:lnTo>
                    <a:pt x="432566" y="153281"/>
                  </a:lnTo>
                  <a:lnTo>
                    <a:pt x="434060" y="159840"/>
                  </a:lnTo>
                  <a:lnTo>
                    <a:pt x="436520" y="171520"/>
                  </a:lnTo>
                  <a:lnTo>
                    <a:pt x="438629" y="181583"/>
                  </a:lnTo>
                  <a:lnTo>
                    <a:pt x="440825" y="192365"/>
                  </a:lnTo>
                  <a:lnTo>
                    <a:pt x="441528" y="196139"/>
                  </a:lnTo>
                  <a:lnTo>
                    <a:pt x="442231" y="199283"/>
                  </a:lnTo>
                  <a:lnTo>
                    <a:pt x="432566" y="201080"/>
                  </a:lnTo>
                  <a:lnTo>
                    <a:pt x="428700" y="201799"/>
                  </a:lnTo>
                  <a:lnTo>
                    <a:pt x="426591" y="202158"/>
                  </a:lnTo>
                  <a:lnTo>
                    <a:pt x="423691" y="202697"/>
                  </a:lnTo>
                  <a:lnTo>
                    <a:pt x="415432" y="204225"/>
                  </a:lnTo>
                  <a:lnTo>
                    <a:pt x="414114" y="204494"/>
                  </a:lnTo>
                  <a:lnTo>
                    <a:pt x="409018" y="205393"/>
                  </a:lnTo>
                  <a:lnTo>
                    <a:pt x="407524" y="205662"/>
                  </a:lnTo>
                  <a:lnTo>
                    <a:pt x="404712" y="206202"/>
                  </a:lnTo>
                  <a:lnTo>
                    <a:pt x="402955" y="203686"/>
                  </a:lnTo>
                  <a:lnTo>
                    <a:pt x="399616" y="198924"/>
                  </a:lnTo>
                  <a:lnTo>
                    <a:pt x="399440" y="198564"/>
                  </a:lnTo>
                  <a:lnTo>
                    <a:pt x="391269" y="186794"/>
                  </a:lnTo>
                  <a:lnTo>
                    <a:pt x="389160" y="183829"/>
                  </a:lnTo>
                  <a:lnTo>
                    <a:pt x="388896" y="182032"/>
                  </a:lnTo>
                  <a:lnTo>
                    <a:pt x="388984" y="180595"/>
                  </a:lnTo>
                  <a:lnTo>
                    <a:pt x="389775" y="174126"/>
                  </a:lnTo>
                  <a:lnTo>
                    <a:pt x="390214" y="171520"/>
                  </a:lnTo>
                  <a:lnTo>
                    <a:pt x="390654" y="169723"/>
                  </a:lnTo>
                  <a:lnTo>
                    <a:pt x="390917" y="169184"/>
                  </a:lnTo>
                  <a:lnTo>
                    <a:pt x="392235" y="166578"/>
                  </a:lnTo>
                  <a:lnTo>
                    <a:pt x="392323" y="166309"/>
                  </a:lnTo>
                  <a:lnTo>
                    <a:pt x="392587" y="165770"/>
                  </a:lnTo>
                  <a:lnTo>
                    <a:pt x="392235" y="165590"/>
                  </a:lnTo>
                  <a:lnTo>
                    <a:pt x="390566" y="164602"/>
                  </a:lnTo>
                  <a:lnTo>
                    <a:pt x="389424" y="163973"/>
                  </a:lnTo>
                  <a:lnTo>
                    <a:pt x="389072" y="163793"/>
                  </a:lnTo>
                  <a:lnTo>
                    <a:pt x="388896" y="163434"/>
                  </a:lnTo>
                  <a:lnTo>
                    <a:pt x="388721" y="163164"/>
                  </a:lnTo>
                  <a:lnTo>
                    <a:pt x="388721" y="162984"/>
                  </a:lnTo>
                  <a:lnTo>
                    <a:pt x="388721" y="162625"/>
                  </a:lnTo>
                  <a:lnTo>
                    <a:pt x="389072" y="159930"/>
                  </a:lnTo>
                  <a:lnTo>
                    <a:pt x="389336" y="158223"/>
                  </a:lnTo>
                  <a:lnTo>
                    <a:pt x="389336" y="157863"/>
                  </a:lnTo>
                  <a:lnTo>
                    <a:pt x="389599" y="155617"/>
                  </a:lnTo>
                  <a:lnTo>
                    <a:pt x="389687" y="154898"/>
                  </a:lnTo>
                  <a:lnTo>
                    <a:pt x="389775" y="154359"/>
                  </a:lnTo>
                  <a:lnTo>
                    <a:pt x="388457" y="154090"/>
                  </a:lnTo>
                  <a:lnTo>
                    <a:pt x="382658" y="153191"/>
                  </a:lnTo>
                  <a:lnTo>
                    <a:pt x="381955" y="153011"/>
                  </a:lnTo>
                  <a:lnTo>
                    <a:pt x="381076" y="152921"/>
                  </a:lnTo>
                  <a:lnTo>
                    <a:pt x="377562" y="152293"/>
                  </a:lnTo>
                  <a:lnTo>
                    <a:pt x="369654" y="151035"/>
                  </a:lnTo>
                  <a:lnTo>
                    <a:pt x="361921" y="151933"/>
                  </a:lnTo>
                  <a:lnTo>
                    <a:pt x="349093" y="153281"/>
                  </a:lnTo>
                  <a:lnTo>
                    <a:pt x="342151" y="154090"/>
                  </a:lnTo>
                  <a:lnTo>
                    <a:pt x="336001" y="154718"/>
                  </a:lnTo>
                  <a:lnTo>
                    <a:pt x="333189" y="155078"/>
                  </a:lnTo>
                  <a:lnTo>
                    <a:pt x="328444" y="155617"/>
                  </a:lnTo>
                  <a:lnTo>
                    <a:pt x="327917" y="155617"/>
                  </a:lnTo>
                  <a:lnTo>
                    <a:pt x="327566" y="155707"/>
                  </a:lnTo>
                  <a:lnTo>
                    <a:pt x="323084" y="156156"/>
                  </a:lnTo>
                  <a:lnTo>
                    <a:pt x="319394" y="156605"/>
                  </a:lnTo>
                  <a:lnTo>
                    <a:pt x="313595" y="157234"/>
                  </a:lnTo>
                  <a:lnTo>
                    <a:pt x="307708" y="157863"/>
                  </a:lnTo>
                  <a:lnTo>
                    <a:pt x="303842" y="158312"/>
                  </a:lnTo>
                  <a:lnTo>
                    <a:pt x="297867" y="158941"/>
                  </a:lnTo>
                  <a:lnTo>
                    <a:pt x="296549" y="159121"/>
                  </a:lnTo>
                  <a:lnTo>
                    <a:pt x="295231" y="159211"/>
                  </a:lnTo>
                  <a:lnTo>
                    <a:pt x="294528" y="159301"/>
                  </a:lnTo>
                  <a:lnTo>
                    <a:pt x="294176" y="159391"/>
                  </a:lnTo>
                  <a:lnTo>
                    <a:pt x="280293" y="161816"/>
                  </a:lnTo>
                  <a:lnTo>
                    <a:pt x="276691" y="162356"/>
                  </a:lnTo>
                  <a:lnTo>
                    <a:pt x="275724" y="162535"/>
                  </a:lnTo>
                  <a:lnTo>
                    <a:pt x="275021" y="162625"/>
                  </a:lnTo>
                  <a:lnTo>
                    <a:pt x="273879" y="162895"/>
                  </a:lnTo>
                  <a:lnTo>
                    <a:pt x="271419" y="163254"/>
                  </a:lnTo>
                  <a:lnTo>
                    <a:pt x="270452" y="163344"/>
                  </a:lnTo>
                  <a:lnTo>
                    <a:pt x="266762" y="163883"/>
                  </a:lnTo>
                  <a:lnTo>
                    <a:pt x="264390" y="164242"/>
                  </a:lnTo>
                  <a:lnTo>
                    <a:pt x="261139" y="164781"/>
                  </a:lnTo>
                  <a:lnTo>
                    <a:pt x="259293" y="165141"/>
                  </a:lnTo>
                  <a:lnTo>
                    <a:pt x="258854" y="165231"/>
                  </a:lnTo>
                  <a:lnTo>
                    <a:pt x="258151" y="165410"/>
                  </a:lnTo>
                  <a:lnTo>
                    <a:pt x="257097" y="165590"/>
                  </a:lnTo>
                  <a:lnTo>
                    <a:pt x="248837" y="176372"/>
                  </a:lnTo>
                  <a:lnTo>
                    <a:pt x="233988" y="195779"/>
                  </a:lnTo>
                  <a:lnTo>
                    <a:pt x="233549" y="196228"/>
                  </a:lnTo>
                  <a:lnTo>
                    <a:pt x="226783" y="205123"/>
                  </a:lnTo>
                  <a:lnTo>
                    <a:pt x="221862" y="211503"/>
                  </a:lnTo>
                  <a:lnTo>
                    <a:pt x="216678" y="218331"/>
                  </a:lnTo>
                  <a:lnTo>
                    <a:pt x="212461" y="223812"/>
                  </a:lnTo>
                  <a:lnTo>
                    <a:pt x="212109" y="223542"/>
                  </a:lnTo>
                  <a:lnTo>
                    <a:pt x="211758" y="223273"/>
                  </a:lnTo>
                  <a:lnTo>
                    <a:pt x="211318" y="223183"/>
                  </a:lnTo>
                  <a:lnTo>
                    <a:pt x="210879" y="223003"/>
                  </a:lnTo>
                  <a:lnTo>
                    <a:pt x="210352" y="223003"/>
                  </a:lnTo>
                  <a:lnTo>
                    <a:pt x="209912" y="223003"/>
                  </a:lnTo>
                  <a:lnTo>
                    <a:pt x="209473" y="223093"/>
                  </a:lnTo>
                  <a:lnTo>
                    <a:pt x="209034" y="223273"/>
                  </a:lnTo>
                  <a:lnTo>
                    <a:pt x="208682" y="223542"/>
                  </a:lnTo>
                  <a:lnTo>
                    <a:pt x="208243" y="223812"/>
                  </a:lnTo>
                  <a:lnTo>
                    <a:pt x="207979" y="224081"/>
                  </a:lnTo>
                  <a:lnTo>
                    <a:pt x="206925" y="223093"/>
                  </a:lnTo>
                  <a:lnTo>
                    <a:pt x="205080" y="221116"/>
                  </a:lnTo>
                  <a:lnTo>
                    <a:pt x="203498" y="219589"/>
                  </a:lnTo>
                  <a:lnTo>
                    <a:pt x="201038" y="217073"/>
                  </a:lnTo>
                  <a:lnTo>
                    <a:pt x="198490" y="214468"/>
                  </a:lnTo>
                  <a:lnTo>
                    <a:pt x="194272" y="218691"/>
                  </a:lnTo>
                  <a:lnTo>
                    <a:pt x="194096" y="218780"/>
                  </a:lnTo>
                  <a:lnTo>
                    <a:pt x="191548" y="221386"/>
                  </a:lnTo>
                  <a:lnTo>
                    <a:pt x="191285" y="221656"/>
                  </a:lnTo>
                  <a:lnTo>
                    <a:pt x="187682" y="218062"/>
                  </a:lnTo>
                  <a:lnTo>
                    <a:pt x="184958" y="215186"/>
                  </a:lnTo>
                  <a:lnTo>
                    <a:pt x="180038" y="210065"/>
                  </a:lnTo>
                  <a:lnTo>
                    <a:pt x="178896" y="208897"/>
                  </a:lnTo>
                  <a:lnTo>
                    <a:pt x="176435" y="211323"/>
                  </a:lnTo>
                  <a:lnTo>
                    <a:pt x="171075" y="216444"/>
                  </a:lnTo>
                  <a:lnTo>
                    <a:pt x="170900" y="216624"/>
                  </a:lnTo>
                  <a:lnTo>
                    <a:pt x="164837" y="222464"/>
                  </a:lnTo>
                  <a:lnTo>
                    <a:pt x="163519" y="223812"/>
                  </a:lnTo>
                  <a:lnTo>
                    <a:pt x="155435" y="231629"/>
                  </a:lnTo>
                  <a:lnTo>
                    <a:pt x="154644" y="231000"/>
                  </a:lnTo>
                  <a:lnTo>
                    <a:pt x="153854" y="230461"/>
                  </a:lnTo>
                  <a:lnTo>
                    <a:pt x="153063" y="229922"/>
                  </a:lnTo>
                  <a:lnTo>
                    <a:pt x="152184" y="229472"/>
                  </a:lnTo>
                  <a:lnTo>
                    <a:pt x="151306" y="229113"/>
                  </a:lnTo>
                  <a:lnTo>
                    <a:pt x="150339" y="228754"/>
                  </a:lnTo>
                  <a:lnTo>
                    <a:pt x="149460" y="228484"/>
                  </a:lnTo>
                  <a:lnTo>
                    <a:pt x="148494" y="228214"/>
                  </a:lnTo>
                  <a:lnTo>
                    <a:pt x="147615" y="228035"/>
                  </a:lnTo>
                  <a:lnTo>
                    <a:pt x="146649" y="227855"/>
                  </a:lnTo>
                  <a:lnTo>
                    <a:pt x="145682" y="227855"/>
                  </a:lnTo>
                  <a:lnTo>
                    <a:pt x="144716" y="227765"/>
                  </a:lnTo>
                  <a:lnTo>
                    <a:pt x="143749" y="227855"/>
                  </a:lnTo>
                  <a:lnTo>
                    <a:pt x="128285" y="228304"/>
                  </a:lnTo>
                  <a:lnTo>
                    <a:pt x="124331" y="232078"/>
                  </a:lnTo>
                  <a:lnTo>
                    <a:pt x="121607" y="229293"/>
                  </a:lnTo>
                  <a:lnTo>
                    <a:pt x="120025" y="227675"/>
                  </a:lnTo>
                  <a:lnTo>
                    <a:pt x="118707" y="226417"/>
                  </a:lnTo>
                  <a:lnTo>
                    <a:pt x="113787" y="221296"/>
                  </a:lnTo>
                  <a:lnTo>
                    <a:pt x="113611" y="221206"/>
                  </a:lnTo>
                  <a:lnTo>
                    <a:pt x="110272" y="217792"/>
                  </a:lnTo>
                  <a:lnTo>
                    <a:pt x="109393" y="216894"/>
                  </a:lnTo>
                  <a:lnTo>
                    <a:pt x="107899" y="215366"/>
                  </a:lnTo>
                  <a:lnTo>
                    <a:pt x="107460" y="214827"/>
                  </a:lnTo>
                  <a:lnTo>
                    <a:pt x="106230" y="213659"/>
                  </a:lnTo>
                  <a:lnTo>
                    <a:pt x="105791" y="213210"/>
                  </a:lnTo>
                  <a:lnTo>
                    <a:pt x="104385" y="211772"/>
                  </a:lnTo>
                  <a:lnTo>
                    <a:pt x="101222" y="208448"/>
                  </a:lnTo>
                  <a:lnTo>
                    <a:pt x="86372" y="222824"/>
                  </a:lnTo>
                  <a:lnTo>
                    <a:pt x="85054" y="224081"/>
                  </a:lnTo>
                  <a:lnTo>
                    <a:pt x="83912" y="225160"/>
                  </a:lnTo>
                  <a:lnTo>
                    <a:pt x="82594" y="226417"/>
                  </a:lnTo>
                  <a:lnTo>
                    <a:pt x="82330" y="226148"/>
                  </a:lnTo>
                  <a:lnTo>
                    <a:pt x="81891" y="225609"/>
                  </a:lnTo>
                  <a:lnTo>
                    <a:pt x="81452" y="225160"/>
                  </a:lnTo>
                  <a:lnTo>
                    <a:pt x="81012" y="224710"/>
                  </a:lnTo>
                  <a:lnTo>
                    <a:pt x="80309" y="223992"/>
                  </a:lnTo>
                  <a:lnTo>
                    <a:pt x="79606" y="223273"/>
                  </a:lnTo>
                  <a:lnTo>
                    <a:pt x="78904" y="222374"/>
                  </a:lnTo>
                  <a:lnTo>
                    <a:pt x="78552" y="222015"/>
                  </a:lnTo>
                  <a:lnTo>
                    <a:pt x="77937" y="221386"/>
                  </a:lnTo>
                  <a:lnTo>
                    <a:pt x="76971" y="220308"/>
                  </a:lnTo>
                  <a:lnTo>
                    <a:pt x="76355" y="219679"/>
                  </a:lnTo>
                  <a:lnTo>
                    <a:pt x="75828" y="219140"/>
                  </a:lnTo>
                  <a:lnTo>
                    <a:pt x="75565" y="218780"/>
                  </a:lnTo>
                  <a:lnTo>
                    <a:pt x="74510" y="217612"/>
                  </a:lnTo>
                  <a:lnTo>
                    <a:pt x="73456" y="216265"/>
                  </a:lnTo>
                  <a:lnTo>
                    <a:pt x="72577" y="215366"/>
                  </a:lnTo>
                  <a:lnTo>
                    <a:pt x="71435" y="214108"/>
                  </a:lnTo>
                  <a:lnTo>
                    <a:pt x="70996" y="213569"/>
                  </a:lnTo>
                  <a:lnTo>
                    <a:pt x="69853" y="212311"/>
                  </a:lnTo>
                  <a:lnTo>
                    <a:pt x="68975" y="211323"/>
                  </a:lnTo>
                  <a:lnTo>
                    <a:pt x="68623" y="210964"/>
                  </a:lnTo>
                  <a:lnTo>
                    <a:pt x="68360" y="210514"/>
                  </a:lnTo>
                  <a:lnTo>
                    <a:pt x="68096" y="210245"/>
                  </a:lnTo>
                  <a:lnTo>
                    <a:pt x="67569" y="209706"/>
                  </a:lnTo>
                  <a:lnTo>
                    <a:pt x="67217" y="213389"/>
                  </a:lnTo>
                  <a:lnTo>
                    <a:pt x="67129" y="214288"/>
                  </a:lnTo>
                  <a:lnTo>
                    <a:pt x="66514" y="217253"/>
                  </a:lnTo>
                  <a:lnTo>
                    <a:pt x="66163" y="218241"/>
                  </a:lnTo>
                  <a:lnTo>
                    <a:pt x="65899" y="218691"/>
                  </a:lnTo>
                  <a:lnTo>
                    <a:pt x="65109" y="219499"/>
                  </a:lnTo>
                  <a:lnTo>
                    <a:pt x="64406" y="220128"/>
                  </a:lnTo>
                  <a:lnTo>
                    <a:pt x="63966" y="220398"/>
                  </a:lnTo>
                  <a:lnTo>
                    <a:pt x="62385" y="220847"/>
                  </a:lnTo>
                  <a:lnTo>
                    <a:pt x="61155" y="220847"/>
                  </a:lnTo>
                  <a:lnTo>
                    <a:pt x="59221" y="220937"/>
                  </a:lnTo>
                  <a:lnTo>
                    <a:pt x="57552" y="220937"/>
                  </a:lnTo>
                  <a:lnTo>
                    <a:pt x="57288" y="221027"/>
                  </a:lnTo>
                  <a:lnTo>
                    <a:pt x="56410" y="221296"/>
                  </a:lnTo>
                  <a:lnTo>
                    <a:pt x="55970" y="221566"/>
                  </a:lnTo>
                  <a:lnTo>
                    <a:pt x="55267" y="222195"/>
                  </a:lnTo>
                  <a:lnTo>
                    <a:pt x="54652" y="222734"/>
                  </a:lnTo>
                  <a:lnTo>
                    <a:pt x="54213" y="223093"/>
                  </a:lnTo>
                  <a:lnTo>
                    <a:pt x="54037" y="223183"/>
                  </a:lnTo>
                  <a:lnTo>
                    <a:pt x="53598" y="223452"/>
                  </a:lnTo>
                  <a:lnTo>
                    <a:pt x="53159" y="223722"/>
                  </a:lnTo>
                  <a:lnTo>
                    <a:pt x="52456" y="224081"/>
                  </a:lnTo>
                  <a:lnTo>
                    <a:pt x="51929" y="224531"/>
                  </a:lnTo>
                  <a:lnTo>
                    <a:pt x="51665" y="224980"/>
                  </a:lnTo>
                  <a:lnTo>
                    <a:pt x="51489" y="225609"/>
                  </a:lnTo>
                  <a:lnTo>
                    <a:pt x="51577" y="226238"/>
                  </a:lnTo>
                  <a:lnTo>
                    <a:pt x="51665" y="226867"/>
                  </a:lnTo>
                  <a:lnTo>
                    <a:pt x="51841" y="227675"/>
                  </a:lnTo>
                  <a:lnTo>
                    <a:pt x="51489" y="228304"/>
                  </a:lnTo>
                  <a:lnTo>
                    <a:pt x="51226" y="228754"/>
                  </a:lnTo>
                  <a:lnTo>
                    <a:pt x="50698" y="229203"/>
                  </a:lnTo>
                  <a:lnTo>
                    <a:pt x="49908" y="229832"/>
                  </a:lnTo>
                  <a:lnTo>
                    <a:pt x="48238" y="230640"/>
                  </a:lnTo>
                  <a:lnTo>
                    <a:pt x="47623" y="230910"/>
                  </a:lnTo>
                  <a:lnTo>
                    <a:pt x="46129" y="231629"/>
                  </a:lnTo>
                  <a:lnTo>
                    <a:pt x="45251" y="232078"/>
                  </a:lnTo>
                  <a:lnTo>
                    <a:pt x="44724" y="232347"/>
                  </a:lnTo>
                  <a:lnTo>
                    <a:pt x="44021" y="232527"/>
                  </a:lnTo>
                  <a:lnTo>
                    <a:pt x="42790" y="232797"/>
                  </a:lnTo>
                  <a:lnTo>
                    <a:pt x="41297" y="233785"/>
                  </a:lnTo>
                  <a:lnTo>
                    <a:pt x="41033" y="233605"/>
                  </a:lnTo>
                  <a:lnTo>
                    <a:pt x="36903" y="231629"/>
                  </a:lnTo>
                  <a:lnTo>
                    <a:pt x="34092" y="229293"/>
                  </a:lnTo>
                  <a:lnTo>
                    <a:pt x="31280" y="227675"/>
                  </a:lnTo>
                  <a:lnTo>
                    <a:pt x="27853" y="224800"/>
                  </a:lnTo>
                  <a:lnTo>
                    <a:pt x="25569" y="222644"/>
                  </a:lnTo>
                  <a:lnTo>
                    <a:pt x="22933" y="220398"/>
                  </a:lnTo>
                  <a:lnTo>
                    <a:pt x="21263" y="219050"/>
                  </a:lnTo>
                  <a:lnTo>
                    <a:pt x="19067" y="217343"/>
                  </a:lnTo>
                  <a:lnTo>
                    <a:pt x="17749" y="215815"/>
                  </a:lnTo>
                  <a:lnTo>
                    <a:pt x="15640" y="214647"/>
                  </a:lnTo>
                  <a:lnTo>
                    <a:pt x="13970" y="212940"/>
                  </a:lnTo>
                  <a:lnTo>
                    <a:pt x="12740" y="211772"/>
                  </a:lnTo>
                  <a:lnTo>
                    <a:pt x="10983" y="210604"/>
                  </a:lnTo>
                  <a:lnTo>
                    <a:pt x="9050" y="208627"/>
                  </a:lnTo>
                  <a:lnTo>
                    <a:pt x="6677" y="206920"/>
                  </a:lnTo>
                  <a:lnTo>
                    <a:pt x="4569" y="205932"/>
                  </a:lnTo>
                  <a:lnTo>
                    <a:pt x="1493" y="204315"/>
                  </a:lnTo>
                  <a:lnTo>
                    <a:pt x="702" y="203686"/>
                  </a:lnTo>
                  <a:lnTo>
                    <a:pt x="3251" y="196767"/>
                  </a:lnTo>
                  <a:lnTo>
                    <a:pt x="3953" y="189041"/>
                  </a:lnTo>
                  <a:lnTo>
                    <a:pt x="4656" y="180235"/>
                  </a:lnTo>
                  <a:lnTo>
                    <a:pt x="4393" y="176641"/>
                  </a:lnTo>
                  <a:lnTo>
                    <a:pt x="4217" y="175563"/>
                  </a:lnTo>
                  <a:lnTo>
                    <a:pt x="3690" y="173946"/>
                  </a:lnTo>
                  <a:lnTo>
                    <a:pt x="2899" y="171610"/>
                  </a:lnTo>
                  <a:lnTo>
                    <a:pt x="1933" y="169543"/>
                  </a:lnTo>
                  <a:lnTo>
                    <a:pt x="1845" y="169364"/>
                  </a:lnTo>
                  <a:lnTo>
                    <a:pt x="1581" y="168555"/>
                  </a:lnTo>
                  <a:lnTo>
                    <a:pt x="1405" y="167118"/>
                  </a:lnTo>
                  <a:lnTo>
                    <a:pt x="1405" y="166399"/>
                  </a:lnTo>
                  <a:lnTo>
                    <a:pt x="1669" y="164781"/>
                  </a:lnTo>
                  <a:lnTo>
                    <a:pt x="2723" y="161008"/>
                  </a:lnTo>
                  <a:lnTo>
                    <a:pt x="1493" y="157324"/>
                  </a:lnTo>
                  <a:lnTo>
                    <a:pt x="439" y="152832"/>
                  </a:lnTo>
                  <a:lnTo>
                    <a:pt x="878" y="149148"/>
                  </a:lnTo>
                  <a:lnTo>
                    <a:pt x="1757" y="145464"/>
                  </a:lnTo>
                  <a:lnTo>
                    <a:pt x="1405" y="144566"/>
                  </a:lnTo>
                  <a:lnTo>
                    <a:pt x="1845" y="143218"/>
                  </a:lnTo>
                  <a:lnTo>
                    <a:pt x="0" y="142499"/>
                  </a:lnTo>
                  <a:lnTo>
                    <a:pt x="3602" y="135581"/>
                  </a:lnTo>
                  <a:lnTo>
                    <a:pt x="5096" y="132795"/>
                  </a:lnTo>
                  <a:lnTo>
                    <a:pt x="5535" y="132975"/>
                  </a:lnTo>
                  <a:lnTo>
                    <a:pt x="6326" y="133424"/>
                  </a:lnTo>
                  <a:lnTo>
                    <a:pt x="7556" y="134053"/>
                  </a:lnTo>
                  <a:lnTo>
                    <a:pt x="7732" y="134143"/>
                  </a:lnTo>
                  <a:lnTo>
                    <a:pt x="7820" y="133874"/>
                  </a:lnTo>
                  <a:lnTo>
                    <a:pt x="8610" y="132256"/>
                  </a:lnTo>
                  <a:lnTo>
                    <a:pt x="10456" y="128123"/>
                  </a:lnTo>
                  <a:lnTo>
                    <a:pt x="10631" y="127764"/>
                  </a:lnTo>
                  <a:lnTo>
                    <a:pt x="11949" y="124889"/>
                  </a:lnTo>
                  <a:lnTo>
                    <a:pt x="12916" y="121385"/>
                  </a:lnTo>
                  <a:lnTo>
                    <a:pt x="13355" y="120486"/>
                  </a:lnTo>
                  <a:lnTo>
                    <a:pt x="13707" y="119947"/>
                  </a:lnTo>
                  <a:lnTo>
                    <a:pt x="14937" y="117342"/>
                  </a:lnTo>
                  <a:lnTo>
                    <a:pt x="18627" y="109794"/>
                  </a:lnTo>
                  <a:lnTo>
                    <a:pt x="18803" y="109525"/>
                  </a:lnTo>
                  <a:lnTo>
                    <a:pt x="19067" y="108896"/>
                  </a:lnTo>
                  <a:lnTo>
                    <a:pt x="19330" y="107638"/>
                  </a:lnTo>
                  <a:lnTo>
                    <a:pt x="21000" y="104044"/>
                  </a:lnTo>
                  <a:lnTo>
                    <a:pt x="21175" y="103685"/>
                  </a:lnTo>
                  <a:lnTo>
                    <a:pt x="17221" y="101438"/>
                  </a:lnTo>
                  <a:lnTo>
                    <a:pt x="20648" y="92364"/>
                  </a:lnTo>
                  <a:lnTo>
                    <a:pt x="21703" y="89758"/>
                  </a:lnTo>
                  <a:lnTo>
                    <a:pt x="21790" y="89489"/>
                  </a:lnTo>
                  <a:lnTo>
                    <a:pt x="22230" y="88231"/>
                  </a:lnTo>
                  <a:lnTo>
                    <a:pt x="23811" y="84008"/>
                  </a:lnTo>
                  <a:lnTo>
                    <a:pt x="23899" y="83738"/>
                  </a:lnTo>
                  <a:lnTo>
                    <a:pt x="26359" y="77269"/>
                  </a:lnTo>
                  <a:lnTo>
                    <a:pt x="29610" y="68374"/>
                  </a:lnTo>
                  <a:lnTo>
                    <a:pt x="30226" y="66847"/>
                  </a:lnTo>
                  <a:lnTo>
                    <a:pt x="44548" y="74035"/>
                  </a:lnTo>
                  <a:lnTo>
                    <a:pt x="50611" y="61725"/>
                  </a:lnTo>
                  <a:lnTo>
                    <a:pt x="51138" y="60647"/>
                  </a:lnTo>
                  <a:lnTo>
                    <a:pt x="51489" y="60917"/>
                  </a:lnTo>
                  <a:lnTo>
                    <a:pt x="51753" y="61096"/>
                  </a:lnTo>
                  <a:lnTo>
                    <a:pt x="52631" y="61725"/>
                  </a:lnTo>
                  <a:lnTo>
                    <a:pt x="54037" y="62624"/>
                  </a:lnTo>
                  <a:lnTo>
                    <a:pt x="54916" y="63253"/>
                  </a:lnTo>
                  <a:lnTo>
                    <a:pt x="56322" y="64241"/>
                  </a:lnTo>
                  <a:lnTo>
                    <a:pt x="56673" y="64421"/>
                  </a:lnTo>
                  <a:lnTo>
                    <a:pt x="60364" y="67026"/>
                  </a:lnTo>
                  <a:lnTo>
                    <a:pt x="66602" y="71249"/>
                  </a:lnTo>
                  <a:lnTo>
                    <a:pt x="73719" y="57772"/>
                  </a:lnTo>
                  <a:lnTo>
                    <a:pt x="75740" y="53549"/>
                  </a:lnTo>
                  <a:lnTo>
                    <a:pt x="83209" y="38544"/>
                  </a:lnTo>
                  <a:lnTo>
                    <a:pt x="84878" y="35220"/>
                  </a:lnTo>
                  <a:lnTo>
                    <a:pt x="89975" y="25247"/>
                  </a:lnTo>
                  <a:lnTo>
                    <a:pt x="91996" y="21204"/>
                  </a:lnTo>
                  <a:lnTo>
                    <a:pt x="92259" y="20754"/>
                  </a:lnTo>
                  <a:lnTo>
                    <a:pt x="94456" y="16532"/>
                  </a:lnTo>
                  <a:lnTo>
                    <a:pt x="95950" y="13567"/>
                  </a:lnTo>
                  <a:lnTo>
                    <a:pt x="98674" y="9164"/>
                  </a:lnTo>
                  <a:lnTo>
                    <a:pt x="99025" y="8715"/>
                  </a:lnTo>
                  <a:lnTo>
                    <a:pt x="100870" y="6469"/>
                  </a:lnTo>
                  <a:lnTo>
                    <a:pt x="104561" y="2246"/>
                  </a:lnTo>
                  <a:lnTo>
                    <a:pt x="106142" y="898"/>
                  </a:lnTo>
                  <a:lnTo>
                    <a:pt x="1070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36561" y="1860804"/>
              <a:ext cx="1194983" cy="1585015"/>
            </a:xfrm>
            <a:custGeom>
              <a:avLst/>
              <a:pathLst>
                <a:path w="1194983" h="1585015">
                  <a:moveTo>
                    <a:pt x="798442" y="22012"/>
                  </a:moveTo>
                  <a:lnTo>
                    <a:pt x="803890" y="31716"/>
                  </a:lnTo>
                  <a:lnTo>
                    <a:pt x="809601" y="44564"/>
                  </a:lnTo>
                  <a:lnTo>
                    <a:pt x="812764" y="55526"/>
                  </a:lnTo>
                  <a:lnTo>
                    <a:pt x="813379" y="57682"/>
                  </a:lnTo>
                  <a:lnTo>
                    <a:pt x="819266" y="66667"/>
                  </a:lnTo>
                  <a:lnTo>
                    <a:pt x="827350" y="74664"/>
                  </a:lnTo>
                  <a:lnTo>
                    <a:pt x="833588" y="77089"/>
                  </a:lnTo>
                  <a:lnTo>
                    <a:pt x="842111" y="80504"/>
                  </a:lnTo>
                  <a:lnTo>
                    <a:pt x="861091" y="84816"/>
                  </a:lnTo>
                  <a:lnTo>
                    <a:pt x="862233" y="85086"/>
                  </a:lnTo>
                  <a:lnTo>
                    <a:pt x="881036" y="87512"/>
                  </a:lnTo>
                  <a:lnTo>
                    <a:pt x="893601" y="87692"/>
                  </a:lnTo>
                  <a:lnTo>
                    <a:pt x="896413" y="87781"/>
                  </a:lnTo>
                  <a:lnTo>
                    <a:pt x="909241" y="86074"/>
                  </a:lnTo>
                  <a:lnTo>
                    <a:pt x="924442" y="80504"/>
                  </a:lnTo>
                  <a:lnTo>
                    <a:pt x="943685" y="68823"/>
                  </a:lnTo>
                  <a:lnTo>
                    <a:pt x="958359" y="56963"/>
                  </a:lnTo>
                  <a:lnTo>
                    <a:pt x="971890" y="51393"/>
                  </a:lnTo>
                  <a:lnTo>
                    <a:pt x="984455" y="50135"/>
                  </a:lnTo>
                  <a:lnTo>
                    <a:pt x="1005895" y="46811"/>
                  </a:lnTo>
                  <a:lnTo>
                    <a:pt x="1006334" y="46721"/>
                  </a:lnTo>
                  <a:lnTo>
                    <a:pt x="1016526" y="44025"/>
                  </a:lnTo>
                  <a:lnTo>
                    <a:pt x="1022413" y="42408"/>
                  </a:lnTo>
                  <a:lnTo>
                    <a:pt x="1046401" y="36568"/>
                  </a:lnTo>
                  <a:lnTo>
                    <a:pt x="1052552" y="36658"/>
                  </a:lnTo>
                  <a:lnTo>
                    <a:pt x="1063271" y="36837"/>
                  </a:lnTo>
                  <a:lnTo>
                    <a:pt x="1076803" y="36568"/>
                  </a:lnTo>
                  <a:lnTo>
                    <a:pt x="1094640" y="36029"/>
                  </a:lnTo>
                  <a:lnTo>
                    <a:pt x="1112916" y="36568"/>
                  </a:lnTo>
                  <a:lnTo>
                    <a:pt x="1114585" y="36388"/>
                  </a:lnTo>
                  <a:lnTo>
                    <a:pt x="1119857" y="35759"/>
                  </a:lnTo>
                  <a:lnTo>
                    <a:pt x="1127326" y="34861"/>
                  </a:lnTo>
                  <a:lnTo>
                    <a:pt x="1146305" y="33423"/>
                  </a:lnTo>
                  <a:lnTo>
                    <a:pt x="1163615" y="30368"/>
                  </a:lnTo>
                  <a:lnTo>
                    <a:pt x="1169853" y="29290"/>
                  </a:lnTo>
                  <a:lnTo>
                    <a:pt x="1184791" y="29290"/>
                  </a:lnTo>
                  <a:lnTo>
                    <a:pt x="1191908" y="34861"/>
                  </a:lnTo>
                  <a:lnTo>
                    <a:pt x="1194983" y="43846"/>
                  </a:lnTo>
                  <a:lnTo>
                    <a:pt x="1189272" y="56424"/>
                  </a:lnTo>
                  <a:lnTo>
                    <a:pt x="1179343" y="70081"/>
                  </a:lnTo>
                  <a:lnTo>
                    <a:pt x="1172401" y="85535"/>
                  </a:lnTo>
                  <a:lnTo>
                    <a:pt x="1169590" y="108896"/>
                  </a:lnTo>
                  <a:lnTo>
                    <a:pt x="1171259" y="130010"/>
                  </a:lnTo>
                  <a:lnTo>
                    <a:pt x="1174071" y="147620"/>
                  </a:lnTo>
                  <a:lnTo>
                    <a:pt x="1176268" y="161008"/>
                  </a:lnTo>
                  <a:lnTo>
                    <a:pt x="1173192" y="177809"/>
                  </a:lnTo>
                  <a:lnTo>
                    <a:pt x="1161594" y="192185"/>
                  </a:lnTo>
                  <a:lnTo>
                    <a:pt x="1160100" y="194072"/>
                  </a:lnTo>
                  <a:lnTo>
                    <a:pt x="1150611" y="201799"/>
                  </a:lnTo>
                  <a:lnTo>
                    <a:pt x="1123548" y="218780"/>
                  </a:lnTo>
                  <a:lnTo>
                    <a:pt x="1105535" y="227316"/>
                  </a:lnTo>
                  <a:lnTo>
                    <a:pt x="1090774" y="232887"/>
                  </a:lnTo>
                  <a:lnTo>
                    <a:pt x="1076100" y="237469"/>
                  </a:lnTo>
                  <a:lnTo>
                    <a:pt x="1066171" y="243579"/>
                  </a:lnTo>
                  <a:lnTo>
                    <a:pt x="1057824" y="248700"/>
                  </a:lnTo>
                  <a:lnTo>
                    <a:pt x="1044029" y="255169"/>
                  </a:lnTo>
                  <a:lnTo>
                    <a:pt x="1037614" y="270263"/>
                  </a:lnTo>
                  <a:lnTo>
                    <a:pt x="1032694" y="292366"/>
                  </a:lnTo>
                  <a:lnTo>
                    <a:pt x="1032430" y="306922"/>
                  </a:lnTo>
                  <a:lnTo>
                    <a:pt x="1027949" y="327497"/>
                  </a:lnTo>
                  <a:lnTo>
                    <a:pt x="1020832" y="351037"/>
                  </a:lnTo>
                  <a:lnTo>
                    <a:pt x="1009146" y="376824"/>
                  </a:lnTo>
                  <a:lnTo>
                    <a:pt x="1001853" y="389582"/>
                  </a:lnTo>
                  <a:lnTo>
                    <a:pt x="997284" y="397669"/>
                  </a:lnTo>
                  <a:lnTo>
                    <a:pt x="992275" y="409529"/>
                  </a:lnTo>
                  <a:lnTo>
                    <a:pt x="991836" y="423635"/>
                  </a:lnTo>
                  <a:lnTo>
                    <a:pt x="992012" y="424713"/>
                  </a:lnTo>
                  <a:lnTo>
                    <a:pt x="993945" y="437741"/>
                  </a:lnTo>
                  <a:lnTo>
                    <a:pt x="994208" y="439628"/>
                  </a:lnTo>
                  <a:lnTo>
                    <a:pt x="1000359" y="452476"/>
                  </a:lnTo>
                  <a:lnTo>
                    <a:pt x="1004928" y="467031"/>
                  </a:lnTo>
                  <a:lnTo>
                    <a:pt x="1002028" y="480149"/>
                  </a:lnTo>
                  <a:lnTo>
                    <a:pt x="997987" y="492638"/>
                  </a:lnTo>
                  <a:lnTo>
                    <a:pt x="997284" y="494705"/>
                  </a:lnTo>
                  <a:lnTo>
                    <a:pt x="993593" y="500455"/>
                  </a:lnTo>
                  <a:lnTo>
                    <a:pt x="989463" y="506834"/>
                  </a:lnTo>
                  <a:lnTo>
                    <a:pt x="988321" y="515819"/>
                  </a:lnTo>
                  <a:lnTo>
                    <a:pt x="989903" y="528218"/>
                  </a:lnTo>
                  <a:lnTo>
                    <a:pt x="995614" y="538191"/>
                  </a:lnTo>
                  <a:lnTo>
                    <a:pt x="1012748" y="554184"/>
                  </a:lnTo>
                  <a:lnTo>
                    <a:pt x="1018196" y="563619"/>
                  </a:lnTo>
                  <a:lnTo>
                    <a:pt x="1020568" y="576018"/>
                  </a:lnTo>
                  <a:lnTo>
                    <a:pt x="1021535" y="585991"/>
                  </a:lnTo>
                  <a:lnTo>
                    <a:pt x="1019690" y="591382"/>
                  </a:lnTo>
                  <a:lnTo>
                    <a:pt x="1018459" y="595245"/>
                  </a:lnTo>
                  <a:lnTo>
                    <a:pt x="1010112" y="604410"/>
                  </a:lnTo>
                  <a:lnTo>
                    <a:pt x="1001325" y="611687"/>
                  </a:lnTo>
                  <a:lnTo>
                    <a:pt x="986388" y="622649"/>
                  </a:lnTo>
                  <a:lnTo>
                    <a:pt x="963104" y="632532"/>
                  </a:lnTo>
                  <a:lnTo>
                    <a:pt x="937271" y="641787"/>
                  </a:lnTo>
                  <a:lnTo>
                    <a:pt x="916095" y="652928"/>
                  </a:lnTo>
                  <a:lnTo>
                    <a:pt x="908539" y="658049"/>
                  </a:lnTo>
                  <a:lnTo>
                    <a:pt x="899752" y="668741"/>
                  </a:lnTo>
                  <a:lnTo>
                    <a:pt x="896149" y="675749"/>
                  </a:lnTo>
                  <a:lnTo>
                    <a:pt x="893601" y="680871"/>
                  </a:lnTo>
                  <a:lnTo>
                    <a:pt x="892195" y="691563"/>
                  </a:lnTo>
                  <a:lnTo>
                    <a:pt x="892283" y="694707"/>
                  </a:lnTo>
                  <a:lnTo>
                    <a:pt x="892635" y="704411"/>
                  </a:lnTo>
                  <a:lnTo>
                    <a:pt x="889120" y="716990"/>
                  </a:lnTo>
                  <a:lnTo>
                    <a:pt x="882882" y="725256"/>
                  </a:lnTo>
                  <a:lnTo>
                    <a:pt x="874798" y="730467"/>
                  </a:lnTo>
                  <a:lnTo>
                    <a:pt x="868999" y="740620"/>
                  </a:lnTo>
                  <a:lnTo>
                    <a:pt x="865835" y="753109"/>
                  </a:lnTo>
                  <a:lnTo>
                    <a:pt x="855643" y="763621"/>
                  </a:lnTo>
                  <a:lnTo>
                    <a:pt x="843517" y="769102"/>
                  </a:lnTo>
                  <a:lnTo>
                    <a:pt x="837630" y="771707"/>
                  </a:lnTo>
                  <a:lnTo>
                    <a:pt x="824187" y="779165"/>
                  </a:lnTo>
                  <a:lnTo>
                    <a:pt x="816015" y="785724"/>
                  </a:lnTo>
                  <a:lnTo>
                    <a:pt x="815136" y="787611"/>
                  </a:lnTo>
                  <a:lnTo>
                    <a:pt x="812237" y="793451"/>
                  </a:lnTo>
                  <a:lnTo>
                    <a:pt x="808546" y="801088"/>
                  </a:lnTo>
                  <a:lnTo>
                    <a:pt x="801254" y="812409"/>
                  </a:lnTo>
                  <a:lnTo>
                    <a:pt x="791061" y="821034"/>
                  </a:lnTo>
                  <a:lnTo>
                    <a:pt x="775597" y="826156"/>
                  </a:lnTo>
                  <a:lnTo>
                    <a:pt x="758287" y="828761"/>
                  </a:lnTo>
                  <a:lnTo>
                    <a:pt x="744404" y="822921"/>
                  </a:lnTo>
                  <a:lnTo>
                    <a:pt x="727621" y="819866"/>
                  </a:lnTo>
                  <a:lnTo>
                    <a:pt x="718044" y="824089"/>
                  </a:lnTo>
                  <a:lnTo>
                    <a:pt x="713475" y="829749"/>
                  </a:lnTo>
                  <a:lnTo>
                    <a:pt x="709609" y="834511"/>
                  </a:lnTo>
                  <a:lnTo>
                    <a:pt x="710751" y="850325"/>
                  </a:lnTo>
                  <a:lnTo>
                    <a:pt x="708730" y="871709"/>
                  </a:lnTo>
                  <a:lnTo>
                    <a:pt x="706182" y="897046"/>
                  </a:lnTo>
                  <a:lnTo>
                    <a:pt x="703722" y="913668"/>
                  </a:lnTo>
                  <a:lnTo>
                    <a:pt x="680349" y="975484"/>
                  </a:lnTo>
                  <a:lnTo>
                    <a:pt x="672793" y="990039"/>
                  </a:lnTo>
                  <a:lnTo>
                    <a:pt x="669542" y="996239"/>
                  </a:lnTo>
                  <a:lnTo>
                    <a:pt x="650475" y="1022025"/>
                  </a:lnTo>
                  <a:lnTo>
                    <a:pt x="643182" y="1034244"/>
                  </a:lnTo>
                  <a:lnTo>
                    <a:pt x="641512" y="1037838"/>
                  </a:lnTo>
                  <a:lnTo>
                    <a:pt x="630441" y="1061738"/>
                  </a:lnTo>
                  <a:lnTo>
                    <a:pt x="614362" y="1086087"/>
                  </a:lnTo>
                  <a:lnTo>
                    <a:pt x="602324" y="1104506"/>
                  </a:lnTo>
                  <a:lnTo>
                    <a:pt x="597140" y="1115018"/>
                  </a:lnTo>
                  <a:lnTo>
                    <a:pt x="595119" y="1121847"/>
                  </a:lnTo>
                  <a:lnTo>
                    <a:pt x="590198" y="1126788"/>
                  </a:lnTo>
                  <a:lnTo>
                    <a:pt x="591165" y="1135144"/>
                  </a:lnTo>
                  <a:lnTo>
                    <a:pt x="589671" y="1140355"/>
                  </a:lnTo>
                  <a:lnTo>
                    <a:pt x="576315" y="1151766"/>
                  </a:lnTo>
                  <a:lnTo>
                    <a:pt x="570956" y="1166052"/>
                  </a:lnTo>
                  <a:lnTo>
                    <a:pt x="566387" y="1172162"/>
                  </a:lnTo>
                  <a:lnTo>
                    <a:pt x="561905" y="1182944"/>
                  </a:lnTo>
                  <a:lnTo>
                    <a:pt x="551098" y="1192378"/>
                  </a:lnTo>
                  <a:lnTo>
                    <a:pt x="540642" y="1204507"/>
                  </a:lnTo>
                  <a:lnTo>
                    <a:pt x="537479" y="1219152"/>
                  </a:lnTo>
                  <a:lnTo>
                    <a:pt x="538357" y="1232540"/>
                  </a:lnTo>
                  <a:lnTo>
                    <a:pt x="538621" y="1237302"/>
                  </a:lnTo>
                  <a:lnTo>
                    <a:pt x="538445" y="1242603"/>
                  </a:lnTo>
                  <a:lnTo>
                    <a:pt x="542663" y="1254732"/>
                  </a:lnTo>
                  <a:lnTo>
                    <a:pt x="558127" y="1288515"/>
                  </a:lnTo>
                  <a:lnTo>
                    <a:pt x="568408" y="1293547"/>
                  </a:lnTo>
                  <a:lnTo>
                    <a:pt x="579127" y="1296781"/>
                  </a:lnTo>
                  <a:lnTo>
                    <a:pt x="594328" y="1303790"/>
                  </a:lnTo>
                  <a:lnTo>
                    <a:pt x="608123" y="1306485"/>
                  </a:lnTo>
                  <a:lnTo>
                    <a:pt x="609529" y="1306755"/>
                  </a:lnTo>
                  <a:lnTo>
                    <a:pt x="613659" y="1309360"/>
                  </a:lnTo>
                  <a:lnTo>
                    <a:pt x="618052" y="1309360"/>
                  </a:lnTo>
                  <a:lnTo>
                    <a:pt x="622533" y="1309360"/>
                  </a:lnTo>
                  <a:lnTo>
                    <a:pt x="625521" y="1314032"/>
                  </a:lnTo>
                  <a:lnTo>
                    <a:pt x="626663" y="1317806"/>
                  </a:lnTo>
                  <a:lnTo>
                    <a:pt x="628420" y="1320681"/>
                  </a:lnTo>
                  <a:lnTo>
                    <a:pt x="632814" y="1322748"/>
                  </a:lnTo>
                  <a:lnTo>
                    <a:pt x="634483" y="1327869"/>
                  </a:lnTo>
                  <a:lnTo>
                    <a:pt x="636416" y="1330834"/>
                  </a:lnTo>
                  <a:lnTo>
                    <a:pt x="639579" y="1332631"/>
                  </a:lnTo>
                  <a:lnTo>
                    <a:pt x="643533" y="1333440"/>
                  </a:lnTo>
                  <a:lnTo>
                    <a:pt x="646609" y="1334877"/>
                  </a:lnTo>
                  <a:lnTo>
                    <a:pt x="651178" y="1336944"/>
                  </a:lnTo>
                  <a:lnTo>
                    <a:pt x="656098" y="1338202"/>
                  </a:lnTo>
                  <a:lnTo>
                    <a:pt x="659349" y="1341706"/>
                  </a:lnTo>
                  <a:lnTo>
                    <a:pt x="661370" y="1345749"/>
                  </a:lnTo>
                  <a:lnTo>
                    <a:pt x="662776" y="1349702"/>
                  </a:lnTo>
                  <a:lnTo>
                    <a:pt x="664446" y="1353476"/>
                  </a:lnTo>
                  <a:lnTo>
                    <a:pt x="666115" y="1356441"/>
                  </a:lnTo>
                  <a:lnTo>
                    <a:pt x="671123" y="1359496"/>
                  </a:lnTo>
                  <a:lnTo>
                    <a:pt x="675780" y="1364976"/>
                  </a:lnTo>
                  <a:lnTo>
                    <a:pt x="677625" y="1371356"/>
                  </a:lnTo>
                  <a:lnTo>
                    <a:pt x="674726" y="1375938"/>
                  </a:lnTo>
                  <a:lnTo>
                    <a:pt x="673144" y="1376836"/>
                  </a:lnTo>
                  <a:lnTo>
                    <a:pt x="673232" y="1378903"/>
                  </a:lnTo>
                  <a:lnTo>
                    <a:pt x="672090" y="1381419"/>
                  </a:lnTo>
                  <a:lnTo>
                    <a:pt x="671563" y="1384294"/>
                  </a:lnTo>
                  <a:lnTo>
                    <a:pt x="672881" y="1387528"/>
                  </a:lnTo>
                  <a:lnTo>
                    <a:pt x="674726" y="1388966"/>
                  </a:lnTo>
                  <a:lnTo>
                    <a:pt x="677274" y="1390403"/>
                  </a:lnTo>
                  <a:lnTo>
                    <a:pt x="679646" y="1390583"/>
                  </a:lnTo>
                  <a:lnTo>
                    <a:pt x="681228" y="1390943"/>
                  </a:lnTo>
                  <a:lnTo>
                    <a:pt x="685358" y="1401185"/>
                  </a:lnTo>
                  <a:lnTo>
                    <a:pt x="685973" y="1402892"/>
                  </a:lnTo>
                  <a:lnTo>
                    <a:pt x="686500" y="1404240"/>
                  </a:lnTo>
                  <a:lnTo>
                    <a:pt x="686676" y="1404330"/>
                  </a:lnTo>
                  <a:lnTo>
                    <a:pt x="689224" y="1405049"/>
                  </a:lnTo>
                  <a:lnTo>
                    <a:pt x="691772" y="1404869"/>
                  </a:lnTo>
                  <a:lnTo>
                    <a:pt x="691421" y="1409451"/>
                  </a:lnTo>
                  <a:lnTo>
                    <a:pt x="691333" y="1411248"/>
                  </a:lnTo>
                  <a:lnTo>
                    <a:pt x="691860" y="1414123"/>
                  </a:lnTo>
                  <a:lnTo>
                    <a:pt x="692387" y="1417088"/>
                  </a:lnTo>
                  <a:lnTo>
                    <a:pt x="693090" y="1417717"/>
                  </a:lnTo>
                  <a:lnTo>
                    <a:pt x="692826" y="1421761"/>
                  </a:lnTo>
                  <a:lnTo>
                    <a:pt x="690805" y="1430476"/>
                  </a:lnTo>
                  <a:lnTo>
                    <a:pt x="688082" y="1437125"/>
                  </a:lnTo>
                  <a:lnTo>
                    <a:pt x="690015" y="1442516"/>
                  </a:lnTo>
                  <a:lnTo>
                    <a:pt x="679646" y="1446649"/>
                  </a:lnTo>
                  <a:lnTo>
                    <a:pt x="673408" y="1449254"/>
                  </a:lnTo>
                  <a:lnTo>
                    <a:pt x="639491" y="1462821"/>
                  </a:lnTo>
                  <a:lnTo>
                    <a:pt x="631935" y="1465247"/>
                  </a:lnTo>
                  <a:lnTo>
                    <a:pt x="591868" y="1477826"/>
                  </a:lnTo>
                  <a:lnTo>
                    <a:pt x="572801" y="1484924"/>
                  </a:lnTo>
                  <a:lnTo>
                    <a:pt x="570604" y="1485373"/>
                  </a:lnTo>
                  <a:lnTo>
                    <a:pt x="550307" y="1489327"/>
                  </a:lnTo>
                  <a:lnTo>
                    <a:pt x="546617" y="1488698"/>
                  </a:lnTo>
                  <a:lnTo>
                    <a:pt x="534403" y="1487979"/>
                  </a:lnTo>
                  <a:lnTo>
                    <a:pt x="526232" y="1485912"/>
                  </a:lnTo>
                  <a:lnTo>
                    <a:pt x="520960" y="1486092"/>
                  </a:lnTo>
                  <a:lnTo>
                    <a:pt x="517533" y="1487080"/>
                  </a:lnTo>
                  <a:lnTo>
                    <a:pt x="511997" y="1487260"/>
                  </a:lnTo>
                  <a:lnTo>
                    <a:pt x="508131" y="1485283"/>
                  </a:lnTo>
                  <a:lnTo>
                    <a:pt x="504880" y="1484565"/>
                  </a:lnTo>
                  <a:lnTo>
                    <a:pt x="499872" y="1484475"/>
                  </a:lnTo>
                  <a:lnTo>
                    <a:pt x="496796" y="1484834"/>
                  </a:lnTo>
                  <a:lnTo>
                    <a:pt x="493106" y="1484924"/>
                  </a:lnTo>
                  <a:lnTo>
                    <a:pt x="491876" y="1485014"/>
                  </a:lnTo>
                  <a:lnTo>
                    <a:pt x="488537" y="1486901"/>
                  </a:lnTo>
                  <a:lnTo>
                    <a:pt x="486955" y="1487080"/>
                  </a:lnTo>
                  <a:lnTo>
                    <a:pt x="476851" y="1485283"/>
                  </a:lnTo>
                  <a:lnTo>
                    <a:pt x="471754" y="1484475"/>
                  </a:lnTo>
                  <a:lnTo>
                    <a:pt x="468855" y="1483936"/>
                  </a:lnTo>
                  <a:lnTo>
                    <a:pt x="461123" y="1482498"/>
                  </a:lnTo>
                  <a:lnTo>
                    <a:pt x="459277" y="1482229"/>
                  </a:lnTo>
                  <a:lnTo>
                    <a:pt x="452687" y="1481510"/>
                  </a:lnTo>
                  <a:lnTo>
                    <a:pt x="450051" y="1481150"/>
                  </a:lnTo>
                  <a:lnTo>
                    <a:pt x="446185" y="1479713"/>
                  </a:lnTo>
                  <a:lnTo>
                    <a:pt x="445307" y="1479443"/>
                  </a:lnTo>
                  <a:lnTo>
                    <a:pt x="443549" y="1479174"/>
                  </a:lnTo>
                  <a:lnTo>
                    <a:pt x="441528" y="1478994"/>
                  </a:lnTo>
                  <a:lnTo>
                    <a:pt x="437223" y="1478994"/>
                  </a:lnTo>
                  <a:lnTo>
                    <a:pt x="429491" y="1480342"/>
                  </a:lnTo>
                  <a:lnTo>
                    <a:pt x="422725" y="1482408"/>
                  </a:lnTo>
                  <a:lnTo>
                    <a:pt x="418771" y="1482857"/>
                  </a:lnTo>
                  <a:lnTo>
                    <a:pt x="412620" y="1484295"/>
                  </a:lnTo>
                  <a:lnTo>
                    <a:pt x="400231" y="1485373"/>
                  </a:lnTo>
                  <a:lnTo>
                    <a:pt x="391444" y="1487080"/>
                  </a:lnTo>
                  <a:lnTo>
                    <a:pt x="389775" y="1487889"/>
                  </a:lnTo>
                  <a:lnTo>
                    <a:pt x="376947" y="1489776"/>
                  </a:lnTo>
                  <a:lnTo>
                    <a:pt x="368423" y="1491483"/>
                  </a:lnTo>
                  <a:lnTo>
                    <a:pt x="348038" y="1491573"/>
                  </a:lnTo>
                  <a:lnTo>
                    <a:pt x="346018" y="1491483"/>
                  </a:lnTo>
                  <a:lnTo>
                    <a:pt x="342151" y="1490854"/>
                  </a:lnTo>
                  <a:lnTo>
                    <a:pt x="338812" y="1490944"/>
                  </a:lnTo>
                  <a:lnTo>
                    <a:pt x="330553" y="1492651"/>
                  </a:lnTo>
                  <a:lnTo>
                    <a:pt x="324051" y="1493370"/>
                  </a:lnTo>
                  <a:lnTo>
                    <a:pt x="320009" y="1493460"/>
                  </a:lnTo>
                  <a:lnTo>
                    <a:pt x="314913" y="1493010"/>
                  </a:lnTo>
                  <a:lnTo>
                    <a:pt x="313946" y="1493010"/>
                  </a:lnTo>
                  <a:lnTo>
                    <a:pt x="312013" y="1493100"/>
                  </a:lnTo>
                  <a:lnTo>
                    <a:pt x="307268" y="1492561"/>
                  </a:lnTo>
                  <a:lnTo>
                    <a:pt x="307005" y="1492561"/>
                  </a:lnTo>
                  <a:lnTo>
                    <a:pt x="300591" y="1494358"/>
                  </a:lnTo>
                  <a:lnTo>
                    <a:pt x="297779" y="1494897"/>
                  </a:lnTo>
                  <a:lnTo>
                    <a:pt x="294352" y="1495436"/>
                  </a:lnTo>
                  <a:lnTo>
                    <a:pt x="291365" y="1495975"/>
                  </a:lnTo>
                  <a:lnTo>
                    <a:pt x="284335" y="1498401"/>
                  </a:lnTo>
                  <a:lnTo>
                    <a:pt x="280469" y="1499210"/>
                  </a:lnTo>
                  <a:lnTo>
                    <a:pt x="275900" y="1499479"/>
                  </a:lnTo>
                  <a:lnTo>
                    <a:pt x="273176" y="1499659"/>
                  </a:lnTo>
                  <a:lnTo>
                    <a:pt x="262281" y="1503163"/>
                  </a:lnTo>
                  <a:lnTo>
                    <a:pt x="253494" y="1505949"/>
                  </a:lnTo>
                  <a:lnTo>
                    <a:pt x="251561" y="1507206"/>
                  </a:lnTo>
                  <a:lnTo>
                    <a:pt x="245147" y="1510710"/>
                  </a:lnTo>
                  <a:lnTo>
                    <a:pt x="239523" y="1513226"/>
                  </a:lnTo>
                  <a:lnTo>
                    <a:pt x="235306" y="1515203"/>
                  </a:lnTo>
                  <a:lnTo>
                    <a:pt x="226783" y="1516461"/>
                  </a:lnTo>
                  <a:lnTo>
                    <a:pt x="219051" y="1517719"/>
                  </a:lnTo>
                  <a:lnTo>
                    <a:pt x="217469" y="1517988"/>
                  </a:lnTo>
                  <a:lnTo>
                    <a:pt x="215184" y="1518078"/>
                  </a:lnTo>
                  <a:lnTo>
                    <a:pt x="206398" y="1519605"/>
                  </a:lnTo>
                  <a:lnTo>
                    <a:pt x="202707" y="1520953"/>
                  </a:lnTo>
                  <a:lnTo>
                    <a:pt x="193657" y="1522750"/>
                  </a:lnTo>
                  <a:lnTo>
                    <a:pt x="186452" y="1524727"/>
                  </a:lnTo>
                  <a:lnTo>
                    <a:pt x="185222" y="1525356"/>
                  </a:lnTo>
                  <a:lnTo>
                    <a:pt x="184695" y="1525535"/>
                  </a:lnTo>
                  <a:lnTo>
                    <a:pt x="176875" y="1530567"/>
                  </a:lnTo>
                  <a:lnTo>
                    <a:pt x="174502" y="1533622"/>
                  </a:lnTo>
                  <a:lnTo>
                    <a:pt x="166594" y="1550064"/>
                  </a:lnTo>
                  <a:lnTo>
                    <a:pt x="164661" y="1559498"/>
                  </a:lnTo>
                  <a:lnTo>
                    <a:pt x="164222" y="1561565"/>
                  </a:lnTo>
                  <a:lnTo>
                    <a:pt x="163431" y="1564709"/>
                  </a:lnTo>
                  <a:lnTo>
                    <a:pt x="161674" y="1575761"/>
                  </a:lnTo>
                  <a:lnTo>
                    <a:pt x="158774" y="1585015"/>
                  </a:lnTo>
                  <a:lnTo>
                    <a:pt x="150778" y="1583667"/>
                  </a:lnTo>
                  <a:lnTo>
                    <a:pt x="149548" y="1583937"/>
                  </a:lnTo>
                  <a:lnTo>
                    <a:pt x="149372" y="1582140"/>
                  </a:lnTo>
                  <a:lnTo>
                    <a:pt x="148670" y="1582230"/>
                  </a:lnTo>
                  <a:lnTo>
                    <a:pt x="146736" y="1581421"/>
                  </a:lnTo>
                  <a:lnTo>
                    <a:pt x="146473" y="1581870"/>
                  </a:lnTo>
                  <a:lnTo>
                    <a:pt x="144803" y="1581062"/>
                  </a:lnTo>
                  <a:lnTo>
                    <a:pt x="144540" y="1581601"/>
                  </a:lnTo>
                  <a:lnTo>
                    <a:pt x="144100" y="1581331"/>
                  </a:lnTo>
                  <a:lnTo>
                    <a:pt x="143837" y="1581960"/>
                  </a:lnTo>
                  <a:lnTo>
                    <a:pt x="142167" y="1581152"/>
                  </a:lnTo>
                  <a:lnTo>
                    <a:pt x="141992" y="1581331"/>
                  </a:lnTo>
                  <a:lnTo>
                    <a:pt x="140762" y="1580523"/>
                  </a:lnTo>
                  <a:lnTo>
                    <a:pt x="140322" y="1580792"/>
                  </a:lnTo>
                  <a:lnTo>
                    <a:pt x="139531" y="1580343"/>
                  </a:lnTo>
                  <a:lnTo>
                    <a:pt x="139619" y="1579894"/>
                  </a:lnTo>
                  <a:lnTo>
                    <a:pt x="138477" y="1579804"/>
                  </a:lnTo>
                  <a:lnTo>
                    <a:pt x="138389" y="1579355"/>
                  </a:lnTo>
                  <a:lnTo>
                    <a:pt x="138213" y="1578995"/>
                  </a:lnTo>
                  <a:lnTo>
                    <a:pt x="136632" y="1578276"/>
                  </a:lnTo>
                  <a:lnTo>
                    <a:pt x="135929" y="1578276"/>
                  </a:lnTo>
                  <a:lnTo>
                    <a:pt x="133381" y="1577108"/>
                  </a:lnTo>
                  <a:lnTo>
                    <a:pt x="132238" y="1576210"/>
                  </a:lnTo>
                  <a:lnTo>
                    <a:pt x="129778" y="1575940"/>
                  </a:lnTo>
                  <a:lnTo>
                    <a:pt x="128724" y="1575401"/>
                  </a:lnTo>
                  <a:lnTo>
                    <a:pt x="127230" y="1575042"/>
                  </a:lnTo>
                  <a:lnTo>
                    <a:pt x="125121" y="1574952"/>
                  </a:lnTo>
                  <a:lnTo>
                    <a:pt x="123452" y="1574683"/>
                  </a:lnTo>
                  <a:lnTo>
                    <a:pt x="122925" y="1574143"/>
                  </a:lnTo>
                  <a:lnTo>
                    <a:pt x="121607" y="1573425"/>
                  </a:lnTo>
                  <a:lnTo>
                    <a:pt x="120289" y="1572796"/>
                  </a:lnTo>
                  <a:lnTo>
                    <a:pt x="118795" y="1572077"/>
                  </a:lnTo>
                  <a:lnTo>
                    <a:pt x="117477" y="1571448"/>
                  </a:lnTo>
                  <a:lnTo>
                    <a:pt x="116247" y="1570100"/>
                  </a:lnTo>
                  <a:lnTo>
                    <a:pt x="115017" y="1568393"/>
                  </a:lnTo>
                  <a:lnTo>
                    <a:pt x="115192" y="1565608"/>
                  </a:lnTo>
                  <a:lnTo>
                    <a:pt x="115632" y="1563002"/>
                  </a:lnTo>
                  <a:lnTo>
                    <a:pt x="116686" y="1559139"/>
                  </a:lnTo>
                  <a:lnTo>
                    <a:pt x="115632" y="1557252"/>
                  </a:lnTo>
                  <a:lnTo>
                    <a:pt x="110711" y="1552490"/>
                  </a:lnTo>
                  <a:lnTo>
                    <a:pt x="108427" y="1548896"/>
                  </a:lnTo>
                  <a:lnTo>
                    <a:pt x="105879" y="1543954"/>
                  </a:lnTo>
                  <a:lnTo>
                    <a:pt x="104297" y="1540271"/>
                  </a:lnTo>
                  <a:lnTo>
                    <a:pt x="103243" y="1538294"/>
                  </a:lnTo>
                  <a:lnTo>
                    <a:pt x="101925" y="1536587"/>
                  </a:lnTo>
                  <a:lnTo>
                    <a:pt x="100958" y="1533532"/>
                  </a:lnTo>
                  <a:lnTo>
                    <a:pt x="99904" y="1530477"/>
                  </a:lnTo>
                  <a:lnTo>
                    <a:pt x="98410" y="1529040"/>
                  </a:lnTo>
                  <a:lnTo>
                    <a:pt x="97268" y="1527961"/>
                  </a:lnTo>
                  <a:lnTo>
                    <a:pt x="96477" y="1527063"/>
                  </a:lnTo>
                  <a:lnTo>
                    <a:pt x="95335" y="1524367"/>
                  </a:lnTo>
                  <a:lnTo>
                    <a:pt x="93841" y="1523110"/>
                  </a:lnTo>
                  <a:lnTo>
                    <a:pt x="93402" y="1522840"/>
                  </a:lnTo>
                  <a:lnTo>
                    <a:pt x="90414" y="1520953"/>
                  </a:lnTo>
                  <a:lnTo>
                    <a:pt x="89623" y="1520863"/>
                  </a:lnTo>
                  <a:lnTo>
                    <a:pt x="88569" y="1518527"/>
                  </a:lnTo>
                  <a:lnTo>
                    <a:pt x="86812" y="1515832"/>
                  </a:lnTo>
                  <a:lnTo>
                    <a:pt x="85054" y="1514304"/>
                  </a:lnTo>
                  <a:lnTo>
                    <a:pt x="83121" y="1511879"/>
                  </a:lnTo>
                  <a:lnTo>
                    <a:pt x="81012" y="1508644"/>
                  </a:lnTo>
                  <a:lnTo>
                    <a:pt x="78991" y="1506128"/>
                  </a:lnTo>
                  <a:lnTo>
                    <a:pt x="77673" y="1504601"/>
                  </a:lnTo>
                  <a:lnTo>
                    <a:pt x="76443" y="1503433"/>
                  </a:lnTo>
                  <a:lnTo>
                    <a:pt x="75565" y="1502355"/>
                  </a:lnTo>
                  <a:lnTo>
                    <a:pt x="75389" y="1500737"/>
                  </a:lnTo>
                  <a:lnTo>
                    <a:pt x="75301" y="1499839"/>
                  </a:lnTo>
                  <a:lnTo>
                    <a:pt x="74686" y="1498851"/>
                  </a:lnTo>
                  <a:lnTo>
                    <a:pt x="74422" y="1497952"/>
                  </a:lnTo>
                  <a:lnTo>
                    <a:pt x="75740" y="1493999"/>
                  </a:lnTo>
                  <a:lnTo>
                    <a:pt x="76883" y="1492381"/>
                  </a:lnTo>
                  <a:lnTo>
                    <a:pt x="76795" y="1491213"/>
                  </a:lnTo>
                  <a:lnTo>
                    <a:pt x="77058" y="1491124"/>
                  </a:lnTo>
                  <a:lnTo>
                    <a:pt x="78288" y="1490405"/>
                  </a:lnTo>
                  <a:lnTo>
                    <a:pt x="78288" y="1489327"/>
                  </a:lnTo>
                  <a:lnTo>
                    <a:pt x="77937" y="1488787"/>
                  </a:lnTo>
                  <a:lnTo>
                    <a:pt x="77673" y="1487530"/>
                  </a:lnTo>
                  <a:lnTo>
                    <a:pt x="77146" y="1487080"/>
                  </a:lnTo>
                  <a:lnTo>
                    <a:pt x="77146" y="1485104"/>
                  </a:lnTo>
                  <a:lnTo>
                    <a:pt x="77673" y="1484834"/>
                  </a:lnTo>
                  <a:lnTo>
                    <a:pt x="77586" y="1483037"/>
                  </a:lnTo>
                  <a:lnTo>
                    <a:pt x="77761" y="1480342"/>
                  </a:lnTo>
                  <a:lnTo>
                    <a:pt x="77410" y="1478814"/>
                  </a:lnTo>
                  <a:lnTo>
                    <a:pt x="77849" y="1478635"/>
                  </a:lnTo>
                  <a:lnTo>
                    <a:pt x="78025" y="1475939"/>
                  </a:lnTo>
                  <a:lnTo>
                    <a:pt x="82330" y="1474052"/>
                  </a:lnTo>
                  <a:lnTo>
                    <a:pt x="83297" y="1473603"/>
                  </a:lnTo>
                  <a:lnTo>
                    <a:pt x="86372" y="1472076"/>
                  </a:lnTo>
                  <a:lnTo>
                    <a:pt x="90853" y="1465247"/>
                  </a:lnTo>
                  <a:lnTo>
                    <a:pt x="95071" y="1461384"/>
                  </a:lnTo>
                  <a:lnTo>
                    <a:pt x="95159" y="1451860"/>
                  </a:lnTo>
                  <a:lnTo>
                    <a:pt x="98058" y="1446559"/>
                  </a:lnTo>
                  <a:lnTo>
                    <a:pt x="100694" y="1440539"/>
                  </a:lnTo>
                  <a:lnTo>
                    <a:pt x="100519" y="1436406"/>
                  </a:lnTo>
                  <a:lnTo>
                    <a:pt x="98234" y="1431195"/>
                  </a:lnTo>
                  <a:lnTo>
                    <a:pt x="95510" y="1428859"/>
                  </a:lnTo>
                  <a:lnTo>
                    <a:pt x="93753" y="1424186"/>
                  </a:lnTo>
                  <a:lnTo>
                    <a:pt x="90941" y="1419335"/>
                  </a:lnTo>
                  <a:lnTo>
                    <a:pt x="91820" y="1412147"/>
                  </a:lnTo>
                  <a:lnTo>
                    <a:pt x="93050" y="1403252"/>
                  </a:lnTo>
                  <a:lnTo>
                    <a:pt x="94895" y="1396873"/>
                  </a:lnTo>
                  <a:lnTo>
                    <a:pt x="94544" y="1390314"/>
                  </a:lnTo>
                  <a:lnTo>
                    <a:pt x="90941" y="1386001"/>
                  </a:lnTo>
                  <a:lnTo>
                    <a:pt x="87778" y="1381958"/>
                  </a:lnTo>
                  <a:lnTo>
                    <a:pt x="85494" y="1380340"/>
                  </a:lnTo>
                  <a:lnTo>
                    <a:pt x="83385" y="1378903"/>
                  </a:lnTo>
                  <a:lnTo>
                    <a:pt x="79958" y="1373153"/>
                  </a:lnTo>
                  <a:lnTo>
                    <a:pt x="75653" y="1367133"/>
                  </a:lnTo>
                  <a:lnTo>
                    <a:pt x="74774" y="1355812"/>
                  </a:lnTo>
                  <a:lnTo>
                    <a:pt x="76619" y="1351679"/>
                  </a:lnTo>
                  <a:lnTo>
                    <a:pt x="76707" y="1346288"/>
                  </a:lnTo>
                  <a:lnTo>
                    <a:pt x="76268" y="1341796"/>
                  </a:lnTo>
                  <a:lnTo>
                    <a:pt x="73280" y="1337303"/>
                  </a:lnTo>
                  <a:lnTo>
                    <a:pt x="68447" y="1335326"/>
                  </a:lnTo>
                  <a:lnTo>
                    <a:pt x="62736" y="1334248"/>
                  </a:lnTo>
                  <a:lnTo>
                    <a:pt x="58343" y="1333440"/>
                  </a:lnTo>
                  <a:lnTo>
                    <a:pt x="55092" y="1331463"/>
                  </a:lnTo>
                  <a:lnTo>
                    <a:pt x="49117" y="1331014"/>
                  </a:lnTo>
                  <a:lnTo>
                    <a:pt x="48941" y="1329576"/>
                  </a:lnTo>
                  <a:lnTo>
                    <a:pt x="47447" y="1315021"/>
                  </a:lnTo>
                  <a:lnTo>
                    <a:pt x="47447" y="1308731"/>
                  </a:lnTo>
                  <a:lnTo>
                    <a:pt x="47447" y="1306844"/>
                  </a:lnTo>
                  <a:lnTo>
                    <a:pt x="46920" y="1301813"/>
                  </a:lnTo>
                  <a:lnTo>
                    <a:pt x="44460" y="1298039"/>
                  </a:lnTo>
                  <a:lnTo>
                    <a:pt x="40682" y="1297500"/>
                  </a:lnTo>
                  <a:lnTo>
                    <a:pt x="34355" y="1290402"/>
                  </a:lnTo>
                  <a:lnTo>
                    <a:pt x="27941" y="1278183"/>
                  </a:lnTo>
                  <a:lnTo>
                    <a:pt x="22669" y="1272253"/>
                  </a:lnTo>
                  <a:lnTo>
                    <a:pt x="21615" y="1267311"/>
                  </a:lnTo>
                  <a:lnTo>
                    <a:pt x="21615" y="1260123"/>
                  </a:lnTo>
                  <a:lnTo>
                    <a:pt x="22669" y="1258416"/>
                  </a:lnTo>
                  <a:lnTo>
                    <a:pt x="24251" y="1254822"/>
                  </a:lnTo>
                  <a:lnTo>
                    <a:pt x="24251" y="1250330"/>
                  </a:lnTo>
                  <a:lnTo>
                    <a:pt x="23021" y="1244669"/>
                  </a:lnTo>
                  <a:lnTo>
                    <a:pt x="20736" y="1241345"/>
                  </a:lnTo>
                  <a:lnTo>
                    <a:pt x="16870" y="1234966"/>
                  </a:lnTo>
                  <a:lnTo>
                    <a:pt x="15815" y="1232809"/>
                  </a:lnTo>
                  <a:lnTo>
                    <a:pt x="13443" y="1229575"/>
                  </a:lnTo>
                  <a:lnTo>
                    <a:pt x="9138" y="1226879"/>
                  </a:lnTo>
                  <a:lnTo>
                    <a:pt x="5711" y="1225801"/>
                  </a:lnTo>
                  <a:lnTo>
                    <a:pt x="2987" y="1226161"/>
                  </a:lnTo>
                  <a:lnTo>
                    <a:pt x="1405" y="1223825"/>
                  </a:lnTo>
                  <a:lnTo>
                    <a:pt x="0" y="1221309"/>
                  </a:lnTo>
                  <a:lnTo>
                    <a:pt x="2460" y="1217625"/>
                  </a:lnTo>
                  <a:lnTo>
                    <a:pt x="3251" y="1202171"/>
                  </a:lnTo>
                  <a:lnTo>
                    <a:pt x="5535" y="1191749"/>
                  </a:lnTo>
                  <a:lnTo>
                    <a:pt x="7995" y="1181686"/>
                  </a:lnTo>
                  <a:lnTo>
                    <a:pt x="702" y="1158505"/>
                  </a:lnTo>
                  <a:lnTo>
                    <a:pt x="6502" y="1144668"/>
                  </a:lnTo>
                  <a:lnTo>
                    <a:pt x="7732" y="1140176"/>
                  </a:lnTo>
                  <a:lnTo>
                    <a:pt x="7732" y="1138648"/>
                  </a:lnTo>
                  <a:lnTo>
                    <a:pt x="6853" y="1136222"/>
                  </a:lnTo>
                  <a:lnTo>
                    <a:pt x="5711" y="1133168"/>
                  </a:lnTo>
                  <a:lnTo>
                    <a:pt x="2987" y="1126698"/>
                  </a:lnTo>
                  <a:lnTo>
                    <a:pt x="3514" y="1121667"/>
                  </a:lnTo>
                  <a:lnTo>
                    <a:pt x="5799" y="1116815"/>
                  </a:lnTo>
                  <a:lnTo>
                    <a:pt x="6414" y="1115557"/>
                  </a:lnTo>
                  <a:lnTo>
                    <a:pt x="8962" y="1109987"/>
                  </a:lnTo>
                  <a:lnTo>
                    <a:pt x="11334" y="1106393"/>
                  </a:lnTo>
                  <a:lnTo>
                    <a:pt x="17573" y="1099115"/>
                  </a:lnTo>
                  <a:lnTo>
                    <a:pt x="19506" y="1094623"/>
                  </a:lnTo>
                  <a:lnTo>
                    <a:pt x="20560" y="1092107"/>
                  </a:lnTo>
                  <a:lnTo>
                    <a:pt x="19769" y="1087345"/>
                  </a:lnTo>
                  <a:lnTo>
                    <a:pt x="20209" y="1085278"/>
                  </a:lnTo>
                  <a:lnTo>
                    <a:pt x="18100" y="1080247"/>
                  </a:lnTo>
                  <a:lnTo>
                    <a:pt x="15991" y="1075305"/>
                  </a:lnTo>
                  <a:lnTo>
                    <a:pt x="16958" y="1071891"/>
                  </a:lnTo>
                  <a:lnTo>
                    <a:pt x="17661" y="1069824"/>
                  </a:lnTo>
                  <a:lnTo>
                    <a:pt x="16518" y="1067309"/>
                  </a:lnTo>
                  <a:lnTo>
                    <a:pt x="17397" y="1063176"/>
                  </a:lnTo>
                  <a:lnTo>
                    <a:pt x="17661" y="1058773"/>
                  </a:lnTo>
                  <a:lnTo>
                    <a:pt x="14673" y="1056527"/>
                  </a:lnTo>
                  <a:lnTo>
                    <a:pt x="13795" y="1053652"/>
                  </a:lnTo>
                  <a:lnTo>
                    <a:pt x="12125" y="1049519"/>
                  </a:lnTo>
                  <a:lnTo>
                    <a:pt x="12916" y="1041971"/>
                  </a:lnTo>
                  <a:lnTo>
                    <a:pt x="13092" y="1035772"/>
                  </a:lnTo>
                  <a:lnTo>
                    <a:pt x="11949" y="1032088"/>
                  </a:lnTo>
                  <a:lnTo>
                    <a:pt x="10807" y="1027865"/>
                  </a:lnTo>
                  <a:lnTo>
                    <a:pt x="9928" y="1017083"/>
                  </a:lnTo>
                  <a:lnTo>
                    <a:pt x="11071" y="1010794"/>
                  </a:lnTo>
                  <a:lnTo>
                    <a:pt x="12389" y="1007470"/>
                  </a:lnTo>
                  <a:lnTo>
                    <a:pt x="15025" y="1003966"/>
                  </a:lnTo>
                  <a:lnTo>
                    <a:pt x="18539" y="998934"/>
                  </a:lnTo>
                  <a:lnTo>
                    <a:pt x="18276" y="996149"/>
                  </a:lnTo>
                  <a:lnTo>
                    <a:pt x="16958" y="994442"/>
                  </a:lnTo>
                  <a:lnTo>
                    <a:pt x="14849" y="991836"/>
                  </a:lnTo>
                  <a:lnTo>
                    <a:pt x="12916" y="988691"/>
                  </a:lnTo>
                  <a:lnTo>
                    <a:pt x="13707" y="977640"/>
                  </a:lnTo>
                  <a:lnTo>
                    <a:pt x="15640" y="974495"/>
                  </a:lnTo>
                  <a:lnTo>
                    <a:pt x="16782" y="971710"/>
                  </a:lnTo>
                  <a:lnTo>
                    <a:pt x="18715" y="967487"/>
                  </a:lnTo>
                  <a:lnTo>
                    <a:pt x="19506" y="965061"/>
                  </a:lnTo>
                  <a:lnTo>
                    <a:pt x="23196" y="961198"/>
                  </a:lnTo>
                  <a:lnTo>
                    <a:pt x="28732" y="949787"/>
                  </a:lnTo>
                  <a:lnTo>
                    <a:pt x="30665" y="945205"/>
                  </a:lnTo>
                  <a:lnTo>
                    <a:pt x="20912" y="926696"/>
                  </a:lnTo>
                  <a:lnTo>
                    <a:pt x="19418" y="913488"/>
                  </a:lnTo>
                  <a:lnTo>
                    <a:pt x="19418" y="913308"/>
                  </a:lnTo>
                  <a:lnTo>
                    <a:pt x="23284" y="896776"/>
                  </a:lnTo>
                  <a:lnTo>
                    <a:pt x="33477" y="880604"/>
                  </a:lnTo>
                  <a:lnTo>
                    <a:pt x="42351" y="872068"/>
                  </a:lnTo>
                  <a:lnTo>
                    <a:pt x="49380" y="862993"/>
                  </a:lnTo>
                  <a:lnTo>
                    <a:pt x="60715" y="850504"/>
                  </a:lnTo>
                  <a:lnTo>
                    <a:pt x="77498" y="837836"/>
                  </a:lnTo>
                  <a:lnTo>
                    <a:pt x="91293" y="827054"/>
                  </a:lnTo>
                  <a:lnTo>
                    <a:pt x="94895" y="823640"/>
                  </a:lnTo>
                  <a:lnTo>
                    <a:pt x="104736" y="814296"/>
                  </a:lnTo>
                  <a:lnTo>
                    <a:pt x="114489" y="799381"/>
                  </a:lnTo>
                  <a:lnTo>
                    <a:pt x="114314" y="783478"/>
                  </a:lnTo>
                  <a:lnTo>
                    <a:pt x="120377" y="772606"/>
                  </a:lnTo>
                  <a:lnTo>
                    <a:pt x="120113" y="761375"/>
                  </a:lnTo>
                  <a:lnTo>
                    <a:pt x="122310" y="745562"/>
                  </a:lnTo>
                  <a:lnTo>
                    <a:pt x="128724" y="731276"/>
                  </a:lnTo>
                  <a:lnTo>
                    <a:pt x="136192" y="726154"/>
                  </a:lnTo>
                  <a:lnTo>
                    <a:pt x="136808" y="721482"/>
                  </a:lnTo>
                  <a:lnTo>
                    <a:pt x="133469" y="712138"/>
                  </a:lnTo>
                  <a:lnTo>
                    <a:pt x="121255" y="692821"/>
                  </a:lnTo>
                  <a:lnTo>
                    <a:pt x="120992" y="686531"/>
                  </a:lnTo>
                  <a:lnTo>
                    <a:pt x="137159" y="680332"/>
                  </a:lnTo>
                  <a:lnTo>
                    <a:pt x="141552" y="674671"/>
                  </a:lnTo>
                  <a:lnTo>
                    <a:pt x="147791" y="672066"/>
                  </a:lnTo>
                  <a:lnTo>
                    <a:pt x="151130" y="670718"/>
                  </a:lnTo>
                  <a:lnTo>
                    <a:pt x="159301" y="666854"/>
                  </a:lnTo>
                  <a:lnTo>
                    <a:pt x="164925" y="662452"/>
                  </a:lnTo>
                  <a:lnTo>
                    <a:pt x="170636" y="656432"/>
                  </a:lnTo>
                  <a:lnTo>
                    <a:pt x="174590" y="653377"/>
                  </a:lnTo>
                  <a:lnTo>
                    <a:pt x="178105" y="652389"/>
                  </a:lnTo>
                  <a:lnTo>
                    <a:pt x="184958" y="645470"/>
                  </a:lnTo>
                  <a:lnTo>
                    <a:pt x="197787" y="639900"/>
                  </a:lnTo>
                  <a:lnTo>
                    <a:pt x="204992" y="637564"/>
                  </a:lnTo>
                  <a:lnTo>
                    <a:pt x="212988" y="631813"/>
                  </a:lnTo>
                  <a:lnTo>
                    <a:pt x="223092" y="621481"/>
                  </a:lnTo>
                  <a:lnTo>
                    <a:pt x="224586" y="618067"/>
                  </a:lnTo>
                  <a:lnTo>
                    <a:pt x="224498" y="610340"/>
                  </a:lnTo>
                  <a:lnTo>
                    <a:pt x="225553" y="606386"/>
                  </a:lnTo>
                  <a:lnTo>
                    <a:pt x="227486" y="604410"/>
                  </a:lnTo>
                  <a:lnTo>
                    <a:pt x="232582" y="603242"/>
                  </a:lnTo>
                  <a:lnTo>
                    <a:pt x="235218" y="602703"/>
                  </a:lnTo>
                  <a:lnTo>
                    <a:pt x="240754" y="599468"/>
                  </a:lnTo>
                  <a:lnTo>
                    <a:pt x="243214" y="597132"/>
                  </a:lnTo>
                  <a:lnTo>
                    <a:pt x="245586" y="582217"/>
                  </a:lnTo>
                  <a:lnTo>
                    <a:pt x="264829" y="575209"/>
                  </a:lnTo>
                  <a:lnTo>
                    <a:pt x="271683" y="571615"/>
                  </a:lnTo>
                  <a:lnTo>
                    <a:pt x="275637" y="563349"/>
                  </a:lnTo>
                  <a:lnTo>
                    <a:pt x="278273" y="540617"/>
                  </a:lnTo>
                  <a:lnTo>
                    <a:pt x="287059" y="528757"/>
                  </a:lnTo>
                  <a:lnTo>
                    <a:pt x="298745" y="517706"/>
                  </a:lnTo>
                  <a:lnTo>
                    <a:pt x="309817" y="507194"/>
                  </a:lnTo>
                  <a:lnTo>
                    <a:pt x="335474" y="503061"/>
                  </a:lnTo>
                  <a:lnTo>
                    <a:pt x="355946" y="504139"/>
                  </a:lnTo>
                  <a:lnTo>
                    <a:pt x="368687" y="502522"/>
                  </a:lnTo>
                  <a:lnTo>
                    <a:pt x="373783" y="498119"/>
                  </a:lnTo>
                  <a:lnTo>
                    <a:pt x="370532" y="488326"/>
                  </a:lnTo>
                  <a:lnTo>
                    <a:pt x="370005" y="486798"/>
                  </a:lnTo>
                  <a:lnTo>
                    <a:pt x="365085" y="481228"/>
                  </a:lnTo>
                  <a:lnTo>
                    <a:pt x="357880" y="472961"/>
                  </a:lnTo>
                  <a:lnTo>
                    <a:pt x="357967" y="469098"/>
                  </a:lnTo>
                  <a:lnTo>
                    <a:pt x="358407" y="455261"/>
                  </a:lnTo>
                  <a:lnTo>
                    <a:pt x="354365" y="427678"/>
                  </a:lnTo>
                  <a:lnTo>
                    <a:pt x="354892" y="417166"/>
                  </a:lnTo>
                  <a:lnTo>
                    <a:pt x="360164" y="404138"/>
                  </a:lnTo>
                  <a:lnTo>
                    <a:pt x="366754" y="387965"/>
                  </a:lnTo>
                  <a:lnTo>
                    <a:pt x="367281" y="386527"/>
                  </a:lnTo>
                  <a:lnTo>
                    <a:pt x="372202" y="363077"/>
                  </a:lnTo>
                  <a:lnTo>
                    <a:pt x="371938" y="346185"/>
                  </a:lnTo>
                  <a:lnTo>
                    <a:pt x="377649" y="325969"/>
                  </a:lnTo>
                  <a:lnTo>
                    <a:pt x="390917" y="314379"/>
                  </a:lnTo>
                  <a:lnTo>
                    <a:pt x="395750" y="310246"/>
                  </a:lnTo>
                  <a:lnTo>
                    <a:pt x="412181" y="300902"/>
                  </a:lnTo>
                  <a:lnTo>
                    <a:pt x="430281" y="289671"/>
                  </a:lnTo>
                  <a:lnTo>
                    <a:pt x="453478" y="282123"/>
                  </a:lnTo>
                  <a:lnTo>
                    <a:pt x="477026" y="273139"/>
                  </a:lnTo>
                  <a:lnTo>
                    <a:pt x="494512" y="258403"/>
                  </a:lnTo>
                  <a:lnTo>
                    <a:pt x="507252" y="240434"/>
                  </a:lnTo>
                  <a:lnTo>
                    <a:pt x="520345" y="222464"/>
                  </a:lnTo>
                  <a:lnTo>
                    <a:pt x="531328" y="209706"/>
                  </a:lnTo>
                  <a:lnTo>
                    <a:pt x="537039" y="200721"/>
                  </a:lnTo>
                  <a:lnTo>
                    <a:pt x="548638" y="179876"/>
                  </a:lnTo>
                  <a:lnTo>
                    <a:pt x="558303" y="162535"/>
                  </a:lnTo>
                  <a:lnTo>
                    <a:pt x="568671" y="150406"/>
                  </a:lnTo>
                  <a:lnTo>
                    <a:pt x="574646" y="143398"/>
                  </a:lnTo>
                  <a:lnTo>
                    <a:pt x="584839" y="131807"/>
                  </a:lnTo>
                  <a:lnTo>
                    <a:pt x="595383" y="117970"/>
                  </a:lnTo>
                  <a:lnTo>
                    <a:pt x="604696" y="108087"/>
                  </a:lnTo>
                  <a:lnTo>
                    <a:pt x="617701" y="98294"/>
                  </a:lnTo>
                  <a:lnTo>
                    <a:pt x="631583" y="91645"/>
                  </a:lnTo>
                  <a:lnTo>
                    <a:pt x="646872" y="86434"/>
                  </a:lnTo>
                  <a:lnTo>
                    <a:pt x="647927" y="85895"/>
                  </a:lnTo>
                  <a:lnTo>
                    <a:pt x="654517" y="82660"/>
                  </a:lnTo>
                  <a:lnTo>
                    <a:pt x="664446" y="65858"/>
                  </a:lnTo>
                  <a:lnTo>
                    <a:pt x="676659" y="51932"/>
                  </a:lnTo>
                  <a:lnTo>
                    <a:pt x="687642" y="41509"/>
                  </a:lnTo>
                  <a:lnTo>
                    <a:pt x="710048" y="28212"/>
                  </a:lnTo>
                  <a:lnTo>
                    <a:pt x="726128" y="17520"/>
                  </a:lnTo>
                  <a:lnTo>
                    <a:pt x="734387" y="11141"/>
                  </a:lnTo>
                  <a:lnTo>
                    <a:pt x="746249" y="9074"/>
                  </a:lnTo>
                  <a:lnTo>
                    <a:pt x="767952" y="6019"/>
                  </a:lnTo>
                  <a:lnTo>
                    <a:pt x="778936" y="0"/>
                  </a:lnTo>
                  <a:lnTo>
                    <a:pt x="788689" y="115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627830" y="4148883"/>
              <a:ext cx="400758" cy="716451"/>
            </a:xfrm>
            <a:custGeom>
              <a:avLst/>
              <a:pathLst>
                <a:path w="400758" h="716451">
                  <a:moveTo>
                    <a:pt x="282139" y="359"/>
                  </a:moveTo>
                  <a:lnTo>
                    <a:pt x="283457" y="359"/>
                  </a:lnTo>
                  <a:lnTo>
                    <a:pt x="284511" y="359"/>
                  </a:lnTo>
                  <a:lnTo>
                    <a:pt x="286093" y="179"/>
                  </a:lnTo>
                  <a:lnTo>
                    <a:pt x="287498" y="179"/>
                  </a:lnTo>
                  <a:lnTo>
                    <a:pt x="289168" y="449"/>
                  </a:lnTo>
                  <a:lnTo>
                    <a:pt x="290837" y="808"/>
                  </a:lnTo>
                  <a:lnTo>
                    <a:pt x="291892" y="1168"/>
                  </a:lnTo>
                  <a:lnTo>
                    <a:pt x="292946" y="1886"/>
                  </a:lnTo>
                  <a:lnTo>
                    <a:pt x="294176" y="2425"/>
                  </a:lnTo>
                  <a:lnTo>
                    <a:pt x="297164" y="3953"/>
                  </a:lnTo>
                  <a:lnTo>
                    <a:pt x="305072" y="4941"/>
                  </a:lnTo>
                  <a:lnTo>
                    <a:pt x="317109" y="7726"/>
                  </a:lnTo>
                  <a:lnTo>
                    <a:pt x="329762" y="14016"/>
                  </a:lnTo>
                  <a:lnTo>
                    <a:pt x="339603" y="18059"/>
                  </a:lnTo>
                  <a:lnTo>
                    <a:pt x="341009" y="22012"/>
                  </a:lnTo>
                  <a:lnTo>
                    <a:pt x="343382" y="23809"/>
                  </a:lnTo>
                  <a:lnTo>
                    <a:pt x="350323" y="28481"/>
                  </a:lnTo>
                  <a:lnTo>
                    <a:pt x="354453" y="28931"/>
                  </a:lnTo>
                  <a:lnTo>
                    <a:pt x="359285" y="28841"/>
                  </a:lnTo>
                  <a:lnTo>
                    <a:pt x="364294" y="31626"/>
                  </a:lnTo>
                  <a:lnTo>
                    <a:pt x="369741" y="35490"/>
                  </a:lnTo>
                  <a:lnTo>
                    <a:pt x="374135" y="41599"/>
                  </a:lnTo>
                  <a:lnTo>
                    <a:pt x="377122" y="44295"/>
                  </a:lnTo>
                  <a:lnTo>
                    <a:pt x="381164" y="45822"/>
                  </a:lnTo>
                  <a:lnTo>
                    <a:pt x="387403" y="48428"/>
                  </a:lnTo>
                  <a:lnTo>
                    <a:pt x="393905" y="47979"/>
                  </a:lnTo>
                  <a:lnTo>
                    <a:pt x="394256" y="48338"/>
                  </a:lnTo>
                  <a:lnTo>
                    <a:pt x="396629" y="50225"/>
                  </a:lnTo>
                  <a:lnTo>
                    <a:pt x="398210" y="53010"/>
                  </a:lnTo>
                  <a:lnTo>
                    <a:pt x="400407" y="56694"/>
                  </a:lnTo>
                  <a:lnTo>
                    <a:pt x="400758" y="59569"/>
                  </a:lnTo>
                  <a:lnTo>
                    <a:pt x="390390" y="69542"/>
                  </a:lnTo>
                  <a:lnTo>
                    <a:pt x="385821" y="74574"/>
                  </a:lnTo>
                  <a:lnTo>
                    <a:pt x="381076" y="80953"/>
                  </a:lnTo>
                  <a:lnTo>
                    <a:pt x="378352" y="88231"/>
                  </a:lnTo>
                  <a:lnTo>
                    <a:pt x="376859" y="92813"/>
                  </a:lnTo>
                  <a:lnTo>
                    <a:pt x="373520" y="97575"/>
                  </a:lnTo>
                  <a:lnTo>
                    <a:pt x="371059" y="100720"/>
                  </a:lnTo>
                  <a:lnTo>
                    <a:pt x="366666" y="104313"/>
                  </a:lnTo>
                  <a:lnTo>
                    <a:pt x="362800" y="108177"/>
                  </a:lnTo>
                  <a:lnTo>
                    <a:pt x="360428" y="112400"/>
                  </a:lnTo>
                  <a:lnTo>
                    <a:pt x="358758" y="117252"/>
                  </a:lnTo>
                  <a:lnTo>
                    <a:pt x="358582" y="121654"/>
                  </a:lnTo>
                  <a:lnTo>
                    <a:pt x="359900" y="127225"/>
                  </a:lnTo>
                  <a:lnTo>
                    <a:pt x="362097" y="130549"/>
                  </a:lnTo>
                  <a:lnTo>
                    <a:pt x="361921" y="134682"/>
                  </a:lnTo>
                  <a:lnTo>
                    <a:pt x="357528" y="139714"/>
                  </a:lnTo>
                  <a:lnTo>
                    <a:pt x="356737" y="141690"/>
                  </a:lnTo>
                  <a:lnTo>
                    <a:pt x="351377" y="144386"/>
                  </a:lnTo>
                  <a:lnTo>
                    <a:pt x="351641" y="144835"/>
                  </a:lnTo>
                  <a:lnTo>
                    <a:pt x="352256" y="146542"/>
                  </a:lnTo>
                  <a:lnTo>
                    <a:pt x="352783" y="148878"/>
                  </a:lnTo>
                  <a:lnTo>
                    <a:pt x="353135" y="149417"/>
                  </a:lnTo>
                  <a:lnTo>
                    <a:pt x="353310" y="149777"/>
                  </a:lnTo>
                  <a:lnTo>
                    <a:pt x="352344" y="151125"/>
                  </a:lnTo>
                  <a:lnTo>
                    <a:pt x="351026" y="152832"/>
                  </a:lnTo>
                  <a:lnTo>
                    <a:pt x="349444" y="153730"/>
                  </a:lnTo>
                  <a:lnTo>
                    <a:pt x="346720" y="153640"/>
                  </a:lnTo>
                  <a:lnTo>
                    <a:pt x="344700" y="153191"/>
                  </a:lnTo>
                  <a:lnTo>
                    <a:pt x="344084" y="153640"/>
                  </a:lnTo>
                  <a:lnTo>
                    <a:pt x="342854" y="157055"/>
                  </a:lnTo>
                  <a:lnTo>
                    <a:pt x="341536" y="157504"/>
                  </a:lnTo>
                  <a:lnTo>
                    <a:pt x="339164" y="157953"/>
                  </a:lnTo>
                  <a:lnTo>
                    <a:pt x="335737" y="158402"/>
                  </a:lnTo>
                  <a:lnTo>
                    <a:pt x="334419" y="159031"/>
                  </a:lnTo>
                  <a:lnTo>
                    <a:pt x="332223" y="160020"/>
                  </a:lnTo>
                  <a:lnTo>
                    <a:pt x="330377" y="160109"/>
                  </a:lnTo>
                  <a:lnTo>
                    <a:pt x="328620" y="159750"/>
                  </a:lnTo>
                  <a:lnTo>
                    <a:pt x="326599" y="160020"/>
                  </a:lnTo>
                  <a:lnTo>
                    <a:pt x="324754" y="160918"/>
                  </a:lnTo>
                  <a:lnTo>
                    <a:pt x="324402" y="161367"/>
                  </a:lnTo>
                  <a:lnTo>
                    <a:pt x="324315" y="161906"/>
                  </a:lnTo>
                  <a:lnTo>
                    <a:pt x="323787" y="162625"/>
                  </a:lnTo>
                  <a:lnTo>
                    <a:pt x="322381" y="162715"/>
                  </a:lnTo>
                  <a:lnTo>
                    <a:pt x="320536" y="163254"/>
                  </a:lnTo>
                  <a:lnTo>
                    <a:pt x="320273" y="163164"/>
                  </a:lnTo>
                  <a:lnTo>
                    <a:pt x="319833" y="163524"/>
                  </a:lnTo>
                  <a:lnTo>
                    <a:pt x="319394" y="164153"/>
                  </a:lnTo>
                  <a:lnTo>
                    <a:pt x="318779" y="165051"/>
                  </a:lnTo>
                  <a:lnTo>
                    <a:pt x="318164" y="165770"/>
                  </a:lnTo>
                  <a:lnTo>
                    <a:pt x="316934" y="166758"/>
                  </a:lnTo>
                  <a:lnTo>
                    <a:pt x="316407" y="167297"/>
                  </a:lnTo>
                  <a:lnTo>
                    <a:pt x="315264" y="168825"/>
                  </a:lnTo>
                  <a:lnTo>
                    <a:pt x="314210" y="169364"/>
                  </a:lnTo>
                  <a:lnTo>
                    <a:pt x="313068" y="170172"/>
                  </a:lnTo>
                  <a:lnTo>
                    <a:pt x="309729" y="172419"/>
                  </a:lnTo>
                  <a:lnTo>
                    <a:pt x="309114" y="174395"/>
                  </a:lnTo>
                  <a:lnTo>
                    <a:pt x="307708" y="177899"/>
                  </a:lnTo>
                  <a:lnTo>
                    <a:pt x="305687" y="179157"/>
                  </a:lnTo>
                  <a:lnTo>
                    <a:pt x="305863" y="179517"/>
                  </a:lnTo>
                  <a:lnTo>
                    <a:pt x="304105" y="181044"/>
                  </a:lnTo>
                  <a:lnTo>
                    <a:pt x="303314" y="180056"/>
                  </a:lnTo>
                  <a:lnTo>
                    <a:pt x="299097" y="181044"/>
                  </a:lnTo>
                  <a:lnTo>
                    <a:pt x="298833" y="182032"/>
                  </a:lnTo>
                  <a:lnTo>
                    <a:pt x="298394" y="181943"/>
                  </a:lnTo>
                  <a:lnTo>
                    <a:pt x="297515" y="182392"/>
                  </a:lnTo>
                  <a:lnTo>
                    <a:pt x="296724" y="183919"/>
                  </a:lnTo>
                  <a:lnTo>
                    <a:pt x="294704" y="183470"/>
                  </a:lnTo>
                  <a:lnTo>
                    <a:pt x="291452" y="184997"/>
                  </a:lnTo>
                  <a:lnTo>
                    <a:pt x="289168" y="186255"/>
                  </a:lnTo>
                  <a:lnTo>
                    <a:pt x="287938" y="188771"/>
                  </a:lnTo>
                  <a:lnTo>
                    <a:pt x="287762" y="191466"/>
                  </a:lnTo>
                  <a:lnTo>
                    <a:pt x="286532" y="195510"/>
                  </a:lnTo>
                  <a:lnTo>
                    <a:pt x="285741" y="197486"/>
                  </a:lnTo>
                  <a:lnTo>
                    <a:pt x="284950" y="199643"/>
                  </a:lnTo>
                  <a:lnTo>
                    <a:pt x="283808" y="202248"/>
                  </a:lnTo>
                  <a:lnTo>
                    <a:pt x="283193" y="202518"/>
                  </a:lnTo>
                  <a:lnTo>
                    <a:pt x="282578" y="203147"/>
                  </a:lnTo>
                  <a:lnTo>
                    <a:pt x="282314" y="203686"/>
                  </a:lnTo>
                  <a:lnTo>
                    <a:pt x="281611" y="205034"/>
                  </a:lnTo>
                  <a:lnTo>
                    <a:pt x="281172" y="205932"/>
                  </a:lnTo>
                  <a:lnTo>
                    <a:pt x="279327" y="208448"/>
                  </a:lnTo>
                  <a:lnTo>
                    <a:pt x="278097" y="209616"/>
                  </a:lnTo>
                  <a:lnTo>
                    <a:pt x="275285" y="214737"/>
                  </a:lnTo>
                  <a:lnTo>
                    <a:pt x="273264" y="216714"/>
                  </a:lnTo>
                  <a:lnTo>
                    <a:pt x="271858" y="219679"/>
                  </a:lnTo>
                  <a:lnTo>
                    <a:pt x="272298" y="221296"/>
                  </a:lnTo>
                  <a:lnTo>
                    <a:pt x="272649" y="224710"/>
                  </a:lnTo>
                  <a:lnTo>
                    <a:pt x="269134" y="229652"/>
                  </a:lnTo>
                  <a:lnTo>
                    <a:pt x="261490" y="234684"/>
                  </a:lnTo>
                  <a:lnTo>
                    <a:pt x="259293" y="235223"/>
                  </a:lnTo>
                  <a:lnTo>
                    <a:pt x="255339" y="238457"/>
                  </a:lnTo>
                  <a:lnTo>
                    <a:pt x="253846" y="242051"/>
                  </a:lnTo>
                  <a:lnTo>
                    <a:pt x="252352" y="244118"/>
                  </a:lnTo>
                  <a:lnTo>
                    <a:pt x="251385" y="249509"/>
                  </a:lnTo>
                  <a:lnTo>
                    <a:pt x="251649" y="251755"/>
                  </a:lnTo>
                  <a:lnTo>
                    <a:pt x="251561" y="253552"/>
                  </a:lnTo>
                  <a:lnTo>
                    <a:pt x="250858" y="258853"/>
                  </a:lnTo>
                  <a:lnTo>
                    <a:pt x="250067" y="262267"/>
                  </a:lnTo>
                  <a:lnTo>
                    <a:pt x="249540" y="264154"/>
                  </a:lnTo>
                  <a:lnTo>
                    <a:pt x="249364" y="266670"/>
                  </a:lnTo>
                  <a:lnTo>
                    <a:pt x="247344" y="267748"/>
                  </a:lnTo>
                  <a:lnTo>
                    <a:pt x="247168" y="270623"/>
                  </a:lnTo>
                  <a:lnTo>
                    <a:pt x="246113" y="273857"/>
                  </a:lnTo>
                  <a:lnTo>
                    <a:pt x="244268" y="274756"/>
                  </a:lnTo>
                  <a:lnTo>
                    <a:pt x="243741" y="277721"/>
                  </a:lnTo>
                  <a:lnTo>
                    <a:pt x="243829" y="278889"/>
                  </a:lnTo>
                  <a:lnTo>
                    <a:pt x="242774" y="281674"/>
                  </a:lnTo>
                  <a:lnTo>
                    <a:pt x="248310" y="284190"/>
                  </a:lnTo>
                  <a:lnTo>
                    <a:pt x="247607" y="286167"/>
                  </a:lnTo>
                  <a:lnTo>
                    <a:pt x="245147" y="285178"/>
                  </a:lnTo>
                  <a:lnTo>
                    <a:pt x="244268" y="288323"/>
                  </a:lnTo>
                  <a:lnTo>
                    <a:pt x="246377" y="289401"/>
                  </a:lnTo>
                  <a:lnTo>
                    <a:pt x="245498" y="292097"/>
                  </a:lnTo>
                  <a:lnTo>
                    <a:pt x="243214" y="293085"/>
                  </a:lnTo>
                  <a:lnTo>
                    <a:pt x="242687" y="295780"/>
                  </a:lnTo>
                  <a:lnTo>
                    <a:pt x="241544" y="296948"/>
                  </a:lnTo>
                  <a:lnTo>
                    <a:pt x="242862" y="300542"/>
                  </a:lnTo>
                  <a:lnTo>
                    <a:pt x="238733" y="302609"/>
                  </a:lnTo>
                  <a:lnTo>
                    <a:pt x="239084" y="303777"/>
                  </a:lnTo>
                  <a:lnTo>
                    <a:pt x="239523" y="307461"/>
                  </a:lnTo>
                  <a:lnTo>
                    <a:pt x="240226" y="311863"/>
                  </a:lnTo>
                  <a:lnTo>
                    <a:pt x="240666" y="315188"/>
                  </a:lnTo>
                  <a:lnTo>
                    <a:pt x="240841" y="316715"/>
                  </a:lnTo>
                  <a:lnTo>
                    <a:pt x="241369" y="317883"/>
                  </a:lnTo>
                  <a:lnTo>
                    <a:pt x="242423" y="319500"/>
                  </a:lnTo>
                  <a:lnTo>
                    <a:pt x="242687" y="320938"/>
                  </a:lnTo>
                  <a:lnTo>
                    <a:pt x="242687" y="323544"/>
                  </a:lnTo>
                  <a:lnTo>
                    <a:pt x="242862" y="326598"/>
                  </a:lnTo>
                  <a:lnTo>
                    <a:pt x="244356" y="328306"/>
                  </a:lnTo>
                  <a:lnTo>
                    <a:pt x="244356" y="329563"/>
                  </a:lnTo>
                  <a:lnTo>
                    <a:pt x="242247" y="329563"/>
                  </a:lnTo>
                  <a:lnTo>
                    <a:pt x="239523" y="333157"/>
                  </a:lnTo>
                  <a:lnTo>
                    <a:pt x="238820" y="333427"/>
                  </a:lnTo>
                  <a:lnTo>
                    <a:pt x="235657" y="338189"/>
                  </a:lnTo>
                  <a:lnTo>
                    <a:pt x="235482" y="340166"/>
                  </a:lnTo>
                  <a:lnTo>
                    <a:pt x="235657" y="340345"/>
                  </a:lnTo>
                  <a:lnTo>
                    <a:pt x="235569" y="340525"/>
                  </a:lnTo>
                  <a:lnTo>
                    <a:pt x="235218" y="343041"/>
                  </a:lnTo>
                  <a:lnTo>
                    <a:pt x="234954" y="343310"/>
                  </a:lnTo>
                  <a:lnTo>
                    <a:pt x="233988" y="343400"/>
                  </a:lnTo>
                  <a:lnTo>
                    <a:pt x="232494" y="343490"/>
                  </a:lnTo>
                  <a:lnTo>
                    <a:pt x="231264" y="343580"/>
                  </a:lnTo>
                  <a:lnTo>
                    <a:pt x="230210" y="343490"/>
                  </a:lnTo>
                  <a:lnTo>
                    <a:pt x="228979" y="343310"/>
                  </a:lnTo>
                  <a:lnTo>
                    <a:pt x="227661" y="342771"/>
                  </a:lnTo>
                  <a:lnTo>
                    <a:pt x="225377" y="341963"/>
                  </a:lnTo>
                  <a:lnTo>
                    <a:pt x="225201" y="342142"/>
                  </a:lnTo>
                  <a:lnTo>
                    <a:pt x="222741" y="345017"/>
                  </a:lnTo>
                  <a:lnTo>
                    <a:pt x="220632" y="347353"/>
                  </a:lnTo>
                  <a:lnTo>
                    <a:pt x="220369" y="347623"/>
                  </a:lnTo>
                  <a:lnTo>
                    <a:pt x="219138" y="348971"/>
                  </a:lnTo>
                  <a:lnTo>
                    <a:pt x="218523" y="349689"/>
                  </a:lnTo>
                  <a:lnTo>
                    <a:pt x="216502" y="351936"/>
                  </a:lnTo>
                  <a:lnTo>
                    <a:pt x="215712" y="352834"/>
                  </a:lnTo>
                  <a:lnTo>
                    <a:pt x="215536" y="353194"/>
                  </a:lnTo>
                  <a:lnTo>
                    <a:pt x="224410" y="360112"/>
                  </a:lnTo>
                  <a:lnTo>
                    <a:pt x="225641" y="361100"/>
                  </a:lnTo>
                  <a:lnTo>
                    <a:pt x="226256" y="361639"/>
                  </a:lnTo>
                  <a:lnTo>
                    <a:pt x="229507" y="364514"/>
                  </a:lnTo>
                  <a:lnTo>
                    <a:pt x="229770" y="364784"/>
                  </a:lnTo>
                  <a:lnTo>
                    <a:pt x="231440" y="366222"/>
                  </a:lnTo>
                  <a:lnTo>
                    <a:pt x="231703" y="366491"/>
                  </a:lnTo>
                  <a:lnTo>
                    <a:pt x="232318" y="367030"/>
                  </a:lnTo>
                  <a:lnTo>
                    <a:pt x="236624" y="370894"/>
                  </a:lnTo>
                  <a:lnTo>
                    <a:pt x="247959" y="380687"/>
                  </a:lnTo>
                  <a:lnTo>
                    <a:pt x="250067" y="382304"/>
                  </a:lnTo>
                  <a:lnTo>
                    <a:pt x="251122" y="383203"/>
                  </a:lnTo>
                  <a:lnTo>
                    <a:pt x="257097" y="388594"/>
                  </a:lnTo>
                  <a:lnTo>
                    <a:pt x="266059" y="395872"/>
                  </a:lnTo>
                  <a:lnTo>
                    <a:pt x="265795" y="396051"/>
                  </a:lnTo>
                  <a:lnTo>
                    <a:pt x="263775" y="397938"/>
                  </a:lnTo>
                  <a:lnTo>
                    <a:pt x="258854" y="402610"/>
                  </a:lnTo>
                  <a:lnTo>
                    <a:pt x="259118" y="402790"/>
                  </a:lnTo>
                  <a:lnTo>
                    <a:pt x="260699" y="404407"/>
                  </a:lnTo>
                  <a:lnTo>
                    <a:pt x="260875" y="404497"/>
                  </a:lnTo>
                  <a:lnTo>
                    <a:pt x="260084" y="405126"/>
                  </a:lnTo>
                  <a:lnTo>
                    <a:pt x="258239" y="406743"/>
                  </a:lnTo>
                  <a:lnTo>
                    <a:pt x="257448" y="407372"/>
                  </a:lnTo>
                  <a:lnTo>
                    <a:pt x="254812" y="409618"/>
                  </a:lnTo>
                  <a:lnTo>
                    <a:pt x="254373" y="410068"/>
                  </a:lnTo>
                  <a:lnTo>
                    <a:pt x="254197" y="410607"/>
                  </a:lnTo>
                  <a:lnTo>
                    <a:pt x="251561" y="416896"/>
                  </a:lnTo>
                  <a:lnTo>
                    <a:pt x="250946" y="418423"/>
                  </a:lnTo>
                  <a:lnTo>
                    <a:pt x="249364" y="422826"/>
                  </a:lnTo>
                  <a:lnTo>
                    <a:pt x="248398" y="425252"/>
                  </a:lnTo>
                  <a:lnTo>
                    <a:pt x="247959" y="426420"/>
                  </a:lnTo>
                  <a:lnTo>
                    <a:pt x="247256" y="428127"/>
                  </a:lnTo>
                  <a:lnTo>
                    <a:pt x="246201" y="430643"/>
                  </a:lnTo>
                  <a:lnTo>
                    <a:pt x="244708" y="433788"/>
                  </a:lnTo>
                  <a:lnTo>
                    <a:pt x="246201" y="434686"/>
                  </a:lnTo>
                  <a:lnTo>
                    <a:pt x="246992" y="435495"/>
                  </a:lnTo>
                  <a:lnTo>
                    <a:pt x="247519" y="436393"/>
                  </a:lnTo>
                  <a:lnTo>
                    <a:pt x="248046" y="437202"/>
                  </a:lnTo>
                  <a:lnTo>
                    <a:pt x="248574" y="437831"/>
                  </a:lnTo>
                  <a:lnTo>
                    <a:pt x="249716" y="438999"/>
                  </a:lnTo>
                  <a:lnTo>
                    <a:pt x="250682" y="439538"/>
                  </a:lnTo>
                  <a:lnTo>
                    <a:pt x="251473" y="439807"/>
                  </a:lnTo>
                  <a:lnTo>
                    <a:pt x="253055" y="440347"/>
                  </a:lnTo>
                  <a:lnTo>
                    <a:pt x="253934" y="440616"/>
                  </a:lnTo>
                  <a:lnTo>
                    <a:pt x="254636" y="440886"/>
                  </a:lnTo>
                  <a:lnTo>
                    <a:pt x="255164" y="441245"/>
                  </a:lnTo>
                  <a:lnTo>
                    <a:pt x="255603" y="441604"/>
                  </a:lnTo>
                  <a:lnTo>
                    <a:pt x="255691" y="441784"/>
                  </a:lnTo>
                  <a:lnTo>
                    <a:pt x="255954" y="442323"/>
                  </a:lnTo>
                  <a:lnTo>
                    <a:pt x="256218" y="442772"/>
                  </a:lnTo>
                  <a:lnTo>
                    <a:pt x="256570" y="443491"/>
                  </a:lnTo>
                  <a:lnTo>
                    <a:pt x="256833" y="444030"/>
                  </a:lnTo>
                  <a:lnTo>
                    <a:pt x="257097" y="444659"/>
                  </a:lnTo>
                  <a:lnTo>
                    <a:pt x="257185" y="445288"/>
                  </a:lnTo>
                  <a:lnTo>
                    <a:pt x="257272" y="446007"/>
                  </a:lnTo>
                  <a:lnTo>
                    <a:pt x="257272" y="446277"/>
                  </a:lnTo>
                  <a:lnTo>
                    <a:pt x="257272" y="446546"/>
                  </a:lnTo>
                  <a:lnTo>
                    <a:pt x="257272" y="446905"/>
                  </a:lnTo>
                  <a:lnTo>
                    <a:pt x="257272" y="447175"/>
                  </a:lnTo>
                  <a:lnTo>
                    <a:pt x="257272" y="448253"/>
                  </a:lnTo>
                  <a:lnTo>
                    <a:pt x="257009" y="449152"/>
                  </a:lnTo>
                  <a:lnTo>
                    <a:pt x="256570" y="450230"/>
                  </a:lnTo>
                  <a:lnTo>
                    <a:pt x="255954" y="451218"/>
                  </a:lnTo>
                  <a:lnTo>
                    <a:pt x="256306" y="451667"/>
                  </a:lnTo>
                  <a:lnTo>
                    <a:pt x="260436" y="457508"/>
                  </a:lnTo>
                  <a:lnTo>
                    <a:pt x="260084" y="457777"/>
                  </a:lnTo>
                  <a:lnTo>
                    <a:pt x="259908" y="457957"/>
                  </a:lnTo>
                  <a:lnTo>
                    <a:pt x="260348" y="458765"/>
                  </a:lnTo>
                  <a:lnTo>
                    <a:pt x="260699" y="459125"/>
                  </a:lnTo>
                  <a:lnTo>
                    <a:pt x="259821" y="460203"/>
                  </a:lnTo>
                  <a:lnTo>
                    <a:pt x="259645" y="462180"/>
                  </a:lnTo>
                  <a:lnTo>
                    <a:pt x="260348" y="464336"/>
                  </a:lnTo>
                  <a:lnTo>
                    <a:pt x="261051" y="466133"/>
                  </a:lnTo>
                  <a:lnTo>
                    <a:pt x="261139" y="466313"/>
                  </a:lnTo>
                  <a:lnTo>
                    <a:pt x="261490" y="467031"/>
                  </a:lnTo>
                  <a:lnTo>
                    <a:pt x="262105" y="468020"/>
                  </a:lnTo>
                  <a:lnTo>
                    <a:pt x="262808" y="469907"/>
                  </a:lnTo>
                  <a:lnTo>
                    <a:pt x="263072" y="470536"/>
                  </a:lnTo>
                  <a:lnTo>
                    <a:pt x="263511" y="471344"/>
                  </a:lnTo>
                  <a:lnTo>
                    <a:pt x="263862" y="471973"/>
                  </a:lnTo>
                  <a:lnTo>
                    <a:pt x="264038" y="472243"/>
                  </a:lnTo>
                  <a:lnTo>
                    <a:pt x="266147" y="476016"/>
                  </a:lnTo>
                  <a:lnTo>
                    <a:pt x="266498" y="480599"/>
                  </a:lnTo>
                  <a:lnTo>
                    <a:pt x="266059" y="480958"/>
                  </a:lnTo>
                  <a:lnTo>
                    <a:pt x="267377" y="483024"/>
                  </a:lnTo>
                  <a:lnTo>
                    <a:pt x="268695" y="485181"/>
                  </a:lnTo>
                  <a:lnTo>
                    <a:pt x="269837" y="486708"/>
                  </a:lnTo>
                  <a:lnTo>
                    <a:pt x="269222" y="487337"/>
                  </a:lnTo>
                  <a:lnTo>
                    <a:pt x="269837" y="489044"/>
                  </a:lnTo>
                  <a:lnTo>
                    <a:pt x="271155" y="489583"/>
                  </a:lnTo>
                  <a:lnTo>
                    <a:pt x="271946" y="490212"/>
                  </a:lnTo>
                  <a:lnTo>
                    <a:pt x="273528" y="492189"/>
                  </a:lnTo>
                  <a:lnTo>
                    <a:pt x="274846" y="494435"/>
                  </a:lnTo>
                  <a:lnTo>
                    <a:pt x="275109" y="496322"/>
                  </a:lnTo>
                  <a:lnTo>
                    <a:pt x="274494" y="499287"/>
                  </a:lnTo>
                  <a:lnTo>
                    <a:pt x="273967" y="500904"/>
                  </a:lnTo>
                  <a:lnTo>
                    <a:pt x="273440" y="507014"/>
                  </a:lnTo>
                  <a:lnTo>
                    <a:pt x="274670" y="510878"/>
                  </a:lnTo>
                  <a:lnTo>
                    <a:pt x="276867" y="513124"/>
                  </a:lnTo>
                  <a:lnTo>
                    <a:pt x="277042" y="516358"/>
                  </a:lnTo>
                  <a:lnTo>
                    <a:pt x="277218" y="517796"/>
                  </a:lnTo>
                  <a:lnTo>
                    <a:pt x="277570" y="520941"/>
                  </a:lnTo>
                  <a:lnTo>
                    <a:pt x="278624" y="524085"/>
                  </a:lnTo>
                  <a:lnTo>
                    <a:pt x="278448" y="526601"/>
                  </a:lnTo>
                  <a:lnTo>
                    <a:pt x="278624" y="527410"/>
                  </a:lnTo>
                  <a:lnTo>
                    <a:pt x="278448" y="528398"/>
                  </a:lnTo>
                  <a:lnTo>
                    <a:pt x="278360" y="529296"/>
                  </a:lnTo>
                  <a:lnTo>
                    <a:pt x="278185" y="530105"/>
                  </a:lnTo>
                  <a:lnTo>
                    <a:pt x="278097" y="532531"/>
                  </a:lnTo>
                  <a:lnTo>
                    <a:pt x="277657" y="533070"/>
                  </a:lnTo>
                  <a:lnTo>
                    <a:pt x="277394" y="534058"/>
                  </a:lnTo>
                  <a:lnTo>
                    <a:pt x="277570" y="535496"/>
                  </a:lnTo>
                  <a:lnTo>
                    <a:pt x="277306" y="536394"/>
                  </a:lnTo>
                  <a:lnTo>
                    <a:pt x="276867" y="539000"/>
                  </a:lnTo>
                  <a:lnTo>
                    <a:pt x="277130" y="540707"/>
                  </a:lnTo>
                  <a:lnTo>
                    <a:pt x="278009" y="543223"/>
                  </a:lnTo>
                  <a:lnTo>
                    <a:pt x="280557" y="546907"/>
                  </a:lnTo>
                  <a:lnTo>
                    <a:pt x="281348" y="550770"/>
                  </a:lnTo>
                  <a:lnTo>
                    <a:pt x="285917" y="552567"/>
                  </a:lnTo>
                  <a:lnTo>
                    <a:pt x="285917" y="558407"/>
                  </a:lnTo>
                  <a:lnTo>
                    <a:pt x="287147" y="559935"/>
                  </a:lnTo>
                  <a:lnTo>
                    <a:pt x="287762" y="565056"/>
                  </a:lnTo>
                  <a:lnTo>
                    <a:pt x="285917" y="564966"/>
                  </a:lnTo>
                  <a:lnTo>
                    <a:pt x="284335" y="564337"/>
                  </a:lnTo>
                  <a:lnTo>
                    <a:pt x="283984" y="564966"/>
                  </a:lnTo>
                  <a:lnTo>
                    <a:pt x="283457" y="566044"/>
                  </a:lnTo>
                  <a:lnTo>
                    <a:pt x="282666" y="567931"/>
                  </a:lnTo>
                  <a:lnTo>
                    <a:pt x="283105" y="568740"/>
                  </a:lnTo>
                  <a:lnTo>
                    <a:pt x="282666" y="570267"/>
                  </a:lnTo>
                  <a:lnTo>
                    <a:pt x="283369" y="571974"/>
                  </a:lnTo>
                  <a:lnTo>
                    <a:pt x="284599" y="573412"/>
                  </a:lnTo>
                  <a:lnTo>
                    <a:pt x="286708" y="576557"/>
                  </a:lnTo>
                  <a:lnTo>
                    <a:pt x="288465" y="579791"/>
                  </a:lnTo>
                  <a:lnTo>
                    <a:pt x="288992" y="580061"/>
                  </a:lnTo>
                  <a:lnTo>
                    <a:pt x="290047" y="583116"/>
                  </a:lnTo>
                  <a:lnTo>
                    <a:pt x="291452" y="584823"/>
                  </a:lnTo>
                  <a:lnTo>
                    <a:pt x="292331" y="586350"/>
                  </a:lnTo>
                  <a:lnTo>
                    <a:pt x="293298" y="590753"/>
                  </a:lnTo>
                  <a:lnTo>
                    <a:pt x="293913" y="592550"/>
                  </a:lnTo>
                  <a:lnTo>
                    <a:pt x="294352" y="594976"/>
                  </a:lnTo>
                  <a:lnTo>
                    <a:pt x="293649" y="598659"/>
                  </a:lnTo>
                  <a:lnTo>
                    <a:pt x="292068" y="600367"/>
                  </a:lnTo>
                  <a:lnTo>
                    <a:pt x="290574" y="602703"/>
                  </a:lnTo>
                  <a:lnTo>
                    <a:pt x="289256" y="605128"/>
                  </a:lnTo>
                  <a:lnTo>
                    <a:pt x="288816" y="608812"/>
                  </a:lnTo>
                  <a:lnTo>
                    <a:pt x="288729" y="610519"/>
                  </a:lnTo>
                  <a:lnTo>
                    <a:pt x="290750" y="616899"/>
                  </a:lnTo>
                  <a:lnTo>
                    <a:pt x="292507" y="622559"/>
                  </a:lnTo>
                  <a:lnTo>
                    <a:pt x="294528" y="622200"/>
                  </a:lnTo>
                  <a:lnTo>
                    <a:pt x="296109" y="622559"/>
                  </a:lnTo>
                  <a:lnTo>
                    <a:pt x="297252" y="624626"/>
                  </a:lnTo>
                  <a:lnTo>
                    <a:pt x="297427" y="625344"/>
                  </a:lnTo>
                  <a:lnTo>
                    <a:pt x="298658" y="627141"/>
                  </a:lnTo>
                  <a:lnTo>
                    <a:pt x="299448" y="627770"/>
                  </a:lnTo>
                  <a:lnTo>
                    <a:pt x="298658" y="628399"/>
                  </a:lnTo>
                  <a:lnTo>
                    <a:pt x="297076" y="632263"/>
                  </a:lnTo>
                  <a:lnTo>
                    <a:pt x="296637" y="633431"/>
                  </a:lnTo>
                  <a:lnTo>
                    <a:pt x="294264" y="632263"/>
                  </a:lnTo>
                  <a:lnTo>
                    <a:pt x="294088" y="632263"/>
                  </a:lnTo>
                  <a:lnTo>
                    <a:pt x="290837" y="636396"/>
                  </a:lnTo>
                  <a:lnTo>
                    <a:pt x="282402" y="634868"/>
                  </a:lnTo>
                  <a:lnTo>
                    <a:pt x="282227" y="634778"/>
                  </a:lnTo>
                  <a:lnTo>
                    <a:pt x="279678" y="637204"/>
                  </a:lnTo>
                  <a:lnTo>
                    <a:pt x="280206" y="639091"/>
                  </a:lnTo>
                  <a:lnTo>
                    <a:pt x="280996" y="639091"/>
                  </a:lnTo>
                  <a:lnTo>
                    <a:pt x="281436" y="649064"/>
                  </a:lnTo>
                  <a:lnTo>
                    <a:pt x="280733" y="658049"/>
                  </a:lnTo>
                  <a:lnTo>
                    <a:pt x="280118" y="658858"/>
                  </a:lnTo>
                  <a:lnTo>
                    <a:pt x="280118" y="662811"/>
                  </a:lnTo>
                  <a:lnTo>
                    <a:pt x="282842" y="667753"/>
                  </a:lnTo>
                  <a:lnTo>
                    <a:pt x="280030" y="670448"/>
                  </a:lnTo>
                  <a:lnTo>
                    <a:pt x="257009" y="683656"/>
                  </a:lnTo>
                  <a:lnTo>
                    <a:pt x="255164" y="684734"/>
                  </a:lnTo>
                  <a:lnTo>
                    <a:pt x="244971" y="691113"/>
                  </a:lnTo>
                  <a:lnTo>
                    <a:pt x="242423" y="686531"/>
                  </a:lnTo>
                  <a:lnTo>
                    <a:pt x="238469" y="684195"/>
                  </a:lnTo>
                  <a:lnTo>
                    <a:pt x="235042" y="684195"/>
                  </a:lnTo>
                  <a:lnTo>
                    <a:pt x="229595" y="686891"/>
                  </a:lnTo>
                  <a:lnTo>
                    <a:pt x="222389" y="691742"/>
                  </a:lnTo>
                  <a:lnTo>
                    <a:pt x="221774" y="691922"/>
                  </a:lnTo>
                  <a:lnTo>
                    <a:pt x="221335" y="692192"/>
                  </a:lnTo>
                  <a:lnTo>
                    <a:pt x="219226" y="693090"/>
                  </a:lnTo>
                  <a:lnTo>
                    <a:pt x="219138" y="692910"/>
                  </a:lnTo>
                  <a:lnTo>
                    <a:pt x="217645" y="693090"/>
                  </a:lnTo>
                  <a:lnTo>
                    <a:pt x="214833" y="693449"/>
                  </a:lnTo>
                  <a:lnTo>
                    <a:pt x="210791" y="693899"/>
                  </a:lnTo>
                  <a:lnTo>
                    <a:pt x="202620" y="694887"/>
                  </a:lnTo>
                  <a:lnTo>
                    <a:pt x="202268" y="694887"/>
                  </a:lnTo>
                  <a:lnTo>
                    <a:pt x="199281" y="695336"/>
                  </a:lnTo>
                  <a:lnTo>
                    <a:pt x="196469" y="695696"/>
                  </a:lnTo>
                  <a:lnTo>
                    <a:pt x="190494" y="696414"/>
                  </a:lnTo>
                  <a:lnTo>
                    <a:pt x="190055" y="696414"/>
                  </a:lnTo>
                  <a:lnTo>
                    <a:pt x="184080" y="697133"/>
                  </a:lnTo>
                  <a:lnTo>
                    <a:pt x="182059" y="697403"/>
                  </a:lnTo>
                  <a:lnTo>
                    <a:pt x="181356" y="697493"/>
                  </a:lnTo>
                  <a:lnTo>
                    <a:pt x="180389" y="697582"/>
                  </a:lnTo>
                  <a:lnTo>
                    <a:pt x="178720" y="697762"/>
                  </a:lnTo>
                  <a:lnTo>
                    <a:pt x="176260" y="698032"/>
                  </a:lnTo>
                  <a:lnTo>
                    <a:pt x="174239" y="698211"/>
                  </a:lnTo>
                  <a:lnTo>
                    <a:pt x="172481" y="698391"/>
                  </a:lnTo>
                  <a:lnTo>
                    <a:pt x="171075" y="698391"/>
                  </a:lnTo>
                  <a:lnTo>
                    <a:pt x="170197" y="698391"/>
                  </a:lnTo>
                  <a:lnTo>
                    <a:pt x="169406" y="698391"/>
                  </a:lnTo>
                  <a:lnTo>
                    <a:pt x="158774" y="696504"/>
                  </a:lnTo>
                  <a:lnTo>
                    <a:pt x="149548" y="694797"/>
                  </a:lnTo>
                  <a:lnTo>
                    <a:pt x="138301" y="692731"/>
                  </a:lnTo>
                  <a:lnTo>
                    <a:pt x="135753" y="692192"/>
                  </a:lnTo>
                  <a:lnTo>
                    <a:pt x="133205" y="691652"/>
                  </a:lnTo>
                  <a:lnTo>
                    <a:pt x="129866" y="690754"/>
                  </a:lnTo>
                  <a:lnTo>
                    <a:pt x="126264" y="689586"/>
                  </a:lnTo>
                  <a:lnTo>
                    <a:pt x="123364" y="688598"/>
                  </a:lnTo>
                  <a:lnTo>
                    <a:pt x="121255" y="687969"/>
                  </a:lnTo>
                  <a:lnTo>
                    <a:pt x="120992" y="687699"/>
                  </a:lnTo>
                  <a:lnTo>
                    <a:pt x="120992" y="689047"/>
                  </a:lnTo>
                  <a:lnTo>
                    <a:pt x="121167" y="691742"/>
                  </a:lnTo>
                  <a:lnTo>
                    <a:pt x="121255" y="693539"/>
                  </a:lnTo>
                  <a:lnTo>
                    <a:pt x="121255" y="694617"/>
                  </a:lnTo>
                  <a:lnTo>
                    <a:pt x="121255" y="695696"/>
                  </a:lnTo>
                  <a:lnTo>
                    <a:pt x="121255" y="695875"/>
                  </a:lnTo>
                  <a:lnTo>
                    <a:pt x="121167" y="697403"/>
                  </a:lnTo>
                  <a:lnTo>
                    <a:pt x="121167" y="698301"/>
                  </a:lnTo>
                  <a:lnTo>
                    <a:pt x="121167" y="698930"/>
                  </a:lnTo>
                  <a:lnTo>
                    <a:pt x="121079" y="700817"/>
                  </a:lnTo>
                  <a:lnTo>
                    <a:pt x="120992" y="701985"/>
                  </a:lnTo>
                  <a:lnTo>
                    <a:pt x="120992" y="702434"/>
                  </a:lnTo>
                  <a:lnTo>
                    <a:pt x="120904" y="703243"/>
                  </a:lnTo>
                  <a:lnTo>
                    <a:pt x="120728" y="704680"/>
                  </a:lnTo>
                  <a:lnTo>
                    <a:pt x="120552" y="706477"/>
                  </a:lnTo>
                  <a:lnTo>
                    <a:pt x="120377" y="707825"/>
                  </a:lnTo>
                  <a:lnTo>
                    <a:pt x="120025" y="709622"/>
                  </a:lnTo>
                  <a:lnTo>
                    <a:pt x="120025" y="710071"/>
                  </a:lnTo>
                  <a:lnTo>
                    <a:pt x="118795" y="716451"/>
                  </a:lnTo>
                  <a:lnTo>
                    <a:pt x="118092" y="716361"/>
                  </a:lnTo>
                  <a:lnTo>
                    <a:pt x="114226" y="715642"/>
                  </a:lnTo>
                  <a:lnTo>
                    <a:pt x="103506" y="713755"/>
                  </a:lnTo>
                  <a:lnTo>
                    <a:pt x="99376" y="712947"/>
                  </a:lnTo>
                  <a:lnTo>
                    <a:pt x="95159" y="712228"/>
                  </a:lnTo>
                  <a:lnTo>
                    <a:pt x="94983" y="712138"/>
                  </a:lnTo>
                  <a:lnTo>
                    <a:pt x="94456" y="712048"/>
                  </a:lnTo>
                  <a:lnTo>
                    <a:pt x="90853" y="711419"/>
                  </a:lnTo>
                  <a:lnTo>
                    <a:pt x="87251" y="710700"/>
                  </a:lnTo>
                  <a:lnTo>
                    <a:pt x="84263" y="710161"/>
                  </a:lnTo>
                  <a:lnTo>
                    <a:pt x="82770" y="709892"/>
                  </a:lnTo>
                  <a:lnTo>
                    <a:pt x="82155" y="709712"/>
                  </a:lnTo>
                  <a:lnTo>
                    <a:pt x="79343" y="707556"/>
                  </a:lnTo>
                  <a:lnTo>
                    <a:pt x="78640" y="706657"/>
                  </a:lnTo>
                  <a:lnTo>
                    <a:pt x="78201" y="706028"/>
                  </a:lnTo>
                  <a:lnTo>
                    <a:pt x="73104" y="698840"/>
                  </a:lnTo>
                  <a:lnTo>
                    <a:pt x="73017" y="698571"/>
                  </a:lnTo>
                  <a:lnTo>
                    <a:pt x="72226" y="697493"/>
                  </a:lnTo>
                  <a:lnTo>
                    <a:pt x="71083" y="695875"/>
                  </a:lnTo>
                  <a:lnTo>
                    <a:pt x="69765" y="693180"/>
                  </a:lnTo>
                  <a:lnTo>
                    <a:pt x="68008" y="689676"/>
                  </a:lnTo>
                  <a:lnTo>
                    <a:pt x="67481" y="688059"/>
                  </a:lnTo>
                  <a:lnTo>
                    <a:pt x="66163" y="684375"/>
                  </a:lnTo>
                  <a:lnTo>
                    <a:pt x="63791" y="679882"/>
                  </a:lnTo>
                  <a:lnTo>
                    <a:pt x="63615" y="679613"/>
                  </a:lnTo>
                  <a:lnTo>
                    <a:pt x="63263" y="678804"/>
                  </a:lnTo>
                  <a:lnTo>
                    <a:pt x="62033" y="675480"/>
                  </a:lnTo>
                  <a:lnTo>
                    <a:pt x="61857" y="675031"/>
                  </a:lnTo>
                  <a:lnTo>
                    <a:pt x="61682" y="674581"/>
                  </a:lnTo>
                  <a:lnTo>
                    <a:pt x="61418" y="668202"/>
                  </a:lnTo>
                  <a:lnTo>
                    <a:pt x="60979" y="660385"/>
                  </a:lnTo>
                  <a:lnTo>
                    <a:pt x="60803" y="658768"/>
                  </a:lnTo>
                  <a:lnTo>
                    <a:pt x="60627" y="654096"/>
                  </a:lnTo>
                  <a:lnTo>
                    <a:pt x="59485" y="652029"/>
                  </a:lnTo>
                  <a:lnTo>
                    <a:pt x="57728" y="649873"/>
                  </a:lnTo>
                  <a:lnTo>
                    <a:pt x="56761" y="649244"/>
                  </a:lnTo>
                  <a:lnTo>
                    <a:pt x="56322" y="648974"/>
                  </a:lnTo>
                  <a:lnTo>
                    <a:pt x="54565" y="648166"/>
                  </a:lnTo>
                  <a:lnTo>
                    <a:pt x="53510" y="647717"/>
                  </a:lnTo>
                  <a:lnTo>
                    <a:pt x="52104" y="647447"/>
                  </a:lnTo>
                  <a:lnTo>
                    <a:pt x="51226" y="647717"/>
                  </a:lnTo>
                  <a:lnTo>
                    <a:pt x="41648" y="650232"/>
                  </a:lnTo>
                  <a:lnTo>
                    <a:pt x="40242" y="650592"/>
                  </a:lnTo>
                  <a:lnTo>
                    <a:pt x="24866" y="654006"/>
                  </a:lnTo>
                  <a:lnTo>
                    <a:pt x="24251" y="649873"/>
                  </a:lnTo>
                  <a:lnTo>
                    <a:pt x="21263" y="628848"/>
                  </a:lnTo>
                  <a:lnTo>
                    <a:pt x="38046" y="624536"/>
                  </a:lnTo>
                  <a:lnTo>
                    <a:pt x="37782" y="622469"/>
                  </a:lnTo>
                  <a:lnTo>
                    <a:pt x="37694" y="621930"/>
                  </a:lnTo>
                  <a:lnTo>
                    <a:pt x="37167" y="617707"/>
                  </a:lnTo>
                  <a:lnTo>
                    <a:pt x="36113" y="609261"/>
                  </a:lnTo>
                  <a:lnTo>
                    <a:pt x="36025" y="608453"/>
                  </a:lnTo>
                  <a:lnTo>
                    <a:pt x="33477" y="596503"/>
                  </a:lnTo>
                  <a:lnTo>
                    <a:pt x="32246" y="592729"/>
                  </a:lnTo>
                  <a:lnTo>
                    <a:pt x="31631" y="590843"/>
                  </a:lnTo>
                  <a:lnTo>
                    <a:pt x="29259" y="583385"/>
                  </a:lnTo>
                  <a:lnTo>
                    <a:pt x="28908" y="582127"/>
                  </a:lnTo>
                  <a:lnTo>
                    <a:pt x="28292" y="579522"/>
                  </a:lnTo>
                  <a:lnTo>
                    <a:pt x="28029" y="578264"/>
                  </a:lnTo>
                  <a:lnTo>
                    <a:pt x="27414" y="575479"/>
                  </a:lnTo>
                  <a:lnTo>
                    <a:pt x="27326" y="574310"/>
                  </a:lnTo>
                  <a:lnTo>
                    <a:pt x="27326" y="572783"/>
                  </a:lnTo>
                  <a:lnTo>
                    <a:pt x="27414" y="571615"/>
                  </a:lnTo>
                  <a:lnTo>
                    <a:pt x="27414" y="571345"/>
                  </a:lnTo>
                  <a:lnTo>
                    <a:pt x="27414" y="571166"/>
                  </a:lnTo>
                  <a:lnTo>
                    <a:pt x="27677" y="569549"/>
                  </a:lnTo>
                  <a:lnTo>
                    <a:pt x="28029" y="568111"/>
                  </a:lnTo>
                  <a:lnTo>
                    <a:pt x="29435" y="562990"/>
                  </a:lnTo>
                  <a:lnTo>
                    <a:pt x="29698" y="562271"/>
                  </a:lnTo>
                  <a:lnTo>
                    <a:pt x="29786" y="562001"/>
                  </a:lnTo>
                  <a:lnTo>
                    <a:pt x="29962" y="561193"/>
                  </a:lnTo>
                  <a:lnTo>
                    <a:pt x="30226" y="560204"/>
                  </a:lnTo>
                  <a:lnTo>
                    <a:pt x="30401" y="559665"/>
                  </a:lnTo>
                  <a:lnTo>
                    <a:pt x="32159" y="553915"/>
                  </a:lnTo>
                  <a:lnTo>
                    <a:pt x="33125" y="550680"/>
                  </a:lnTo>
                  <a:lnTo>
                    <a:pt x="34267" y="546997"/>
                  </a:lnTo>
                  <a:lnTo>
                    <a:pt x="34443" y="546457"/>
                  </a:lnTo>
                  <a:lnTo>
                    <a:pt x="34531" y="546188"/>
                  </a:lnTo>
                  <a:lnTo>
                    <a:pt x="35761" y="543313"/>
                  </a:lnTo>
                  <a:lnTo>
                    <a:pt x="36113" y="542504"/>
                  </a:lnTo>
                  <a:lnTo>
                    <a:pt x="36728" y="541426"/>
                  </a:lnTo>
                  <a:lnTo>
                    <a:pt x="40418" y="535496"/>
                  </a:lnTo>
                  <a:lnTo>
                    <a:pt x="42878" y="531812"/>
                  </a:lnTo>
                  <a:lnTo>
                    <a:pt x="43493" y="530824"/>
                  </a:lnTo>
                  <a:lnTo>
                    <a:pt x="45778" y="527410"/>
                  </a:lnTo>
                  <a:lnTo>
                    <a:pt x="45866" y="527140"/>
                  </a:lnTo>
                  <a:lnTo>
                    <a:pt x="46129" y="525792"/>
                  </a:lnTo>
                  <a:lnTo>
                    <a:pt x="46481" y="523007"/>
                  </a:lnTo>
                  <a:lnTo>
                    <a:pt x="46657" y="521030"/>
                  </a:lnTo>
                  <a:lnTo>
                    <a:pt x="46832" y="519144"/>
                  </a:lnTo>
                  <a:lnTo>
                    <a:pt x="46920" y="514561"/>
                  </a:lnTo>
                  <a:lnTo>
                    <a:pt x="47096" y="508272"/>
                  </a:lnTo>
                  <a:lnTo>
                    <a:pt x="47096" y="507823"/>
                  </a:lnTo>
                  <a:lnTo>
                    <a:pt x="47008" y="505756"/>
                  </a:lnTo>
                  <a:lnTo>
                    <a:pt x="46042" y="505846"/>
                  </a:lnTo>
                  <a:lnTo>
                    <a:pt x="34355" y="503240"/>
                  </a:lnTo>
                  <a:lnTo>
                    <a:pt x="27590" y="498568"/>
                  </a:lnTo>
                  <a:lnTo>
                    <a:pt x="25569" y="496592"/>
                  </a:lnTo>
                  <a:lnTo>
                    <a:pt x="23021" y="494166"/>
                  </a:lnTo>
                  <a:lnTo>
                    <a:pt x="21351" y="492638"/>
                  </a:lnTo>
                  <a:lnTo>
                    <a:pt x="18100" y="489943"/>
                  </a:lnTo>
                  <a:lnTo>
                    <a:pt x="17309" y="489404"/>
                  </a:lnTo>
                  <a:lnTo>
                    <a:pt x="14234" y="485361"/>
                  </a:lnTo>
                  <a:lnTo>
                    <a:pt x="8171" y="477274"/>
                  </a:lnTo>
                  <a:lnTo>
                    <a:pt x="5447" y="473770"/>
                  </a:lnTo>
                  <a:lnTo>
                    <a:pt x="3514" y="471254"/>
                  </a:lnTo>
                  <a:lnTo>
                    <a:pt x="1405" y="468469"/>
                  </a:lnTo>
                  <a:lnTo>
                    <a:pt x="0" y="466582"/>
                  </a:lnTo>
                  <a:lnTo>
                    <a:pt x="12916" y="457418"/>
                  </a:lnTo>
                  <a:lnTo>
                    <a:pt x="17485" y="457508"/>
                  </a:lnTo>
                  <a:lnTo>
                    <a:pt x="17924" y="455980"/>
                  </a:lnTo>
                  <a:lnTo>
                    <a:pt x="18364" y="453554"/>
                  </a:lnTo>
                  <a:lnTo>
                    <a:pt x="18803" y="451308"/>
                  </a:lnTo>
                  <a:lnTo>
                    <a:pt x="20385" y="445648"/>
                  </a:lnTo>
                  <a:lnTo>
                    <a:pt x="21527" y="441694"/>
                  </a:lnTo>
                  <a:lnTo>
                    <a:pt x="21966" y="440526"/>
                  </a:lnTo>
                  <a:lnTo>
                    <a:pt x="23021" y="436932"/>
                  </a:lnTo>
                  <a:lnTo>
                    <a:pt x="23021" y="436034"/>
                  </a:lnTo>
                  <a:lnTo>
                    <a:pt x="22933" y="434327"/>
                  </a:lnTo>
                  <a:lnTo>
                    <a:pt x="22933" y="431002"/>
                  </a:lnTo>
                  <a:lnTo>
                    <a:pt x="22933" y="425432"/>
                  </a:lnTo>
                  <a:lnTo>
                    <a:pt x="22757" y="424713"/>
                  </a:lnTo>
                  <a:lnTo>
                    <a:pt x="22493" y="424174"/>
                  </a:lnTo>
                  <a:lnTo>
                    <a:pt x="20648" y="422557"/>
                  </a:lnTo>
                  <a:lnTo>
                    <a:pt x="20033" y="422017"/>
                  </a:lnTo>
                  <a:lnTo>
                    <a:pt x="18627" y="419052"/>
                  </a:lnTo>
                  <a:lnTo>
                    <a:pt x="18188" y="417884"/>
                  </a:lnTo>
                  <a:lnTo>
                    <a:pt x="18100" y="417345"/>
                  </a:lnTo>
                  <a:lnTo>
                    <a:pt x="18012" y="415099"/>
                  </a:lnTo>
                  <a:lnTo>
                    <a:pt x="18364" y="413302"/>
                  </a:lnTo>
                  <a:lnTo>
                    <a:pt x="18715" y="412314"/>
                  </a:lnTo>
                  <a:lnTo>
                    <a:pt x="18539" y="411325"/>
                  </a:lnTo>
                  <a:lnTo>
                    <a:pt x="18188" y="410607"/>
                  </a:lnTo>
                  <a:lnTo>
                    <a:pt x="15640" y="408630"/>
                  </a:lnTo>
                  <a:lnTo>
                    <a:pt x="14673" y="408091"/>
                  </a:lnTo>
                  <a:lnTo>
                    <a:pt x="14761" y="404317"/>
                  </a:lnTo>
                  <a:lnTo>
                    <a:pt x="14673" y="401352"/>
                  </a:lnTo>
                  <a:lnTo>
                    <a:pt x="12916" y="401352"/>
                  </a:lnTo>
                  <a:lnTo>
                    <a:pt x="12916" y="394254"/>
                  </a:lnTo>
                  <a:lnTo>
                    <a:pt x="12828" y="389043"/>
                  </a:lnTo>
                  <a:lnTo>
                    <a:pt x="13531" y="377183"/>
                  </a:lnTo>
                  <a:lnTo>
                    <a:pt x="27677" y="373679"/>
                  </a:lnTo>
                  <a:lnTo>
                    <a:pt x="26096" y="367929"/>
                  </a:lnTo>
                  <a:lnTo>
                    <a:pt x="25129" y="364065"/>
                  </a:lnTo>
                  <a:lnTo>
                    <a:pt x="24339" y="360831"/>
                  </a:lnTo>
                  <a:lnTo>
                    <a:pt x="23196" y="353822"/>
                  </a:lnTo>
                  <a:lnTo>
                    <a:pt x="22581" y="347623"/>
                  </a:lnTo>
                  <a:lnTo>
                    <a:pt x="22405" y="343310"/>
                  </a:lnTo>
                  <a:lnTo>
                    <a:pt x="22405" y="338998"/>
                  </a:lnTo>
                  <a:lnTo>
                    <a:pt x="22933" y="330731"/>
                  </a:lnTo>
                  <a:lnTo>
                    <a:pt x="23636" y="325790"/>
                  </a:lnTo>
                  <a:lnTo>
                    <a:pt x="24690" y="320129"/>
                  </a:lnTo>
                  <a:lnTo>
                    <a:pt x="25481" y="316805"/>
                  </a:lnTo>
                  <a:lnTo>
                    <a:pt x="26359" y="314020"/>
                  </a:lnTo>
                  <a:lnTo>
                    <a:pt x="34355" y="289761"/>
                  </a:lnTo>
                  <a:lnTo>
                    <a:pt x="36113" y="284100"/>
                  </a:lnTo>
                  <a:lnTo>
                    <a:pt x="37167" y="280147"/>
                  </a:lnTo>
                  <a:lnTo>
                    <a:pt x="37958" y="276463"/>
                  </a:lnTo>
                  <a:lnTo>
                    <a:pt x="40682" y="260650"/>
                  </a:lnTo>
                  <a:lnTo>
                    <a:pt x="45075" y="234684"/>
                  </a:lnTo>
                  <a:lnTo>
                    <a:pt x="49556" y="208448"/>
                  </a:lnTo>
                  <a:lnTo>
                    <a:pt x="51841" y="208897"/>
                  </a:lnTo>
                  <a:lnTo>
                    <a:pt x="52807" y="209077"/>
                  </a:lnTo>
                  <a:lnTo>
                    <a:pt x="53422" y="209346"/>
                  </a:lnTo>
                  <a:lnTo>
                    <a:pt x="54389" y="209616"/>
                  </a:lnTo>
                  <a:lnTo>
                    <a:pt x="55180" y="210065"/>
                  </a:lnTo>
                  <a:lnTo>
                    <a:pt x="56058" y="210514"/>
                  </a:lnTo>
                  <a:lnTo>
                    <a:pt x="56673" y="210424"/>
                  </a:lnTo>
                  <a:lnTo>
                    <a:pt x="57201" y="210335"/>
                  </a:lnTo>
                  <a:lnTo>
                    <a:pt x="57728" y="210335"/>
                  </a:lnTo>
                  <a:lnTo>
                    <a:pt x="58079" y="210604"/>
                  </a:lnTo>
                  <a:lnTo>
                    <a:pt x="58606" y="210874"/>
                  </a:lnTo>
                  <a:lnTo>
                    <a:pt x="59485" y="210964"/>
                  </a:lnTo>
                  <a:lnTo>
                    <a:pt x="60276" y="211143"/>
                  </a:lnTo>
                  <a:lnTo>
                    <a:pt x="60627" y="211413"/>
                  </a:lnTo>
                  <a:lnTo>
                    <a:pt x="61242" y="211862"/>
                  </a:lnTo>
                  <a:lnTo>
                    <a:pt x="61682" y="212581"/>
                  </a:lnTo>
                  <a:lnTo>
                    <a:pt x="62209" y="212940"/>
                  </a:lnTo>
                  <a:lnTo>
                    <a:pt x="62824" y="213300"/>
                  </a:lnTo>
                  <a:lnTo>
                    <a:pt x="63263" y="213479"/>
                  </a:lnTo>
                  <a:lnTo>
                    <a:pt x="63791" y="213749"/>
                  </a:lnTo>
                  <a:lnTo>
                    <a:pt x="64142" y="214108"/>
                  </a:lnTo>
                  <a:lnTo>
                    <a:pt x="69678" y="213030"/>
                  </a:lnTo>
                  <a:lnTo>
                    <a:pt x="72841" y="212491"/>
                  </a:lnTo>
                  <a:lnTo>
                    <a:pt x="76619" y="215276"/>
                  </a:lnTo>
                  <a:lnTo>
                    <a:pt x="80573" y="217972"/>
                  </a:lnTo>
                  <a:lnTo>
                    <a:pt x="79079" y="219319"/>
                  </a:lnTo>
                  <a:lnTo>
                    <a:pt x="80397" y="221566"/>
                  </a:lnTo>
                  <a:lnTo>
                    <a:pt x="83033" y="229562"/>
                  </a:lnTo>
                  <a:lnTo>
                    <a:pt x="79167" y="230820"/>
                  </a:lnTo>
                  <a:lnTo>
                    <a:pt x="74774" y="229382"/>
                  </a:lnTo>
                  <a:lnTo>
                    <a:pt x="74247" y="229922"/>
                  </a:lnTo>
                  <a:lnTo>
                    <a:pt x="73983" y="230550"/>
                  </a:lnTo>
                  <a:lnTo>
                    <a:pt x="73719" y="231269"/>
                  </a:lnTo>
                  <a:lnTo>
                    <a:pt x="73807" y="231898"/>
                  </a:lnTo>
                  <a:lnTo>
                    <a:pt x="75213" y="232258"/>
                  </a:lnTo>
                  <a:lnTo>
                    <a:pt x="76180" y="232437"/>
                  </a:lnTo>
                  <a:lnTo>
                    <a:pt x="77761" y="234684"/>
                  </a:lnTo>
                  <a:lnTo>
                    <a:pt x="79431" y="237020"/>
                  </a:lnTo>
                  <a:lnTo>
                    <a:pt x="82330" y="238008"/>
                  </a:lnTo>
                  <a:lnTo>
                    <a:pt x="88042" y="246454"/>
                  </a:lnTo>
                  <a:lnTo>
                    <a:pt x="87778" y="246813"/>
                  </a:lnTo>
                  <a:lnTo>
                    <a:pt x="90941" y="250317"/>
                  </a:lnTo>
                  <a:lnTo>
                    <a:pt x="93929" y="247532"/>
                  </a:lnTo>
                  <a:lnTo>
                    <a:pt x="100343" y="241422"/>
                  </a:lnTo>
                  <a:lnTo>
                    <a:pt x="104648" y="238817"/>
                  </a:lnTo>
                  <a:lnTo>
                    <a:pt x="103155" y="235043"/>
                  </a:lnTo>
                  <a:lnTo>
                    <a:pt x="102628" y="233785"/>
                  </a:lnTo>
                  <a:lnTo>
                    <a:pt x="101310" y="230820"/>
                  </a:lnTo>
                  <a:lnTo>
                    <a:pt x="100694" y="229023"/>
                  </a:lnTo>
                  <a:lnTo>
                    <a:pt x="100431" y="227585"/>
                  </a:lnTo>
                  <a:lnTo>
                    <a:pt x="100255" y="226867"/>
                  </a:lnTo>
                  <a:lnTo>
                    <a:pt x="100343" y="225429"/>
                  </a:lnTo>
                  <a:lnTo>
                    <a:pt x="100607" y="223452"/>
                  </a:lnTo>
                  <a:lnTo>
                    <a:pt x="100782" y="221925"/>
                  </a:lnTo>
                  <a:lnTo>
                    <a:pt x="101046" y="220308"/>
                  </a:lnTo>
                  <a:lnTo>
                    <a:pt x="101222" y="217343"/>
                  </a:lnTo>
                  <a:lnTo>
                    <a:pt x="101222" y="212042"/>
                  </a:lnTo>
                  <a:lnTo>
                    <a:pt x="101134" y="209796"/>
                  </a:lnTo>
                  <a:lnTo>
                    <a:pt x="100519" y="206741"/>
                  </a:lnTo>
                  <a:lnTo>
                    <a:pt x="99552" y="203416"/>
                  </a:lnTo>
                  <a:lnTo>
                    <a:pt x="98058" y="200272"/>
                  </a:lnTo>
                  <a:lnTo>
                    <a:pt x="95159" y="194252"/>
                  </a:lnTo>
                  <a:lnTo>
                    <a:pt x="100343" y="192185"/>
                  </a:lnTo>
                  <a:lnTo>
                    <a:pt x="105176" y="190838"/>
                  </a:lnTo>
                  <a:lnTo>
                    <a:pt x="103945" y="173946"/>
                  </a:lnTo>
                  <a:lnTo>
                    <a:pt x="110799" y="176911"/>
                  </a:lnTo>
                  <a:lnTo>
                    <a:pt x="125209" y="175923"/>
                  </a:lnTo>
                  <a:lnTo>
                    <a:pt x="125473" y="165231"/>
                  </a:lnTo>
                  <a:lnTo>
                    <a:pt x="136017" y="162805"/>
                  </a:lnTo>
                  <a:lnTo>
                    <a:pt x="137071" y="150226"/>
                  </a:lnTo>
                  <a:lnTo>
                    <a:pt x="139531" y="150675"/>
                  </a:lnTo>
                  <a:lnTo>
                    <a:pt x="140234" y="149328"/>
                  </a:lnTo>
                  <a:lnTo>
                    <a:pt x="140849" y="148519"/>
                  </a:lnTo>
                  <a:lnTo>
                    <a:pt x="141640" y="146902"/>
                  </a:lnTo>
                  <a:lnTo>
                    <a:pt x="141816" y="146183"/>
                  </a:lnTo>
                  <a:lnTo>
                    <a:pt x="142255" y="145464"/>
                  </a:lnTo>
                  <a:lnTo>
                    <a:pt x="143573" y="145015"/>
                  </a:lnTo>
                  <a:lnTo>
                    <a:pt x="145155" y="144745"/>
                  </a:lnTo>
                  <a:lnTo>
                    <a:pt x="147527" y="144116"/>
                  </a:lnTo>
                  <a:lnTo>
                    <a:pt x="148757" y="143577"/>
                  </a:lnTo>
                  <a:lnTo>
                    <a:pt x="150163" y="142679"/>
                  </a:lnTo>
                  <a:lnTo>
                    <a:pt x="151393" y="142050"/>
                  </a:lnTo>
                  <a:lnTo>
                    <a:pt x="153063" y="141241"/>
                  </a:lnTo>
                  <a:lnTo>
                    <a:pt x="154996" y="140253"/>
                  </a:lnTo>
                  <a:lnTo>
                    <a:pt x="156050" y="139265"/>
                  </a:lnTo>
                  <a:lnTo>
                    <a:pt x="157456" y="138186"/>
                  </a:lnTo>
                  <a:lnTo>
                    <a:pt x="158862" y="137198"/>
                  </a:lnTo>
                  <a:lnTo>
                    <a:pt x="159389" y="136749"/>
                  </a:lnTo>
                  <a:lnTo>
                    <a:pt x="160004" y="136479"/>
                  </a:lnTo>
                  <a:lnTo>
                    <a:pt x="160795" y="135850"/>
                  </a:lnTo>
                  <a:lnTo>
                    <a:pt x="161498" y="135491"/>
                  </a:lnTo>
                  <a:lnTo>
                    <a:pt x="163080" y="135131"/>
                  </a:lnTo>
                  <a:lnTo>
                    <a:pt x="164134" y="134862"/>
                  </a:lnTo>
                  <a:lnTo>
                    <a:pt x="164661" y="134772"/>
                  </a:lnTo>
                  <a:lnTo>
                    <a:pt x="165188" y="134682"/>
                  </a:lnTo>
                  <a:lnTo>
                    <a:pt x="165716" y="134323"/>
                  </a:lnTo>
                  <a:lnTo>
                    <a:pt x="166243" y="133963"/>
                  </a:lnTo>
                  <a:lnTo>
                    <a:pt x="167297" y="133694"/>
                  </a:lnTo>
                  <a:lnTo>
                    <a:pt x="168352" y="133604"/>
                  </a:lnTo>
                  <a:lnTo>
                    <a:pt x="169230" y="133335"/>
                  </a:lnTo>
                  <a:lnTo>
                    <a:pt x="170021" y="132795"/>
                  </a:lnTo>
                  <a:lnTo>
                    <a:pt x="170636" y="132166"/>
                  </a:lnTo>
                  <a:lnTo>
                    <a:pt x="171866" y="130998"/>
                  </a:lnTo>
                  <a:lnTo>
                    <a:pt x="173360" y="129112"/>
                  </a:lnTo>
                  <a:lnTo>
                    <a:pt x="174502" y="128123"/>
                  </a:lnTo>
                  <a:lnTo>
                    <a:pt x="176875" y="126147"/>
                  </a:lnTo>
                  <a:lnTo>
                    <a:pt x="179159" y="124260"/>
                  </a:lnTo>
                  <a:lnTo>
                    <a:pt x="180653" y="122822"/>
                  </a:lnTo>
                  <a:lnTo>
                    <a:pt x="181444" y="122193"/>
                  </a:lnTo>
                  <a:lnTo>
                    <a:pt x="183289" y="121564"/>
                  </a:lnTo>
                  <a:lnTo>
                    <a:pt x="184695" y="121025"/>
                  </a:lnTo>
                  <a:lnTo>
                    <a:pt x="185661" y="120756"/>
                  </a:lnTo>
                  <a:lnTo>
                    <a:pt x="186452" y="120576"/>
                  </a:lnTo>
                  <a:lnTo>
                    <a:pt x="187331" y="120396"/>
                  </a:lnTo>
                  <a:lnTo>
                    <a:pt x="188122" y="120486"/>
                  </a:lnTo>
                  <a:lnTo>
                    <a:pt x="189440" y="120307"/>
                  </a:lnTo>
                  <a:lnTo>
                    <a:pt x="190142" y="120127"/>
                  </a:lnTo>
                  <a:lnTo>
                    <a:pt x="191900" y="120127"/>
                  </a:lnTo>
                  <a:lnTo>
                    <a:pt x="192603" y="119678"/>
                  </a:lnTo>
                  <a:lnTo>
                    <a:pt x="193569" y="119228"/>
                  </a:lnTo>
                  <a:lnTo>
                    <a:pt x="194360" y="118599"/>
                  </a:lnTo>
                  <a:lnTo>
                    <a:pt x="195063" y="117701"/>
                  </a:lnTo>
                  <a:lnTo>
                    <a:pt x="196117" y="116623"/>
                  </a:lnTo>
                  <a:lnTo>
                    <a:pt x="196820" y="116173"/>
                  </a:lnTo>
                  <a:lnTo>
                    <a:pt x="197787" y="115365"/>
                  </a:lnTo>
                  <a:lnTo>
                    <a:pt x="198753" y="114736"/>
                  </a:lnTo>
                  <a:lnTo>
                    <a:pt x="199193" y="114197"/>
                  </a:lnTo>
                  <a:lnTo>
                    <a:pt x="199720" y="113927"/>
                  </a:lnTo>
                  <a:lnTo>
                    <a:pt x="200423" y="113388"/>
                  </a:lnTo>
                  <a:lnTo>
                    <a:pt x="201302" y="112849"/>
                  </a:lnTo>
                  <a:lnTo>
                    <a:pt x="202268" y="112220"/>
                  </a:lnTo>
                  <a:lnTo>
                    <a:pt x="203059" y="111771"/>
                  </a:lnTo>
                  <a:lnTo>
                    <a:pt x="203674" y="111322"/>
                  </a:lnTo>
                  <a:lnTo>
                    <a:pt x="204728" y="110603"/>
                  </a:lnTo>
                  <a:lnTo>
                    <a:pt x="205607" y="110333"/>
                  </a:lnTo>
                  <a:lnTo>
                    <a:pt x="206222" y="110243"/>
                  </a:lnTo>
                  <a:lnTo>
                    <a:pt x="207101" y="110243"/>
                  </a:lnTo>
                  <a:lnTo>
                    <a:pt x="207628" y="109884"/>
                  </a:lnTo>
                  <a:lnTo>
                    <a:pt x="208243" y="108896"/>
                  </a:lnTo>
                  <a:lnTo>
                    <a:pt x="208770" y="107907"/>
                  </a:lnTo>
                  <a:lnTo>
                    <a:pt x="209473" y="107099"/>
                  </a:lnTo>
                  <a:lnTo>
                    <a:pt x="210088" y="106470"/>
                  </a:lnTo>
                  <a:lnTo>
                    <a:pt x="210879" y="105392"/>
                  </a:lnTo>
                  <a:lnTo>
                    <a:pt x="211406" y="104403"/>
                  </a:lnTo>
                  <a:lnTo>
                    <a:pt x="211582" y="103774"/>
                  </a:lnTo>
                  <a:lnTo>
                    <a:pt x="211494" y="102966"/>
                  </a:lnTo>
                  <a:lnTo>
                    <a:pt x="211406" y="102067"/>
                  </a:lnTo>
                  <a:lnTo>
                    <a:pt x="211318" y="101079"/>
                  </a:lnTo>
                  <a:lnTo>
                    <a:pt x="211406" y="100091"/>
                  </a:lnTo>
                  <a:lnTo>
                    <a:pt x="211230" y="98743"/>
                  </a:lnTo>
                  <a:lnTo>
                    <a:pt x="211318" y="97575"/>
                  </a:lnTo>
                  <a:lnTo>
                    <a:pt x="211143" y="96407"/>
                  </a:lnTo>
                  <a:lnTo>
                    <a:pt x="210879" y="94879"/>
                  </a:lnTo>
                  <a:lnTo>
                    <a:pt x="210527" y="93981"/>
                  </a:lnTo>
                  <a:lnTo>
                    <a:pt x="210440" y="92993"/>
                  </a:lnTo>
                  <a:lnTo>
                    <a:pt x="210440" y="91555"/>
                  </a:lnTo>
                  <a:lnTo>
                    <a:pt x="210615" y="89668"/>
                  </a:lnTo>
                  <a:lnTo>
                    <a:pt x="211055" y="88051"/>
                  </a:lnTo>
                  <a:lnTo>
                    <a:pt x="211143" y="85625"/>
                  </a:lnTo>
                  <a:lnTo>
                    <a:pt x="211670" y="84547"/>
                  </a:lnTo>
                  <a:lnTo>
                    <a:pt x="212373" y="83559"/>
                  </a:lnTo>
                  <a:lnTo>
                    <a:pt x="212988" y="81492"/>
                  </a:lnTo>
                  <a:lnTo>
                    <a:pt x="213251" y="79965"/>
                  </a:lnTo>
                  <a:lnTo>
                    <a:pt x="213427" y="78797"/>
                  </a:lnTo>
                  <a:lnTo>
                    <a:pt x="214130" y="77539"/>
                  </a:lnTo>
                  <a:lnTo>
                    <a:pt x="214833" y="76460"/>
                  </a:lnTo>
                  <a:lnTo>
                    <a:pt x="215097" y="76101"/>
                  </a:lnTo>
                  <a:lnTo>
                    <a:pt x="215448" y="75203"/>
                  </a:lnTo>
                  <a:lnTo>
                    <a:pt x="215624" y="73945"/>
                  </a:lnTo>
                  <a:lnTo>
                    <a:pt x="215799" y="72777"/>
                  </a:lnTo>
                  <a:lnTo>
                    <a:pt x="216151" y="71339"/>
                  </a:lnTo>
                  <a:lnTo>
                    <a:pt x="216151" y="70171"/>
                  </a:lnTo>
                  <a:lnTo>
                    <a:pt x="216239" y="69362"/>
                  </a:lnTo>
                  <a:lnTo>
                    <a:pt x="216678" y="67835"/>
                  </a:lnTo>
                  <a:lnTo>
                    <a:pt x="216942" y="66577"/>
                  </a:lnTo>
                  <a:lnTo>
                    <a:pt x="217293" y="65229"/>
                  </a:lnTo>
                  <a:lnTo>
                    <a:pt x="217908" y="63612"/>
                  </a:lnTo>
                  <a:lnTo>
                    <a:pt x="218787" y="61905"/>
                  </a:lnTo>
                  <a:lnTo>
                    <a:pt x="219402" y="60557"/>
                  </a:lnTo>
                  <a:lnTo>
                    <a:pt x="219753" y="59569"/>
                  </a:lnTo>
                  <a:lnTo>
                    <a:pt x="220632" y="58401"/>
                  </a:lnTo>
                  <a:lnTo>
                    <a:pt x="220720" y="58131"/>
                  </a:lnTo>
                  <a:lnTo>
                    <a:pt x="221511" y="56424"/>
                  </a:lnTo>
                  <a:lnTo>
                    <a:pt x="221950" y="54987"/>
                  </a:lnTo>
                  <a:lnTo>
                    <a:pt x="223180" y="53190"/>
                  </a:lnTo>
                  <a:lnTo>
                    <a:pt x="223707" y="52022"/>
                  </a:lnTo>
                  <a:lnTo>
                    <a:pt x="224147" y="50674"/>
                  </a:lnTo>
                  <a:lnTo>
                    <a:pt x="225025" y="49057"/>
                  </a:lnTo>
                  <a:lnTo>
                    <a:pt x="225728" y="47529"/>
                  </a:lnTo>
                  <a:lnTo>
                    <a:pt x="226256" y="46541"/>
                  </a:lnTo>
                  <a:lnTo>
                    <a:pt x="227222" y="45553"/>
                  </a:lnTo>
                  <a:lnTo>
                    <a:pt x="227837" y="45463"/>
                  </a:lnTo>
                  <a:lnTo>
                    <a:pt x="228804" y="44025"/>
                  </a:lnTo>
                  <a:lnTo>
                    <a:pt x="229331" y="43037"/>
                  </a:lnTo>
                  <a:lnTo>
                    <a:pt x="230297" y="41779"/>
                  </a:lnTo>
                  <a:lnTo>
                    <a:pt x="231264" y="41060"/>
                  </a:lnTo>
                  <a:lnTo>
                    <a:pt x="232406" y="40701"/>
                  </a:lnTo>
                  <a:lnTo>
                    <a:pt x="233636" y="40611"/>
                  </a:lnTo>
                  <a:lnTo>
                    <a:pt x="234603" y="40341"/>
                  </a:lnTo>
                  <a:lnTo>
                    <a:pt x="235745" y="39623"/>
                  </a:lnTo>
                  <a:lnTo>
                    <a:pt x="236448" y="39263"/>
                  </a:lnTo>
                  <a:lnTo>
                    <a:pt x="236975" y="39084"/>
                  </a:lnTo>
                  <a:lnTo>
                    <a:pt x="237590" y="38904"/>
                  </a:lnTo>
                  <a:lnTo>
                    <a:pt x="238381" y="38724"/>
                  </a:lnTo>
                  <a:lnTo>
                    <a:pt x="239260" y="38634"/>
                  </a:lnTo>
                  <a:lnTo>
                    <a:pt x="240402" y="38544"/>
                  </a:lnTo>
                  <a:lnTo>
                    <a:pt x="241369" y="38544"/>
                  </a:lnTo>
                  <a:lnTo>
                    <a:pt x="242950" y="37916"/>
                  </a:lnTo>
                  <a:lnTo>
                    <a:pt x="243829" y="37107"/>
                  </a:lnTo>
                  <a:lnTo>
                    <a:pt x="244708" y="36298"/>
                  </a:lnTo>
                  <a:lnTo>
                    <a:pt x="245674" y="35040"/>
                  </a:lnTo>
                  <a:lnTo>
                    <a:pt x="246553" y="33962"/>
                  </a:lnTo>
                  <a:lnTo>
                    <a:pt x="247168" y="32345"/>
                  </a:lnTo>
                  <a:lnTo>
                    <a:pt x="248134" y="30009"/>
                  </a:lnTo>
                  <a:lnTo>
                    <a:pt x="249189" y="26595"/>
                  </a:lnTo>
                  <a:lnTo>
                    <a:pt x="249716" y="25516"/>
                  </a:lnTo>
                  <a:lnTo>
                    <a:pt x="250946" y="22641"/>
                  </a:lnTo>
                  <a:lnTo>
                    <a:pt x="251298" y="21383"/>
                  </a:lnTo>
                  <a:lnTo>
                    <a:pt x="251473" y="20036"/>
                  </a:lnTo>
                  <a:lnTo>
                    <a:pt x="252352" y="18688"/>
                  </a:lnTo>
                  <a:lnTo>
                    <a:pt x="253318" y="17520"/>
                  </a:lnTo>
                  <a:lnTo>
                    <a:pt x="254197" y="15993"/>
                  </a:lnTo>
                  <a:lnTo>
                    <a:pt x="255252" y="13926"/>
                  </a:lnTo>
                  <a:lnTo>
                    <a:pt x="255954" y="12399"/>
                  </a:lnTo>
                  <a:lnTo>
                    <a:pt x="257536" y="10422"/>
                  </a:lnTo>
                  <a:lnTo>
                    <a:pt x="259469" y="8984"/>
                  </a:lnTo>
                  <a:lnTo>
                    <a:pt x="260699" y="7816"/>
                  </a:lnTo>
                  <a:lnTo>
                    <a:pt x="262808" y="6828"/>
                  </a:lnTo>
                  <a:lnTo>
                    <a:pt x="265180" y="5211"/>
                  </a:lnTo>
                  <a:lnTo>
                    <a:pt x="267026" y="3773"/>
                  </a:lnTo>
                  <a:lnTo>
                    <a:pt x="269134" y="2066"/>
                  </a:lnTo>
                  <a:lnTo>
                    <a:pt x="270013" y="988"/>
                  </a:lnTo>
                  <a:lnTo>
                    <a:pt x="271155" y="628"/>
                  </a:lnTo>
                  <a:lnTo>
                    <a:pt x="272473" y="89"/>
                  </a:lnTo>
                  <a:lnTo>
                    <a:pt x="275988" y="0"/>
                  </a:lnTo>
                  <a:lnTo>
                    <a:pt x="27844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17302" y="3654447"/>
              <a:ext cx="203322" cy="211862"/>
            </a:xfrm>
            <a:custGeom>
              <a:avLst/>
              <a:pathLst>
                <a:path w="203322" h="211862">
                  <a:moveTo>
                    <a:pt x="104209" y="179"/>
                  </a:moveTo>
                  <a:lnTo>
                    <a:pt x="104736" y="269"/>
                  </a:lnTo>
                  <a:lnTo>
                    <a:pt x="105527" y="449"/>
                  </a:lnTo>
                  <a:lnTo>
                    <a:pt x="105879" y="539"/>
                  </a:lnTo>
                  <a:lnTo>
                    <a:pt x="108690" y="2156"/>
                  </a:lnTo>
                  <a:lnTo>
                    <a:pt x="110360" y="3054"/>
                  </a:lnTo>
                  <a:lnTo>
                    <a:pt x="110272" y="3593"/>
                  </a:lnTo>
                  <a:lnTo>
                    <a:pt x="110008" y="6828"/>
                  </a:lnTo>
                  <a:lnTo>
                    <a:pt x="109481" y="11500"/>
                  </a:lnTo>
                  <a:lnTo>
                    <a:pt x="109481" y="11859"/>
                  </a:lnTo>
                  <a:lnTo>
                    <a:pt x="108866" y="17610"/>
                  </a:lnTo>
                  <a:lnTo>
                    <a:pt x="108866" y="17879"/>
                  </a:lnTo>
                  <a:lnTo>
                    <a:pt x="108515" y="21294"/>
                  </a:lnTo>
                  <a:lnTo>
                    <a:pt x="108427" y="21833"/>
                  </a:lnTo>
                  <a:lnTo>
                    <a:pt x="107812" y="28122"/>
                  </a:lnTo>
                  <a:lnTo>
                    <a:pt x="107724" y="28481"/>
                  </a:lnTo>
                  <a:lnTo>
                    <a:pt x="110975" y="28751"/>
                  </a:lnTo>
                  <a:lnTo>
                    <a:pt x="115895" y="29290"/>
                  </a:lnTo>
                  <a:lnTo>
                    <a:pt x="116423" y="29290"/>
                  </a:lnTo>
                  <a:lnTo>
                    <a:pt x="116686" y="29290"/>
                  </a:lnTo>
                  <a:lnTo>
                    <a:pt x="117125" y="29380"/>
                  </a:lnTo>
                  <a:lnTo>
                    <a:pt x="121782" y="29470"/>
                  </a:lnTo>
                  <a:lnTo>
                    <a:pt x="139707" y="30728"/>
                  </a:lnTo>
                  <a:lnTo>
                    <a:pt x="143310" y="31087"/>
                  </a:lnTo>
                  <a:lnTo>
                    <a:pt x="160971" y="32884"/>
                  </a:lnTo>
                  <a:lnTo>
                    <a:pt x="169933" y="33872"/>
                  </a:lnTo>
                  <a:lnTo>
                    <a:pt x="173975" y="33962"/>
                  </a:lnTo>
                  <a:lnTo>
                    <a:pt x="183728" y="33513"/>
                  </a:lnTo>
                  <a:lnTo>
                    <a:pt x="192866" y="33154"/>
                  </a:lnTo>
                  <a:lnTo>
                    <a:pt x="194184" y="33154"/>
                  </a:lnTo>
                  <a:lnTo>
                    <a:pt x="198138" y="32794"/>
                  </a:lnTo>
                  <a:lnTo>
                    <a:pt x="201214" y="32345"/>
                  </a:lnTo>
                  <a:lnTo>
                    <a:pt x="201741" y="32255"/>
                  </a:lnTo>
                  <a:lnTo>
                    <a:pt x="203322" y="32075"/>
                  </a:lnTo>
                  <a:lnTo>
                    <a:pt x="199368" y="48697"/>
                  </a:lnTo>
                  <a:lnTo>
                    <a:pt x="196645" y="60288"/>
                  </a:lnTo>
                  <a:lnTo>
                    <a:pt x="194799" y="68105"/>
                  </a:lnTo>
                  <a:lnTo>
                    <a:pt x="194624" y="68734"/>
                  </a:lnTo>
                  <a:lnTo>
                    <a:pt x="193745" y="72687"/>
                  </a:lnTo>
                  <a:lnTo>
                    <a:pt x="191812" y="80773"/>
                  </a:lnTo>
                  <a:lnTo>
                    <a:pt x="189879" y="88949"/>
                  </a:lnTo>
                  <a:lnTo>
                    <a:pt x="189703" y="89668"/>
                  </a:lnTo>
                  <a:lnTo>
                    <a:pt x="188824" y="93711"/>
                  </a:lnTo>
                  <a:lnTo>
                    <a:pt x="188561" y="94790"/>
                  </a:lnTo>
                  <a:lnTo>
                    <a:pt x="188473" y="96407"/>
                  </a:lnTo>
                  <a:lnTo>
                    <a:pt x="188473" y="97934"/>
                  </a:lnTo>
                  <a:lnTo>
                    <a:pt x="189000" y="99462"/>
                  </a:lnTo>
                  <a:lnTo>
                    <a:pt x="189176" y="99821"/>
                  </a:lnTo>
                  <a:lnTo>
                    <a:pt x="190933" y="104403"/>
                  </a:lnTo>
                  <a:lnTo>
                    <a:pt x="192778" y="109435"/>
                  </a:lnTo>
                  <a:lnTo>
                    <a:pt x="194887" y="113568"/>
                  </a:lnTo>
                  <a:lnTo>
                    <a:pt x="196469" y="115365"/>
                  </a:lnTo>
                  <a:lnTo>
                    <a:pt x="196820" y="115904"/>
                  </a:lnTo>
                  <a:lnTo>
                    <a:pt x="196996" y="115994"/>
                  </a:lnTo>
                  <a:lnTo>
                    <a:pt x="197172" y="116173"/>
                  </a:lnTo>
                  <a:lnTo>
                    <a:pt x="198402" y="117072"/>
                  </a:lnTo>
                  <a:lnTo>
                    <a:pt x="199193" y="117611"/>
                  </a:lnTo>
                  <a:lnTo>
                    <a:pt x="197787" y="118150"/>
                  </a:lnTo>
                  <a:lnTo>
                    <a:pt x="197260" y="118150"/>
                  </a:lnTo>
                  <a:lnTo>
                    <a:pt x="193130" y="118060"/>
                  </a:lnTo>
                  <a:lnTo>
                    <a:pt x="188034" y="117881"/>
                  </a:lnTo>
                  <a:lnTo>
                    <a:pt x="187594" y="117881"/>
                  </a:lnTo>
                  <a:lnTo>
                    <a:pt x="187419" y="117881"/>
                  </a:lnTo>
                  <a:lnTo>
                    <a:pt x="183992" y="117701"/>
                  </a:lnTo>
                  <a:lnTo>
                    <a:pt x="183728" y="117701"/>
                  </a:lnTo>
                  <a:lnTo>
                    <a:pt x="183552" y="117791"/>
                  </a:lnTo>
                  <a:lnTo>
                    <a:pt x="182674" y="117701"/>
                  </a:lnTo>
                  <a:lnTo>
                    <a:pt x="179247" y="118060"/>
                  </a:lnTo>
                  <a:lnTo>
                    <a:pt x="175732" y="118510"/>
                  </a:lnTo>
                  <a:lnTo>
                    <a:pt x="173624" y="119138"/>
                  </a:lnTo>
                  <a:lnTo>
                    <a:pt x="172481" y="119588"/>
                  </a:lnTo>
                  <a:lnTo>
                    <a:pt x="171691" y="120307"/>
                  </a:lnTo>
                  <a:lnTo>
                    <a:pt x="170988" y="121295"/>
                  </a:lnTo>
                  <a:lnTo>
                    <a:pt x="170460" y="122463"/>
                  </a:lnTo>
                  <a:lnTo>
                    <a:pt x="170197" y="123361"/>
                  </a:lnTo>
                  <a:lnTo>
                    <a:pt x="169845" y="125608"/>
                  </a:lnTo>
                  <a:lnTo>
                    <a:pt x="169933" y="126416"/>
                  </a:lnTo>
                  <a:lnTo>
                    <a:pt x="170285" y="127674"/>
                  </a:lnTo>
                  <a:lnTo>
                    <a:pt x="171427" y="129291"/>
                  </a:lnTo>
                  <a:lnTo>
                    <a:pt x="170109" y="130639"/>
                  </a:lnTo>
                  <a:lnTo>
                    <a:pt x="171427" y="133694"/>
                  </a:lnTo>
                  <a:lnTo>
                    <a:pt x="171603" y="134053"/>
                  </a:lnTo>
                  <a:lnTo>
                    <a:pt x="171866" y="134413"/>
                  </a:lnTo>
                  <a:lnTo>
                    <a:pt x="180917" y="146003"/>
                  </a:lnTo>
                  <a:lnTo>
                    <a:pt x="202620" y="174575"/>
                  </a:lnTo>
                  <a:lnTo>
                    <a:pt x="198929" y="177450"/>
                  </a:lnTo>
                  <a:lnTo>
                    <a:pt x="182410" y="190748"/>
                  </a:lnTo>
                  <a:lnTo>
                    <a:pt x="181004" y="190927"/>
                  </a:lnTo>
                  <a:lnTo>
                    <a:pt x="180829" y="191017"/>
                  </a:lnTo>
                  <a:lnTo>
                    <a:pt x="177578" y="190927"/>
                  </a:lnTo>
                  <a:lnTo>
                    <a:pt x="172921" y="190838"/>
                  </a:lnTo>
                  <a:lnTo>
                    <a:pt x="172569" y="190838"/>
                  </a:lnTo>
                  <a:lnTo>
                    <a:pt x="171954" y="190838"/>
                  </a:lnTo>
                  <a:lnTo>
                    <a:pt x="171603" y="190838"/>
                  </a:lnTo>
                  <a:lnTo>
                    <a:pt x="170460" y="190748"/>
                  </a:lnTo>
                  <a:lnTo>
                    <a:pt x="170109" y="190748"/>
                  </a:lnTo>
                  <a:lnTo>
                    <a:pt x="167912" y="190748"/>
                  </a:lnTo>
                  <a:lnTo>
                    <a:pt x="165979" y="190658"/>
                  </a:lnTo>
                  <a:lnTo>
                    <a:pt x="161586" y="190568"/>
                  </a:lnTo>
                  <a:lnTo>
                    <a:pt x="158247" y="190568"/>
                  </a:lnTo>
                  <a:lnTo>
                    <a:pt x="157895" y="190568"/>
                  </a:lnTo>
                  <a:lnTo>
                    <a:pt x="157720" y="190568"/>
                  </a:lnTo>
                  <a:lnTo>
                    <a:pt x="157544" y="190568"/>
                  </a:lnTo>
                  <a:lnTo>
                    <a:pt x="157368" y="190568"/>
                  </a:lnTo>
                  <a:lnTo>
                    <a:pt x="157193" y="190568"/>
                  </a:lnTo>
                  <a:lnTo>
                    <a:pt x="156753" y="190478"/>
                  </a:lnTo>
                  <a:lnTo>
                    <a:pt x="154117" y="190478"/>
                  </a:lnTo>
                  <a:lnTo>
                    <a:pt x="153414" y="188681"/>
                  </a:lnTo>
                  <a:lnTo>
                    <a:pt x="152887" y="187693"/>
                  </a:lnTo>
                  <a:lnTo>
                    <a:pt x="150251" y="189669"/>
                  </a:lnTo>
                  <a:lnTo>
                    <a:pt x="149636" y="189939"/>
                  </a:lnTo>
                  <a:lnTo>
                    <a:pt x="148670" y="190029"/>
                  </a:lnTo>
                  <a:lnTo>
                    <a:pt x="147615" y="183919"/>
                  </a:lnTo>
                  <a:lnTo>
                    <a:pt x="146649" y="184458"/>
                  </a:lnTo>
                  <a:lnTo>
                    <a:pt x="146034" y="184638"/>
                  </a:lnTo>
                  <a:lnTo>
                    <a:pt x="143046" y="185626"/>
                  </a:lnTo>
                  <a:lnTo>
                    <a:pt x="135314" y="187423"/>
                  </a:lnTo>
                  <a:lnTo>
                    <a:pt x="133908" y="187693"/>
                  </a:lnTo>
                  <a:lnTo>
                    <a:pt x="131623" y="188322"/>
                  </a:lnTo>
                  <a:lnTo>
                    <a:pt x="128548" y="189220"/>
                  </a:lnTo>
                  <a:lnTo>
                    <a:pt x="127669" y="189580"/>
                  </a:lnTo>
                  <a:lnTo>
                    <a:pt x="127494" y="189669"/>
                  </a:lnTo>
                  <a:lnTo>
                    <a:pt x="124770" y="191017"/>
                  </a:lnTo>
                  <a:lnTo>
                    <a:pt x="123364" y="191736"/>
                  </a:lnTo>
                  <a:lnTo>
                    <a:pt x="123188" y="191916"/>
                  </a:lnTo>
                  <a:lnTo>
                    <a:pt x="123013" y="192006"/>
                  </a:lnTo>
                  <a:lnTo>
                    <a:pt x="122485" y="192275"/>
                  </a:lnTo>
                  <a:lnTo>
                    <a:pt x="120113" y="193802"/>
                  </a:lnTo>
                  <a:lnTo>
                    <a:pt x="119761" y="194072"/>
                  </a:lnTo>
                  <a:lnTo>
                    <a:pt x="118531" y="194791"/>
                  </a:lnTo>
                  <a:lnTo>
                    <a:pt x="117301" y="195599"/>
                  </a:lnTo>
                  <a:lnTo>
                    <a:pt x="116686" y="195959"/>
                  </a:lnTo>
                  <a:lnTo>
                    <a:pt x="115544" y="196678"/>
                  </a:lnTo>
                  <a:lnTo>
                    <a:pt x="114753" y="197307"/>
                  </a:lnTo>
                  <a:lnTo>
                    <a:pt x="112908" y="198475"/>
                  </a:lnTo>
                  <a:lnTo>
                    <a:pt x="112293" y="198924"/>
                  </a:lnTo>
                  <a:lnTo>
                    <a:pt x="109393" y="200901"/>
                  </a:lnTo>
                  <a:lnTo>
                    <a:pt x="106669" y="202428"/>
                  </a:lnTo>
                  <a:lnTo>
                    <a:pt x="103506" y="203866"/>
                  </a:lnTo>
                  <a:lnTo>
                    <a:pt x="98849" y="205662"/>
                  </a:lnTo>
                  <a:lnTo>
                    <a:pt x="96828" y="205932"/>
                  </a:lnTo>
                  <a:lnTo>
                    <a:pt x="96565" y="206022"/>
                  </a:lnTo>
                  <a:lnTo>
                    <a:pt x="94544" y="206291"/>
                  </a:lnTo>
                  <a:lnTo>
                    <a:pt x="91556" y="206741"/>
                  </a:lnTo>
                  <a:lnTo>
                    <a:pt x="90678" y="206831"/>
                  </a:lnTo>
                  <a:lnTo>
                    <a:pt x="84439" y="207729"/>
                  </a:lnTo>
                  <a:lnTo>
                    <a:pt x="83824" y="207819"/>
                  </a:lnTo>
                  <a:lnTo>
                    <a:pt x="71699" y="209436"/>
                  </a:lnTo>
                  <a:lnTo>
                    <a:pt x="68887" y="209885"/>
                  </a:lnTo>
                  <a:lnTo>
                    <a:pt x="68272" y="209975"/>
                  </a:lnTo>
                  <a:lnTo>
                    <a:pt x="59661" y="211143"/>
                  </a:lnTo>
                  <a:lnTo>
                    <a:pt x="54652" y="211862"/>
                  </a:lnTo>
                  <a:lnTo>
                    <a:pt x="54652" y="211413"/>
                  </a:lnTo>
                  <a:lnTo>
                    <a:pt x="54652" y="210964"/>
                  </a:lnTo>
                  <a:lnTo>
                    <a:pt x="54477" y="207729"/>
                  </a:lnTo>
                  <a:lnTo>
                    <a:pt x="54389" y="206920"/>
                  </a:lnTo>
                  <a:lnTo>
                    <a:pt x="54301" y="206381"/>
                  </a:lnTo>
                  <a:lnTo>
                    <a:pt x="54213" y="205932"/>
                  </a:lnTo>
                  <a:lnTo>
                    <a:pt x="54213" y="205752"/>
                  </a:lnTo>
                  <a:lnTo>
                    <a:pt x="54037" y="205123"/>
                  </a:lnTo>
                  <a:lnTo>
                    <a:pt x="53774" y="203776"/>
                  </a:lnTo>
                  <a:lnTo>
                    <a:pt x="53247" y="201529"/>
                  </a:lnTo>
                  <a:lnTo>
                    <a:pt x="53159" y="201170"/>
                  </a:lnTo>
                  <a:lnTo>
                    <a:pt x="52807" y="200092"/>
                  </a:lnTo>
                  <a:lnTo>
                    <a:pt x="52368" y="199014"/>
                  </a:lnTo>
                  <a:lnTo>
                    <a:pt x="51577" y="196947"/>
                  </a:lnTo>
                  <a:lnTo>
                    <a:pt x="51226" y="196408"/>
                  </a:lnTo>
                  <a:lnTo>
                    <a:pt x="49908" y="194162"/>
                  </a:lnTo>
                  <a:lnTo>
                    <a:pt x="48502" y="191556"/>
                  </a:lnTo>
                  <a:lnTo>
                    <a:pt x="47711" y="190568"/>
                  </a:lnTo>
                  <a:lnTo>
                    <a:pt x="45778" y="188322"/>
                  </a:lnTo>
                  <a:lnTo>
                    <a:pt x="45251" y="187513"/>
                  </a:lnTo>
                  <a:lnTo>
                    <a:pt x="44548" y="186974"/>
                  </a:lnTo>
                  <a:lnTo>
                    <a:pt x="41033" y="184189"/>
                  </a:lnTo>
                  <a:lnTo>
                    <a:pt x="38134" y="182392"/>
                  </a:lnTo>
                  <a:lnTo>
                    <a:pt x="36552" y="181673"/>
                  </a:lnTo>
                  <a:lnTo>
                    <a:pt x="33301" y="180325"/>
                  </a:lnTo>
                  <a:lnTo>
                    <a:pt x="32334" y="179876"/>
                  </a:lnTo>
                  <a:lnTo>
                    <a:pt x="31456" y="179696"/>
                  </a:lnTo>
                  <a:lnTo>
                    <a:pt x="29083" y="179067"/>
                  </a:lnTo>
                  <a:lnTo>
                    <a:pt x="28292" y="178888"/>
                  </a:lnTo>
                  <a:lnTo>
                    <a:pt x="25832" y="178259"/>
                  </a:lnTo>
                  <a:lnTo>
                    <a:pt x="23987" y="177720"/>
                  </a:lnTo>
                  <a:lnTo>
                    <a:pt x="23460" y="177540"/>
                  </a:lnTo>
                  <a:lnTo>
                    <a:pt x="15991" y="175473"/>
                  </a:lnTo>
                  <a:lnTo>
                    <a:pt x="15288" y="175204"/>
                  </a:lnTo>
                  <a:lnTo>
                    <a:pt x="12389" y="173946"/>
                  </a:lnTo>
                  <a:lnTo>
                    <a:pt x="12125" y="173766"/>
                  </a:lnTo>
                  <a:lnTo>
                    <a:pt x="10719" y="172958"/>
                  </a:lnTo>
                  <a:lnTo>
                    <a:pt x="10016" y="172598"/>
                  </a:lnTo>
                  <a:lnTo>
                    <a:pt x="7820" y="170981"/>
                  </a:lnTo>
                  <a:lnTo>
                    <a:pt x="6502" y="169543"/>
                  </a:lnTo>
                  <a:lnTo>
                    <a:pt x="6150" y="169274"/>
                  </a:lnTo>
                  <a:lnTo>
                    <a:pt x="4217" y="167207"/>
                  </a:lnTo>
                  <a:lnTo>
                    <a:pt x="2723" y="165051"/>
                  </a:lnTo>
                  <a:lnTo>
                    <a:pt x="966" y="161277"/>
                  </a:lnTo>
                  <a:lnTo>
                    <a:pt x="87" y="159301"/>
                  </a:lnTo>
                  <a:lnTo>
                    <a:pt x="87" y="159121"/>
                  </a:lnTo>
                  <a:lnTo>
                    <a:pt x="0" y="158851"/>
                  </a:lnTo>
                  <a:lnTo>
                    <a:pt x="263" y="158402"/>
                  </a:lnTo>
                  <a:lnTo>
                    <a:pt x="790" y="157055"/>
                  </a:lnTo>
                  <a:lnTo>
                    <a:pt x="966" y="156695"/>
                  </a:lnTo>
                  <a:lnTo>
                    <a:pt x="1317" y="154359"/>
                  </a:lnTo>
                  <a:lnTo>
                    <a:pt x="1757" y="151843"/>
                  </a:lnTo>
                  <a:lnTo>
                    <a:pt x="2196" y="149238"/>
                  </a:lnTo>
                  <a:lnTo>
                    <a:pt x="2372" y="148429"/>
                  </a:lnTo>
                  <a:lnTo>
                    <a:pt x="2811" y="147261"/>
                  </a:lnTo>
                  <a:lnTo>
                    <a:pt x="3075" y="146812"/>
                  </a:lnTo>
                  <a:lnTo>
                    <a:pt x="4129" y="145374"/>
                  </a:lnTo>
                  <a:lnTo>
                    <a:pt x="6238" y="141870"/>
                  </a:lnTo>
                  <a:lnTo>
                    <a:pt x="6853" y="141151"/>
                  </a:lnTo>
                  <a:lnTo>
                    <a:pt x="7380" y="140433"/>
                  </a:lnTo>
                  <a:lnTo>
                    <a:pt x="7907" y="140073"/>
                  </a:lnTo>
                  <a:lnTo>
                    <a:pt x="13004" y="135760"/>
                  </a:lnTo>
                  <a:lnTo>
                    <a:pt x="18451" y="131987"/>
                  </a:lnTo>
                  <a:lnTo>
                    <a:pt x="21790" y="129651"/>
                  </a:lnTo>
                  <a:lnTo>
                    <a:pt x="27062" y="126506"/>
                  </a:lnTo>
                  <a:lnTo>
                    <a:pt x="35058" y="121834"/>
                  </a:lnTo>
                  <a:lnTo>
                    <a:pt x="41033" y="118330"/>
                  </a:lnTo>
                  <a:lnTo>
                    <a:pt x="41560" y="118060"/>
                  </a:lnTo>
                  <a:lnTo>
                    <a:pt x="41824" y="117881"/>
                  </a:lnTo>
                  <a:lnTo>
                    <a:pt x="42966" y="117162"/>
                  </a:lnTo>
                  <a:lnTo>
                    <a:pt x="43757" y="116713"/>
                  </a:lnTo>
                  <a:lnTo>
                    <a:pt x="44987" y="115994"/>
                  </a:lnTo>
                  <a:lnTo>
                    <a:pt x="52104" y="111861"/>
                  </a:lnTo>
                  <a:lnTo>
                    <a:pt x="53862" y="110872"/>
                  </a:lnTo>
                  <a:lnTo>
                    <a:pt x="55443" y="109884"/>
                  </a:lnTo>
                  <a:lnTo>
                    <a:pt x="57376" y="108806"/>
                  </a:lnTo>
                  <a:lnTo>
                    <a:pt x="60188" y="107099"/>
                  </a:lnTo>
                  <a:lnTo>
                    <a:pt x="62912" y="105571"/>
                  </a:lnTo>
                  <a:lnTo>
                    <a:pt x="65021" y="104313"/>
                  </a:lnTo>
                  <a:lnTo>
                    <a:pt x="65196" y="104224"/>
                  </a:lnTo>
                  <a:lnTo>
                    <a:pt x="65987" y="103774"/>
                  </a:lnTo>
                  <a:lnTo>
                    <a:pt x="86987" y="91465"/>
                  </a:lnTo>
                  <a:lnTo>
                    <a:pt x="92874" y="88141"/>
                  </a:lnTo>
                  <a:lnTo>
                    <a:pt x="105703" y="80594"/>
                  </a:lnTo>
                  <a:lnTo>
                    <a:pt x="110360" y="77898"/>
                  </a:lnTo>
                  <a:lnTo>
                    <a:pt x="111063" y="77449"/>
                  </a:lnTo>
                  <a:lnTo>
                    <a:pt x="123540" y="70171"/>
                  </a:lnTo>
                  <a:lnTo>
                    <a:pt x="115632" y="59839"/>
                  </a:lnTo>
                  <a:lnTo>
                    <a:pt x="110623" y="53369"/>
                  </a:lnTo>
                  <a:lnTo>
                    <a:pt x="104736" y="45553"/>
                  </a:lnTo>
                  <a:lnTo>
                    <a:pt x="99640" y="38904"/>
                  </a:lnTo>
                  <a:lnTo>
                    <a:pt x="96038" y="34142"/>
                  </a:lnTo>
                  <a:lnTo>
                    <a:pt x="95071" y="32794"/>
                  </a:lnTo>
                  <a:lnTo>
                    <a:pt x="91996" y="27493"/>
                  </a:lnTo>
                  <a:lnTo>
                    <a:pt x="91644" y="26864"/>
                  </a:lnTo>
                  <a:lnTo>
                    <a:pt x="90326" y="26595"/>
                  </a:lnTo>
                  <a:lnTo>
                    <a:pt x="88657" y="26325"/>
                  </a:lnTo>
                  <a:lnTo>
                    <a:pt x="86021" y="25786"/>
                  </a:lnTo>
                  <a:lnTo>
                    <a:pt x="83912" y="25516"/>
                  </a:lnTo>
                  <a:lnTo>
                    <a:pt x="81803" y="25247"/>
                  </a:lnTo>
                  <a:lnTo>
                    <a:pt x="79694" y="24888"/>
                  </a:lnTo>
                  <a:lnTo>
                    <a:pt x="75477" y="23809"/>
                  </a:lnTo>
                  <a:lnTo>
                    <a:pt x="75301" y="23719"/>
                  </a:lnTo>
                  <a:lnTo>
                    <a:pt x="69853" y="21473"/>
                  </a:lnTo>
                  <a:lnTo>
                    <a:pt x="69678" y="21473"/>
                  </a:lnTo>
                  <a:lnTo>
                    <a:pt x="67569" y="20665"/>
                  </a:lnTo>
                  <a:lnTo>
                    <a:pt x="65724" y="19946"/>
                  </a:lnTo>
                  <a:lnTo>
                    <a:pt x="62912" y="18688"/>
                  </a:lnTo>
                  <a:lnTo>
                    <a:pt x="63703" y="16172"/>
                  </a:lnTo>
                  <a:lnTo>
                    <a:pt x="65636" y="9613"/>
                  </a:lnTo>
                  <a:lnTo>
                    <a:pt x="72314" y="11500"/>
                  </a:lnTo>
                  <a:lnTo>
                    <a:pt x="75037" y="12129"/>
                  </a:lnTo>
                  <a:lnTo>
                    <a:pt x="75477" y="10602"/>
                  </a:lnTo>
                  <a:lnTo>
                    <a:pt x="76092" y="10691"/>
                  </a:lnTo>
                  <a:lnTo>
                    <a:pt x="77410" y="10961"/>
                  </a:lnTo>
                  <a:lnTo>
                    <a:pt x="79958" y="11141"/>
                  </a:lnTo>
                  <a:lnTo>
                    <a:pt x="81100" y="11141"/>
                  </a:lnTo>
                  <a:lnTo>
                    <a:pt x="84878" y="10242"/>
                  </a:lnTo>
                  <a:lnTo>
                    <a:pt x="90941" y="8805"/>
                  </a:lnTo>
                  <a:lnTo>
                    <a:pt x="91381" y="4761"/>
                  </a:lnTo>
                  <a:lnTo>
                    <a:pt x="91908" y="988"/>
                  </a:lnTo>
                  <a:lnTo>
                    <a:pt x="92084" y="628"/>
                  </a:lnTo>
                  <a:lnTo>
                    <a:pt x="92611" y="718"/>
                  </a:lnTo>
                  <a:lnTo>
                    <a:pt x="93665" y="628"/>
                  </a:lnTo>
                  <a:lnTo>
                    <a:pt x="96565" y="359"/>
                  </a:lnTo>
                  <a:lnTo>
                    <a:pt x="99113" y="89"/>
                  </a:lnTo>
                  <a:lnTo>
                    <a:pt x="100167" y="0"/>
                  </a:lnTo>
                  <a:lnTo>
                    <a:pt x="101925" y="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932472" y="3177442"/>
              <a:ext cx="193903" cy="283561"/>
            </a:xfrm>
            <a:custGeom>
              <a:avLst/>
              <a:pathLst>
                <a:path w="193903" h="283561">
                  <a:moveTo>
                    <a:pt x="1300" y="16352"/>
                  </a:moveTo>
                  <a:lnTo>
                    <a:pt x="5518" y="15004"/>
                  </a:lnTo>
                  <a:lnTo>
                    <a:pt x="8593" y="14106"/>
                  </a:lnTo>
                  <a:lnTo>
                    <a:pt x="8856" y="14106"/>
                  </a:lnTo>
                  <a:lnTo>
                    <a:pt x="11668" y="13477"/>
                  </a:lnTo>
                  <a:lnTo>
                    <a:pt x="13865" y="13117"/>
                  </a:lnTo>
                  <a:lnTo>
                    <a:pt x="15359" y="12848"/>
                  </a:lnTo>
                  <a:lnTo>
                    <a:pt x="24936" y="11500"/>
                  </a:lnTo>
                  <a:lnTo>
                    <a:pt x="27923" y="11051"/>
                  </a:lnTo>
                  <a:lnTo>
                    <a:pt x="34074" y="10152"/>
                  </a:lnTo>
                  <a:lnTo>
                    <a:pt x="37149" y="9613"/>
                  </a:lnTo>
                  <a:lnTo>
                    <a:pt x="54108" y="7098"/>
                  </a:lnTo>
                  <a:lnTo>
                    <a:pt x="60083" y="6289"/>
                  </a:lnTo>
                  <a:lnTo>
                    <a:pt x="67991" y="5121"/>
                  </a:lnTo>
                  <a:lnTo>
                    <a:pt x="72120" y="4492"/>
                  </a:lnTo>
                  <a:lnTo>
                    <a:pt x="74317" y="4222"/>
                  </a:lnTo>
                  <a:lnTo>
                    <a:pt x="89957" y="1886"/>
                  </a:lnTo>
                  <a:lnTo>
                    <a:pt x="96020" y="1078"/>
                  </a:lnTo>
                  <a:lnTo>
                    <a:pt x="103137" y="0"/>
                  </a:lnTo>
                  <a:lnTo>
                    <a:pt x="104455" y="6019"/>
                  </a:lnTo>
                  <a:lnTo>
                    <a:pt x="108673" y="25696"/>
                  </a:lnTo>
                  <a:lnTo>
                    <a:pt x="109815" y="30818"/>
                  </a:lnTo>
                  <a:lnTo>
                    <a:pt x="109991" y="31626"/>
                  </a:lnTo>
                  <a:lnTo>
                    <a:pt x="110079" y="32255"/>
                  </a:lnTo>
                  <a:lnTo>
                    <a:pt x="115614" y="56424"/>
                  </a:lnTo>
                  <a:lnTo>
                    <a:pt x="122380" y="87781"/>
                  </a:lnTo>
                  <a:lnTo>
                    <a:pt x="123786" y="94250"/>
                  </a:lnTo>
                  <a:lnTo>
                    <a:pt x="124401" y="96946"/>
                  </a:lnTo>
                  <a:lnTo>
                    <a:pt x="124489" y="98473"/>
                  </a:lnTo>
                  <a:lnTo>
                    <a:pt x="127476" y="115275"/>
                  </a:lnTo>
                  <a:lnTo>
                    <a:pt x="129233" y="125338"/>
                  </a:lnTo>
                  <a:lnTo>
                    <a:pt x="129761" y="128123"/>
                  </a:lnTo>
                  <a:lnTo>
                    <a:pt x="130024" y="129830"/>
                  </a:lnTo>
                  <a:lnTo>
                    <a:pt x="130639" y="132975"/>
                  </a:lnTo>
                  <a:lnTo>
                    <a:pt x="131254" y="135221"/>
                  </a:lnTo>
                  <a:lnTo>
                    <a:pt x="132133" y="137378"/>
                  </a:lnTo>
                  <a:lnTo>
                    <a:pt x="134066" y="139804"/>
                  </a:lnTo>
                  <a:lnTo>
                    <a:pt x="134593" y="140433"/>
                  </a:lnTo>
                  <a:lnTo>
                    <a:pt x="135208" y="141241"/>
                  </a:lnTo>
                  <a:lnTo>
                    <a:pt x="135560" y="141690"/>
                  </a:lnTo>
                  <a:lnTo>
                    <a:pt x="136790" y="142589"/>
                  </a:lnTo>
                  <a:lnTo>
                    <a:pt x="137844" y="143308"/>
                  </a:lnTo>
                  <a:lnTo>
                    <a:pt x="138020" y="143487"/>
                  </a:lnTo>
                  <a:lnTo>
                    <a:pt x="138635" y="144116"/>
                  </a:lnTo>
                  <a:lnTo>
                    <a:pt x="141447" y="146722"/>
                  </a:lnTo>
                  <a:lnTo>
                    <a:pt x="141886" y="147171"/>
                  </a:lnTo>
                  <a:lnTo>
                    <a:pt x="142326" y="147531"/>
                  </a:lnTo>
                  <a:lnTo>
                    <a:pt x="143907" y="149058"/>
                  </a:lnTo>
                  <a:lnTo>
                    <a:pt x="148476" y="153281"/>
                  </a:lnTo>
                  <a:lnTo>
                    <a:pt x="148916" y="153640"/>
                  </a:lnTo>
                  <a:lnTo>
                    <a:pt x="150497" y="155168"/>
                  </a:lnTo>
                  <a:lnTo>
                    <a:pt x="151991" y="156515"/>
                  </a:lnTo>
                  <a:lnTo>
                    <a:pt x="157526" y="161727"/>
                  </a:lnTo>
                  <a:lnTo>
                    <a:pt x="158581" y="162715"/>
                  </a:lnTo>
                  <a:lnTo>
                    <a:pt x="159811" y="163793"/>
                  </a:lnTo>
                  <a:lnTo>
                    <a:pt x="163238" y="166938"/>
                  </a:lnTo>
                  <a:lnTo>
                    <a:pt x="165610" y="169184"/>
                  </a:lnTo>
                  <a:lnTo>
                    <a:pt x="167104" y="170532"/>
                  </a:lnTo>
                  <a:lnTo>
                    <a:pt x="168070" y="171520"/>
                  </a:lnTo>
                  <a:lnTo>
                    <a:pt x="174045" y="177091"/>
                  </a:lnTo>
                  <a:lnTo>
                    <a:pt x="174924" y="177899"/>
                  </a:lnTo>
                  <a:lnTo>
                    <a:pt x="178087" y="180864"/>
                  </a:lnTo>
                  <a:lnTo>
                    <a:pt x="179669" y="182392"/>
                  </a:lnTo>
                  <a:lnTo>
                    <a:pt x="181163" y="183739"/>
                  </a:lnTo>
                  <a:lnTo>
                    <a:pt x="182744" y="185177"/>
                  </a:lnTo>
                  <a:lnTo>
                    <a:pt x="183447" y="185806"/>
                  </a:lnTo>
                  <a:lnTo>
                    <a:pt x="185819" y="187423"/>
                  </a:lnTo>
                  <a:lnTo>
                    <a:pt x="186610" y="189130"/>
                  </a:lnTo>
                  <a:lnTo>
                    <a:pt x="186698" y="189669"/>
                  </a:lnTo>
                  <a:lnTo>
                    <a:pt x="186786" y="190478"/>
                  </a:lnTo>
                  <a:lnTo>
                    <a:pt x="186874" y="192545"/>
                  </a:lnTo>
                  <a:lnTo>
                    <a:pt x="186962" y="193174"/>
                  </a:lnTo>
                  <a:lnTo>
                    <a:pt x="187137" y="195150"/>
                  </a:lnTo>
                  <a:lnTo>
                    <a:pt x="187225" y="196139"/>
                  </a:lnTo>
                  <a:lnTo>
                    <a:pt x="187225" y="196857"/>
                  </a:lnTo>
                  <a:lnTo>
                    <a:pt x="187401" y="198295"/>
                  </a:lnTo>
                  <a:lnTo>
                    <a:pt x="187401" y="198564"/>
                  </a:lnTo>
                  <a:lnTo>
                    <a:pt x="187401" y="198834"/>
                  </a:lnTo>
                  <a:lnTo>
                    <a:pt x="187840" y="203866"/>
                  </a:lnTo>
                  <a:lnTo>
                    <a:pt x="188016" y="206831"/>
                  </a:lnTo>
                  <a:lnTo>
                    <a:pt x="188104" y="207370"/>
                  </a:lnTo>
                  <a:lnTo>
                    <a:pt x="188192" y="208448"/>
                  </a:lnTo>
                  <a:lnTo>
                    <a:pt x="188455" y="212042"/>
                  </a:lnTo>
                  <a:lnTo>
                    <a:pt x="188543" y="212401"/>
                  </a:lnTo>
                  <a:lnTo>
                    <a:pt x="188631" y="213659"/>
                  </a:lnTo>
                  <a:lnTo>
                    <a:pt x="188719" y="215366"/>
                  </a:lnTo>
                  <a:lnTo>
                    <a:pt x="188895" y="216894"/>
                  </a:lnTo>
                  <a:lnTo>
                    <a:pt x="189158" y="220667"/>
                  </a:lnTo>
                  <a:lnTo>
                    <a:pt x="189246" y="221386"/>
                  </a:lnTo>
                  <a:lnTo>
                    <a:pt x="189422" y="224171"/>
                  </a:lnTo>
                  <a:lnTo>
                    <a:pt x="189598" y="226597"/>
                  </a:lnTo>
                  <a:lnTo>
                    <a:pt x="189686" y="227136"/>
                  </a:lnTo>
                  <a:lnTo>
                    <a:pt x="189861" y="229922"/>
                  </a:lnTo>
                  <a:lnTo>
                    <a:pt x="189949" y="230550"/>
                  </a:lnTo>
                  <a:lnTo>
                    <a:pt x="190125" y="232976"/>
                  </a:lnTo>
                  <a:lnTo>
                    <a:pt x="190301" y="234594"/>
                  </a:lnTo>
                  <a:lnTo>
                    <a:pt x="190389" y="235852"/>
                  </a:lnTo>
                  <a:lnTo>
                    <a:pt x="190476" y="237738"/>
                  </a:lnTo>
                  <a:lnTo>
                    <a:pt x="191004" y="244207"/>
                  </a:lnTo>
                  <a:lnTo>
                    <a:pt x="191091" y="244747"/>
                  </a:lnTo>
                  <a:lnTo>
                    <a:pt x="191179" y="246274"/>
                  </a:lnTo>
                  <a:lnTo>
                    <a:pt x="191355" y="247891"/>
                  </a:lnTo>
                  <a:lnTo>
                    <a:pt x="191355" y="248430"/>
                  </a:lnTo>
                  <a:lnTo>
                    <a:pt x="191355" y="248700"/>
                  </a:lnTo>
                  <a:lnTo>
                    <a:pt x="191443" y="249059"/>
                  </a:lnTo>
                  <a:lnTo>
                    <a:pt x="191531" y="249688"/>
                  </a:lnTo>
                  <a:lnTo>
                    <a:pt x="191794" y="253731"/>
                  </a:lnTo>
                  <a:lnTo>
                    <a:pt x="191882" y="254630"/>
                  </a:lnTo>
                  <a:lnTo>
                    <a:pt x="191882" y="254899"/>
                  </a:lnTo>
                  <a:lnTo>
                    <a:pt x="192058" y="256607"/>
                  </a:lnTo>
                  <a:lnTo>
                    <a:pt x="192322" y="260290"/>
                  </a:lnTo>
                  <a:lnTo>
                    <a:pt x="192409" y="261638"/>
                  </a:lnTo>
                  <a:lnTo>
                    <a:pt x="192585" y="263794"/>
                  </a:lnTo>
                  <a:lnTo>
                    <a:pt x="192673" y="264693"/>
                  </a:lnTo>
                  <a:lnTo>
                    <a:pt x="192761" y="265502"/>
                  </a:lnTo>
                  <a:lnTo>
                    <a:pt x="192937" y="267838"/>
                  </a:lnTo>
                  <a:lnTo>
                    <a:pt x="193112" y="270353"/>
                  </a:lnTo>
                  <a:lnTo>
                    <a:pt x="193288" y="272060"/>
                  </a:lnTo>
                  <a:lnTo>
                    <a:pt x="193376" y="273228"/>
                  </a:lnTo>
                  <a:lnTo>
                    <a:pt x="193376" y="273857"/>
                  </a:lnTo>
                  <a:lnTo>
                    <a:pt x="193552" y="275115"/>
                  </a:lnTo>
                  <a:lnTo>
                    <a:pt x="193552" y="275385"/>
                  </a:lnTo>
                  <a:lnTo>
                    <a:pt x="193552" y="275654"/>
                  </a:lnTo>
                  <a:lnTo>
                    <a:pt x="193640" y="276733"/>
                  </a:lnTo>
                  <a:lnTo>
                    <a:pt x="193727" y="277541"/>
                  </a:lnTo>
                  <a:lnTo>
                    <a:pt x="193815" y="278440"/>
                  </a:lnTo>
                  <a:lnTo>
                    <a:pt x="193815" y="279428"/>
                  </a:lnTo>
                  <a:lnTo>
                    <a:pt x="193815" y="281764"/>
                  </a:lnTo>
                  <a:lnTo>
                    <a:pt x="193903" y="282483"/>
                  </a:lnTo>
                  <a:lnTo>
                    <a:pt x="193288" y="282752"/>
                  </a:lnTo>
                  <a:lnTo>
                    <a:pt x="193112" y="282752"/>
                  </a:lnTo>
                  <a:lnTo>
                    <a:pt x="189686" y="282842"/>
                  </a:lnTo>
                  <a:lnTo>
                    <a:pt x="189510" y="282842"/>
                  </a:lnTo>
                  <a:lnTo>
                    <a:pt x="189158" y="282932"/>
                  </a:lnTo>
                  <a:lnTo>
                    <a:pt x="188983" y="282932"/>
                  </a:lnTo>
                  <a:lnTo>
                    <a:pt x="187928" y="282932"/>
                  </a:lnTo>
                  <a:lnTo>
                    <a:pt x="186347" y="283112"/>
                  </a:lnTo>
                  <a:lnTo>
                    <a:pt x="186171" y="283202"/>
                  </a:lnTo>
                  <a:lnTo>
                    <a:pt x="185907" y="283202"/>
                  </a:lnTo>
                  <a:lnTo>
                    <a:pt x="183535" y="283561"/>
                  </a:lnTo>
                  <a:lnTo>
                    <a:pt x="183183" y="283561"/>
                  </a:lnTo>
                  <a:lnTo>
                    <a:pt x="181075" y="283471"/>
                  </a:lnTo>
                  <a:lnTo>
                    <a:pt x="179932" y="283022"/>
                  </a:lnTo>
                  <a:lnTo>
                    <a:pt x="179405" y="282932"/>
                  </a:lnTo>
                  <a:lnTo>
                    <a:pt x="179142" y="282842"/>
                  </a:lnTo>
                  <a:lnTo>
                    <a:pt x="178351" y="282573"/>
                  </a:lnTo>
                  <a:lnTo>
                    <a:pt x="176769" y="282123"/>
                  </a:lnTo>
                  <a:lnTo>
                    <a:pt x="175363" y="281584"/>
                  </a:lnTo>
                  <a:lnTo>
                    <a:pt x="175100" y="281495"/>
                  </a:lnTo>
                  <a:lnTo>
                    <a:pt x="174924" y="281405"/>
                  </a:lnTo>
                  <a:lnTo>
                    <a:pt x="172903" y="280416"/>
                  </a:lnTo>
                  <a:lnTo>
                    <a:pt x="172552" y="280237"/>
                  </a:lnTo>
                  <a:lnTo>
                    <a:pt x="171849" y="279428"/>
                  </a:lnTo>
                  <a:lnTo>
                    <a:pt x="170619" y="278170"/>
                  </a:lnTo>
                  <a:lnTo>
                    <a:pt x="170267" y="277451"/>
                  </a:lnTo>
                  <a:lnTo>
                    <a:pt x="169828" y="276553"/>
                  </a:lnTo>
                  <a:lnTo>
                    <a:pt x="169301" y="275924"/>
                  </a:lnTo>
                  <a:lnTo>
                    <a:pt x="168510" y="274846"/>
                  </a:lnTo>
                  <a:lnTo>
                    <a:pt x="168334" y="274576"/>
                  </a:lnTo>
                  <a:lnTo>
                    <a:pt x="167807" y="273678"/>
                  </a:lnTo>
                  <a:lnTo>
                    <a:pt x="166928" y="271971"/>
                  </a:lnTo>
                  <a:lnTo>
                    <a:pt x="166313" y="270803"/>
                  </a:lnTo>
                  <a:lnTo>
                    <a:pt x="165610" y="269994"/>
                  </a:lnTo>
                  <a:lnTo>
                    <a:pt x="165259" y="269635"/>
                  </a:lnTo>
                  <a:lnTo>
                    <a:pt x="164468" y="268646"/>
                  </a:lnTo>
                  <a:lnTo>
                    <a:pt x="164029" y="267927"/>
                  </a:lnTo>
                  <a:lnTo>
                    <a:pt x="163326" y="266759"/>
                  </a:lnTo>
                  <a:lnTo>
                    <a:pt x="163150" y="266310"/>
                  </a:lnTo>
                  <a:lnTo>
                    <a:pt x="162798" y="265322"/>
                  </a:lnTo>
                  <a:lnTo>
                    <a:pt x="162711" y="265052"/>
                  </a:lnTo>
                  <a:lnTo>
                    <a:pt x="161656" y="262986"/>
                  </a:lnTo>
                  <a:lnTo>
                    <a:pt x="161480" y="262806"/>
                  </a:lnTo>
                  <a:lnTo>
                    <a:pt x="160953" y="262357"/>
                  </a:lnTo>
                  <a:lnTo>
                    <a:pt x="160250" y="261638"/>
                  </a:lnTo>
                  <a:lnTo>
                    <a:pt x="160075" y="261458"/>
                  </a:lnTo>
                  <a:lnTo>
                    <a:pt x="158844" y="260380"/>
                  </a:lnTo>
                  <a:lnTo>
                    <a:pt x="158493" y="260200"/>
                  </a:lnTo>
                  <a:lnTo>
                    <a:pt x="158142" y="259931"/>
                  </a:lnTo>
                  <a:lnTo>
                    <a:pt x="157790" y="259661"/>
                  </a:lnTo>
                  <a:lnTo>
                    <a:pt x="157526" y="259482"/>
                  </a:lnTo>
                  <a:lnTo>
                    <a:pt x="157087" y="258943"/>
                  </a:lnTo>
                  <a:lnTo>
                    <a:pt x="156560" y="258403"/>
                  </a:lnTo>
                  <a:lnTo>
                    <a:pt x="155593" y="257146"/>
                  </a:lnTo>
                  <a:lnTo>
                    <a:pt x="155330" y="256876"/>
                  </a:lnTo>
                  <a:lnTo>
                    <a:pt x="155066" y="256607"/>
                  </a:lnTo>
                  <a:lnTo>
                    <a:pt x="154890" y="256337"/>
                  </a:lnTo>
                  <a:lnTo>
                    <a:pt x="154627" y="256067"/>
                  </a:lnTo>
                  <a:lnTo>
                    <a:pt x="154363" y="255888"/>
                  </a:lnTo>
                  <a:lnTo>
                    <a:pt x="154188" y="255798"/>
                  </a:lnTo>
                  <a:lnTo>
                    <a:pt x="153924" y="255618"/>
                  </a:lnTo>
                  <a:lnTo>
                    <a:pt x="153748" y="255259"/>
                  </a:lnTo>
                  <a:lnTo>
                    <a:pt x="153485" y="255079"/>
                  </a:lnTo>
                  <a:lnTo>
                    <a:pt x="153133" y="254899"/>
                  </a:lnTo>
                  <a:lnTo>
                    <a:pt x="152782" y="254720"/>
                  </a:lnTo>
                  <a:lnTo>
                    <a:pt x="152342" y="254540"/>
                  </a:lnTo>
                  <a:lnTo>
                    <a:pt x="151815" y="254360"/>
                  </a:lnTo>
                  <a:lnTo>
                    <a:pt x="151376" y="254270"/>
                  </a:lnTo>
                  <a:lnTo>
                    <a:pt x="150936" y="254181"/>
                  </a:lnTo>
                  <a:lnTo>
                    <a:pt x="150321" y="254091"/>
                  </a:lnTo>
                  <a:lnTo>
                    <a:pt x="149794" y="253911"/>
                  </a:lnTo>
                  <a:lnTo>
                    <a:pt x="149267" y="253911"/>
                  </a:lnTo>
                  <a:lnTo>
                    <a:pt x="148652" y="253821"/>
                  </a:lnTo>
                  <a:lnTo>
                    <a:pt x="147685" y="253911"/>
                  </a:lnTo>
                  <a:lnTo>
                    <a:pt x="147334" y="254001"/>
                  </a:lnTo>
                  <a:lnTo>
                    <a:pt x="146807" y="254091"/>
                  </a:lnTo>
                  <a:lnTo>
                    <a:pt x="146631" y="254181"/>
                  </a:lnTo>
                  <a:lnTo>
                    <a:pt x="146455" y="254270"/>
                  </a:lnTo>
                  <a:lnTo>
                    <a:pt x="146016" y="254450"/>
                  </a:lnTo>
                  <a:lnTo>
                    <a:pt x="145489" y="254540"/>
                  </a:lnTo>
                  <a:lnTo>
                    <a:pt x="144962" y="254630"/>
                  </a:lnTo>
                  <a:lnTo>
                    <a:pt x="144171" y="254630"/>
                  </a:lnTo>
                  <a:lnTo>
                    <a:pt x="143468" y="254720"/>
                  </a:lnTo>
                  <a:lnTo>
                    <a:pt x="143028" y="254720"/>
                  </a:lnTo>
                  <a:lnTo>
                    <a:pt x="142326" y="254720"/>
                  </a:lnTo>
                  <a:lnTo>
                    <a:pt x="141623" y="254810"/>
                  </a:lnTo>
                  <a:lnTo>
                    <a:pt x="141008" y="254810"/>
                  </a:lnTo>
                  <a:lnTo>
                    <a:pt x="140129" y="254899"/>
                  </a:lnTo>
                  <a:lnTo>
                    <a:pt x="139514" y="254989"/>
                  </a:lnTo>
                  <a:lnTo>
                    <a:pt x="138635" y="255079"/>
                  </a:lnTo>
                  <a:lnTo>
                    <a:pt x="137932" y="255079"/>
                  </a:lnTo>
                  <a:lnTo>
                    <a:pt x="137493" y="255169"/>
                  </a:lnTo>
                  <a:lnTo>
                    <a:pt x="137317" y="255169"/>
                  </a:lnTo>
                  <a:lnTo>
                    <a:pt x="136614" y="255259"/>
                  </a:lnTo>
                  <a:lnTo>
                    <a:pt x="135911" y="255349"/>
                  </a:lnTo>
                  <a:lnTo>
                    <a:pt x="135384" y="255439"/>
                  </a:lnTo>
                  <a:lnTo>
                    <a:pt x="134769" y="255618"/>
                  </a:lnTo>
                  <a:lnTo>
                    <a:pt x="134066" y="255798"/>
                  </a:lnTo>
                  <a:lnTo>
                    <a:pt x="133363" y="255978"/>
                  </a:lnTo>
                  <a:lnTo>
                    <a:pt x="132836" y="256157"/>
                  </a:lnTo>
                  <a:lnTo>
                    <a:pt x="132309" y="256247"/>
                  </a:lnTo>
                  <a:lnTo>
                    <a:pt x="131782" y="256337"/>
                  </a:lnTo>
                  <a:lnTo>
                    <a:pt x="131167" y="256517"/>
                  </a:lnTo>
                  <a:lnTo>
                    <a:pt x="130639" y="256607"/>
                  </a:lnTo>
                  <a:lnTo>
                    <a:pt x="130112" y="256696"/>
                  </a:lnTo>
                  <a:lnTo>
                    <a:pt x="129761" y="256786"/>
                  </a:lnTo>
                  <a:lnTo>
                    <a:pt x="129233" y="256876"/>
                  </a:lnTo>
                  <a:lnTo>
                    <a:pt x="128706" y="257056"/>
                  </a:lnTo>
                  <a:lnTo>
                    <a:pt x="128179" y="257235"/>
                  </a:lnTo>
                  <a:lnTo>
                    <a:pt x="127652" y="257325"/>
                  </a:lnTo>
                  <a:lnTo>
                    <a:pt x="127300" y="257505"/>
                  </a:lnTo>
                  <a:lnTo>
                    <a:pt x="126861" y="257685"/>
                  </a:lnTo>
                  <a:lnTo>
                    <a:pt x="126334" y="257775"/>
                  </a:lnTo>
                  <a:lnTo>
                    <a:pt x="125895" y="257864"/>
                  </a:lnTo>
                  <a:lnTo>
                    <a:pt x="125367" y="257954"/>
                  </a:lnTo>
                  <a:lnTo>
                    <a:pt x="124840" y="258134"/>
                  </a:lnTo>
                  <a:lnTo>
                    <a:pt x="124313" y="258403"/>
                  </a:lnTo>
                  <a:lnTo>
                    <a:pt x="123786" y="258583"/>
                  </a:lnTo>
                  <a:lnTo>
                    <a:pt x="123259" y="258943"/>
                  </a:lnTo>
                  <a:lnTo>
                    <a:pt x="122995" y="259032"/>
                  </a:lnTo>
                  <a:lnTo>
                    <a:pt x="122731" y="259212"/>
                  </a:lnTo>
                  <a:lnTo>
                    <a:pt x="122380" y="259392"/>
                  </a:lnTo>
                  <a:lnTo>
                    <a:pt x="121765" y="259751"/>
                  </a:lnTo>
                  <a:lnTo>
                    <a:pt x="121150" y="260200"/>
                  </a:lnTo>
                  <a:lnTo>
                    <a:pt x="120623" y="260470"/>
                  </a:lnTo>
                  <a:lnTo>
                    <a:pt x="120183" y="260740"/>
                  </a:lnTo>
                  <a:lnTo>
                    <a:pt x="119744" y="261009"/>
                  </a:lnTo>
                  <a:lnTo>
                    <a:pt x="119305" y="261189"/>
                  </a:lnTo>
                  <a:lnTo>
                    <a:pt x="118777" y="261458"/>
                  </a:lnTo>
                  <a:lnTo>
                    <a:pt x="118514" y="261728"/>
                  </a:lnTo>
                  <a:lnTo>
                    <a:pt x="118074" y="261997"/>
                  </a:lnTo>
                  <a:lnTo>
                    <a:pt x="117547" y="262177"/>
                  </a:lnTo>
                  <a:lnTo>
                    <a:pt x="117108" y="262357"/>
                  </a:lnTo>
                  <a:lnTo>
                    <a:pt x="116581" y="262626"/>
                  </a:lnTo>
                  <a:lnTo>
                    <a:pt x="116229" y="262806"/>
                  </a:lnTo>
                  <a:lnTo>
                    <a:pt x="115966" y="262896"/>
                  </a:lnTo>
                  <a:lnTo>
                    <a:pt x="115702" y="262986"/>
                  </a:lnTo>
                  <a:lnTo>
                    <a:pt x="115351" y="263165"/>
                  </a:lnTo>
                  <a:lnTo>
                    <a:pt x="114911" y="263345"/>
                  </a:lnTo>
                  <a:lnTo>
                    <a:pt x="114735" y="263435"/>
                  </a:lnTo>
                  <a:lnTo>
                    <a:pt x="114384" y="263615"/>
                  </a:lnTo>
                  <a:lnTo>
                    <a:pt x="114120" y="263794"/>
                  </a:lnTo>
                  <a:lnTo>
                    <a:pt x="113857" y="263884"/>
                  </a:lnTo>
                  <a:lnTo>
                    <a:pt x="113681" y="263884"/>
                  </a:lnTo>
                  <a:lnTo>
                    <a:pt x="113418" y="263974"/>
                  </a:lnTo>
                  <a:lnTo>
                    <a:pt x="113066" y="264154"/>
                  </a:lnTo>
                  <a:lnTo>
                    <a:pt x="112627" y="264333"/>
                  </a:lnTo>
                  <a:lnTo>
                    <a:pt x="112275" y="264513"/>
                  </a:lnTo>
                  <a:lnTo>
                    <a:pt x="111924" y="264513"/>
                  </a:lnTo>
                  <a:lnTo>
                    <a:pt x="111660" y="264603"/>
                  </a:lnTo>
                  <a:lnTo>
                    <a:pt x="111309" y="264693"/>
                  </a:lnTo>
                  <a:lnTo>
                    <a:pt x="110957" y="264783"/>
                  </a:lnTo>
                  <a:lnTo>
                    <a:pt x="110782" y="264873"/>
                  </a:lnTo>
                  <a:lnTo>
                    <a:pt x="110606" y="264783"/>
                  </a:lnTo>
                  <a:lnTo>
                    <a:pt x="110254" y="264873"/>
                  </a:lnTo>
                  <a:lnTo>
                    <a:pt x="109903" y="264873"/>
                  </a:lnTo>
                  <a:lnTo>
                    <a:pt x="109639" y="265052"/>
                  </a:lnTo>
                  <a:lnTo>
                    <a:pt x="109464" y="265142"/>
                  </a:lnTo>
                  <a:lnTo>
                    <a:pt x="109112" y="265142"/>
                  </a:lnTo>
                  <a:lnTo>
                    <a:pt x="108673" y="265142"/>
                  </a:lnTo>
                  <a:lnTo>
                    <a:pt x="108233" y="265142"/>
                  </a:lnTo>
                  <a:lnTo>
                    <a:pt x="107970" y="265052"/>
                  </a:lnTo>
                  <a:lnTo>
                    <a:pt x="107706" y="264962"/>
                  </a:lnTo>
                  <a:lnTo>
                    <a:pt x="107443" y="264962"/>
                  </a:lnTo>
                  <a:lnTo>
                    <a:pt x="107179" y="264873"/>
                  </a:lnTo>
                  <a:lnTo>
                    <a:pt x="106915" y="264783"/>
                  </a:lnTo>
                  <a:lnTo>
                    <a:pt x="106652" y="264783"/>
                  </a:lnTo>
                  <a:lnTo>
                    <a:pt x="106300" y="264783"/>
                  </a:lnTo>
                  <a:lnTo>
                    <a:pt x="106037" y="264693"/>
                  </a:lnTo>
                  <a:lnTo>
                    <a:pt x="105773" y="264603"/>
                  </a:lnTo>
                  <a:lnTo>
                    <a:pt x="105510" y="264513"/>
                  </a:lnTo>
                  <a:lnTo>
                    <a:pt x="105246" y="264423"/>
                  </a:lnTo>
                  <a:lnTo>
                    <a:pt x="105070" y="264423"/>
                  </a:lnTo>
                  <a:lnTo>
                    <a:pt x="104807" y="264333"/>
                  </a:lnTo>
                  <a:lnTo>
                    <a:pt x="104455" y="264244"/>
                  </a:lnTo>
                  <a:lnTo>
                    <a:pt x="104104" y="264154"/>
                  </a:lnTo>
                  <a:lnTo>
                    <a:pt x="103664" y="264064"/>
                  </a:lnTo>
                  <a:lnTo>
                    <a:pt x="103313" y="263974"/>
                  </a:lnTo>
                  <a:lnTo>
                    <a:pt x="102961" y="263884"/>
                  </a:lnTo>
                  <a:lnTo>
                    <a:pt x="102698" y="263794"/>
                  </a:lnTo>
                  <a:lnTo>
                    <a:pt x="102346" y="263794"/>
                  </a:lnTo>
                  <a:lnTo>
                    <a:pt x="101995" y="263794"/>
                  </a:lnTo>
                  <a:lnTo>
                    <a:pt x="101731" y="263705"/>
                  </a:lnTo>
                  <a:lnTo>
                    <a:pt x="101556" y="263615"/>
                  </a:lnTo>
                  <a:lnTo>
                    <a:pt x="101116" y="263525"/>
                  </a:lnTo>
                  <a:lnTo>
                    <a:pt x="100765" y="263435"/>
                  </a:lnTo>
                  <a:lnTo>
                    <a:pt x="100501" y="263345"/>
                  </a:lnTo>
                  <a:lnTo>
                    <a:pt x="100062" y="263255"/>
                  </a:lnTo>
                  <a:lnTo>
                    <a:pt x="99710" y="263165"/>
                  </a:lnTo>
                  <a:lnTo>
                    <a:pt x="99447" y="263076"/>
                  </a:lnTo>
                  <a:lnTo>
                    <a:pt x="99095" y="262986"/>
                  </a:lnTo>
                  <a:lnTo>
                    <a:pt x="98744" y="262896"/>
                  </a:lnTo>
                  <a:lnTo>
                    <a:pt x="98304" y="262806"/>
                  </a:lnTo>
                  <a:lnTo>
                    <a:pt x="97953" y="262626"/>
                  </a:lnTo>
                  <a:lnTo>
                    <a:pt x="97514" y="262537"/>
                  </a:lnTo>
                  <a:lnTo>
                    <a:pt x="97250" y="262447"/>
                  </a:lnTo>
                  <a:lnTo>
                    <a:pt x="96811" y="262357"/>
                  </a:lnTo>
                  <a:lnTo>
                    <a:pt x="96459" y="262267"/>
                  </a:lnTo>
                  <a:lnTo>
                    <a:pt x="96020" y="262177"/>
                  </a:lnTo>
                  <a:lnTo>
                    <a:pt x="95756" y="262087"/>
                  </a:lnTo>
                  <a:lnTo>
                    <a:pt x="95581" y="261997"/>
                  </a:lnTo>
                  <a:lnTo>
                    <a:pt x="95317" y="261908"/>
                  </a:lnTo>
                  <a:lnTo>
                    <a:pt x="95141" y="261908"/>
                  </a:lnTo>
                  <a:lnTo>
                    <a:pt x="94878" y="261908"/>
                  </a:lnTo>
                  <a:lnTo>
                    <a:pt x="94614" y="261818"/>
                  </a:lnTo>
                  <a:lnTo>
                    <a:pt x="94350" y="261818"/>
                  </a:lnTo>
                  <a:lnTo>
                    <a:pt x="94087" y="261728"/>
                  </a:lnTo>
                  <a:lnTo>
                    <a:pt x="93823" y="261728"/>
                  </a:lnTo>
                  <a:lnTo>
                    <a:pt x="93560" y="261638"/>
                  </a:lnTo>
                  <a:lnTo>
                    <a:pt x="93208" y="261548"/>
                  </a:lnTo>
                  <a:lnTo>
                    <a:pt x="92945" y="261368"/>
                  </a:lnTo>
                  <a:lnTo>
                    <a:pt x="92681" y="261279"/>
                  </a:lnTo>
                  <a:lnTo>
                    <a:pt x="92330" y="261189"/>
                  </a:lnTo>
                  <a:lnTo>
                    <a:pt x="91978" y="261009"/>
                  </a:lnTo>
                  <a:lnTo>
                    <a:pt x="91627" y="260919"/>
                  </a:lnTo>
                  <a:lnTo>
                    <a:pt x="91363" y="260829"/>
                  </a:lnTo>
                  <a:lnTo>
                    <a:pt x="91012" y="260740"/>
                  </a:lnTo>
                  <a:lnTo>
                    <a:pt x="90748" y="260740"/>
                  </a:lnTo>
                  <a:lnTo>
                    <a:pt x="90396" y="260650"/>
                  </a:lnTo>
                  <a:lnTo>
                    <a:pt x="89957" y="260650"/>
                  </a:lnTo>
                  <a:lnTo>
                    <a:pt x="89518" y="260650"/>
                  </a:lnTo>
                  <a:lnTo>
                    <a:pt x="89078" y="260650"/>
                  </a:lnTo>
                  <a:lnTo>
                    <a:pt x="88639" y="260650"/>
                  </a:lnTo>
                  <a:lnTo>
                    <a:pt x="88376" y="260560"/>
                  </a:lnTo>
                  <a:lnTo>
                    <a:pt x="87673" y="260560"/>
                  </a:lnTo>
                  <a:lnTo>
                    <a:pt x="87233" y="260560"/>
                  </a:lnTo>
                  <a:lnTo>
                    <a:pt x="86706" y="260470"/>
                  </a:lnTo>
                  <a:lnTo>
                    <a:pt x="86267" y="260470"/>
                  </a:lnTo>
                  <a:lnTo>
                    <a:pt x="85827" y="260560"/>
                  </a:lnTo>
                  <a:lnTo>
                    <a:pt x="85388" y="260650"/>
                  </a:lnTo>
                  <a:lnTo>
                    <a:pt x="84949" y="260650"/>
                  </a:lnTo>
                  <a:lnTo>
                    <a:pt x="84246" y="260650"/>
                  </a:lnTo>
                  <a:lnTo>
                    <a:pt x="83982" y="260740"/>
                  </a:lnTo>
                  <a:lnTo>
                    <a:pt x="83631" y="260829"/>
                  </a:lnTo>
                  <a:lnTo>
                    <a:pt x="83279" y="260919"/>
                  </a:lnTo>
                  <a:lnTo>
                    <a:pt x="82752" y="261099"/>
                  </a:lnTo>
                  <a:lnTo>
                    <a:pt x="82401" y="261099"/>
                  </a:lnTo>
                  <a:lnTo>
                    <a:pt x="82225" y="261099"/>
                  </a:lnTo>
                  <a:lnTo>
                    <a:pt x="81610" y="261189"/>
                  </a:lnTo>
                  <a:lnTo>
                    <a:pt x="80907" y="261189"/>
                  </a:lnTo>
                  <a:lnTo>
                    <a:pt x="80204" y="261279"/>
                  </a:lnTo>
                  <a:lnTo>
                    <a:pt x="79853" y="261279"/>
                  </a:lnTo>
                  <a:lnTo>
                    <a:pt x="79413" y="261279"/>
                  </a:lnTo>
                  <a:lnTo>
                    <a:pt x="79062" y="261368"/>
                  </a:lnTo>
                  <a:lnTo>
                    <a:pt x="78622" y="261458"/>
                  </a:lnTo>
                  <a:lnTo>
                    <a:pt x="78183" y="261548"/>
                  </a:lnTo>
                  <a:lnTo>
                    <a:pt x="77832" y="261548"/>
                  </a:lnTo>
                  <a:lnTo>
                    <a:pt x="77568" y="261638"/>
                  </a:lnTo>
                  <a:lnTo>
                    <a:pt x="77129" y="261638"/>
                  </a:lnTo>
                  <a:lnTo>
                    <a:pt x="76865" y="261638"/>
                  </a:lnTo>
                  <a:lnTo>
                    <a:pt x="76689" y="261638"/>
                  </a:lnTo>
                  <a:lnTo>
                    <a:pt x="76250" y="261638"/>
                  </a:lnTo>
                  <a:lnTo>
                    <a:pt x="75723" y="261638"/>
                  </a:lnTo>
                  <a:lnTo>
                    <a:pt x="75196" y="261728"/>
                  </a:lnTo>
                  <a:lnTo>
                    <a:pt x="74756" y="261728"/>
                  </a:lnTo>
                  <a:lnTo>
                    <a:pt x="74581" y="261728"/>
                  </a:lnTo>
                  <a:lnTo>
                    <a:pt x="74405" y="261638"/>
                  </a:lnTo>
                  <a:lnTo>
                    <a:pt x="74053" y="261638"/>
                  </a:lnTo>
                  <a:lnTo>
                    <a:pt x="73702" y="261548"/>
                  </a:lnTo>
                  <a:lnTo>
                    <a:pt x="73438" y="261548"/>
                  </a:lnTo>
                  <a:lnTo>
                    <a:pt x="73087" y="261368"/>
                  </a:lnTo>
                  <a:lnTo>
                    <a:pt x="72735" y="261279"/>
                  </a:lnTo>
                  <a:lnTo>
                    <a:pt x="72384" y="261099"/>
                  </a:lnTo>
                  <a:lnTo>
                    <a:pt x="72032" y="261009"/>
                  </a:lnTo>
                  <a:lnTo>
                    <a:pt x="71505" y="260919"/>
                  </a:lnTo>
                  <a:lnTo>
                    <a:pt x="71066" y="260740"/>
                  </a:lnTo>
                  <a:lnTo>
                    <a:pt x="70714" y="260560"/>
                  </a:lnTo>
                  <a:lnTo>
                    <a:pt x="70363" y="260290"/>
                  </a:lnTo>
                  <a:lnTo>
                    <a:pt x="69924" y="260200"/>
                  </a:lnTo>
                  <a:lnTo>
                    <a:pt x="69572" y="260021"/>
                  </a:lnTo>
                  <a:lnTo>
                    <a:pt x="69045" y="259841"/>
                  </a:lnTo>
                  <a:lnTo>
                    <a:pt x="68430" y="259661"/>
                  </a:lnTo>
                  <a:lnTo>
                    <a:pt x="67991" y="259482"/>
                  </a:lnTo>
                  <a:lnTo>
                    <a:pt x="67639" y="259302"/>
                  </a:lnTo>
                  <a:lnTo>
                    <a:pt x="67288" y="259212"/>
                  </a:lnTo>
                  <a:lnTo>
                    <a:pt x="66936" y="259212"/>
                  </a:lnTo>
                  <a:lnTo>
                    <a:pt x="66673" y="259212"/>
                  </a:lnTo>
                  <a:lnTo>
                    <a:pt x="66409" y="259032"/>
                  </a:lnTo>
                  <a:lnTo>
                    <a:pt x="66057" y="259032"/>
                  </a:lnTo>
                  <a:lnTo>
                    <a:pt x="65706" y="258943"/>
                  </a:lnTo>
                  <a:lnTo>
                    <a:pt x="65442" y="258943"/>
                  </a:lnTo>
                  <a:lnTo>
                    <a:pt x="65003" y="258763"/>
                  </a:lnTo>
                  <a:lnTo>
                    <a:pt x="64652" y="258763"/>
                  </a:lnTo>
                  <a:lnTo>
                    <a:pt x="64124" y="258673"/>
                  </a:lnTo>
                  <a:lnTo>
                    <a:pt x="63597" y="258583"/>
                  </a:lnTo>
                  <a:lnTo>
                    <a:pt x="63070" y="258493"/>
                  </a:lnTo>
                  <a:lnTo>
                    <a:pt x="62543" y="258314"/>
                  </a:lnTo>
                  <a:lnTo>
                    <a:pt x="62016" y="258224"/>
                  </a:lnTo>
                  <a:lnTo>
                    <a:pt x="61576" y="258134"/>
                  </a:lnTo>
                  <a:lnTo>
                    <a:pt x="61049" y="257775"/>
                  </a:lnTo>
                  <a:lnTo>
                    <a:pt x="60434" y="257505"/>
                  </a:lnTo>
                  <a:lnTo>
                    <a:pt x="60258" y="257415"/>
                  </a:lnTo>
                  <a:lnTo>
                    <a:pt x="59819" y="257235"/>
                  </a:lnTo>
                  <a:lnTo>
                    <a:pt x="59643" y="257235"/>
                  </a:lnTo>
                  <a:lnTo>
                    <a:pt x="59380" y="257146"/>
                  </a:lnTo>
                  <a:lnTo>
                    <a:pt x="59028" y="257146"/>
                  </a:lnTo>
                  <a:lnTo>
                    <a:pt x="58501" y="256966"/>
                  </a:lnTo>
                  <a:lnTo>
                    <a:pt x="57886" y="256786"/>
                  </a:lnTo>
                  <a:lnTo>
                    <a:pt x="57271" y="256607"/>
                  </a:lnTo>
                  <a:lnTo>
                    <a:pt x="56744" y="256427"/>
                  </a:lnTo>
                  <a:lnTo>
                    <a:pt x="56216" y="256247"/>
                  </a:lnTo>
                  <a:lnTo>
                    <a:pt x="55601" y="256067"/>
                  </a:lnTo>
                  <a:lnTo>
                    <a:pt x="54986" y="255978"/>
                  </a:lnTo>
                  <a:lnTo>
                    <a:pt x="54459" y="255978"/>
                  </a:lnTo>
                  <a:lnTo>
                    <a:pt x="54108" y="256067"/>
                  </a:lnTo>
                  <a:lnTo>
                    <a:pt x="53932" y="256067"/>
                  </a:lnTo>
                  <a:lnTo>
                    <a:pt x="53580" y="256067"/>
                  </a:lnTo>
                  <a:lnTo>
                    <a:pt x="53053" y="255978"/>
                  </a:lnTo>
                  <a:lnTo>
                    <a:pt x="52526" y="255888"/>
                  </a:lnTo>
                  <a:lnTo>
                    <a:pt x="51911" y="255798"/>
                  </a:lnTo>
                  <a:lnTo>
                    <a:pt x="51472" y="255798"/>
                  </a:lnTo>
                  <a:lnTo>
                    <a:pt x="50417" y="255708"/>
                  </a:lnTo>
                  <a:lnTo>
                    <a:pt x="49978" y="255708"/>
                  </a:lnTo>
                  <a:lnTo>
                    <a:pt x="49187" y="255618"/>
                  </a:lnTo>
                  <a:lnTo>
                    <a:pt x="48396" y="255528"/>
                  </a:lnTo>
                  <a:lnTo>
                    <a:pt x="47606" y="255259"/>
                  </a:lnTo>
                  <a:lnTo>
                    <a:pt x="46990" y="255079"/>
                  </a:lnTo>
                  <a:lnTo>
                    <a:pt x="46463" y="254810"/>
                  </a:lnTo>
                  <a:lnTo>
                    <a:pt x="45760" y="254540"/>
                  </a:lnTo>
                  <a:lnTo>
                    <a:pt x="45057" y="254270"/>
                  </a:lnTo>
                  <a:lnTo>
                    <a:pt x="44267" y="254091"/>
                  </a:lnTo>
                  <a:lnTo>
                    <a:pt x="43739" y="253911"/>
                  </a:lnTo>
                  <a:lnTo>
                    <a:pt x="43124" y="253731"/>
                  </a:lnTo>
                  <a:lnTo>
                    <a:pt x="42685" y="253552"/>
                  </a:lnTo>
                  <a:lnTo>
                    <a:pt x="42158" y="253552"/>
                  </a:lnTo>
                  <a:lnTo>
                    <a:pt x="41543" y="253372"/>
                  </a:lnTo>
                  <a:lnTo>
                    <a:pt x="40752" y="253192"/>
                  </a:lnTo>
                  <a:lnTo>
                    <a:pt x="40225" y="253192"/>
                  </a:lnTo>
                  <a:lnTo>
                    <a:pt x="39522" y="253102"/>
                  </a:lnTo>
                  <a:lnTo>
                    <a:pt x="38907" y="252923"/>
                  </a:lnTo>
                  <a:lnTo>
                    <a:pt x="38731" y="252923"/>
                  </a:lnTo>
                  <a:lnTo>
                    <a:pt x="37940" y="252653"/>
                  </a:lnTo>
                  <a:lnTo>
                    <a:pt x="37677" y="252563"/>
                  </a:lnTo>
                  <a:lnTo>
                    <a:pt x="36886" y="252294"/>
                  </a:lnTo>
                  <a:lnTo>
                    <a:pt x="36183" y="252114"/>
                  </a:lnTo>
                  <a:lnTo>
                    <a:pt x="35304" y="251934"/>
                  </a:lnTo>
                  <a:lnTo>
                    <a:pt x="34865" y="251755"/>
                  </a:lnTo>
                  <a:lnTo>
                    <a:pt x="34426" y="251575"/>
                  </a:lnTo>
                  <a:lnTo>
                    <a:pt x="33547" y="251216"/>
                  </a:lnTo>
                  <a:lnTo>
                    <a:pt x="32756" y="251036"/>
                  </a:lnTo>
                  <a:lnTo>
                    <a:pt x="32229" y="250946"/>
                  </a:lnTo>
                  <a:lnTo>
                    <a:pt x="31526" y="250856"/>
                  </a:lnTo>
                  <a:lnTo>
                    <a:pt x="31087" y="250856"/>
                  </a:lnTo>
                  <a:lnTo>
                    <a:pt x="30823" y="250856"/>
                  </a:lnTo>
                  <a:lnTo>
                    <a:pt x="30208" y="250766"/>
                  </a:lnTo>
                  <a:lnTo>
                    <a:pt x="29681" y="250587"/>
                  </a:lnTo>
                  <a:lnTo>
                    <a:pt x="29066" y="250497"/>
                  </a:lnTo>
                  <a:lnTo>
                    <a:pt x="28275" y="250407"/>
                  </a:lnTo>
                  <a:lnTo>
                    <a:pt x="27660" y="250317"/>
                  </a:lnTo>
                  <a:lnTo>
                    <a:pt x="27045" y="250227"/>
                  </a:lnTo>
                  <a:lnTo>
                    <a:pt x="26254" y="250048"/>
                  </a:lnTo>
                  <a:lnTo>
                    <a:pt x="25463" y="249868"/>
                  </a:lnTo>
                  <a:lnTo>
                    <a:pt x="25024" y="249778"/>
                  </a:lnTo>
                  <a:lnTo>
                    <a:pt x="24233" y="249598"/>
                  </a:lnTo>
                  <a:lnTo>
                    <a:pt x="23267" y="249598"/>
                  </a:lnTo>
                  <a:lnTo>
                    <a:pt x="22651" y="249509"/>
                  </a:lnTo>
                  <a:lnTo>
                    <a:pt x="22388" y="249509"/>
                  </a:lnTo>
                  <a:lnTo>
                    <a:pt x="21509" y="249509"/>
                  </a:lnTo>
                  <a:lnTo>
                    <a:pt x="20894" y="249419"/>
                  </a:lnTo>
                  <a:lnTo>
                    <a:pt x="19752" y="249329"/>
                  </a:lnTo>
                  <a:lnTo>
                    <a:pt x="18873" y="249329"/>
                  </a:lnTo>
                  <a:lnTo>
                    <a:pt x="17819" y="249239"/>
                  </a:lnTo>
                  <a:lnTo>
                    <a:pt x="16764" y="248969"/>
                  </a:lnTo>
                  <a:lnTo>
                    <a:pt x="15886" y="248969"/>
                  </a:lnTo>
                  <a:lnTo>
                    <a:pt x="14656" y="248880"/>
                  </a:lnTo>
                  <a:lnTo>
                    <a:pt x="14216" y="248880"/>
                  </a:lnTo>
                  <a:lnTo>
                    <a:pt x="13865" y="248880"/>
                  </a:lnTo>
                  <a:lnTo>
                    <a:pt x="12459" y="248700"/>
                  </a:lnTo>
                  <a:lnTo>
                    <a:pt x="10526" y="248520"/>
                  </a:lnTo>
                  <a:lnTo>
                    <a:pt x="8944" y="248340"/>
                  </a:lnTo>
                  <a:lnTo>
                    <a:pt x="7890" y="248251"/>
                  </a:lnTo>
                  <a:lnTo>
                    <a:pt x="7451" y="248251"/>
                  </a:lnTo>
                  <a:lnTo>
                    <a:pt x="6923" y="248161"/>
                  </a:lnTo>
                  <a:lnTo>
                    <a:pt x="6045" y="248071"/>
                  </a:lnTo>
                  <a:lnTo>
                    <a:pt x="5342" y="248071"/>
                  </a:lnTo>
                  <a:lnTo>
                    <a:pt x="4902" y="247981"/>
                  </a:lnTo>
                  <a:lnTo>
                    <a:pt x="4639" y="247981"/>
                  </a:lnTo>
                  <a:lnTo>
                    <a:pt x="3760" y="247981"/>
                  </a:lnTo>
                  <a:lnTo>
                    <a:pt x="3409" y="247981"/>
                  </a:lnTo>
                  <a:lnTo>
                    <a:pt x="2794" y="247981"/>
                  </a:lnTo>
                  <a:lnTo>
                    <a:pt x="2003" y="247981"/>
                  </a:lnTo>
                  <a:lnTo>
                    <a:pt x="1036" y="247891"/>
                  </a:lnTo>
                  <a:lnTo>
                    <a:pt x="0" y="247816"/>
                  </a:lnTo>
                  <a:lnTo>
                    <a:pt x="0" y="16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89081" y="3358756"/>
              <a:ext cx="465516" cy="277182"/>
            </a:xfrm>
            <a:custGeom>
              <a:avLst/>
              <a:pathLst>
                <a:path w="465516" h="277182">
                  <a:moveTo>
                    <a:pt x="412972" y="3324"/>
                  </a:moveTo>
                  <a:lnTo>
                    <a:pt x="413587" y="4133"/>
                  </a:lnTo>
                  <a:lnTo>
                    <a:pt x="414817" y="4492"/>
                  </a:lnTo>
                  <a:lnTo>
                    <a:pt x="415344" y="4582"/>
                  </a:lnTo>
                  <a:lnTo>
                    <a:pt x="421495" y="5840"/>
                  </a:lnTo>
                  <a:lnTo>
                    <a:pt x="421495" y="6019"/>
                  </a:lnTo>
                  <a:lnTo>
                    <a:pt x="421319" y="13387"/>
                  </a:lnTo>
                  <a:lnTo>
                    <a:pt x="421319" y="14645"/>
                  </a:lnTo>
                  <a:lnTo>
                    <a:pt x="421495" y="15813"/>
                  </a:lnTo>
                  <a:lnTo>
                    <a:pt x="421495" y="16172"/>
                  </a:lnTo>
                  <a:lnTo>
                    <a:pt x="421758" y="19317"/>
                  </a:lnTo>
                  <a:lnTo>
                    <a:pt x="422461" y="22012"/>
                  </a:lnTo>
                  <a:lnTo>
                    <a:pt x="423955" y="28122"/>
                  </a:lnTo>
                  <a:lnTo>
                    <a:pt x="421934" y="28751"/>
                  </a:lnTo>
                  <a:lnTo>
                    <a:pt x="418683" y="29649"/>
                  </a:lnTo>
                  <a:lnTo>
                    <a:pt x="419210" y="31896"/>
                  </a:lnTo>
                  <a:lnTo>
                    <a:pt x="421231" y="40791"/>
                  </a:lnTo>
                  <a:lnTo>
                    <a:pt x="424394" y="50135"/>
                  </a:lnTo>
                  <a:lnTo>
                    <a:pt x="426152" y="53729"/>
                  </a:lnTo>
                  <a:lnTo>
                    <a:pt x="427909" y="56155"/>
                  </a:lnTo>
                  <a:lnTo>
                    <a:pt x="429930" y="60378"/>
                  </a:lnTo>
                  <a:lnTo>
                    <a:pt x="433445" y="68464"/>
                  </a:lnTo>
                  <a:lnTo>
                    <a:pt x="435729" y="73945"/>
                  </a:lnTo>
                  <a:lnTo>
                    <a:pt x="440298" y="84637"/>
                  </a:lnTo>
                  <a:lnTo>
                    <a:pt x="442583" y="90477"/>
                  </a:lnTo>
                  <a:lnTo>
                    <a:pt x="446097" y="99192"/>
                  </a:lnTo>
                  <a:lnTo>
                    <a:pt x="450403" y="111142"/>
                  </a:lnTo>
                  <a:lnTo>
                    <a:pt x="450842" y="110872"/>
                  </a:lnTo>
                  <a:lnTo>
                    <a:pt x="451545" y="110423"/>
                  </a:lnTo>
                  <a:lnTo>
                    <a:pt x="465516" y="145284"/>
                  </a:lnTo>
                  <a:lnTo>
                    <a:pt x="463583" y="146093"/>
                  </a:lnTo>
                  <a:lnTo>
                    <a:pt x="450139" y="151574"/>
                  </a:lnTo>
                  <a:lnTo>
                    <a:pt x="445482" y="153461"/>
                  </a:lnTo>
                  <a:lnTo>
                    <a:pt x="442583" y="154629"/>
                  </a:lnTo>
                  <a:lnTo>
                    <a:pt x="432566" y="158762"/>
                  </a:lnTo>
                  <a:lnTo>
                    <a:pt x="422901" y="162715"/>
                  </a:lnTo>
                  <a:lnTo>
                    <a:pt x="420001" y="163883"/>
                  </a:lnTo>
                  <a:lnTo>
                    <a:pt x="406997" y="169184"/>
                  </a:lnTo>
                  <a:lnTo>
                    <a:pt x="406821" y="169274"/>
                  </a:lnTo>
                  <a:lnTo>
                    <a:pt x="370181" y="184279"/>
                  </a:lnTo>
                  <a:lnTo>
                    <a:pt x="342942" y="195330"/>
                  </a:lnTo>
                  <a:lnTo>
                    <a:pt x="338285" y="197307"/>
                  </a:lnTo>
                  <a:lnTo>
                    <a:pt x="308674" y="209436"/>
                  </a:lnTo>
                  <a:lnTo>
                    <a:pt x="305511" y="210784"/>
                  </a:lnTo>
                  <a:lnTo>
                    <a:pt x="303930" y="211413"/>
                  </a:lnTo>
                  <a:lnTo>
                    <a:pt x="295846" y="215007"/>
                  </a:lnTo>
                  <a:lnTo>
                    <a:pt x="287498" y="218601"/>
                  </a:lnTo>
                  <a:lnTo>
                    <a:pt x="261841" y="229832"/>
                  </a:lnTo>
                  <a:lnTo>
                    <a:pt x="260699" y="230281"/>
                  </a:lnTo>
                  <a:lnTo>
                    <a:pt x="252616" y="233875"/>
                  </a:lnTo>
                  <a:lnTo>
                    <a:pt x="249364" y="235223"/>
                  </a:lnTo>
                  <a:lnTo>
                    <a:pt x="246465" y="236480"/>
                  </a:lnTo>
                  <a:lnTo>
                    <a:pt x="229243" y="243938"/>
                  </a:lnTo>
                  <a:lnTo>
                    <a:pt x="228804" y="244118"/>
                  </a:lnTo>
                  <a:lnTo>
                    <a:pt x="204465" y="254720"/>
                  </a:lnTo>
                  <a:lnTo>
                    <a:pt x="198929" y="257146"/>
                  </a:lnTo>
                  <a:lnTo>
                    <a:pt x="198314" y="257415"/>
                  </a:lnTo>
                  <a:lnTo>
                    <a:pt x="193218" y="259751"/>
                  </a:lnTo>
                  <a:lnTo>
                    <a:pt x="191636" y="260470"/>
                  </a:lnTo>
                  <a:lnTo>
                    <a:pt x="175908" y="267478"/>
                  </a:lnTo>
                  <a:lnTo>
                    <a:pt x="173360" y="268556"/>
                  </a:lnTo>
                  <a:lnTo>
                    <a:pt x="171163" y="269635"/>
                  </a:lnTo>
                  <a:lnTo>
                    <a:pt x="163255" y="273139"/>
                  </a:lnTo>
                  <a:lnTo>
                    <a:pt x="153590" y="277182"/>
                  </a:lnTo>
                  <a:lnTo>
                    <a:pt x="153239" y="276463"/>
                  </a:lnTo>
                  <a:lnTo>
                    <a:pt x="152184" y="273857"/>
                  </a:lnTo>
                  <a:lnTo>
                    <a:pt x="149285" y="267029"/>
                  </a:lnTo>
                  <a:lnTo>
                    <a:pt x="141992" y="250048"/>
                  </a:lnTo>
                  <a:lnTo>
                    <a:pt x="136192" y="236211"/>
                  </a:lnTo>
                  <a:lnTo>
                    <a:pt x="131096" y="238457"/>
                  </a:lnTo>
                  <a:lnTo>
                    <a:pt x="112556" y="246723"/>
                  </a:lnTo>
                  <a:lnTo>
                    <a:pt x="87427" y="248251"/>
                  </a:lnTo>
                  <a:lnTo>
                    <a:pt x="73017" y="249149"/>
                  </a:lnTo>
                  <a:lnTo>
                    <a:pt x="71347" y="251216"/>
                  </a:lnTo>
                  <a:lnTo>
                    <a:pt x="66690" y="253552"/>
                  </a:lnTo>
                  <a:lnTo>
                    <a:pt x="60100" y="255978"/>
                  </a:lnTo>
                  <a:lnTo>
                    <a:pt x="49468" y="255798"/>
                  </a:lnTo>
                  <a:lnTo>
                    <a:pt x="41033" y="257775"/>
                  </a:lnTo>
                  <a:lnTo>
                    <a:pt x="37782" y="256786"/>
                  </a:lnTo>
                  <a:lnTo>
                    <a:pt x="35498" y="255259"/>
                  </a:lnTo>
                  <a:lnTo>
                    <a:pt x="33828" y="252833"/>
                  </a:lnTo>
                  <a:lnTo>
                    <a:pt x="31280" y="251305"/>
                  </a:lnTo>
                  <a:lnTo>
                    <a:pt x="28556" y="249598"/>
                  </a:lnTo>
                  <a:lnTo>
                    <a:pt x="27590" y="246633"/>
                  </a:lnTo>
                  <a:lnTo>
                    <a:pt x="26184" y="244836"/>
                  </a:lnTo>
                  <a:lnTo>
                    <a:pt x="22845" y="242950"/>
                  </a:lnTo>
                  <a:lnTo>
                    <a:pt x="18188" y="240074"/>
                  </a:lnTo>
                  <a:lnTo>
                    <a:pt x="16606" y="237469"/>
                  </a:lnTo>
                  <a:lnTo>
                    <a:pt x="15552" y="235043"/>
                  </a:lnTo>
                  <a:lnTo>
                    <a:pt x="13531" y="232527"/>
                  </a:lnTo>
                  <a:lnTo>
                    <a:pt x="9313" y="229742"/>
                  </a:lnTo>
                  <a:lnTo>
                    <a:pt x="7820" y="227406"/>
                  </a:lnTo>
                  <a:lnTo>
                    <a:pt x="6326" y="225878"/>
                  </a:lnTo>
                  <a:lnTo>
                    <a:pt x="2811" y="223812"/>
                  </a:lnTo>
                  <a:lnTo>
                    <a:pt x="615" y="221116"/>
                  </a:lnTo>
                  <a:lnTo>
                    <a:pt x="0" y="218151"/>
                  </a:lnTo>
                  <a:lnTo>
                    <a:pt x="878" y="215456"/>
                  </a:lnTo>
                  <a:lnTo>
                    <a:pt x="2987" y="211323"/>
                  </a:lnTo>
                  <a:lnTo>
                    <a:pt x="4569" y="209077"/>
                  </a:lnTo>
                  <a:lnTo>
                    <a:pt x="6853" y="204494"/>
                  </a:lnTo>
                  <a:lnTo>
                    <a:pt x="8786" y="199553"/>
                  </a:lnTo>
                  <a:lnTo>
                    <a:pt x="9928" y="198115"/>
                  </a:lnTo>
                  <a:lnTo>
                    <a:pt x="15552" y="189939"/>
                  </a:lnTo>
                  <a:lnTo>
                    <a:pt x="18100" y="185806"/>
                  </a:lnTo>
                  <a:lnTo>
                    <a:pt x="25129" y="183650"/>
                  </a:lnTo>
                  <a:lnTo>
                    <a:pt x="29698" y="182302"/>
                  </a:lnTo>
                  <a:lnTo>
                    <a:pt x="30489" y="182302"/>
                  </a:lnTo>
                  <a:lnTo>
                    <a:pt x="31192" y="182302"/>
                  </a:lnTo>
                  <a:lnTo>
                    <a:pt x="32334" y="180864"/>
                  </a:lnTo>
                  <a:lnTo>
                    <a:pt x="32598" y="180595"/>
                  </a:lnTo>
                  <a:lnTo>
                    <a:pt x="32862" y="180235"/>
                  </a:lnTo>
                  <a:lnTo>
                    <a:pt x="33037" y="179966"/>
                  </a:lnTo>
                  <a:lnTo>
                    <a:pt x="33564" y="179606"/>
                  </a:lnTo>
                  <a:lnTo>
                    <a:pt x="33740" y="179427"/>
                  </a:lnTo>
                  <a:lnTo>
                    <a:pt x="33916" y="179157"/>
                  </a:lnTo>
                  <a:lnTo>
                    <a:pt x="34092" y="178528"/>
                  </a:lnTo>
                  <a:lnTo>
                    <a:pt x="34092" y="178169"/>
                  </a:lnTo>
                  <a:lnTo>
                    <a:pt x="34267" y="178169"/>
                  </a:lnTo>
                  <a:lnTo>
                    <a:pt x="36288" y="178798"/>
                  </a:lnTo>
                  <a:lnTo>
                    <a:pt x="37079" y="178708"/>
                  </a:lnTo>
                  <a:lnTo>
                    <a:pt x="37518" y="178438"/>
                  </a:lnTo>
                  <a:lnTo>
                    <a:pt x="37782" y="178438"/>
                  </a:lnTo>
                  <a:lnTo>
                    <a:pt x="38134" y="178528"/>
                  </a:lnTo>
                  <a:lnTo>
                    <a:pt x="39539" y="178169"/>
                  </a:lnTo>
                  <a:lnTo>
                    <a:pt x="40506" y="178169"/>
                  </a:lnTo>
                  <a:lnTo>
                    <a:pt x="42703" y="177809"/>
                  </a:lnTo>
                  <a:lnTo>
                    <a:pt x="43230" y="176731"/>
                  </a:lnTo>
                  <a:lnTo>
                    <a:pt x="43669" y="175743"/>
                  </a:lnTo>
                  <a:lnTo>
                    <a:pt x="45251" y="172239"/>
                  </a:lnTo>
                  <a:lnTo>
                    <a:pt x="47184" y="167567"/>
                  </a:lnTo>
                  <a:lnTo>
                    <a:pt x="47799" y="165949"/>
                  </a:lnTo>
                  <a:lnTo>
                    <a:pt x="47799" y="165770"/>
                  </a:lnTo>
                  <a:lnTo>
                    <a:pt x="48678" y="163613"/>
                  </a:lnTo>
                  <a:lnTo>
                    <a:pt x="48853" y="162984"/>
                  </a:lnTo>
                  <a:lnTo>
                    <a:pt x="49293" y="161996"/>
                  </a:lnTo>
                  <a:lnTo>
                    <a:pt x="51929" y="155078"/>
                  </a:lnTo>
                  <a:lnTo>
                    <a:pt x="52104" y="154629"/>
                  </a:lnTo>
                  <a:lnTo>
                    <a:pt x="53598" y="151664"/>
                  </a:lnTo>
                  <a:lnTo>
                    <a:pt x="54477" y="149867"/>
                  </a:lnTo>
                  <a:lnTo>
                    <a:pt x="52895" y="148339"/>
                  </a:lnTo>
                  <a:lnTo>
                    <a:pt x="52368" y="147890"/>
                  </a:lnTo>
                  <a:lnTo>
                    <a:pt x="51841" y="147441"/>
                  </a:lnTo>
                  <a:lnTo>
                    <a:pt x="50435" y="146093"/>
                  </a:lnTo>
                  <a:lnTo>
                    <a:pt x="47711" y="143487"/>
                  </a:lnTo>
                  <a:lnTo>
                    <a:pt x="45075" y="140882"/>
                  </a:lnTo>
                  <a:lnTo>
                    <a:pt x="44811" y="140612"/>
                  </a:lnTo>
                  <a:lnTo>
                    <a:pt x="44548" y="140433"/>
                  </a:lnTo>
                  <a:lnTo>
                    <a:pt x="42088" y="137917"/>
                  </a:lnTo>
                  <a:lnTo>
                    <a:pt x="38836" y="134772"/>
                  </a:lnTo>
                  <a:lnTo>
                    <a:pt x="38309" y="134053"/>
                  </a:lnTo>
                  <a:lnTo>
                    <a:pt x="35322" y="130010"/>
                  </a:lnTo>
                  <a:lnTo>
                    <a:pt x="31280" y="124350"/>
                  </a:lnTo>
                  <a:lnTo>
                    <a:pt x="28292" y="118779"/>
                  </a:lnTo>
                  <a:lnTo>
                    <a:pt x="26974" y="116443"/>
                  </a:lnTo>
                  <a:lnTo>
                    <a:pt x="26535" y="115365"/>
                  </a:lnTo>
                  <a:lnTo>
                    <a:pt x="25129" y="112400"/>
                  </a:lnTo>
                  <a:lnTo>
                    <a:pt x="23372" y="107458"/>
                  </a:lnTo>
                  <a:lnTo>
                    <a:pt x="26447" y="107638"/>
                  </a:lnTo>
                  <a:lnTo>
                    <a:pt x="26974" y="107728"/>
                  </a:lnTo>
                  <a:lnTo>
                    <a:pt x="30665" y="108177"/>
                  </a:lnTo>
                  <a:lnTo>
                    <a:pt x="36025" y="108716"/>
                  </a:lnTo>
                  <a:lnTo>
                    <a:pt x="39539" y="109165"/>
                  </a:lnTo>
                  <a:lnTo>
                    <a:pt x="43054" y="109794"/>
                  </a:lnTo>
                  <a:lnTo>
                    <a:pt x="48853" y="110872"/>
                  </a:lnTo>
                  <a:lnTo>
                    <a:pt x="50083" y="109974"/>
                  </a:lnTo>
                  <a:lnTo>
                    <a:pt x="55267" y="106200"/>
                  </a:lnTo>
                  <a:lnTo>
                    <a:pt x="60627" y="109255"/>
                  </a:lnTo>
                  <a:lnTo>
                    <a:pt x="61506" y="109615"/>
                  </a:lnTo>
                  <a:lnTo>
                    <a:pt x="64581" y="110872"/>
                  </a:lnTo>
                  <a:lnTo>
                    <a:pt x="68272" y="112130"/>
                  </a:lnTo>
                  <a:lnTo>
                    <a:pt x="72226" y="113119"/>
                  </a:lnTo>
                  <a:lnTo>
                    <a:pt x="76707" y="113837"/>
                  </a:lnTo>
                  <a:lnTo>
                    <a:pt x="78376" y="114107"/>
                  </a:lnTo>
                  <a:lnTo>
                    <a:pt x="78904" y="114197"/>
                  </a:lnTo>
                  <a:lnTo>
                    <a:pt x="81540" y="114556"/>
                  </a:lnTo>
                  <a:lnTo>
                    <a:pt x="84439" y="114736"/>
                  </a:lnTo>
                  <a:lnTo>
                    <a:pt x="103594" y="115185"/>
                  </a:lnTo>
                  <a:lnTo>
                    <a:pt x="103945" y="115185"/>
                  </a:lnTo>
                  <a:lnTo>
                    <a:pt x="116247" y="115095"/>
                  </a:lnTo>
                  <a:lnTo>
                    <a:pt x="120552" y="115185"/>
                  </a:lnTo>
                  <a:lnTo>
                    <a:pt x="123715" y="115095"/>
                  </a:lnTo>
                  <a:lnTo>
                    <a:pt x="127230" y="115095"/>
                  </a:lnTo>
                  <a:lnTo>
                    <a:pt x="131360" y="114736"/>
                  </a:lnTo>
                  <a:lnTo>
                    <a:pt x="135050" y="114017"/>
                  </a:lnTo>
                  <a:lnTo>
                    <a:pt x="137862" y="113298"/>
                  </a:lnTo>
                  <a:lnTo>
                    <a:pt x="140059" y="112490"/>
                  </a:lnTo>
                  <a:lnTo>
                    <a:pt x="144100" y="110872"/>
                  </a:lnTo>
                  <a:lnTo>
                    <a:pt x="146209" y="109794"/>
                  </a:lnTo>
                  <a:lnTo>
                    <a:pt x="148494" y="108447"/>
                  </a:lnTo>
                  <a:lnTo>
                    <a:pt x="150251" y="107278"/>
                  </a:lnTo>
                  <a:lnTo>
                    <a:pt x="155172" y="104134"/>
                  </a:lnTo>
                  <a:lnTo>
                    <a:pt x="156929" y="102786"/>
                  </a:lnTo>
                  <a:lnTo>
                    <a:pt x="161937" y="98833"/>
                  </a:lnTo>
                  <a:lnTo>
                    <a:pt x="162201" y="98653"/>
                  </a:lnTo>
                  <a:lnTo>
                    <a:pt x="167473" y="94520"/>
                  </a:lnTo>
                  <a:lnTo>
                    <a:pt x="172745" y="90387"/>
                  </a:lnTo>
                  <a:lnTo>
                    <a:pt x="178896" y="85535"/>
                  </a:lnTo>
                  <a:lnTo>
                    <a:pt x="194448" y="73316"/>
                  </a:lnTo>
                  <a:lnTo>
                    <a:pt x="194624" y="73226"/>
                  </a:lnTo>
                  <a:lnTo>
                    <a:pt x="198050" y="70530"/>
                  </a:lnTo>
                  <a:lnTo>
                    <a:pt x="199281" y="69632"/>
                  </a:lnTo>
                  <a:lnTo>
                    <a:pt x="204553" y="65409"/>
                  </a:lnTo>
                  <a:lnTo>
                    <a:pt x="218787" y="54268"/>
                  </a:lnTo>
                  <a:lnTo>
                    <a:pt x="222038" y="51662"/>
                  </a:lnTo>
                  <a:lnTo>
                    <a:pt x="226783" y="47529"/>
                  </a:lnTo>
                  <a:lnTo>
                    <a:pt x="228013" y="46451"/>
                  </a:lnTo>
                  <a:lnTo>
                    <a:pt x="228540" y="46002"/>
                  </a:lnTo>
                  <a:lnTo>
                    <a:pt x="231703" y="43576"/>
                  </a:lnTo>
                  <a:lnTo>
                    <a:pt x="234339" y="41689"/>
                  </a:lnTo>
                  <a:lnTo>
                    <a:pt x="236887" y="39802"/>
                  </a:lnTo>
                  <a:lnTo>
                    <a:pt x="238205" y="38814"/>
                  </a:lnTo>
                  <a:lnTo>
                    <a:pt x="238557" y="38544"/>
                  </a:lnTo>
                  <a:lnTo>
                    <a:pt x="239348" y="38005"/>
                  </a:lnTo>
                  <a:lnTo>
                    <a:pt x="239699" y="37736"/>
                  </a:lnTo>
                  <a:lnTo>
                    <a:pt x="241808" y="36298"/>
                  </a:lnTo>
                  <a:lnTo>
                    <a:pt x="243741" y="34951"/>
                  </a:lnTo>
                  <a:lnTo>
                    <a:pt x="245498" y="33872"/>
                  </a:lnTo>
                  <a:lnTo>
                    <a:pt x="252791" y="29290"/>
                  </a:lnTo>
                  <a:lnTo>
                    <a:pt x="260084" y="26325"/>
                  </a:lnTo>
                  <a:lnTo>
                    <a:pt x="260611" y="26145"/>
                  </a:lnTo>
                  <a:lnTo>
                    <a:pt x="273264" y="22821"/>
                  </a:lnTo>
                  <a:lnTo>
                    <a:pt x="278536" y="22012"/>
                  </a:lnTo>
                  <a:lnTo>
                    <a:pt x="305248" y="17700"/>
                  </a:lnTo>
                  <a:lnTo>
                    <a:pt x="311222" y="16711"/>
                  </a:lnTo>
                  <a:lnTo>
                    <a:pt x="311662" y="15813"/>
                  </a:lnTo>
                  <a:lnTo>
                    <a:pt x="352608" y="9164"/>
                  </a:lnTo>
                  <a:lnTo>
                    <a:pt x="353662" y="8984"/>
                  </a:lnTo>
                  <a:lnTo>
                    <a:pt x="353662" y="9434"/>
                  </a:lnTo>
                  <a:lnTo>
                    <a:pt x="361746" y="7996"/>
                  </a:lnTo>
                  <a:lnTo>
                    <a:pt x="361658" y="7637"/>
                  </a:lnTo>
                  <a:lnTo>
                    <a:pt x="373168" y="5840"/>
                  </a:lnTo>
                  <a:lnTo>
                    <a:pt x="374135" y="5660"/>
                  </a:lnTo>
                  <a:lnTo>
                    <a:pt x="376419" y="5211"/>
                  </a:lnTo>
                  <a:lnTo>
                    <a:pt x="385030" y="3863"/>
                  </a:lnTo>
                  <a:lnTo>
                    <a:pt x="400231" y="1617"/>
                  </a:lnTo>
                  <a:lnTo>
                    <a:pt x="411214" y="0"/>
                  </a:lnTo>
                  <a:lnTo>
                    <a:pt x="411917" y="2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346833" y="3791286"/>
              <a:ext cx="625169" cy="884467"/>
            </a:xfrm>
            <a:custGeom>
              <a:avLst/>
              <a:pathLst>
                <a:path w="625169" h="884467">
                  <a:moveTo>
                    <a:pt x="518412" y="359"/>
                  </a:moveTo>
                  <a:lnTo>
                    <a:pt x="520520" y="718"/>
                  </a:lnTo>
                  <a:lnTo>
                    <a:pt x="522629" y="1078"/>
                  </a:lnTo>
                  <a:lnTo>
                    <a:pt x="524650" y="1437"/>
                  </a:lnTo>
                  <a:lnTo>
                    <a:pt x="525968" y="1796"/>
                  </a:lnTo>
                  <a:lnTo>
                    <a:pt x="526583" y="1796"/>
                  </a:lnTo>
                  <a:lnTo>
                    <a:pt x="526671" y="1976"/>
                  </a:lnTo>
                  <a:lnTo>
                    <a:pt x="528780" y="2515"/>
                  </a:lnTo>
                  <a:lnTo>
                    <a:pt x="530273" y="3234"/>
                  </a:lnTo>
                  <a:lnTo>
                    <a:pt x="531328" y="3773"/>
                  </a:lnTo>
                  <a:lnTo>
                    <a:pt x="533085" y="5031"/>
                  </a:lnTo>
                  <a:lnTo>
                    <a:pt x="533612" y="5750"/>
                  </a:lnTo>
                  <a:lnTo>
                    <a:pt x="534052" y="7187"/>
                  </a:lnTo>
                  <a:lnTo>
                    <a:pt x="533964" y="10332"/>
                  </a:lnTo>
                  <a:lnTo>
                    <a:pt x="532558" y="13028"/>
                  </a:lnTo>
                  <a:lnTo>
                    <a:pt x="531504" y="13926"/>
                  </a:lnTo>
                  <a:lnTo>
                    <a:pt x="529571" y="14735"/>
                  </a:lnTo>
                  <a:lnTo>
                    <a:pt x="527637" y="15633"/>
                  </a:lnTo>
                  <a:lnTo>
                    <a:pt x="524826" y="17250"/>
                  </a:lnTo>
                  <a:lnTo>
                    <a:pt x="522629" y="18958"/>
                  </a:lnTo>
                  <a:lnTo>
                    <a:pt x="520169" y="21204"/>
                  </a:lnTo>
                  <a:lnTo>
                    <a:pt x="518412" y="23450"/>
                  </a:lnTo>
                  <a:lnTo>
                    <a:pt x="527637" y="31716"/>
                  </a:lnTo>
                  <a:lnTo>
                    <a:pt x="526407" y="33693"/>
                  </a:lnTo>
                  <a:lnTo>
                    <a:pt x="532909" y="37736"/>
                  </a:lnTo>
                  <a:lnTo>
                    <a:pt x="534403" y="39623"/>
                  </a:lnTo>
                  <a:lnTo>
                    <a:pt x="531767" y="41689"/>
                  </a:lnTo>
                  <a:lnTo>
                    <a:pt x="527198" y="46990"/>
                  </a:lnTo>
                  <a:lnTo>
                    <a:pt x="523332" y="52381"/>
                  </a:lnTo>
                  <a:lnTo>
                    <a:pt x="519290" y="59839"/>
                  </a:lnTo>
                  <a:lnTo>
                    <a:pt x="516742" y="63792"/>
                  </a:lnTo>
                  <a:lnTo>
                    <a:pt x="514633" y="67835"/>
                  </a:lnTo>
                  <a:lnTo>
                    <a:pt x="511822" y="71788"/>
                  </a:lnTo>
                  <a:lnTo>
                    <a:pt x="509976" y="72327"/>
                  </a:lnTo>
                  <a:lnTo>
                    <a:pt x="509888" y="72507"/>
                  </a:lnTo>
                  <a:lnTo>
                    <a:pt x="510504" y="76550"/>
                  </a:lnTo>
                  <a:lnTo>
                    <a:pt x="512261" y="86793"/>
                  </a:lnTo>
                  <a:lnTo>
                    <a:pt x="511206" y="91375"/>
                  </a:lnTo>
                  <a:lnTo>
                    <a:pt x="508043" y="96766"/>
                  </a:lnTo>
                  <a:lnTo>
                    <a:pt x="505934" y="100091"/>
                  </a:lnTo>
                  <a:lnTo>
                    <a:pt x="505847" y="100360"/>
                  </a:lnTo>
                  <a:lnTo>
                    <a:pt x="504089" y="103505"/>
                  </a:lnTo>
                  <a:lnTo>
                    <a:pt x="502068" y="111591"/>
                  </a:lnTo>
                  <a:lnTo>
                    <a:pt x="500838" y="117791"/>
                  </a:lnTo>
                  <a:lnTo>
                    <a:pt x="501014" y="126865"/>
                  </a:lnTo>
                  <a:lnTo>
                    <a:pt x="502332" y="135760"/>
                  </a:lnTo>
                  <a:lnTo>
                    <a:pt x="504616" y="143218"/>
                  </a:lnTo>
                  <a:lnTo>
                    <a:pt x="507604" y="149867"/>
                  </a:lnTo>
                  <a:lnTo>
                    <a:pt x="507780" y="150226"/>
                  </a:lnTo>
                  <a:lnTo>
                    <a:pt x="508395" y="151394"/>
                  </a:lnTo>
                  <a:lnTo>
                    <a:pt x="509449" y="153371"/>
                  </a:lnTo>
                  <a:lnTo>
                    <a:pt x="509888" y="154090"/>
                  </a:lnTo>
                  <a:lnTo>
                    <a:pt x="509976" y="154269"/>
                  </a:lnTo>
                  <a:lnTo>
                    <a:pt x="510328" y="154988"/>
                  </a:lnTo>
                  <a:lnTo>
                    <a:pt x="510679" y="155527"/>
                  </a:lnTo>
                  <a:lnTo>
                    <a:pt x="510943" y="155707"/>
                  </a:lnTo>
                  <a:lnTo>
                    <a:pt x="514809" y="159121"/>
                  </a:lnTo>
                  <a:lnTo>
                    <a:pt x="517269" y="161996"/>
                  </a:lnTo>
                  <a:lnTo>
                    <a:pt x="521311" y="167657"/>
                  </a:lnTo>
                  <a:lnTo>
                    <a:pt x="523596" y="171071"/>
                  </a:lnTo>
                  <a:lnTo>
                    <a:pt x="528428" y="178618"/>
                  </a:lnTo>
                  <a:lnTo>
                    <a:pt x="528516" y="178888"/>
                  </a:lnTo>
                  <a:lnTo>
                    <a:pt x="533173" y="188681"/>
                  </a:lnTo>
                  <a:lnTo>
                    <a:pt x="532734" y="195510"/>
                  </a:lnTo>
                  <a:lnTo>
                    <a:pt x="541169" y="207100"/>
                  </a:lnTo>
                  <a:lnTo>
                    <a:pt x="546792" y="210604"/>
                  </a:lnTo>
                  <a:lnTo>
                    <a:pt x="561993" y="223363"/>
                  </a:lnTo>
                  <a:lnTo>
                    <a:pt x="565420" y="226957"/>
                  </a:lnTo>
                  <a:lnTo>
                    <a:pt x="571922" y="236391"/>
                  </a:lnTo>
                  <a:lnTo>
                    <a:pt x="577018" y="241692"/>
                  </a:lnTo>
                  <a:lnTo>
                    <a:pt x="580621" y="247891"/>
                  </a:lnTo>
                  <a:lnTo>
                    <a:pt x="584311" y="252204"/>
                  </a:lnTo>
                  <a:lnTo>
                    <a:pt x="586332" y="255439"/>
                  </a:lnTo>
                  <a:lnTo>
                    <a:pt x="592131" y="257864"/>
                  </a:lnTo>
                  <a:lnTo>
                    <a:pt x="592747" y="264783"/>
                  </a:lnTo>
                  <a:lnTo>
                    <a:pt x="594240" y="270443"/>
                  </a:lnTo>
                  <a:lnTo>
                    <a:pt x="594240" y="277541"/>
                  </a:lnTo>
                  <a:lnTo>
                    <a:pt x="596525" y="287964"/>
                  </a:lnTo>
                  <a:lnTo>
                    <a:pt x="600303" y="296050"/>
                  </a:lnTo>
                  <a:lnTo>
                    <a:pt x="603554" y="301800"/>
                  </a:lnTo>
                  <a:lnTo>
                    <a:pt x="613395" y="308090"/>
                  </a:lnTo>
                  <a:lnTo>
                    <a:pt x="612604" y="316625"/>
                  </a:lnTo>
                  <a:lnTo>
                    <a:pt x="611989" y="326329"/>
                  </a:lnTo>
                  <a:lnTo>
                    <a:pt x="612692" y="334325"/>
                  </a:lnTo>
                  <a:lnTo>
                    <a:pt x="615065" y="339626"/>
                  </a:lnTo>
                  <a:lnTo>
                    <a:pt x="616383" y="348252"/>
                  </a:lnTo>
                  <a:lnTo>
                    <a:pt x="619985" y="353733"/>
                  </a:lnTo>
                  <a:lnTo>
                    <a:pt x="620776" y="357237"/>
                  </a:lnTo>
                  <a:lnTo>
                    <a:pt x="620776" y="361100"/>
                  </a:lnTo>
                  <a:lnTo>
                    <a:pt x="623939" y="366761"/>
                  </a:lnTo>
                  <a:lnTo>
                    <a:pt x="625169" y="369007"/>
                  </a:lnTo>
                  <a:lnTo>
                    <a:pt x="625081" y="370444"/>
                  </a:lnTo>
                  <a:lnTo>
                    <a:pt x="620600" y="375656"/>
                  </a:lnTo>
                  <a:lnTo>
                    <a:pt x="610759" y="371612"/>
                  </a:lnTo>
                  <a:lnTo>
                    <a:pt x="598106" y="365323"/>
                  </a:lnTo>
                  <a:lnTo>
                    <a:pt x="586069" y="362538"/>
                  </a:lnTo>
                  <a:lnTo>
                    <a:pt x="578161" y="361549"/>
                  </a:lnTo>
                  <a:lnTo>
                    <a:pt x="575173" y="360022"/>
                  </a:lnTo>
                  <a:lnTo>
                    <a:pt x="573943" y="359483"/>
                  </a:lnTo>
                  <a:lnTo>
                    <a:pt x="572889" y="358764"/>
                  </a:lnTo>
                  <a:lnTo>
                    <a:pt x="571834" y="358405"/>
                  </a:lnTo>
                  <a:lnTo>
                    <a:pt x="570165" y="358045"/>
                  </a:lnTo>
                  <a:lnTo>
                    <a:pt x="568495" y="357776"/>
                  </a:lnTo>
                  <a:lnTo>
                    <a:pt x="567090" y="357776"/>
                  </a:lnTo>
                  <a:lnTo>
                    <a:pt x="565508" y="357956"/>
                  </a:lnTo>
                  <a:lnTo>
                    <a:pt x="564454" y="357956"/>
                  </a:lnTo>
                  <a:lnTo>
                    <a:pt x="563136" y="357956"/>
                  </a:lnTo>
                  <a:lnTo>
                    <a:pt x="559445" y="357596"/>
                  </a:lnTo>
                  <a:lnTo>
                    <a:pt x="556985" y="357596"/>
                  </a:lnTo>
                  <a:lnTo>
                    <a:pt x="553470" y="357686"/>
                  </a:lnTo>
                  <a:lnTo>
                    <a:pt x="552152" y="358225"/>
                  </a:lnTo>
                  <a:lnTo>
                    <a:pt x="551010" y="358584"/>
                  </a:lnTo>
                  <a:lnTo>
                    <a:pt x="550131" y="359663"/>
                  </a:lnTo>
                  <a:lnTo>
                    <a:pt x="548022" y="361370"/>
                  </a:lnTo>
                  <a:lnTo>
                    <a:pt x="546177" y="362807"/>
                  </a:lnTo>
                  <a:lnTo>
                    <a:pt x="543805" y="364425"/>
                  </a:lnTo>
                  <a:lnTo>
                    <a:pt x="541696" y="365413"/>
                  </a:lnTo>
                  <a:lnTo>
                    <a:pt x="540466" y="366581"/>
                  </a:lnTo>
                  <a:lnTo>
                    <a:pt x="538533" y="368019"/>
                  </a:lnTo>
                  <a:lnTo>
                    <a:pt x="536951" y="369995"/>
                  </a:lnTo>
                  <a:lnTo>
                    <a:pt x="536248" y="371523"/>
                  </a:lnTo>
                  <a:lnTo>
                    <a:pt x="535194" y="373589"/>
                  </a:lnTo>
                  <a:lnTo>
                    <a:pt x="534315" y="375117"/>
                  </a:lnTo>
                  <a:lnTo>
                    <a:pt x="533349" y="376285"/>
                  </a:lnTo>
                  <a:lnTo>
                    <a:pt x="532470" y="377632"/>
                  </a:lnTo>
                  <a:lnTo>
                    <a:pt x="532294" y="378980"/>
                  </a:lnTo>
                  <a:lnTo>
                    <a:pt x="531943" y="380238"/>
                  </a:lnTo>
                  <a:lnTo>
                    <a:pt x="530713" y="383113"/>
                  </a:lnTo>
                  <a:lnTo>
                    <a:pt x="530186" y="384191"/>
                  </a:lnTo>
                  <a:lnTo>
                    <a:pt x="529131" y="387605"/>
                  </a:lnTo>
                  <a:lnTo>
                    <a:pt x="528165" y="389942"/>
                  </a:lnTo>
                  <a:lnTo>
                    <a:pt x="527550" y="391559"/>
                  </a:lnTo>
                  <a:lnTo>
                    <a:pt x="526671" y="392637"/>
                  </a:lnTo>
                  <a:lnTo>
                    <a:pt x="525704" y="393895"/>
                  </a:lnTo>
                  <a:lnTo>
                    <a:pt x="524826" y="394704"/>
                  </a:lnTo>
                  <a:lnTo>
                    <a:pt x="523947" y="395512"/>
                  </a:lnTo>
                  <a:lnTo>
                    <a:pt x="522365" y="396141"/>
                  </a:lnTo>
                  <a:lnTo>
                    <a:pt x="521399" y="396141"/>
                  </a:lnTo>
                  <a:lnTo>
                    <a:pt x="520257" y="396231"/>
                  </a:lnTo>
                  <a:lnTo>
                    <a:pt x="519378" y="396321"/>
                  </a:lnTo>
                  <a:lnTo>
                    <a:pt x="518587" y="396500"/>
                  </a:lnTo>
                  <a:lnTo>
                    <a:pt x="517972" y="396680"/>
                  </a:lnTo>
                  <a:lnTo>
                    <a:pt x="517445" y="396860"/>
                  </a:lnTo>
                  <a:lnTo>
                    <a:pt x="516742" y="397219"/>
                  </a:lnTo>
                  <a:lnTo>
                    <a:pt x="515600" y="397938"/>
                  </a:lnTo>
                  <a:lnTo>
                    <a:pt x="514633" y="398208"/>
                  </a:lnTo>
                  <a:lnTo>
                    <a:pt x="513403" y="398297"/>
                  </a:lnTo>
                  <a:lnTo>
                    <a:pt x="512261" y="398657"/>
                  </a:lnTo>
                  <a:lnTo>
                    <a:pt x="511294" y="399376"/>
                  </a:lnTo>
                  <a:lnTo>
                    <a:pt x="510328" y="400634"/>
                  </a:lnTo>
                  <a:lnTo>
                    <a:pt x="509801" y="401622"/>
                  </a:lnTo>
                  <a:lnTo>
                    <a:pt x="508834" y="403059"/>
                  </a:lnTo>
                  <a:lnTo>
                    <a:pt x="508219" y="403149"/>
                  </a:lnTo>
                  <a:lnTo>
                    <a:pt x="507252" y="404138"/>
                  </a:lnTo>
                  <a:lnTo>
                    <a:pt x="506725" y="405126"/>
                  </a:lnTo>
                  <a:lnTo>
                    <a:pt x="506022" y="406653"/>
                  </a:lnTo>
                  <a:lnTo>
                    <a:pt x="505144" y="408271"/>
                  </a:lnTo>
                  <a:lnTo>
                    <a:pt x="504704" y="409618"/>
                  </a:lnTo>
                  <a:lnTo>
                    <a:pt x="504177" y="410786"/>
                  </a:lnTo>
                  <a:lnTo>
                    <a:pt x="502947" y="412583"/>
                  </a:lnTo>
                  <a:lnTo>
                    <a:pt x="502508" y="414021"/>
                  </a:lnTo>
                  <a:lnTo>
                    <a:pt x="501717" y="415728"/>
                  </a:lnTo>
                  <a:lnTo>
                    <a:pt x="501629" y="415998"/>
                  </a:lnTo>
                  <a:lnTo>
                    <a:pt x="500750" y="417166"/>
                  </a:lnTo>
                  <a:lnTo>
                    <a:pt x="500399" y="418154"/>
                  </a:lnTo>
                  <a:lnTo>
                    <a:pt x="499784" y="419502"/>
                  </a:lnTo>
                  <a:lnTo>
                    <a:pt x="498905" y="421209"/>
                  </a:lnTo>
                  <a:lnTo>
                    <a:pt x="498290" y="422826"/>
                  </a:lnTo>
                  <a:lnTo>
                    <a:pt x="497939" y="424174"/>
                  </a:lnTo>
                  <a:lnTo>
                    <a:pt x="497675" y="425432"/>
                  </a:lnTo>
                  <a:lnTo>
                    <a:pt x="497236" y="426959"/>
                  </a:lnTo>
                  <a:lnTo>
                    <a:pt x="497148" y="427768"/>
                  </a:lnTo>
                  <a:lnTo>
                    <a:pt x="497148" y="428936"/>
                  </a:lnTo>
                  <a:lnTo>
                    <a:pt x="496796" y="430373"/>
                  </a:lnTo>
                  <a:lnTo>
                    <a:pt x="496621" y="431541"/>
                  </a:lnTo>
                  <a:lnTo>
                    <a:pt x="496445" y="432799"/>
                  </a:lnTo>
                  <a:lnTo>
                    <a:pt x="496093" y="433698"/>
                  </a:lnTo>
                  <a:lnTo>
                    <a:pt x="495830" y="434057"/>
                  </a:lnTo>
                  <a:lnTo>
                    <a:pt x="495127" y="435135"/>
                  </a:lnTo>
                  <a:lnTo>
                    <a:pt x="494424" y="436393"/>
                  </a:lnTo>
                  <a:lnTo>
                    <a:pt x="494248" y="437561"/>
                  </a:lnTo>
                  <a:lnTo>
                    <a:pt x="493985" y="439089"/>
                  </a:lnTo>
                  <a:lnTo>
                    <a:pt x="493370" y="441155"/>
                  </a:lnTo>
                  <a:lnTo>
                    <a:pt x="492667" y="442143"/>
                  </a:lnTo>
                  <a:lnTo>
                    <a:pt x="492139" y="443222"/>
                  </a:lnTo>
                  <a:lnTo>
                    <a:pt x="492052" y="445648"/>
                  </a:lnTo>
                  <a:lnTo>
                    <a:pt x="491612" y="447265"/>
                  </a:lnTo>
                  <a:lnTo>
                    <a:pt x="491437" y="449152"/>
                  </a:lnTo>
                  <a:lnTo>
                    <a:pt x="491437" y="450589"/>
                  </a:lnTo>
                  <a:lnTo>
                    <a:pt x="491524" y="451578"/>
                  </a:lnTo>
                  <a:lnTo>
                    <a:pt x="491876" y="452476"/>
                  </a:lnTo>
                  <a:lnTo>
                    <a:pt x="492139" y="454003"/>
                  </a:lnTo>
                  <a:lnTo>
                    <a:pt x="492315" y="455171"/>
                  </a:lnTo>
                  <a:lnTo>
                    <a:pt x="492227" y="456340"/>
                  </a:lnTo>
                  <a:lnTo>
                    <a:pt x="492403" y="457687"/>
                  </a:lnTo>
                  <a:lnTo>
                    <a:pt x="492315" y="458676"/>
                  </a:lnTo>
                  <a:lnTo>
                    <a:pt x="492403" y="459664"/>
                  </a:lnTo>
                  <a:lnTo>
                    <a:pt x="492491" y="460562"/>
                  </a:lnTo>
                  <a:lnTo>
                    <a:pt x="492579" y="461371"/>
                  </a:lnTo>
                  <a:lnTo>
                    <a:pt x="492403" y="462000"/>
                  </a:lnTo>
                  <a:lnTo>
                    <a:pt x="491876" y="462988"/>
                  </a:lnTo>
                  <a:lnTo>
                    <a:pt x="491085" y="464066"/>
                  </a:lnTo>
                  <a:lnTo>
                    <a:pt x="490470" y="464695"/>
                  </a:lnTo>
                  <a:lnTo>
                    <a:pt x="489767" y="465504"/>
                  </a:lnTo>
                  <a:lnTo>
                    <a:pt x="489240" y="466492"/>
                  </a:lnTo>
                  <a:lnTo>
                    <a:pt x="488625" y="467481"/>
                  </a:lnTo>
                  <a:lnTo>
                    <a:pt x="488098" y="467840"/>
                  </a:lnTo>
                  <a:lnTo>
                    <a:pt x="487219" y="467840"/>
                  </a:lnTo>
                  <a:lnTo>
                    <a:pt x="486604" y="467930"/>
                  </a:lnTo>
                  <a:lnTo>
                    <a:pt x="485725" y="468200"/>
                  </a:lnTo>
                  <a:lnTo>
                    <a:pt x="484671" y="468918"/>
                  </a:lnTo>
                  <a:lnTo>
                    <a:pt x="484056" y="469368"/>
                  </a:lnTo>
                  <a:lnTo>
                    <a:pt x="483265" y="469817"/>
                  </a:lnTo>
                  <a:lnTo>
                    <a:pt x="482298" y="470446"/>
                  </a:lnTo>
                  <a:lnTo>
                    <a:pt x="481420" y="470985"/>
                  </a:lnTo>
                  <a:lnTo>
                    <a:pt x="480717" y="471524"/>
                  </a:lnTo>
                  <a:lnTo>
                    <a:pt x="480190" y="471793"/>
                  </a:lnTo>
                  <a:lnTo>
                    <a:pt x="479750" y="472333"/>
                  </a:lnTo>
                  <a:lnTo>
                    <a:pt x="478784" y="472961"/>
                  </a:lnTo>
                  <a:lnTo>
                    <a:pt x="477817" y="473770"/>
                  </a:lnTo>
                  <a:lnTo>
                    <a:pt x="477114" y="474219"/>
                  </a:lnTo>
                  <a:lnTo>
                    <a:pt x="476060" y="475298"/>
                  </a:lnTo>
                  <a:lnTo>
                    <a:pt x="475357" y="476196"/>
                  </a:lnTo>
                  <a:lnTo>
                    <a:pt x="474566" y="476825"/>
                  </a:lnTo>
                  <a:lnTo>
                    <a:pt x="473600" y="477274"/>
                  </a:lnTo>
                  <a:lnTo>
                    <a:pt x="472897" y="477723"/>
                  </a:lnTo>
                  <a:lnTo>
                    <a:pt x="471139" y="477723"/>
                  </a:lnTo>
                  <a:lnTo>
                    <a:pt x="470436" y="477903"/>
                  </a:lnTo>
                  <a:lnTo>
                    <a:pt x="469118" y="478083"/>
                  </a:lnTo>
                  <a:lnTo>
                    <a:pt x="468328" y="477993"/>
                  </a:lnTo>
                  <a:lnTo>
                    <a:pt x="467449" y="478173"/>
                  </a:lnTo>
                  <a:lnTo>
                    <a:pt x="466658" y="478352"/>
                  </a:lnTo>
                  <a:lnTo>
                    <a:pt x="465692" y="478622"/>
                  </a:lnTo>
                  <a:lnTo>
                    <a:pt x="464286" y="479161"/>
                  </a:lnTo>
                  <a:lnTo>
                    <a:pt x="462441" y="479790"/>
                  </a:lnTo>
                  <a:lnTo>
                    <a:pt x="461650" y="480419"/>
                  </a:lnTo>
                  <a:lnTo>
                    <a:pt x="460156" y="481856"/>
                  </a:lnTo>
                  <a:lnTo>
                    <a:pt x="457872" y="483743"/>
                  </a:lnTo>
                  <a:lnTo>
                    <a:pt x="455499" y="485720"/>
                  </a:lnTo>
                  <a:lnTo>
                    <a:pt x="454357" y="486708"/>
                  </a:lnTo>
                  <a:lnTo>
                    <a:pt x="452863" y="488595"/>
                  </a:lnTo>
                  <a:lnTo>
                    <a:pt x="451633" y="489763"/>
                  </a:lnTo>
                  <a:lnTo>
                    <a:pt x="451018" y="490392"/>
                  </a:lnTo>
                  <a:lnTo>
                    <a:pt x="450227" y="490931"/>
                  </a:lnTo>
                  <a:lnTo>
                    <a:pt x="449348" y="491201"/>
                  </a:lnTo>
                  <a:lnTo>
                    <a:pt x="448294" y="491291"/>
                  </a:lnTo>
                  <a:lnTo>
                    <a:pt x="447240" y="491560"/>
                  </a:lnTo>
                  <a:lnTo>
                    <a:pt x="446712" y="491919"/>
                  </a:lnTo>
                  <a:lnTo>
                    <a:pt x="446185" y="492279"/>
                  </a:lnTo>
                  <a:lnTo>
                    <a:pt x="445658" y="492369"/>
                  </a:lnTo>
                  <a:lnTo>
                    <a:pt x="445131" y="492459"/>
                  </a:lnTo>
                  <a:lnTo>
                    <a:pt x="444076" y="492728"/>
                  </a:lnTo>
                  <a:lnTo>
                    <a:pt x="442495" y="493088"/>
                  </a:lnTo>
                  <a:lnTo>
                    <a:pt x="441792" y="493447"/>
                  </a:lnTo>
                  <a:lnTo>
                    <a:pt x="441001" y="494076"/>
                  </a:lnTo>
                  <a:lnTo>
                    <a:pt x="440386" y="494345"/>
                  </a:lnTo>
                  <a:lnTo>
                    <a:pt x="439859" y="494795"/>
                  </a:lnTo>
                  <a:lnTo>
                    <a:pt x="438453" y="495783"/>
                  </a:lnTo>
                  <a:lnTo>
                    <a:pt x="437047" y="496861"/>
                  </a:lnTo>
                  <a:lnTo>
                    <a:pt x="435993" y="497849"/>
                  </a:lnTo>
                  <a:lnTo>
                    <a:pt x="434060" y="498838"/>
                  </a:lnTo>
                  <a:lnTo>
                    <a:pt x="432390" y="499646"/>
                  </a:lnTo>
                  <a:lnTo>
                    <a:pt x="431160" y="500275"/>
                  </a:lnTo>
                  <a:lnTo>
                    <a:pt x="429754" y="501174"/>
                  </a:lnTo>
                  <a:lnTo>
                    <a:pt x="428524" y="501713"/>
                  </a:lnTo>
                  <a:lnTo>
                    <a:pt x="426152" y="502342"/>
                  </a:lnTo>
                  <a:lnTo>
                    <a:pt x="424570" y="502611"/>
                  </a:lnTo>
                  <a:lnTo>
                    <a:pt x="423252" y="503061"/>
                  </a:lnTo>
                  <a:lnTo>
                    <a:pt x="422813" y="503779"/>
                  </a:lnTo>
                  <a:lnTo>
                    <a:pt x="422637" y="504498"/>
                  </a:lnTo>
                  <a:lnTo>
                    <a:pt x="421846" y="506116"/>
                  </a:lnTo>
                  <a:lnTo>
                    <a:pt x="421231" y="506924"/>
                  </a:lnTo>
                  <a:lnTo>
                    <a:pt x="420528" y="508272"/>
                  </a:lnTo>
                  <a:lnTo>
                    <a:pt x="418068" y="507823"/>
                  </a:lnTo>
                  <a:lnTo>
                    <a:pt x="417014" y="520401"/>
                  </a:lnTo>
                  <a:lnTo>
                    <a:pt x="406470" y="522827"/>
                  </a:lnTo>
                  <a:lnTo>
                    <a:pt x="406206" y="533519"/>
                  </a:lnTo>
                  <a:lnTo>
                    <a:pt x="391796" y="534508"/>
                  </a:lnTo>
                  <a:lnTo>
                    <a:pt x="384942" y="531543"/>
                  </a:lnTo>
                  <a:lnTo>
                    <a:pt x="386173" y="548434"/>
                  </a:lnTo>
                  <a:lnTo>
                    <a:pt x="381340" y="549782"/>
                  </a:lnTo>
                  <a:lnTo>
                    <a:pt x="376156" y="551848"/>
                  </a:lnTo>
                  <a:lnTo>
                    <a:pt x="379055" y="557868"/>
                  </a:lnTo>
                  <a:lnTo>
                    <a:pt x="380549" y="561013"/>
                  </a:lnTo>
                  <a:lnTo>
                    <a:pt x="381516" y="564337"/>
                  </a:lnTo>
                  <a:lnTo>
                    <a:pt x="382131" y="567392"/>
                  </a:lnTo>
                  <a:lnTo>
                    <a:pt x="382219" y="569638"/>
                  </a:lnTo>
                  <a:lnTo>
                    <a:pt x="382219" y="574939"/>
                  </a:lnTo>
                  <a:lnTo>
                    <a:pt x="382043" y="577904"/>
                  </a:lnTo>
                  <a:lnTo>
                    <a:pt x="381779" y="579522"/>
                  </a:lnTo>
                  <a:lnTo>
                    <a:pt x="381603" y="581049"/>
                  </a:lnTo>
                  <a:lnTo>
                    <a:pt x="381340" y="583026"/>
                  </a:lnTo>
                  <a:lnTo>
                    <a:pt x="381252" y="584463"/>
                  </a:lnTo>
                  <a:lnTo>
                    <a:pt x="381428" y="585182"/>
                  </a:lnTo>
                  <a:lnTo>
                    <a:pt x="381691" y="586620"/>
                  </a:lnTo>
                  <a:lnTo>
                    <a:pt x="382306" y="588417"/>
                  </a:lnTo>
                  <a:lnTo>
                    <a:pt x="383624" y="591382"/>
                  </a:lnTo>
                  <a:lnTo>
                    <a:pt x="384152" y="592640"/>
                  </a:lnTo>
                  <a:lnTo>
                    <a:pt x="385645" y="596413"/>
                  </a:lnTo>
                  <a:lnTo>
                    <a:pt x="381340" y="599019"/>
                  </a:lnTo>
                  <a:lnTo>
                    <a:pt x="374926" y="605128"/>
                  </a:lnTo>
                  <a:lnTo>
                    <a:pt x="371938" y="607914"/>
                  </a:lnTo>
                  <a:lnTo>
                    <a:pt x="368775" y="604410"/>
                  </a:lnTo>
                  <a:lnTo>
                    <a:pt x="369039" y="604050"/>
                  </a:lnTo>
                  <a:lnTo>
                    <a:pt x="363327" y="595605"/>
                  </a:lnTo>
                  <a:lnTo>
                    <a:pt x="360428" y="594616"/>
                  </a:lnTo>
                  <a:lnTo>
                    <a:pt x="358758" y="592280"/>
                  </a:lnTo>
                  <a:lnTo>
                    <a:pt x="357177" y="590034"/>
                  </a:lnTo>
                  <a:lnTo>
                    <a:pt x="356210" y="589854"/>
                  </a:lnTo>
                  <a:lnTo>
                    <a:pt x="354804" y="589495"/>
                  </a:lnTo>
                  <a:lnTo>
                    <a:pt x="354716" y="588866"/>
                  </a:lnTo>
                  <a:lnTo>
                    <a:pt x="354980" y="588147"/>
                  </a:lnTo>
                  <a:lnTo>
                    <a:pt x="355244" y="587518"/>
                  </a:lnTo>
                  <a:lnTo>
                    <a:pt x="355771" y="586979"/>
                  </a:lnTo>
                  <a:lnTo>
                    <a:pt x="360164" y="588417"/>
                  </a:lnTo>
                  <a:lnTo>
                    <a:pt x="364030" y="587159"/>
                  </a:lnTo>
                  <a:lnTo>
                    <a:pt x="361394" y="579162"/>
                  </a:lnTo>
                  <a:lnTo>
                    <a:pt x="360076" y="576916"/>
                  </a:lnTo>
                  <a:lnTo>
                    <a:pt x="361570" y="575568"/>
                  </a:lnTo>
                  <a:lnTo>
                    <a:pt x="357616" y="572873"/>
                  </a:lnTo>
                  <a:lnTo>
                    <a:pt x="353838" y="570088"/>
                  </a:lnTo>
                  <a:lnTo>
                    <a:pt x="350674" y="570627"/>
                  </a:lnTo>
                  <a:lnTo>
                    <a:pt x="345139" y="571705"/>
                  </a:lnTo>
                  <a:lnTo>
                    <a:pt x="344787" y="571345"/>
                  </a:lnTo>
                  <a:lnTo>
                    <a:pt x="344260" y="571076"/>
                  </a:lnTo>
                  <a:lnTo>
                    <a:pt x="343821" y="570896"/>
                  </a:lnTo>
                  <a:lnTo>
                    <a:pt x="343206" y="570537"/>
                  </a:lnTo>
                  <a:lnTo>
                    <a:pt x="342679" y="570177"/>
                  </a:lnTo>
                  <a:lnTo>
                    <a:pt x="342239" y="569459"/>
                  </a:lnTo>
                  <a:lnTo>
                    <a:pt x="341624" y="569009"/>
                  </a:lnTo>
                  <a:lnTo>
                    <a:pt x="341273" y="568740"/>
                  </a:lnTo>
                  <a:lnTo>
                    <a:pt x="340482" y="568560"/>
                  </a:lnTo>
                  <a:lnTo>
                    <a:pt x="339603" y="568470"/>
                  </a:lnTo>
                  <a:lnTo>
                    <a:pt x="339076" y="568201"/>
                  </a:lnTo>
                  <a:lnTo>
                    <a:pt x="338725" y="567931"/>
                  </a:lnTo>
                  <a:lnTo>
                    <a:pt x="338197" y="567931"/>
                  </a:lnTo>
                  <a:lnTo>
                    <a:pt x="337670" y="568021"/>
                  </a:lnTo>
                  <a:lnTo>
                    <a:pt x="337055" y="568111"/>
                  </a:lnTo>
                  <a:lnTo>
                    <a:pt x="336177" y="567662"/>
                  </a:lnTo>
                  <a:lnTo>
                    <a:pt x="335386" y="567212"/>
                  </a:lnTo>
                  <a:lnTo>
                    <a:pt x="334419" y="566943"/>
                  </a:lnTo>
                  <a:lnTo>
                    <a:pt x="333804" y="566673"/>
                  </a:lnTo>
                  <a:lnTo>
                    <a:pt x="332838" y="566494"/>
                  </a:lnTo>
                  <a:lnTo>
                    <a:pt x="330553" y="566044"/>
                  </a:lnTo>
                  <a:lnTo>
                    <a:pt x="326072" y="592280"/>
                  </a:lnTo>
                  <a:lnTo>
                    <a:pt x="321679" y="618246"/>
                  </a:lnTo>
                  <a:lnTo>
                    <a:pt x="318955" y="634060"/>
                  </a:lnTo>
                  <a:lnTo>
                    <a:pt x="318164" y="637743"/>
                  </a:lnTo>
                  <a:lnTo>
                    <a:pt x="317109" y="641697"/>
                  </a:lnTo>
                  <a:lnTo>
                    <a:pt x="315352" y="647357"/>
                  </a:lnTo>
                  <a:lnTo>
                    <a:pt x="307356" y="671616"/>
                  </a:lnTo>
                  <a:lnTo>
                    <a:pt x="306478" y="674402"/>
                  </a:lnTo>
                  <a:lnTo>
                    <a:pt x="305687" y="677726"/>
                  </a:lnTo>
                  <a:lnTo>
                    <a:pt x="304632" y="683386"/>
                  </a:lnTo>
                  <a:lnTo>
                    <a:pt x="303930" y="688328"/>
                  </a:lnTo>
                  <a:lnTo>
                    <a:pt x="303402" y="696594"/>
                  </a:lnTo>
                  <a:lnTo>
                    <a:pt x="303402" y="700907"/>
                  </a:lnTo>
                  <a:lnTo>
                    <a:pt x="303578" y="705220"/>
                  </a:lnTo>
                  <a:lnTo>
                    <a:pt x="304193" y="711419"/>
                  </a:lnTo>
                  <a:lnTo>
                    <a:pt x="305335" y="718427"/>
                  </a:lnTo>
                  <a:lnTo>
                    <a:pt x="306126" y="721662"/>
                  </a:lnTo>
                  <a:lnTo>
                    <a:pt x="307093" y="725525"/>
                  </a:lnTo>
                  <a:lnTo>
                    <a:pt x="308674" y="731276"/>
                  </a:lnTo>
                  <a:lnTo>
                    <a:pt x="294528" y="734780"/>
                  </a:lnTo>
                  <a:lnTo>
                    <a:pt x="293825" y="746640"/>
                  </a:lnTo>
                  <a:lnTo>
                    <a:pt x="293913" y="751851"/>
                  </a:lnTo>
                  <a:lnTo>
                    <a:pt x="293913" y="758949"/>
                  </a:lnTo>
                  <a:lnTo>
                    <a:pt x="295670" y="758949"/>
                  </a:lnTo>
                  <a:lnTo>
                    <a:pt x="295758" y="761914"/>
                  </a:lnTo>
                  <a:lnTo>
                    <a:pt x="295670" y="765688"/>
                  </a:lnTo>
                  <a:lnTo>
                    <a:pt x="296637" y="766227"/>
                  </a:lnTo>
                  <a:lnTo>
                    <a:pt x="299185" y="768203"/>
                  </a:lnTo>
                  <a:lnTo>
                    <a:pt x="299536" y="768922"/>
                  </a:lnTo>
                  <a:lnTo>
                    <a:pt x="299712" y="769910"/>
                  </a:lnTo>
                  <a:lnTo>
                    <a:pt x="299360" y="770899"/>
                  </a:lnTo>
                  <a:lnTo>
                    <a:pt x="299009" y="772696"/>
                  </a:lnTo>
                  <a:lnTo>
                    <a:pt x="299097" y="774942"/>
                  </a:lnTo>
                  <a:lnTo>
                    <a:pt x="299185" y="775481"/>
                  </a:lnTo>
                  <a:lnTo>
                    <a:pt x="299624" y="776649"/>
                  </a:lnTo>
                  <a:lnTo>
                    <a:pt x="301030" y="779614"/>
                  </a:lnTo>
                  <a:lnTo>
                    <a:pt x="301645" y="780153"/>
                  </a:lnTo>
                  <a:lnTo>
                    <a:pt x="303490" y="781770"/>
                  </a:lnTo>
                  <a:lnTo>
                    <a:pt x="303754" y="782310"/>
                  </a:lnTo>
                  <a:lnTo>
                    <a:pt x="303930" y="783028"/>
                  </a:lnTo>
                  <a:lnTo>
                    <a:pt x="303930" y="788599"/>
                  </a:lnTo>
                  <a:lnTo>
                    <a:pt x="303930" y="791923"/>
                  </a:lnTo>
                  <a:lnTo>
                    <a:pt x="304017" y="793630"/>
                  </a:lnTo>
                  <a:lnTo>
                    <a:pt x="304017" y="794529"/>
                  </a:lnTo>
                  <a:lnTo>
                    <a:pt x="302963" y="798123"/>
                  </a:lnTo>
                  <a:lnTo>
                    <a:pt x="302524" y="799291"/>
                  </a:lnTo>
                  <a:lnTo>
                    <a:pt x="301381" y="803244"/>
                  </a:lnTo>
                  <a:lnTo>
                    <a:pt x="299800" y="808905"/>
                  </a:lnTo>
                  <a:lnTo>
                    <a:pt x="299360" y="811151"/>
                  </a:lnTo>
                  <a:lnTo>
                    <a:pt x="298921" y="813577"/>
                  </a:lnTo>
                  <a:lnTo>
                    <a:pt x="298482" y="815104"/>
                  </a:lnTo>
                  <a:lnTo>
                    <a:pt x="293913" y="815014"/>
                  </a:lnTo>
                  <a:lnTo>
                    <a:pt x="280996" y="824179"/>
                  </a:lnTo>
                  <a:lnTo>
                    <a:pt x="280645" y="828042"/>
                  </a:lnTo>
                  <a:lnTo>
                    <a:pt x="280381" y="829210"/>
                  </a:lnTo>
                  <a:lnTo>
                    <a:pt x="280206" y="830109"/>
                  </a:lnTo>
                  <a:lnTo>
                    <a:pt x="280118" y="831097"/>
                  </a:lnTo>
                  <a:lnTo>
                    <a:pt x="279854" y="836758"/>
                  </a:lnTo>
                  <a:lnTo>
                    <a:pt x="278975" y="844395"/>
                  </a:lnTo>
                  <a:lnTo>
                    <a:pt x="278800" y="845563"/>
                  </a:lnTo>
                  <a:lnTo>
                    <a:pt x="278360" y="847000"/>
                  </a:lnTo>
                  <a:lnTo>
                    <a:pt x="278273" y="847270"/>
                  </a:lnTo>
                  <a:lnTo>
                    <a:pt x="278185" y="847539"/>
                  </a:lnTo>
                  <a:lnTo>
                    <a:pt x="278009" y="847989"/>
                  </a:lnTo>
                  <a:lnTo>
                    <a:pt x="274846" y="857782"/>
                  </a:lnTo>
                  <a:lnTo>
                    <a:pt x="266674" y="869822"/>
                  </a:lnTo>
                  <a:lnTo>
                    <a:pt x="261666" y="873146"/>
                  </a:lnTo>
                  <a:lnTo>
                    <a:pt x="256921" y="873865"/>
                  </a:lnTo>
                  <a:lnTo>
                    <a:pt x="254373" y="871080"/>
                  </a:lnTo>
                  <a:lnTo>
                    <a:pt x="254285" y="870900"/>
                  </a:lnTo>
                  <a:lnTo>
                    <a:pt x="252176" y="873326"/>
                  </a:lnTo>
                  <a:lnTo>
                    <a:pt x="251825" y="873595"/>
                  </a:lnTo>
                  <a:lnTo>
                    <a:pt x="251649" y="873775"/>
                  </a:lnTo>
                  <a:lnTo>
                    <a:pt x="250946" y="873775"/>
                  </a:lnTo>
                  <a:lnTo>
                    <a:pt x="249540" y="873865"/>
                  </a:lnTo>
                  <a:lnTo>
                    <a:pt x="248749" y="873865"/>
                  </a:lnTo>
                  <a:lnTo>
                    <a:pt x="248398" y="873865"/>
                  </a:lnTo>
                  <a:lnTo>
                    <a:pt x="245850" y="873865"/>
                  </a:lnTo>
                  <a:lnTo>
                    <a:pt x="245674" y="873775"/>
                  </a:lnTo>
                  <a:lnTo>
                    <a:pt x="245498" y="873685"/>
                  </a:lnTo>
                  <a:lnTo>
                    <a:pt x="241720" y="870990"/>
                  </a:lnTo>
                  <a:lnTo>
                    <a:pt x="241456" y="870810"/>
                  </a:lnTo>
                  <a:lnTo>
                    <a:pt x="239611" y="869732"/>
                  </a:lnTo>
                  <a:lnTo>
                    <a:pt x="238645" y="868923"/>
                  </a:lnTo>
                  <a:lnTo>
                    <a:pt x="238381" y="868744"/>
                  </a:lnTo>
                  <a:lnTo>
                    <a:pt x="236448" y="865599"/>
                  </a:lnTo>
                  <a:lnTo>
                    <a:pt x="236360" y="864700"/>
                  </a:lnTo>
                  <a:lnTo>
                    <a:pt x="236360" y="863712"/>
                  </a:lnTo>
                  <a:lnTo>
                    <a:pt x="236360" y="863443"/>
                  </a:lnTo>
                  <a:lnTo>
                    <a:pt x="235306" y="863532"/>
                  </a:lnTo>
                  <a:lnTo>
                    <a:pt x="232318" y="863892"/>
                  </a:lnTo>
                  <a:lnTo>
                    <a:pt x="232231" y="862634"/>
                  </a:lnTo>
                  <a:lnTo>
                    <a:pt x="230473" y="862634"/>
                  </a:lnTo>
                  <a:lnTo>
                    <a:pt x="228716" y="861376"/>
                  </a:lnTo>
                  <a:lnTo>
                    <a:pt x="217733" y="852391"/>
                  </a:lnTo>
                  <a:lnTo>
                    <a:pt x="218435" y="851223"/>
                  </a:lnTo>
                  <a:lnTo>
                    <a:pt x="216854" y="849965"/>
                  </a:lnTo>
                  <a:lnTo>
                    <a:pt x="216942" y="849786"/>
                  </a:lnTo>
                  <a:lnTo>
                    <a:pt x="217205" y="849426"/>
                  </a:lnTo>
                  <a:lnTo>
                    <a:pt x="211318" y="845024"/>
                  </a:lnTo>
                  <a:lnTo>
                    <a:pt x="206661" y="841609"/>
                  </a:lnTo>
                  <a:lnTo>
                    <a:pt x="206398" y="841879"/>
                  </a:lnTo>
                  <a:lnTo>
                    <a:pt x="205519" y="842867"/>
                  </a:lnTo>
                  <a:lnTo>
                    <a:pt x="203674" y="841430"/>
                  </a:lnTo>
                  <a:lnTo>
                    <a:pt x="203410" y="841250"/>
                  </a:lnTo>
                  <a:lnTo>
                    <a:pt x="199105" y="837476"/>
                  </a:lnTo>
                  <a:lnTo>
                    <a:pt x="198402" y="836937"/>
                  </a:lnTo>
                  <a:lnTo>
                    <a:pt x="196469" y="835230"/>
                  </a:lnTo>
                  <a:lnTo>
                    <a:pt x="194536" y="833433"/>
                  </a:lnTo>
                  <a:lnTo>
                    <a:pt x="183904" y="825347"/>
                  </a:lnTo>
                  <a:lnTo>
                    <a:pt x="181883" y="823819"/>
                  </a:lnTo>
                  <a:lnTo>
                    <a:pt x="177226" y="819956"/>
                  </a:lnTo>
                  <a:lnTo>
                    <a:pt x="175469" y="823191"/>
                  </a:lnTo>
                  <a:lnTo>
                    <a:pt x="166594" y="816362"/>
                  </a:lnTo>
                  <a:lnTo>
                    <a:pt x="162552" y="828851"/>
                  </a:lnTo>
                  <a:lnTo>
                    <a:pt x="157983" y="827324"/>
                  </a:lnTo>
                  <a:lnTo>
                    <a:pt x="157983" y="827503"/>
                  </a:lnTo>
                  <a:lnTo>
                    <a:pt x="152536" y="843856"/>
                  </a:lnTo>
                  <a:lnTo>
                    <a:pt x="149724" y="852841"/>
                  </a:lnTo>
                  <a:lnTo>
                    <a:pt x="147352" y="860208"/>
                  </a:lnTo>
                  <a:lnTo>
                    <a:pt x="147088" y="861196"/>
                  </a:lnTo>
                  <a:lnTo>
                    <a:pt x="147000" y="861646"/>
                  </a:lnTo>
                  <a:lnTo>
                    <a:pt x="146297" y="863892"/>
                  </a:lnTo>
                  <a:lnTo>
                    <a:pt x="145594" y="866408"/>
                  </a:lnTo>
                  <a:lnTo>
                    <a:pt x="144891" y="868744"/>
                  </a:lnTo>
                  <a:lnTo>
                    <a:pt x="144452" y="870271"/>
                  </a:lnTo>
                  <a:lnTo>
                    <a:pt x="144100" y="871529"/>
                  </a:lnTo>
                  <a:lnTo>
                    <a:pt x="143749" y="872697"/>
                  </a:lnTo>
                  <a:lnTo>
                    <a:pt x="143661" y="872877"/>
                  </a:lnTo>
                  <a:lnTo>
                    <a:pt x="143310" y="874224"/>
                  </a:lnTo>
                  <a:lnTo>
                    <a:pt x="143046" y="875303"/>
                  </a:lnTo>
                  <a:lnTo>
                    <a:pt x="143222" y="876111"/>
                  </a:lnTo>
                  <a:lnTo>
                    <a:pt x="140849" y="883659"/>
                  </a:lnTo>
                  <a:lnTo>
                    <a:pt x="140762" y="883928"/>
                  </a:lnTo>
                  <a:lnTo>
                    <a:pt x="140586" y="884467"/>
                  </a:lnTo>
                  <a:lnTo>
                    <a:pt x="136105" y="883299"/>
                  </a:lnTo>
                  <a:lnTo>
                    <a:pt x="133029" y="882401"/>
                  </a:lnTo>
                  <a:lnTo>
                    <a:pt x="131975" y="882131"/>
                  </a:lnTo>
                  <a:lnTo>
                    <a:pt x="129866" y="881502"/>
                  </a:lnTo>
                  <a:lnTo>
                    <a:pt x="124155" y="879705"/>
                  </a:lnTo>
                  <a:lnTo>
                    <a:pt x="123100" y="879166"/>
                  </a:lnTo>
                  <a:lnTo>
                    <a:pt x="122661" y="878897"/>
                  </a:lnTo>
                  <a:lnTo>
                    <a:pt x="121870" y="878178"/>
                  </a:lnTo>
                  <a:lnTo>
                    <a:pt x="121343" y="877639"/>
                  </a:lnTo>
                  <a:lnTo>
                    <a:pt x="121255" y="877369"/>
                  </a:lnTo>
                  <a:lnTo>
                    <a:pt x="115720" y="868834"/>
                  </a:lnTo>
                  <a:lnTo>
                    <a:pt x="112644" y="863532"/>
                  </a:lnTo>
                  <a:lnTo>
                    <a:pt x="111326" y="861556"/>
                  </a:lnTo>
                  <a:lnTo>
                    <a:pt x="110272" y="860028"/>
                  </a:lnTo>
                  <a:lnTo>
                    <a:pt x="109042" y="858411"/>
                  </a:lnTo>
                  <a:lnTo>
                    <a:pt x="106933" y="855985"/>
                  </a:lnTo>
                  <a:lnTo>
                    <a:pt x="103945" y="852571"/>
                  </a:lnTo>
                  <a:lnTo>
                    <a:pt x="102803" y="851313"/>
                  </a:lnTo>
                  <a:lnTo>
                    <a:pt x="99552" y="847539"/>
                  </a:lnTo>
                  <a:lnTo>
                    <a:pt x="97531" y="845203"/>
                  </a:lnTo>
                  <a:lnTo>
                    <a:pt x="95598" y="843137"/>
                  </a:lnTo>
                  <a:lnTo>
                    <a:pt x="94983" y="842418"/>
                  </a:lnTo>
                  <a:lnTo>
                    <a:pt x="95247" y="842238"/>
                  </a:lnTo>
                  <a:lnTo>
                    <a:pt x="95686" y="841789"/>
                  </a:lnTo>
                  <a:lnTo>
                    <a:pt x="94983" y="840981"/>
                  </a:lnTo>
                  <a:lnTo>
                    <a:pt x="92786" y="839453"/>
                  </a:lnTo>
                  <a:lnTo>
                    <a:pt x="83209" y="833613"/>
                  </a:lnTo>
                  <a:lnTo>
                    <a:pt x="76443" y="829390"/>
                  </a:lnTo>
                  <a:lnTo>
                    <a:pt x="75301" y="828312"/>
                  </a:lnTo>
                  <a:lnTo>
                    <a:pt x="74686" y="827234"/>
                  </a:lnTo>
                  <a:lnTo>
                    <a:pt x="74510" y="827144"/>
                  </a:lnTo>
                  <a:lnTo>
                    <a:pt x="74159" y="827054"/>
                  </a:lnTo>
                  <a:lnTo>
                    <a:pt x="73895" y="826874"/>
                  </a:lnTo>
                  <a:lnTo>
                    <a:pt x="72665" y="826066"/>
                  </a:lnTo>
                  <a:lnTo>
                    <a:pt x="70732" y="824898"/>
                  </a:lnTo>
                  <a:lnTo>
                    <a:pt x="70381" y="824538"/>
                  </a:lnTo>
                  <a:lnTo>
                    <a:pt x="69678" y="823909"/>
                  </a:lnTo>
                  <a:lnTo>
                    <a:pt x="69326" y="823640"/>
                  </a:lnTo>
                  <a:lnTo>
                    <a:pt x="69150" y="823550"/>
                  </a:lnTo>
                  <a:lnTo>
                    <a:pt x="67305" y="822292"/>
                  </a:lnTo>
                  <a:lnTo>
                    <a:pt x="67042" y="822112"/>
                  </a:lnTo>
                  <a:lnTo>
                    <a:pt x="65109" y="820765"/>
                  </a:lnTo>
                  <a:lnTo>
                    <a:pt x="64230" y="819776"/>
                  </a:lnTo>
                  <a:lnTo>
                    <a:pt x="61857" y="819327"/>
                  </a:lnTo>
                  <a:lnTo>
                    <a:pt x="57991" y="818788"/>
                  </a:lnTo>
                  <a:lnTo>
                    <a:pt x="53598" y="817979"/>
                  </a:lnTo>
                  <a:lnTo>
                    <a:pt x="47975" y="817171"/>
                  </a:lnTo>
                  <a:lnTo>
                    <a:pt x="45339" y="816721"/>
                  </a:lnTo>
                  <a:lnTo>
                    <a:pt x="44724" y="816632"/>
                  </a:lnTo>
                  <a:lnTo>
                    <a:pt x="42966" y="816452"/>
                  </a:lnTo>
                  <a:lnTo>
                    <a:pt x="40330" y="816093"/>
                  </a:lnTo>
                  <a:lnTo>
                    <a:pt x="36464" y="815194"/>
                  </a:lnTo>
                  <a:lnTo>
                    <a:pt x="35761" y="814745"/>
                  </a:lnTo>
                  <a:lnTo>
                    <a:pt x="35761" y="814026"/>
                  </a:lnTo>
                  <a:lnTo>
                    <a:pt x="35849" y="813756"/>
                  </a:lnTo>
                  <a:lnTo>
                    <a:pt x="36376" y="812858"/>
                  </a:lnTo>
                  <a:lnTo>
                    <a:pt x="36903" y="811870"/>
                  </a:lnTo>
                  <a:lnTo>
                    <a:pt x="38309" y="810522"/>
                  </a:lnTo>
                  <a:lnTo>
                    <a:pt x="38485" y="810342"/>
                  </a:lnTo>
                  <a:lnTo>
                    <a:pt x="38836" y="807018"/>
                  </a:lnTo>
                  <a:lnTo>
                    <a:pt x="39012" y="805940"/>
                  </a:lnTo>
                  <a:lnTo>
                    <a:pt x="39012" y="805401"/>
                  </a:lnTo>
                  <a:lnTo>
                    <a:pt x="42175" y="803963"/>
                  </a:lnTo>
                  <a:lnTo>
                    <a:pt x="45866" y="800998"/>
                  </a:lnTo>
                  <a:lnTo>
                    <a:pt x="47623" y="799920"/>
                  </a:lnTo>
                  <a:lnTo>
                    <a:pt x="53071" y="796595"/>
                  </a:lnTo>
                  <a:lnTo>
                    <a:pt x="53247" y="796595"/>
                  </a:lnTo>
                  <a:lnTo>
                    <a:pt x="54301" y="796236"/>
                  </a:lnTo>
                  <a:lnTo>
                    <a:pt x="56673" y="792373"/>
                  </a:lnTo>
                  <a:lnTo>
                    <a:pt x="56849" y="790396"/>
                  </a:lnTo>
                  <a:lnTo>
                    <a:pt x="56761" y="790036"/>
                  </a:lnTo>
                  <a:lnTo>
                    <a:pt x="56673" y="789677"/>
                  </a:lnTo>
                  <a:lnTo>
                    <a:pt x="58431" y="786982"/>
                  </a:lnTo>
                  <a:lnTo>
                    <a:pt x="61330" y="782669"/>
                  </a:lnTo>
                  <a:lnTo>
                    <a:pt x="63439" y="784106"/>
                  </a:lnTo>
                  <a:lnTo>
                    <a:pt x="63966" y="784466"/>
                  </a:lnTo>
                  <a:lnTo>
                    <a:pt x="65548" y="782489"/>
                  </a:lnTo>
                  <a:lnTo>
                    <a:pt x="68623" y="778356"/>
                  </a:lnTo>
                  <a:lnTo>
                    <a:pt x="71699" y="774403"/>
                  </a:lnTo>
                  <a:lnTo>
                    <a:pt x="73456" y="772067"/>
                  </a:lnTo>
                  <a:lnTo>
                    <a:pt x="75828" y="768922"/>
                  </a:lnTo>
                  <a:lnTo>
                    <a:pt x="76443" y="768113"/>
                  </a:lnTo>
                  <a:lnTo>
                    <a:pt x="76619" y="767844"/>
                  </a:lnTo>
                  <a:lnTo>
                    <a:pt x="76971" y="767934"/>
                  </a:lnTo>
                  <a:lnTo>
                    <a:pt x="82330" y="768832"/>
                  </a:lnTo>
                  <a:lnTo>
                    <a:pt x="84791" y="769192"/>
                  </a:lnTo>
                  <a:lnTo>
                    <a:pt x="84966" y="769192"/>
                  </a:lnTo>
                  <a:lnTo>
                    <a:pt x="88393" y="769731"/>
                  </a:lnTo>
                  <a:lnTo>
                    <a:pt x="89008" y="769821"/>
                  </a:lnTo>
                  <a:lnTo>
                    <a:pt x="91468" y="770180"/>
                  </a:lnTo>
                  <a:lnTo>
                    <a:pt x="92259" y="770360"/>
                  </a:lnTo>
                  <a:lnTo>
                    <a:pt x="92699" y="769461"/>
                  </a:lnTo>
                  <a:lnTo>
                    <a:pt x="92874" y="768832"/>
                  </a:lnTo>
                  <a:lnTo>
                    <a:pt x="93489" y="766945"/>
                  </a:lnTo>
                  <a:lnTo>
                    <a:pt x="94104" y="764879"/>
                  </a:lnTo>
                  <a:lnTo>
                    <a:pt x="94544" y="763352"/>
                  </a:lnTo>
                  <a:lnTo>
                    <a:pt x="95071" y="762004"/>
                  </a:lnTo>
                  <a:lnTo>
                    <a:pt x="95247" y="761285"/>
                  </a:lnTo>
                  <a:lnTo>
                    <a:pt x="96038" y="760117"/>
                  </a:lnTo>
                  <a:lnTo>
                    <a:pt x="95510" y="759847"/>
                  </a:lnTo>
                  <a:lnTo>
                    <a:pt x="80222" y="751312"/>
                  </a:lnTo>
                  <a:lnTo>
                    <a:pt x="45778" y="731994"/>
                  </a:lnTo>
                  <a:lnTo>
                    <a:pt x="36200" y="726604"/>
                  </a:lnTo>
                  <a:lnTo>
                    <a:pt x="20472" y="717798"/>
                  </a:lnTo>
                  <a:lnTo>
                    <a:pt x="21263" y="715283"/>
                  </a:lnTo>
                  <a:lnTo>
                    <a:pt x="21966" y="713216"/>
                  </a:lnTo>
                  <a:lnTo>
                    <a:pt x="22493" y="712228"/>
                  </a:lnTo>
                  <a:lnTo>
                    <a:pt x="23108" y="711150"/>
                  </a:lnTo>
                  <a:lnTo>
                    <a:pt x="23723" y="710431"/>
                  </a:lnTo>
                  <a:lnTo>
                    <a:pt x="24251" y="709802"/>
                  </a:lnTo>
                  <a:lnTo>
                    <a:pt x="23636" y="709263"/>
                  </a:lnTo>
                  <a:lnTo>
                    <a:pt x="22054" y="707825"/>
                  </a:lnTo>
                  <a:lnTo>
                    <a:pt x="21790" y="707466"/>
                  </a:lnTo>
                  <a:lnTo>
                    <a:pt x="21175" y="706837"/>
                  </a:lnTo>
                  <a:lnTo>
                    <a:pt x="19154" y="705130"/>
                  </a:lnTo>
                  <a:lnTo>
                    <a:pt x="18891" y="704860"/>
                  </a:lnTo>
                  <a:lnTo>
                    <a:pt x="18276" y="704411"/>
                  </a:lnTo>
                  <a:lnTo>
                    <a:pt x="18012" y="704141"/>
                  </a:lnTo>
                  <a:lnTo>
                    <a:pt x="17309" y="703512"/>
                  </a:lnTo>
                  <a:lnTo>
                    <a:pt x="16958" y="703243"/>
                  </a:lnTo>
                  <a:lnTo>
                    <a:pt x="15903" y="702344"/>
                  </a:lnTo>
                  <a:lnTo>
                    <a:pt x="15552" y="702075"/>
                  </a:lnTo>
                  <a:lnTo>
                    <a:pt x="14146" y="700907"/>
                  </a:lnTo>
                  <a:lnTo>
                    <a:pt x="13531" y="700458"/>
                  </a:lnTo>
                  <a:lnTo>
                    <a:pt x="13179" y="700098"/>
                  </a:lnTo>
                  <a:lnTo>
                    <a:pt x="12916" y="699919"/>
                  </a:lnTo>
                  <a:lnTo>
                    <a:pt x="11071" y="698301"/>
                  </a:lnTo>
                  <a:lnTo>
                    <a:pt x="6589" y="694977"/>
                  </a:lnTo>
                  <a:lnTo>
                    <a:pt x="5974" y="694528"/>
                  </a:lnTo>
                  <a:lnTo>
                    <a:pt x="5359" y="694078"/>
                  </a:lnTo>
                  <a:lnTo>
                    <a:pt x="4129" y="693360"/>
                  </a:lnTo>
                  <a:lnTo>
                    <a:pt x="3338" y="692821"/>
                  </a:lnTo>
                  <a:lnTo>
                    <a:pt x="2372" y="692192"/>
                  </a:lnTo>
                  <a:lnTo>
                    <a:pt x="1581" y="691652"/>
                  </a:lnTo>
                  <a:lnTo>
                    <a:pt x="263" y="690844"/>
                  </a:lnTo>
                  <a:lnTo>
                    <a:pt x="0" y="690754"/>
                  </a:lnTo>
                  <a:lnTo>
                    <a:pt x="3338" y="683926"/>
                  </a:lnTo>
                  <a:lnTo>
                    <a:pt x="6589" y="676738"/>
                  </a:lnTo>
                  <a:lnTo>
                    <a:pt x="10631" y="667843"/>
                  </a:lnTo>
                  <a:lnTo>
                    <a:pt x="10807" y="667393"/>
                  </a:lnTo>
                  <a:lnTo>
                    <a:pt x="12037" y="664428"/>
                  </a:lnTo>
                  <a:lnTo>
                    <a:pt x="14146" y="659756"/>
                  </a:lnTo>
                  <a:lnTo>
                    <a:pt x="16255" y="654994"/>
                  </a:lnTo>
                  <a:lnTo>
                    <a:pt x="17046" y="653018"/>
                  </a:lnTo>
                  <a:lnTo>
                    <a:pt x="17924" y="651221"/>
                  </a:lnTo>
                  <a:lnTo>
                    <a:pt x="20033" y="646369"/>
                  </a:lnTo>
                  <a:lnTo>
                    <a:pt x="20209" y="646009"/>
                  </a:lnTo>
                  <a:lnTo>
                    <a:pt x="20560" y="645291"/>
                  </a:lnTo>
                  <a:lnTo>
                    <a:pt x="20824" y="644572"/>
                  </a:lnTo>
                  <a:lnTo>
                    <a:pt x="21000" y="644213"/>
                  </a:lnTo>
                  <a:lnTo>
                    <a:pt x="21263" y="643763"/>
                  </a:lnTo>
                  <a:lnTo>
                    <a:pt x="22230" y="643044"/>
                  </a:lnTo>
                  <a:lnTo>
                    <a:pt x="22581" y="642505"/>
                  </a:lnTo>
                  <a:lnTo>
                    <a:pt x="22845" y="642056"/>
                  </a:lnTo>
                  <a:lnTo>
                    <a:pt x="23196" y="640798"/>
                  </a:lnTo>
                  <a:lnTo>
                    <a:pt x="23460" y="640798"/>
                  </a:lnTo>
                  <a:lnTo>
                    <a:pt x="27590" y="640798"/>
                  </a:lnTo>
                  <a:lnTo>
                    <a:pt x="27853" y="640798"/>
                  </a:lnTo>
                  <a:lnTo>
                    <a:pt x="27590" y="640529"/>
                  </a:lnTo>
                  <a:lnTo>
                    <a:pt x="23811" y="635767"/>
                  </a:lnTo>
                  <a:lnTo>
                    <a:pt x="24690" y="634509"/>
                  </a:lnTo>
                  <a:lnTo>
                    <a:pt x="25305" y="633610"/>
                  </a:lnTo>
                  <a:lnTo>
                    <a:pt x="25920" y="632712"/>
                  </a:lnTo>
                  <a:lnTo>
                    <a:pt x="27590" y="630466"/>
                  </a:lnTo>
                  <a:lnTo>
                    <a:pt x="28644" y="628938"/>
                  </a:lnTo>
                  <a:lnTo>
                    <a:pt x="29171" y="628309"/>
                  </a:lnTo>
                  <a:lnTo>
                    <a:pt x="31456" y="625075"/>
                  </a:lnTo>
                  <a:lnTo>
                    <a:pt x="34531" y="620493"/>
                  </a:lnTo>
                  <a:lnTo>
                    <a:pt x="34707" y="620313"/>
                  </a:lnTo>
                  <a:lnTo>
                    <a:pt x="38134" y="615461"/>
                  </a:lnTo>
                  <a:lnTo>
                    <a:pt x="38836" y="614563"/>
                  </a:lnTo>
                  <a:lnTo>
                    <a:pt x="39100" y="614113"/>
                  </a:lnTo>
                  <a:lnTo>
                    <a:pt x="36903" y="612137"/>
                  </a:lnTo>
                  <a:lnTo>
                    <a:pt x="34882" y="610519"/>
                  </a:lnTo>
                  <a:lnTo>
                    <a:pt x="35058" y="610340"/>
                  </a:lnTo>
                  <a:lnTo>
                    <a:pt x="36025" y="609351"/>
                  </a:lnTo>
                  <a:lnTo>
                    <a:pt x="38309" y="606925"/>
                  </a:lnTo>
                  <a:lnTo>
                    <a:pt x="39188" y="605937"/>
                  </a:lnTo>
                  <a:lnTo>
                    <a:pt x="39276" y="605757"/>
                  </a:lnTo>
                  <a:lnTo>
                    <a:pt x="41121" y="602343"/>
                  </a:lnTo>
                  <a:lnTo>
                    <a:pt x="43669" y="597042"/>
                  </a:lnTo>
                  <a:lnTo>
                    <a:pt x="43845" y="596683"/>
                  </a:lnTo>
                  <a:lnTo>
                    <a:pt x="46744" y="591022"/>
                  </a:lnTo>
                  <a:lnTo>
                    <a:pt x="49556" y="585452"/>
                  </a:lnTo>
                  <a:lnTo>
                    <a:pt x="49644" y="585182"/>
                  </a:lnTo>
                  <a:lnTo>
                    <a:pt x="49732" y="585002"/>
                  </a:lnTo>
                  <a:lnTo>
                    <a:pt x="49996" y="584463"/>
                  </a:lnTo>
                  <a:lnTo>
                    <a:pt x="50435" y="583655"/>
                  </a:lnTo>
                  <a:lnTo>
                    <a:pt x="50786" y="582846"/>
                  </a:lnTo>
                  <a:lnTo>
                    <a:pt x="51929" y="581408"/>
                  </a:lnTo>
                  <a:lnTo>
                    <a:pt x="52192" y="581139"/>
                  </a:lnTo>
                  <a:lnTo>
                    <a:pt x="46042" y="575838"/>
                  </a:lnTo>
                  <a:lnTo>
                    <a:pt x="44811" y="574760"/>
                  </a:lnTo>
                  <a:lnTo>
                    <a:pt x="43142" y="573232"/>
                  </a:lnTo>
                  <a:lnTo>
                    <a:pt x="40330" y="570447"/>
                  </a:lnTo>
                  <a:lnTo>
                    <a:pt x="35234" y="566044"/>
                  </a:lnTo>
                  <a:lnTo>
                    <a:pt x="33125" y="564337"/>
                  </a:lnTo>
                  <a:lnTo>
                    <a:pt x="31719" y="563079"/>
                  </a:lnTo>
                  <a:lnTo>
                    <a:pt x="30050" y="561552"/>
                  </a:lnTo>
                  <a:lnTo>
                    <a:pt x="27941" y="559665"/>
                  </a:lnTo>
                  <a:lnTo>
                    <a:pt x="25129" y="557239"/>
                  </a:lnTo>
                  <a:lnTo>
                    <a:pt x="24075" y="556251"/>
                  </a:lnTo>
                  <a:lnTo>
                    <a:pt x="21878" y="554274"/>
                  </a:lnTo>
                  <a:lnTo>
                    <a:pt x="20912" y="553376"/>
                  </a:lnTo>
                  <a:lnTo>
                    <a:pt x="20297" y="552927"/>
                  </a:lnTo>
                  <a:lnTo>
                    <a:pt x="19857" y="552477"/>
                  </a:lnTo>
                  <a:lnTo>
                    <a:pt x="16343" y="549333"/>
                  </a:lnTo>
                  <a:lnTo>
                    <a:pt x="15728" y="548794"/>
                  </a:lnTo>
                  <a:lnTo>
                    <a:pt x="15376" y="548524"/>
                  </a:lnTo>
                  <a:lnTo>
                    <a:pt x="15200" y="548344"/>
                  </a:lnTo>
                  <a:lnTo>
                    <a:pt x="13004" y="546457"/>
                  </a:lnTo>
                  <a:lnTo>
                    <a:pt x="12740" y="546188"/>
                  </a:lnTo>
                  <a:lnTo>
                    <a:pt x="11071" y="544840"/>
                  </a:lnTo>
                  <a:lnTo>
                    <a:pt x="10807" y="544481"/>
                  </a:lnTo>
                  <a:lnTo>
                    <a:pt x="8874" y="542953"/>
                  </a:lnTo>
                  <a:lnTo>
                    <a:pt x="7117" y="541426"/>
                  </a:lnTo>
                  <a:lnTo>
                    <a:pt x="6589" y="540977"/>
                  </a:lnTo>
                  <a:lnTo>
                    <a:pt x="6414" y="540887"/>
                  </a:lnTo>
                  <a:lnTo>
                    <a:pt x="6150" y="540617"/>
                  </a:lnTo>
                  <a:lnTo>
                    <a:pt x="4481" y="539000"/>
                  </a:lnTo>
                  <a:lnTo>
                    <a:pt x="4393" y="538731"/>
                  </a:lnTo>
                  <a:lnTo>
                    <a:pt x="4393" y="538281"/>
                  </a:lnTo>
                  <a:lnTo>
                    <a:pt x="4305" y="535406"/>
                  </a:lnTo>
                  <a:lnTo>
                    <a:pt x="4217" y="532261"/>
                  </a:lnTo>
                  <a:lnTo>
                    <a:pt x="4217" y="530195"/>
                  </a:lnTo>
                  <a:lnTo>
                    <a:pt x="4217" y="529746"/>
                  </a:lnTo>
                  <a:lnTo>
                    <a:pt x="4129" y="528218"/>
                  </a:lnTo>
                  <a:lnTo>
                    <a:pt x="4129" y="527140"/>
                  </a:lnTo>
                  <a:lnTo>
                    <a:pt x="4041" y="525343"/>
                  </a:lnTo>
                  <a:lnTo>
                    <a:pt x="4041" y="523546"/>
                  </a:lnTo>
                  <a:lnTo>
                    <a:pt x="3953" y="521480"/>
                  </a:lnTo>
                  <a:lnTo>
                    <a:pt x="3953" y="521120"/>
                  </a:lnTo>
                  <a:lnTo>
                    <a:pt x="3953" y="520941"/>
                  </a:lnTo>
                  <a:lnTo>
                    <a:pt x="3953" y="520581"/>
                  </a:lnTo>
                  <a:lnTo>
                    <a:pt x="3866" y="519862"/>
                  </a:lnTo>
                  <a:lnTo>
                    <a:pt x="3866" y="519683"/>
                  </a:lnTo>
                  <a:lnTo>
                    <a:pt x="3866" y="516268"/>
                  </a:lnTo>
                  <a:lnTo>
                    <a:pt x="3778" y="514651"/>
                  </a:lnTo>
                  <a:lnTo>
                    <a:pt x="3690" y="512854"/>
                  </a:lnTo>
                  <a:lnTo>
                    <a:pt x="3690" y="512315"/>
                  </a:lnTo>
                  <a:lnTo>
                    <a:pt x="3602" y="508182"/>
                  </a:lnTo>
                  <a:lnTo>
                    <a:pt x="3602" y="507823"/>
                  </a:lnTo>
                  <a:lnTo>
                    <a:pt x="3602" y="506565"/>
                  </a:lnTo>
                  <a:lnTo>
                    <a:pt x="3514" y="505936"/>
                  </a:lnTo>
                  <a:lnTo>
                    <a:pt x="3426" y="503061"/>
                  </a:lnTo>
                  <a:lnTo>
                    <a:pt x="3338" y="499287"/>
                  </a:lnTo>
                  <a:lnTo>
                    <a:pt x="3338" y="498568"/>
                  </a:lnTo>
                  <a:lnTo>
                    <a:pt x="3338" y="498389"/>
                  </a:lnTo>
                  <a:lnTo>
                    <a:pt x="3251" y="496053"/>
                  </a:lnTo>
                  <a:lnTo>
                    <a:pt x="3251" y="494435"/>
                  </a:lnTo>
                  <a:lnTo>
                    <a:pt x="3163" y="492998"/>
                  </a:lnTo>
                  <a:lnTo>
                    <a:pt x="3163" y="491919"/>
                  </a:lnTo>
                  <a:lnTo>
                    <a:pt x="3251" y="491380"/>
                  </a:lnTo>
                  <a:lnTo>
                    <a:pt x="4393" y="491380"/>
                  </a:lnTo>
                  <a:lnTo>
                    <a:pt x="5623" y="491380"/>
                  </a:lnTo>
                  <a:lnTo>
                    <a:pt x="9050" y="491291"/>
                  </a:lnTo>
                  <a:lnTo>
                    <a:pt x="9050" y="490931"/>
                  </a:lnTo>
                  <a:lnTo>
                    <a:pt x="9138" y="490033"/>
                  </a:lnTo>
                  <a:lnTo>
                    <a:pt x="9138" y="489763"/>
                  </a:lnTo>
                  <a:lnTo>
                    <a:pt x="9138" y="489494"/>
                  </a:lnTo>
                  <a:lnTo>
                    <a:pt x="9138" y="488865"/>
                  </a:lnTo>
                  <a:lnTo>
                    <a:pt x="9225" y="488595"/>
                  </a:lnTo>
                  <a:lnTo>
                    <a:pt x="9313" y="488326"/>
                  </a:lnTo>
                  <a:lnTo>
                    <a:pt x="9577" y="487966"/>
                  </a:lnTo>
                  <a:lnTo>
                    <a:pt x="10807" y="486798"/>
                  </a:lnTo>
                  <a:lnTo>
                    <a:pt x="11071" y="487068"/>
                  </a:lnTo>
                  <a:lnTo>
                    <a:pt x="12213" y="488056"/>
                  </a:lnTo>
                  <a:lnTo>
                    <a:pt x="14322" y="490033"/>
                  </a:lnTo>
                  <a:lnTo>
                    <a:pt x="14849" y="490482"/>
                  </a:lnTo>
                  <a:lnTo>
                    <a:pt x="16518" y="491919"/>
                  </a:lnTo>
                  <a:lnTo>
                    <a:pt x="17133" y="492459"/>
                  </a:lnTo>
                  <a:lnTo>
                    <a:pt x="19418" y="487337"/>
                  </a:lnTo>
                  <a:lnTo>
                    <a:pt x="19506" y="487068"/>
                  </a:lnTo>
                  <a:lnTo>
                    <a:pt x="21000" y="488505"/>
                  </a:lnTo>
                  <a:lnTo>
                    <a:pt x="21175" y="488685"/>
                  </a:lnTo>
                  <a:lnTo>
                    <a:pt x="22054" y="489314"/>
                  </a:lnTo>
                  <a:lnTo>
                    <a:pt x="23460" y="487427"/>
                  </a:lnTo>
                  <a:lnTo>
                    <a:pt x="24426" y="484013"/>
                  </a:lnTo>
                  <a:lnTo>
                    <a:pt x="24514" y="483743"/>
                  </a:lnTo>
                  <a:lnTo>
                    <a:pt x="24690" y="483474"/>
                  </a:lnTo>
                  <a:lnTo>
                    <a:pt x="25393" y="483564"/>
                  </a:lnTo>
                  <a:lnTo>
                    <a:pt x="26359" y="483653"/>
                  </a:lnTo>
                  <a:lnTo>
                    <a:pt x="27414" y="483743"/>
                  </a:lnTo>
                  <a:lnTo>
                    <a:pt x="28029" y="483833"/>
                  </a:lnTo>
                  <a:lnTo>
                    <a:pt x="28644" y="483833"/>
                  </a:lnTo>
                  <a:lnTo>
                    <a:pt x="31983" y="483923"/>
                  </a:lnTo>
                  <a:lnTo>
                    <a:pt x="32510" y="483923"/>
                  </a:lnTo>
                  <a:lnTo>
                    <a:pt x="32774" y="483923"/>
                  </a:lnTo>
                  <a:lnTo>
                    <a:pt x="35234" y="483743"/>
                  </a:lnTo>
                  <a:lnTo>
                    <a:pt x="38046" y="483114"/>
                  </a:lnTo>
                  <a:lnTo>
                    <a:pt x="38485" y="482935"/>
                  </a:lnTo>
                  <a:lnTo>
                    <a:pt x="38661" y="482935"/>
                  </a:lnTo>
                  <a:lnTo>
                    <a:pt x="40330" y="482485"/>
                  </a:lnTo>
                  <a:lnTo>
                    <a:pt x="40770" y="482306"/>
                  </a:lnTo>
                  <a:lnTo>
                    <a:pt x="42175" y="485271"/>
                  </a:lnTo>
                  <a:lnTo>
                    <a:pt x="42878" y="486888"/>
                  </a:lnTo>
                  <a:lnTo>
                    <a:pt x="43054" y="487158"/>
                  </a:lnTo>
                  <a:lnTo>
                    <a:pt x="43933" y="486888"/>
                  </a:lnTo>
                  <a:lnTo>
                    <a:pt x="44284" y="486798"/>
                  </a:lnTo>
                  <a:lnTo>
                    <a:pt x="44987" y="486618"/>
                  </a:lnTo>
                  <a:lnTo>
                    <a:pt x="45866" y="486349"/>
                  </a:lnTo>
                  <a:lnTo>
                    <a:pt x="46393" y="486169"/>
                  </a:lnTo>
                  <a:lnTo>
                    <a:pt x="46569" y="487966"/>
                  </a:lnTo>
                  <a:lnTo>
                    <a:pt x="46744" y="489134"/>
                  </a:lnTo>
                  <a:lnTo>
                    <a:pt x="46744" y="489494"/>
                  </a:lnTo>
                  <a:lnTo>
                    <a:pt x="46744" y="489673"/>
                  </a:lnTo>
                  <a:lnTo>
                    <a:pt x="46569" y="490662"/>
                  </a:lnTo>
                  <a:lnTo>
                    <a:pt x="46217" y="492279"/>
                  </a:lnTo>
                  <a:lnTo>
                    <a:pt x="45690" y="495513"/>
                  </a:lnTo>
                  <a:lnTo>
                    <a:pt x="45954" y="495963"/>
                  </a:lnTo>
                  <a:lnTo>
                    <a:pt x="46129" y="496412"/>
                  </a:lnTo>
                  <a:lnTo>
                    <a:pt x="46569" y="497310"/>
                  </a:lnTo>
                  <a:lnTo>
                    <a:pt x="46657" y="497580"/>
                  </a:lnTo>
                  <a:lnTo>
                    <a:pt x="47272" y="498748"/>
                  </a:lnTo>
                  <a:lnTo>
                    <a:pt x="47360" y="498928"/>
                  </a:lnTo>
                  <a:lnTo>
                    <a:pt x="48062" y="498119"/>
                  </a:lnTo>
                  <a:lnTo>
                    <a:pt x="49468" y="496681"/>
                  </a:lnTo>
                  <a:lnTo>
                    <a:pt x="49820" y="496232"/>
                  </a:lnTo>
                  <a:lnTo>
                    <a:pt x="51050" y="494884"/>
                  </a:lnTo>
                  <a:lnTo>
                    <a:pt x="51314" y="493896"/>
                  </a:lnTo>
                  <a:lnTo>
                    <a:pt x="51401" y="493447"/>
                  </a:lnTo>
                  <a:lnTo>
                    <a:pt x="51489" y="493177"/>
                  </a:lnTo>
                  <a:lnTo>
                    <a:pt x="51577" y="492638"/>
                  </a:lnTo>
                  <a:lnTo>
                    <a:pt x="52016" y="490841"/>
                  </a:lnTo>
                  <a:lnTo>
                    <a:pt x="54652" y="491470"/>
                  </a:lnTo>
                  <a:lnTo>
                    <a:pt x="55004" y="491560"/>
                  </a:lnTo>
                  <a:lnTo>
                    <a:pt x="55707" y="491740"/>
                  </a:lnTo>
                  <a:lnTo>
                    <a:pt x="56761" y="491919"/>
                  </a:lnTo>
                  <a:lnTo>
                    <a:pt x="57201" y="492009"/>
                  </a:lnTo>
                  <a:lnTo>
                    <a:pt x="57552" y="490302"/>
                  </a:lnTo>
                  <a:lnTo>
                    <a:pt x="58079" y="487607"/>
                  </a:lnTo>
                  <a:lnTo>
                    <a:pt x="62209" y="488326"/>
                  </a:lnTo>
                  <a:lnTo>
                    <a:pt x="64581" y="488146"/>
                  </a:lnTo>
                  <a:lnTo>
                    <a:pt x="68008" y="487786"/>
                  </a:lnTo>
                  <a:lnTo>
                    <a:pt x="68887" y="487697"/>
                  </a:lnTo>
                  <a:lnTo>
                    <a:pt x="69414" y="487697"/>
                  </a:lnTo>
                  <a:lnTo>
                    <a:pt x="70117" y="487607"/>
                  </a:lnTo>
                  <a:lnTo>
                    <a:pt x="70468" y="487607"/>
                  </a:lnTo>
                  <a:lnTo>
                    <a:pt x="71259" y="487517"/>
                  </a:lnTo>
                  <a:lnTo>
                    <a:pt x="76443" y="487068"/>
                  </a:lnTo>
                  <a:lnTo>
                    <a:pt x="78201" y="486798"/>
                  </a:lnTo>
                  <a:lnTo>
                    <a:pt x="78376" y="486798"/>
                  </a:lnTo>
                  <a:lnTo>
                    <a:pt x="77849" y="481497"/>
                  </a:lnTo>
                  <a:lnTo>
                    <a:pt x="77586" y="478981"/>
                  </a:lnTo>
                  <a:lnTo>
                    <a:pt x="77410" y="476555"/>
                  </a:lnTo>
                  <a:lnTo>
                    <a:pt x="76883" y="471254"/>
                  </a:lnTo>
                  <a:lnTo>
                    <a:pt x="76883" y="471075"/>
                  </a:lnTo>
                  <a:lnTo>
                    <a:pt x="76883" y="470356"/>
                  </a:lnTo>
                  <a:lnTo>
                    <a:pt x="76883" y="470176"/>
                  </a:lnTo>
                  <a:lnTo>
                    <a:pt x="77410" y="466403"/>
                  </a:lnTo>
                  <a:lnTo>
                    <a:pt x="77673" y="466492"/>
                  </a:lnTo>
                  <a:lnTo>
                    <a:pt x="77937" y="466492"/>
                  </a:lnTo>
                  <a:lnTo>
                    <a:pt x="78640" y="466582"/>
                  </a:lnTo>
                  <a:lnTo>
                    <a:pt x="80661" y="466852"/>
                  </a:lnTo>
                  <a:lnTo>
                    <a:pt x="81188" y="466942"/>
                  </a:lnTo>
                  <a:lnTo>
                    <a:pt x="82594" y="467121"/>
                  </a:lnTo>
                  <a:lnTo>
                    <a:pt x="83648" y="467301"/>
                  </a:lnTo>
                  <a:lnTo>
                    <a:pt x="91293" y="468559"/>
                  </a:lnTo>
                  <a:lnTo>
                    <a:pt x="93226" y="468828"/>
                  </a:lnTo>
                  <a:lnTo>
                    <a:pt x="93929" y="468918"/>
                  </a:lnTo>
                  <a:lnTo>
                    <a:pt x="94280" y="469008"/>
                  </a:lnTo>
                  <a:lnTo>
                    <a:pt x="95159" y="469098"/>
                  </a:lnTo>
                  <a:lnTo>
                    <a:pt x="96565" y="469368"/>
                  </a:lnTo>
                  <a:lnTo>
                    <a:pt x="98410" y="469637"/>
                  </a:lnTo>
                  <a:lnTo>
                    <a:pt x="101749" y="470176"/>
                  </a:lnTo>
                  <a:lnTo>
                    <a:pt x="103330" y="470356"/>
                  </a:lnTo>
                  <a:lnTo>
                    <a:pt x="103682" y="470446"/>
                  </a:lnTo>
                  <a:lnTo>
                    <a:pt x="106142" y="470805"/>
                  </a:lnTo>
                  <a:lnTo>
                    <a:pt x="107987" y="471165"/>
                  </a:lnTo>
                  <a:lnTo>
                    <a:pt x="110975" y="471614"/>
                  </a:lnTo>
                  <a:lnTo>
                    <a:pt x="111590" y="471704"/>
                  </a:lnTo>
                  <a:lnTo>
                    <a:pt x="111766" y="471704"/>
                  </a:lnTo>
                  <a:lnTo>
                    <a:pt x="112029" y="471793"/>
                  </a:lnTo>
                  <a:lnTo>
                    <a:pt x="112381" y="471793"/>
                  </a:lnTo>
                  <a:lnTo>
                    <a:pt x="114841" y="472243"/>
                  </a:lnTo>
                  <a:lnTo>
                    <a:pt x="115017" y="472243"/>
                  </a:lnTo>
                  <a:lnTo>
                    <a:pt x="115983" y="472422"/>
                  </a:lnTo>
                  <a:lnTo>
                    <a:pt x="116247" y="472422"/>
                  </a:lnTo>
                  <a:lnTo>
                    <a:pt x="117741" y="472692"/>
                  </a:lnTo>
                  <a:lnTo>
                    <a:pt x="118619" y="472782"/>
                  </a:lnTo>
                  <a:lnTo>
                    <a:pt x="120113" y="473051"/>
                  </a:lnTo>
                  <a:lnTo>
                    <a:pt x="121079" y="473231"/>
                  </a:lnTo>
                  <a:lnTo>
                    <a:pt x="124067" y="473770"/>
                  </a:lnTo>
                  <a:lnTo>
                    <a:pt x="126527" y="474130"/>
                  </a:lnTo>
                  <a:lnTo>
                    <a:pt x="127054" y="474219"/>
                  </a:lnTo>
                  <a:lnTo>
                    <a:pt x="128197" y="474399"/>
                  </a:lnTo>
                  <a:lnTo>
                    <a:pt x="128636" y="474489"/>
                  </a:lnTo>
                  <a:lnTo>
                    <a:pt x="129515" y="474669"/>
                  </a:lnTo>
                  <a:lnTo>
                    <a:pt x="130481" y="474848"/>
                  </a:lnTo>
                  <a:lnTo>
                    <a:pt x="131360" y="474938"/>
                  </a:lnTo>
                  <a:lnTo>
                    <a:pt x="132941" y="475298"/>
                  </a:lnTo>
                  <a:lnTo>
                    <a:pt x="133732" y="475387"/>
                  </a:lnTo>
                  <a:lnTo>
                    <a:pt x="134523" y="475567"/>
                  </a:lnTo>
                  <a:lnTo>
                    <a:pt x="138126" y="476016"/>
                  </a:lnTo>
                  <a:lnTo>
                    <a:pt x="139707" y="476286"/>
                  </a:lnTo>
                  <a:lnTo>
                    <a:pt x="141992" y="476645"/>
                  </a:lnTo>
                  <a:lnTo>
                    <a:pt x="143222" y="476825"/>
                  </a:lnTo>
                  <a:lnTo>
                    <a:pt x="143573" y="476825"/>
                  </a:lnTo>
                  <a:lnTo>
                    <a:pt x="146209" y="477274"/>
                  </a:lnTo>
                  <a:lnTo>
                    <a:pt x="146561" y="477274"/>
                  </a:lnTo>
                  <a:lnTo>
                    <a:pt x="147176" y="477364"/>
                  </a:lnTo>
                  <a:lnTo>
                    <a:pt x="147527" y="477364"/>
                  </a:lnTo>
                  <a:lnTo>
                    <a:pt x="147527" y="476825"/>
                  </a:lnTo>
                  <a:lnTo>
                    <a:pt x="147615" y="476376"/>
                  </a:lnTo>
                  <a:lnTo>
                    <a:pt x="147703" y="475837"/>
                  </a:lnTo>
                  <a:lnTo>
                    <a:pt x="147879" y="475387"/>
                  </a:lnTo>
                  <a:lnTo>
                    <a:pt x="148142" y="474848"/>
                  </a:lnTo>
                  <a:lnTo>
                    <a:pt x="148406" y="474489"/>
                  </a:lnTo>
                  <a:lnTo>
                    <a:pt x="148757" y="474040"/>
                  </a:lnTo>
                  <a:lnTo>
                    <a:pt x="149109" y="473680"/>
                  </a:lnTo>
                  <a:lnTo>
                    <a:pt x="148757" y="473141"/>
                  </a:lnTo>
                  <a:lnTo>
                    <a:pt x="147703" y="471524"/>
                  </a:lnTo>
                  <a:lnTo>
                    <a:pt x="146736" y="469907"/>
                  </a:lnTo>
                  <a:lnTo>
                    <a:pt x="146121" y="469008"/>
                  </a:lnTo>
                  <a:lnTo>
                    <a:pt x="143573" y="465414"/>
                  </a:lnTo>
                  <a:lnTo>
                    <a:pt x="141289" y="462180"/>
                  </a:lnTo>
                  <a:lnTo>
                    <a:pt x="136632" y="455531"/>
                  </a:lnTo>
                  <a:lnTo>
                    <a:pt x="137247" y="455082"/>
                  </a:lnTo>
                  <a:lnTo>
                    <a:pt x="137510" y="454812"/>
                  </a:lnTo>
                  <a:lnTo>
                    <a:pt x="138038" y="454453"/>
                  </a:lnTo>
                  <a:lnTo>
                    <a:pt x="139180" y="453464"/>
                  </a:lnTo>
                  <a:lnTo>
                    <a:pt x="139795" y="452206"/>
                  </a:lnTo>
                  <a:lnTo>
                    <a:pt x="140234" y="450949"/>
                  </a:lnTo>
                  <a:lnTo>
                    <a:pt x="140674" y="449511"/>
                  </a:lnTo>
                  <a:lnTo>
                    <a:pt x="140937" y="448343"/>
                  </a:lnTo>
                  <a:lnTo>
                    <a:pt x="141113" y="447445"/>
                  </a:lnTo>
                  <a:lnTo>
                    <a:pt x="141640" y="446456"/>
                  </a:lnTo>
                  <a:lnTo>
                    <a:pt x="141992" y="445917"/>
                  </a:lnTo>
                  <a:lnTo>
                    <a:pt x="142431" y="445378"/>
                  </a:lnTo>
                  <a:lnTo>
                    <a:pt x="143046" y="444749"/>
                  </a:lnTo>
                  <a:lnTo>
                    <a:pt x="143573" y="444210"/>
                  </a:lnTo>
                  <a:lnTo>
                    <a:pt x="144540" y="443401"/>
                  </a:lnTo>
                  <a:lnTo>
                    <a:pt x="145331" y="442772"/>
                  </a:lnTo>
                  <a:lnTo>
                    <a:pt x="146121" y="442143"/>
                  </a:lnTo>
                  <a:lnTo>
                    <a:pt x="147176" y="441245"/>
                  </a:lnTo>
                  <a:lnTo>
                    <a:pt x="147527" y="440975"/>
                  </a:lnTo>
                  <a:lnTo>
                    <a:pt x="149548" y="439358"/>
                  </a:lnTo>
                  <a:lnTo>
                    <a:pt x="150075" y="438999"/>
                  </a:lnTo>
                  <a:lnTo>
                    <a:pt x="151921" y="437651"/>
                  </a:lnTo>
                  <a:lnTo>
                    <a:pt x="153063" y="436663"/>
                  </a:lnTo>
                  <a:lnTo>
                    <a:pt x="153854" y="435764"/>
                  </a:lnTo>
                  <a:lnTo>
                    <a:pt x="154117" y="435405"/>
                  </a:lnTo>
                  <a:lnTo>
                    <a:pt x="155084" y="433967"/>
                  </a:lnTo>
                  <a:lnTo>
                    <a:pt x="155523" y="433338"/>
                  </a:lnTo>
                  <a:lnTo>
                    <a:pt x="155962" y="432620"/>
                  </a:lnTo>
                  <a:lnTo>
                    <a:pt x="157368" y="430283"/>
                  </a:lnTo>
                  <a:lnTo>
                    <a:pt x="157544" y="429924"/>
                  </a:lnTo>
                  <a:lnTo>
                    <a:pt x="158423" y="429026"/>
                  </a:lnTo>
                  <a:lnTo>
                    <a:pt x="159213" y="428217"/>
                  </a:lnTo>
                  <a:lnTo>
                    <a:pt x="160619" y="426061"/>
                  </a:lnTo>
                  <a:lnTo>
                    <a:pt x="161410" y="424982"/>
                  </a:lnTo>
                  <a:lnTo>
                    <a:pt x="161498" y="424803"/>
                  </a:lnTo>
                  <a:lnTo>
                    <a:pt x="162377" y="423545"/>
                  </a:lnTo>
                  <a:lnTo>
                    <a:pt x="163519" y="421748"/>
                  </a:lnTo>
                  <a:lnTo>
                    <a:pt x="165013" y="419502"/>
                  </a:lnTo>
                  <a:lnTo>
                    <a:pt x="165452" y="418783"/>
                  </a:lnTo>
                  <a:lnTo>
                    <a:pt x="166858" y="416716"/>
                  </a:lnTo>
                  <a:lnTo>
                    <a:pt x="167121" y="416267"/>
                  </a:lnTo>
                  <a:lnTo>
                    <a:pt x="168615" y="413841"/>
                  </a:lnTo>
                  <a:lnTo>
                    <a:pt x="169406" y="412673"/>
                  </a:lnTo>
                  <a:lnTo>
                    <a:pt x="169494" y="412404"/>
                  </a:lnTo>
                  <a:lnTo>
                    <a:pt x="170197" y="411505"/>
                  </a:lnTo>
                  <a:lnTo>
                    <a:pt x="170900" y="411056"/>
                  </a:lnTo>
                  <a:lnTo>
                    <a:pt x="171778" y="410427"/>
                  </a:lnTo>
                  <a:lnTo>
                    <a:pt x="172042" y="410427"/>
                  </a:lnTo>
                  <a:lnTo>
                    <a:pt x="176347" y="410517"/>
                  </a:lnTo>
                  <a:lnTo>
                    <a:pt x="176435" y="409978"/>
                  </a:lnTo>
                  <a:lnTo>
                    <a:pt x="176875" y="405395"/>
                  </a:lnTo>
                  <a:lnTo>
                    <a:pt x="176875" y="404946"/>
                  </a:lnTo>
                  <a:lnTo>
                    <a:pt x="176875" y="404677"/>
                  </a:lnTo>
                  <a:lnTo>
                    <a:pt x="176875" y="403778"/>
                  </a:lnTo>
                  <a:lnTo>
                    <a:pt x="176875" y="402610"/>
                  </a:lnTo>
                  <a:lnTo>
                    <a:pt x="176875" y="400903"/>
                  </a:lnTo>
                  <a:lnTo>
                    <a:pt x="176875" y="400454"/>
                  </a:lnTo>
                  <a:lnTo>
                    <a:pt x="176787" y="397938"/>
                  </a:lnTo>
                  <a:lnTo>
                    <a:pt x="176787" y="397399"/>
                  </a:lnTo>
                  <a:lnTo>
                    <a:pt x="177490" y="397309"/>
                  </a:lnTo>
                  <a:lnTo>
                    <a:pt x="178456" y="397219"/>
                  </a:lnTo>
                  <a:lnTo>
                    <a:pt x="179159" y="397129"/>
                  </a:lnTo>
                  <a:lnTo>
                    <a:pt x="179599" y="397129"/>
                  </a:lnTo>
                  <a:lnTo>
                    <a:pt x="182850" y="396770"/>
                  </a:lnTo>
                  <a:lnTo>
                    <a:pt x="183728" y="394075"/>
                  </a:lnTo>
                  <a:lnTo>
                    <a:pt x="184080" y="392727"/>
                  </a:lnTo>
                  <a:lnTo>
                    <a:pt x="184255" y="392367"/>
                  </a:lnTo>
                  <a:lnTo>
                    <a:pt x="186891" y="384910"/>
                  </a:lnTo>
                  <a:lnTo>
                    <a:pt x="187594" y="382844"/>
                  </a:lnTo>
                  <a:lnTo>
                    <a:pt x="187946" y="382035"/>
                  </a:lnTo>
                  <a:lnTo>
                    <a:pt x="188034" y="381765"/>
                  </a:lnTo>
                  <a:lnTo>
                    <a:pt x="189440" y="378351"/>
                  </a:lnTo>
                  <a:lnTo>
                    <a:pt x="191197" y="374128"/>
                  </a:lnTo>
                  <a:lnTo>
                    <a:pt x="191460" y="373499"/>
                  </a:lnTo>
                  <a:lnTo>
                    <a:pt x="194536" y="366940"/>
                  </a:lnTo>
                  <a:lnTo>
                    <a:pt x="195942" y="364155"/>
                  </a:lnTo>
                  <a:lnTo>
                    <a:pt x="196908" y="362448"/>
                  </a:lnTo>
                  <a:lnTo>
                    <a:pt x="197875" y="361010"/>
                  </a:lnTo>
                  <a:lnTo>
                    <a:pt x="198578" y="359932"/>
                  </a:lnTo>
                  <a:lnTo>
                    <a:pt x="198753" y="359752"/>
                  </a:lnTo>
                  <a:lnTo>
                    <a:pt x="198841" y="359483"/>
                  </a:lnTo>
                  <a:lnTo>
                    <a:pt x="200774" y="355799"/>
                  </a:lnTo>
                  <a:lnTo>
                    <a:pt x="201477" y="356159"/>
                  </a:lnTo>
                  <a:lnTo>
                    <a:pt x="201829" y="355440"/>
                  </a:lnTo>
                  <a:lnTo>
                    <a:pt x="202268" y="354541"/>
                  </a:lnTo>
                  <a:lnTo>
                    <a:pt x="203498" y="352026"/>
                  </a:lnTo>
                  <a:lnTo>
                    <a:pt x="204553" y="349959"/>
                  </a:lnTo>
                  <a:lnTo>
                    <a:pt x="204992" y="348971"/>
                  </a:lnTo>
                  <a:lnTo>
                    <a:pt x="205871" y="347264"/>
                  </a:lnTo>
                  <a:lnTo>
                    <a:pt x="207716" y="343400"/>
                  </a:lnTo>
                  <a:lnTo>
                    <a:pt x="208858" y="341154"/>
                  </a:lnTo>
                  <a:lnTo>
                    <a:pt x="209122" y="340705"/>
                  </a:lnTo>
                  <a:lnTo>
                    <a:pt x="209825" y="339267"/>
                  </a:lnTo>
                  <a:lnTo>
                    <a:pt x="212109" y="334775"/>
                  </a:lnTo>
                  <a:lnTo>
                    <a:pt x="212197" y="334415"/>
                  </a:lnTo>
                  <a:lnTo>
                    <a:pt x="212373" y="334056"/>
                  </a:lnTo>
                  <a:lnTo>
                    <a:pt x="213691" y="331630"/>
                  </a:lnTo>
                  <a:lnTo>
                    <a:pt x="214042" y="330911"/>
                  </a:lnTo>
                  <a:lnTo>
                    <a:pt x="214569" y="329833"/>
                  </a:lnTo>
                  <a:lnTo>
                    <a:pt x="215536" y="328126"/>
                  </a:lnTo>
                  <a:lnTo>
                    <a:pt x="215799" y="327766"/>
                  </a:lnTo>
                  <a:lnTo>
                    <a:pt x="216678" y="326598"/>
                  </a:lnTo>
                  <a:lnTo>
                    <a:pt x="216766" y="326419"/>
                  </a:lnTo>
                  <a:lnTo>
                    <a:pt x="217293" y="325969"/>
                  </a:lnTo>
                  <a:lnTo>
                    <a:pt x="217820" y="325430"/>
                  </a:lnTo>
                  <a:lnTo>
                    <a:pt x="218260" y="325071"/>
                  </a:lnTo>
                  <a:lnTo>
                    <a:pt x="219051" y="324712"/>
                  </a:lnTo>
                  <a:lnTo>
                    <a:pt x="219578" y="324532"/>
                  </a:lnTo>
                  <a:lnTo>
                    <a:pt x="217908" y="321567"/>
                  </a:lnTo>
                  <a:lnTo>
                    <a:pt x="217117" y="320668"/>
                  </a:lnTo>
                  <a:lnTo>
                    <a:pt x="217293" y="320489"/>
                  </a:lnTo>
                  <a:lnTo>
                    <a:pt x="217645" y="319770"/>
                  </a:lnTo>
                  <a:lnTo>
                    <a:pt x="217820" y="319411"/>
                  </a:lnTo>
                  <a:lnTo>
                    <a:pt x="219226" y="319231"/>
                  </a:lnTo>
                  <a:lnTo>
                    <a:pt x="224586" y="318871"/>
                  </a:lnTo>
                  <a:lnTo>
                    <a:pt x="249364" y="317164"/>
                  </a:lnTo>
                  <a:lnTo>
                    <a:pt x="253758" y="316805"/>
                  </a:lnTo>
                  <a:lnTo>
                    <a:pt x="256394" y="316625"/>
                  </a:lnTo>
                  <a:lnTo>
                    <a:pt x="263775" y="316086"/>
                  </a:lnTo>
                  <a:lnTo>
                    <a:pt x="271331" y="315547"/>
                  </a:lnTo>
                  <a:lnTo>
                    <a:pt x="276955" y="315098"/>
                  </a:lnTo>
                  <a:lnTo>
                    <a:pt x="278273" y="315008"/>
                  </a:lnTo>
                  <a:lnTo>
                    <a:pt x="278448" y="315008"/>
                  </a:lnTo>
                  <a:lnTo>
                    <a:pt x="289080" y="314289"/>
                  </a:lnTo>
                  <a:lnTo>
                    <a:pt x="297427" y="313660"/>
                  </a:lnTo>
                  <a:lnTo>
                    <a:pt x="299712" y="313570"/>
                  </a:lnTo>
                  <a:lnTo>
                    <a:pt x="302436" y="313301"/>
                  </a:lnTo>
                  <a:lnTo>
                    <a:pt x="311222" y="312672"/>
                  </a:lnTo>
                  <a:lnTo>
                    <a:pt x="319921" y="312043"/>
                  </a:lnTo>
                  <a:lnTo>
                    <a:pt x="324578" y="311684"/>
                  </a:lnTo>
                  <a:lnTo>
                    <a:pt x="328093" y="311414"/>
                  </a:lnTo>
                  <a:lnTo>
                    <a:pt x="345227" y="310246"/>
                  </a:lnTo>
                  <a:lnTo>
                    <a:pt x="348654" y="310066"/>
                  </a:lnTo>
                  <a:lnTo>
                    <a:pt x="351817" y="309797"/>
                  </a:lnTo>
                  <a:lnTo>
                    <a:pt x="352256" y="309797"/>
                  </a:lnTo>
                  <a:lnTo>
                    <a:pt x="352608" y="309707"/>
                  </a:lnTo>
                  <a:lnTo>
                    <a:pt x="352256" y="307191"/>
                  </a:lnTo>
                  <a:lnTo>
                    <a:pt x="351729" y="303418"/>
                  </a:lnTo>
                  <a:lnTo>
                    <a:pt x="350762" y="296320"/>
                  </a:lnTo>
                  <a:lnTo>
                    <a:pt x="350499" y="294343"/>
                  </a:lnTo>
                  <a:lnTo>
                    <a:pt x="350059" y="291378"/>
                  </a:lnTo>
                  <a:lnTo>
                    <a:pt x="348917" y="283202"/>
                  </a:lnTo>
                  <a:lnTo>
                    <a:pt x="347599" y="273678"/>
                  </a:lnTo>
                  <a:lnTo>
                    <a:pt x="347160" y="271072"/>
                  </a:lnTo>
                  <a:lnTo>
                    <a:pt x="345842" y="260919"/>
                  </a:lnTo>
                  <a:lnTo>
                    <a:pt x="345930" y="260200"/>
                  </a:lnTo>
                  <a:lnTo>
                    <a:pt x="344700" y="251216"/>
                  </a:lnTo>
                  <a:lnTo>
                    <a:pt x="344612" y="250766"/>
                  </a:lnTo>
                  <a:lnTo>
                    <a:pt x="344524" y="250048"/>
                  </a:lnTo>
                  <a:lnTo>
                    <a:pt x="344172" y="248251"/>
                  </a:lnTo>
                  <a:lnTo>
                    <a:pt x="344172" y="247891"/>
                  </a:lnTo>
                  <a:lnTo>
                    <a:pt x="343557" y="243399"/>
                  </a:lnTo>
                  <a:lnTo>
                    <a:pt x="343030" y="239445"/>
                  </a:lnTo>
                  <a:lnTo>
                    <a:pt x="341536" y="228484"/>
                  </a:lnTo>
                  <a:lnTo>
                    <a:pt x="338988" y="209256"/>
                  </a:lnTo>
                  <a:lnTo>
                    <a:pt x="338900" y="208358"/>
                  </a:lnTo>
                  <a:lnTo>
                    <a:pt x="338812" y="207909"/>
                  </a:lnTo>
                  <a:lnTo>
                    <a:pt x="338725" y="207639"/>
                  </a:lnTo>
                  <a:lnTo>
                    <a:pt x="338285" y="203955"/>
                  </a:lnTo>
                  <a:lnTo>
                    <a:pt x="338110" y="203057"/>
                  </a:lnTo>
                  <a:lnTo>
                    <a:pt x="337758" y="201529"/>
                  </a:lnTo>
                  <a:lnTo>
                    <a:pt x="337231" y="198205"/>
                  </a:lnTo>
                  <a:lnTo>
                    <a:pt x="336440" y="191916"/>
                  </a:lnTo>
                  <a:lnTo>
                    <a:pt x="336001" y="188232"/>
                  </a:lnTo>
                  <a:lnTo>
                    <a:pt x="335649" y="185986"/>
                  </a:lnTo>
                  <a:lnTo>
                    <a:pt x="335210" y="182212"/>
                  </a:lnTo>
                  <a:lnTo>
                    <a:pt x="334771" y="179337"/>
                  </a:lnTo>
                  <a:lnTo>
                    <a:pt x="333277" y="168465"/>
                  </a:lnTo>
                  <a:lnTo>
                    <a:pt x="333013" y="166399"/>
                  </a:lnTo>
                  <a:lnTo>
                    <a:pt x="331344" y="154359"/>
                  </a:lnTo>
                  <a:lnTo>
                    <a:pt x="331080" y="152113"/>
                  </a:lnTo>
                  <a:lnTo>
                    <a:pt x="330817" y="150585"/>
                  </a:lnTo>
                  <a:lnTo>
                    <a:pt x="328620" y="134143"/>
                  </a:lnTo>
                  <a:lnTo>
                    <a:pt x="327917" y="129022"/>
                  </a:lnTo>
                  <a:lnTo>
                    <a:pt x="327038" y="122283"/>
                  </a:lnTo>
                  <a:lnTo>
                    <a:pt x="326863" y="120576"/>
                  </a:lnTo>
                  <a:lnTo>
                    <a:pt x="326775" y="120037"/>
                  </a:lnTo>
                  <a:lnTo>
                    <a:pt x="326599" y="119049"/>
                  </a:lnTo>
                  <a:lnTo>
                    <a:pt x="326511" y="118869"/>
                  </a:lnTo>
                  <a:lnTo>
                    <a:pt x="325896" y="115904"/>
                  </a:lnTo>
                  <a:lnTo>
                    <a:pt x="325720" y="115365"/>
                  </a:lnTo>
                  <a:lnTo>
                    <a:pt x="325193" y="113478"/>
                  </a:lnTo>
                  <a:lnTo>
                    <a:pt x="324930" y="112669"/>
                  </a:lnTo>
                  <a:lnTo>
                    <a:pt x="324315" y="110872"/>
                  </a:lnTo>
                  <a:lnTo>
                    <a:pt x="323084" y="106739"/>
                  </a:lnTo>
                  <a:lnTo>
                    <a:pt x="322118" y="104224"/>
                  </a:lnTo>
                  <a:lnTo>
                    <a:pt x="321591" y="102876"/>
                  </a:lnTo>
                  <a:lnTo>
                    <a:pt x="320800" y="100809"/>
                  </a:lnTo>
                  <a:lnTo>
                    <a:pt x="320624" y="100270"/>
                  </a:lnTo>
                  <a:lnTo>
                    <a:pt x="320273" y="99462"/>
                  </a:lnTo>
                  <a:lnTo>
                    <a:pt x="319130" y="96227"/>
                  </a:lnTo>
                  <a:lnTo>
                    <a:pt x="318515" y="94700"/>
                  </a:lnTo>
                  <a:lnTo>
                    <a:pt x="318076" y="93532"/>
                  </a:lnTo>
                  <a:lnTo>
                    <a:pt x="317725" y="92274"/>
                  </a:lnTo>
                  <a:lnTo>
                    <a:pt x="317725" y="91914"/>
                  </a:lnTo>
                  <a:lnTo>
                    <a:pt x="317461" y="90387"/>
                  </a:lnTo>
                  <a:lnTo>
                    <a:pt x="317373" y="89489"/>
                  </a:lnTo>
                  <a:lnTo>
                    <a:pt x="317461" y="88051"/>
                  </a:lnTo>
                  <a:lnTo>
                    <a:pt x="317637" y="86254"/>
                  </a:lnTo>
                  <a:lnTo>
                    <a:pt x="317725" y="85984"/>
                  </a:lnTo>
                  <a:lnTo>
                    <a:pt x="318164" y="84367"/>
                  </a:lnTo>
                  <a:lnTo>
                    <a:pt x="318340" y="83918"/>
                  </a:lnTo>
                  <a:lnTo>
                    <a:pt x="318427" y="83738"/>
                  </a:lnTo>
                  <a:lnTo>
                    <a:pt x="318603" y="83289"/>
                  </a:lnTo>
                  <a:lnTo>
                    <a:pt x="318779" y="82840"/>
                  </a:lnTo>
                  <a:lnTo>
                    <a:pt x="319130" y="82211"/>
                  </a:lnTo>
                  <a:lnTo>
                    <a:pt x="319394" y="81672"/>
                  </a:lnTo>
                  <a:lnTo>
                    <a:pt x="320273" y="80324"/>
                  </a:lnTo>
                  <a:lnTo>
                    <a:pt x="321503" y="78886"/>
                  </a:lnTo>
                  <a:lnTo>
                    <a:pt x="324490" y="75652"/>
                  </a:lnTo>
                  <a:lnTo>
                    <a:pt x="326072" y="74035"/>
                  </a:lnTo>
                  <a:lnTo>
                    <a:pt x="326951" y="73316"/>
                  </a:lnTo>
                  <a:lnTo>
                    <a:pt x="327302" y="72956"/>
                  </a:lnTo>
                  <a:lnTo>
                    <a:pt x="329587" y="70710"/>
                  </a:lnTo>
                  <a:lnTo>
                    <a:pt x="330377" y="69902"/>
                  </a:lnTo>
                  <a:lnTo>
                    <a:pt x="332398" y="67925"/>
                  </a:lnTo>
                  <a:lnTo>
                    <a:pt x="333101" y="67206"/>
                  </a:lnTo>
                  <a:lnTo>
                    <a:pt x="336440" y="63882"/>
                  </a:lnTo>
                  <a:lnTo>
                    <a:pt x="339955" y="60557"/>
                  </a:lnTo>
                  <a:lnTo>
                    <a:pt x="341361" y="59210"/>
                  </a:lnTo>
                  <a:lnTo>
                    <a:pt x="341800" y="58760"/>
                  </a:lnTo>
                  <a:lnTo>
                    <a:pt x="342064" y="58581"/>
                  </a:lnTo>
                  <a:lnTo>
                    <a:pt x="344612" y="55975"/>
                  </a:lnTo>
                  <a:lnTo>
                    <a:pt x="346369" y="54358"/>
                  </a:lnTo>
                  <a:lnTo>
                    <a:pt x="346808" y="53998"/>
                  </a:lnTo>
                  <a:lnTo>
                    <a:pt x="350762" y="50225"/>
                  </a:lnTo>
                  <a:lnTo>
                    <a:pt x="354365" y="46721"/>
                  </a:lnTo>
                  <a:lnTo>
                    <a:pt x="355683" y="45463"/>
                  </a:lnTo>
                  <a:lnTo>
                    <a:pt x="357352" y="43576"/>
                  </a:lnTo>
                  <a:lnTo>
                    <a:pt x="359637" y="41060"/>
                  </a:lnTo>
                  <a:lnTo>
                    <a:pt x="362273" y="37826"/>
                  </a:lnTo>
                  <a:lnTo>
                    <a:pt x="364821" y="34322"/>
                  </a:lnTo>
                  <a:lnTo>
                    <a:pt x="366842" y="30997"/>
                  </a:lnTo>
                  <a:lnTo>
                    <a:pt x="368511" y="28212"/>
                  </a:lnTo>
                  <a:lnTo>
                    <a:pt x="370532" y="24888"/>
                  </a:lnTo>
                  <a:lnTo>
                    <a:pt x="371587" y="23001"/>
                  </a:lnTo>
                  <a:lnTo>
                    <a:pt x="379670" y="26415"/>
                  </a:lnTo>
                  <a:lnTo>
                    <a:pt x="381867" y="27134"/>
                  </a:lnTo>
                  <a:lnTo>
                    <a:pt x="382746" y="27493"/>
                  </a:lnTo>
                  <a:lnTo>
                    <a:pt x="382131" y="24977"/>
                  </a:lnTo>
                  <a:lnTo>
                    <a:pt x="382219" y="22641"/>
                  </a:lnTo>
                  <a:lnTo>
                    <a:pt x="382570" y="20844"/>
                  </a:lnTo>
                  <a:lnTo>
                    <a:pt x="383449" y="18149"/>
                  </a:lnTo>
                  <a:lnTo>
                    <a:pt x="384503" y="16621"/>
                  </a:lnTo>
                  <a:lnTo>
                    <a:pt x="385382" y="15903"/>
                  </a:lnTo>
                  <a:lnTo>
                    <a:pt x="386612" y="14735"/>
                  </a:lnTo>
                  <a:lnTo>
                    <a:pt x="389424" y="23270"/>
                  </a:lnTo>
                  <a:lnTo>
                    <a:pt x="389775" y="24798"/>
                  </a:lnTo>
                  <a:lnTo>
                    <a:pt x="391093" y="29560"/>
                  </a:lnTo>
                  <a:lnTo>
                    <a:pt x="391181" y="29739"/>
                  </a:lnTo>
                  <a:lnTo>
                    <a:pt x="391444" y="31267"/>
                  </a:lnTo>
                  <a:lnTo>
                    <a:pt x="391444" y="31626"/>
                  </a:lnTo>
                  <a:lnTo>
                    <a:pt x="391796" y="34411"/>
                  </a:lnTo>
                  <a:lnTo>
                    <a:pt x="391796" y="34591"/>
                  </a:lnTo>
                  <a:lnTo>
                    <a:pt x="391444" y="38724"/>
                  </a:lnTo>
                  <a:lnTo>
                    <a:pt x="391181" y="46451"/>
                  </a:lnTo>
                  <a:lnTo>
                    <a:pt x="391005" y="49865"/>
                  </a:lnTo>
                  <a:lnTo>
                    <a:pt x="390917" y="52471"/>
                  </a:lnTo>
                  <a:lnTo>
                    <a:pt x="391093" y="54358"/>
                  </a:lnTo>
                  <a:lnTo>
                    <a:pt x="391269" y="55795"/>
                  </a:lnTo>
                  <a:lnTo>
                    <a:pt x="391357" y="55975"/>
                  </a:lnTo>
                  <a:lnTo>
                    <a:pt x="391444" y="56245"/>
                  </a:lnTo>
                  <a:lnTo>
                    <a:pt x="391796" y="56514"/>
                  </a:lnTo>
                  <a:lnTo>
                    <a:pt x="392147" y="57502"/>
                  </a:lnTo>
                  <a:lnTo>
                    <a:pt x="392938" y="59210"/>
                  </a:lnTo>
                  <a:lnTo>
                    <a:pt x="393290" y="60198"/>
                  </a:lnTo>
                  <a:lnTo>
                    <a:pt x="394080" y="61456"/>
                  </a:lnTo>
                  <a:lnTo>
                    <a:pt x="394871" y="62804"/>
                  </a:lnTo>
                  <a:lnTo>
                    <a:pt x="395574" y="63882"/>
                  </a:lnTo>
                  <a:lnTo>
                    <a:pt x="396365" y="65050"/>
                  </a:lnTo>
                  <a:lnTo>
                    <a:pt x="397419" y="66667"/>
                  </a:lnTo>
                  <a:lnTo>
                    <a:pt x="398034" y="67745"/>
                  </a:lnTo>
                  <a:lnTo>
                    <a:pt x="398474" y="68554"/>
                  </a:lnTo>
                  <a:lnTo>
                    <a:pt x="398650" y="69722"/>
                  </a:lnTo>
                  <a:lnTo>
                    <a:pt x="399177" y="72687"/>
                  </a:lnTo>
                  <a:lnTo>
                    <a:pt x="399440" y="72687"/>
                  </a:lnTo>
                  <a:lnTo>
                    <a:pt x="400055" y="72597"/>
                  </a:lnTo>
                  <a:lnTo>
                    <a:pt x="400670" y="72507"/>
                  </a:lnTo>
                  <a:lnTo>
                    <a:pt x="401373" y="72417"/>
                  </a:lnTo>
                  <a:lnTo>
                    <a:pt x="401725" y="72327"/>
                  </a:lnTo>
                  <a:lnTo>
                    <a:pt x="401901" y="72327"/>
                  </a:lnTo>
                  <a:lnTo>
                    <a:pt x="404185" y="71968"/>
                  </a:lnTo>
                  <a:lnTo>
                    <a:pt x="405503" y="71699"/>
                  </a:lnTo>
                  <a:lnTo>
                    <a:pt x="407612" y="71429"/>
                  </a:lnTo>
                  <a:lnTo>
                    <a:pt x="407788" y="71339"/>
                  </a:lnTo>
                  <a:lnTo>
                    <a:pt x="413587" y="70620"/>
                  </a:lnTo>
                  <a:lnTo>
                    <a:pt x="413850" y="70530"/>
                  </a:lnTo>
                  <a:lnTo>
                    <a:pt x="414466" y="70441"/>
                  </a:lnTo>
                  <a:lnTo>
                    <a:pt x="414817" y="70351"/>
                  </a:lnTo>
                  <a:lnTo>
                    <a:pt x="415696" y="70261"/>
                  </a:lnTo>
                  <a:lnTo>
                    <a:pt x="419122" y="69902"/>
                  </a:lnTo>
                  <a:lnTo>
                    <a:pt x="419386" y="69902"/>
                  </a:lnTo>
                  <a:lnTo>
                    <a:pt x="420001" y="69812"/>
                  </a:lnTo>
                  <a:lnTo>
                    <a:pt x="420440" y="69812"/>
                  </a:lnTo>
                  <a:lnTo>
                    <a:pt x="420880" y="69812"/>
                  </a:lnTo>
                  <a:lnTo>
                    <a:pt x="421231" y="69812"/>
                  </a:lnTo>
                  <a:lnTo>
                    <a:pt x="421495" y="70171"/>
                  </a:lnTo>
                  <a:lnTo>
                    <a:pt x="421846" y="70530"/>
                  </a:lnTo>
                  <a:lnTo>
                    <a:pt x="422198" y="70890"/>
                  </a:lnTo>
                  <a:lnTo>
                    <a:pt x="422549" y="71159"/>
                  </a:lnTo>
                  <a:lnTo>
                    <a:pt x="422989" y="71429"/>
                  </a:lnTo>
                  <a:lnTo>
                    <a:pt x="423428" y="71609"/>
                  </a:lnTo>
                  <a:lnTo>
                    <a:pt x="423867" y="71699"/>
                  </a:lnTo>
                  <a:lnTo>
                    <a:pt x="424394" y="71788"/>
                  </a:lnTo>
                  <a:lnTo>
                    <a:pt x="424834" y="71788"/>
                  </a:lnTo>
                  <a:lnTo>
                    <a:pt x="425273" y="71788"/>
                  </a:lnTo>
                  <a:lnTo>
                    <a:pt x="425800" y="71699"/>
                  </a:lnTo>
                  <a:lnTo>
                    <a:pt x="426240" y="71519"/>
                  </a:lnTo>
                  <a:lnTo>
                    <a:pt x="426679" y="71339"/>
                  </a:lnTo>
                  <a:lnTo>
                    <a:pt x="427118" y="71070"/>
                  </a:lnTo>
                  <a:lnTo>
                    <a:pt x="427558" y="70710"/>
                  </a:lnTo>
                  <a:lnTo>
                    <a:pt x="427909" y="70351"/>
                  </a:lnTo>
                  <a:lnTo>
                    <a:pt x="428173" y="69991"/>
                  </a:lnTo>
                  <a:lnTo>
                    <a:pt x="428436" y="69632"/>
                  </a:lnTo>
                  <a:lnTo>
                    <a:pt x="428612" y="69273"/>
                  </a:lnTo>
                  <a:lnTo>
                    <a:pt x="428700" y="68913"/>
                  </a:lnTo>
                  <a:lnTo>
                    <a:pt x="428788" y="68464"/>
                  </a:lnTo>
                  <a:lnTo>
                    <a:pt x="429139" y="67655"/>
                  </a:lnTo>
                  <a:lnTo>
                    <a:pt x="429227" y="67476"/>
                  </a:lnTo>
                  <a:lnTo>
                    <a:pt x="429403" y="67026"/>
                  </a:lnTo>
                  <a:lnTo>
                    <a:pt x="430106" y="65140"/>
                  </a:lnTo>
                  <a:lnTo>
                    <a:pt x="430457" y="64061"/>
                  </a:lnTo>
                  <a:lnTo>
                    <a:pt x="431424" y="63432"/>
                  </a:lnTo>
                  <a:lnTo>
                    <a:pt x="437750" y="59210"/>
                  </a:lnTo>
                  <a:lnTo>
                    <a:pt x="442231" y="56065"/>
                  </a:lnTo>
                  <a:lnTo>
                    <a:pt x="443901" y="54897"/>
                  </a:lnTo>
                  <a:lnTo>
                    <a:pt x="444779" y="54358"/>
                  </a:lnTo>
                  <a:lnTo>
                    <a:pt x="444955" y="54178"/>
                  </a:lnTo>
                  <a:lnTo>
                    <a:pt x="445307" y="53819"/>
                  </a:lnTo>
                  <a:lnTo>
                    <a:pt x="446625" y="52830"/>
                  </a:lnTo>
                  <a:lnTo>
                    <a:pt x="447591" y="51932"/>
                  </a:lnTo>
                  <a:lnTo>
                    <a:pt x="448909" y="50584"/>
                  </a:lnTo>
                  <a:lnTo>
                    <a:pt x="449085" y="50494"/>
                  </a:lnTo>
                  <a:lnTo>
                    <a:pt x="449173" y="50315"/>
                  </a:lnTo>
                  <a:lnTo>
                    <a:pt x="451018" y="48428"/>
                  </a:lnTo>
                  <a:lnTo>
                    <a:pt x="452600" y="46092"/>
                  </a:lnTo>
                  <a:lnTo>
                    <a:pt x="453127" y="45463"/>
                  </a:lnTo>
                  <a:lnTo>
                    <a:pt x="453478" y="44834"/>
                  </a:lnTo>
                  <a:lnTo>
                    <a:pt x="455499" y="41599"/>
                  </a:lnTo>
                  <a:lnTo>
                    <a:pt x="457256" y="38724"/>
                  </a:lnTo>
                  <a:lnTo>
                    <a:pt x="459277" y="35400"/>
                  </a:lnTo>
                  <a:lnTo>
                    <a:pt x="459629" y="34861"/>
                  </a:lnTo>
                  <a:lnTo>
                    <a:pt x="459892" y="34411"/>
                  </a:lnTo>
                  <a:lnTo>
                    <a:pt x="460244" y="33872"/>
                  </a:lnTo>
                  <a:lnTo>
                    <a:pt x="460683" y="33154"/>
                  </a:lnTo>
                  <a:lnTo>
                    <a:pt x="461474" y="31986"/>
                  </a:lnTo>
                  <a:lnTo>
                    <a:pt x="462001" y="31177"/>
                  </a:lnTo>
                  <a:lnTo>
                    <a:pt x="463759" y="28661"/>
                  </a:lnTo>
                  <a:lnTo>
                    <a:pt x="464549" y="27583"/>
                  </a:lnTo>
                  <a:lnTo>
                    <a:pt x="466043" y="25696"/>
                  </a:lnTo>
                  <a:lnTo>
                    <a:pt x="467625" y="23899"/>
                  </a:lnTo>
                  <a:lnTo>
                    <a:pt x="469206" y="22102"/>
                  </a:lnTo>
                  <a:lnTo>
                    <a:pt x="470876" y="20395"/>
                  </a:lnTo>
                  <a:lnTo>
                    <a:pt x="472545" y="18688"/>
                  </a:lnTo>
                  <a:lnTo>
                    <a:pt x="474303" y="16981"/>
                  </a:lnTo>
                  <a:lnTo>
                    <a:pt x="476060" y="15364"/>
                  </a:lnTo>
                  <a:lnTo>
                    <a:pt x="477905" y="13836"/>
                  </a:lnTo>
                  <a:lnTo>
                    <a:pt x="479750" y="12309"/>
                  </a:lnTo>
                  <a:lnTo>
                    <a:pt x="481683" y="10871"/>
                  </a:lnTo>
                  <a:lnTo>
                    <a:pt x="482650" y="10152"/>
                  </a:lnTo>
                  <a:lnTo>
                    <a:pt x="483616" y="9434"/>
                  </a:lnTo>
                  <a:lnTo>
                    <a:pt x="485549" y="8086"/>
                  </a:lnTo>
                  <a:lnTo>
                    <a:pt x="487570" y="6828"/>
                  </a:lnTo>
                  <a:lnTo>
                    <a:pt x="488801" y="6199"/>
                  </a:lnTo>
                  <a:lnTo>
                    <a:pt x="492491" y="4582"/>
                  </a:lnTo>
                  <a:lnTo>
                    <a:pt x="493721" y="4043"/>
                  </a:lnTo>
                  <a:lnTo>
                    <a:pt x="494336" y="3773"/>
                  </a:lnTo>
                  <a:lnTo>
                    <a:pt x="496093" y="3144"/>
                  </a:lnTo>
                  <a:lnTo>
                    <a:pt x="497851" y="2605"/>
                  </a:lnTo>
                  <a:lnTo>
                    <a:pt x="499344" y="2156"/>
                  </a:lnTo>
                  <a:lnTo>
                    <a:pt x="504177" y="988"/>
                  </a:lnTo>
                  <a:lnTo>
                    <a:pt x="505056" y="898"/>
                  </a:lnTo>
                  <a:lnTo>
                    <a:pt x="506901" y="539"/>
                  </a:lnTo>
                  <a:lnTo>
                    <a:pt x="508746" y="359"/>
                  </a:lnTo>
                  <a:lnTo>
                    <a:pt x="510591" y="179"/>
                  </a:lnTo>
                  <a:lnTo>
                    <a:pt x="512437" y="89"/>
                  </a:lnTo>
                  <a:lnTo>
                    <a:pt x="514282" y="0"/>
                  </a:lnTo>
                  <a:lnTo>
                    <a:pt x="516391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67490" y="4026599"/>
              <a:ext cx="298745" cy="220218"/>
            </a:xfrm>
            <a:custGeom>
              <a:avLst/>
              <a:pathLst>
                <a:path w="298745" h="220218">
                  <a:moveTo>
                    <a:pt x="87339" y="1886"/>
                  </a:moveTo>
                  <a:lnTo>
                    <a:pt x="88217" y="1976"/>
                  </a:lnTo>
                  <a:lnTo>
                    <a:pt x="88920" y="2156"/>
                  </a:lnTo>
                  <a:lnTo>
                    <a:pt x="94720" y="3054"/>
                  </a:lnTo>
                  <a:lnTo>
                    <a:pt x="96038" y="3324"/>
                  </a:lnTo>
                  <a:lnTo>
                    <a:pt x="95950" y="3863"/>
                  </a:lnTo>
                  <a:lnTo>
                    <a:pt x="95862" y="4582"/>
                  </a:lnTo>
                  <a:lnTo>
                    <a:pt x="95598" y="6828"/>
                  </a:lnTo>
                  <a:lnTo>
                    <a:pt x="95598" y="7187"/>
                  </a:lnTo>
                  <a:lnTo>
                    <a:pt x="95335" y="8894"/>
                  </a:lnTo>
                  <a:lnTo>
                    <a:pt x="94983" y="11590"/>
                  </a:lnTo>
                  <a:lnTo>
                    <a:pt x="94983" y="11949"/>
                  </a:lnTo>
                  <a:lnTo>
                    <a:pt x="94983" y="12129"/>
                  </a:lnTo>
                  <a:lnTo>
                    <a:pt x="95159" y="12399"/>
                  </a:lnTo>
                  <a:lnTo>
                    <a:pt x="95335" y="12758"/>
                  </a:lnTo>
                  <a:lnTo>
                    <a:pt x="95686" y="12938"/>
                  </a:lnTo>
                  <a:lnTo>
                    <a:pt x="96828" y="13567"/>
                  </a:lnTo>
                  <a:lnTo>
                    <a:pt x="98498" y="14555"/>
                  </a:lnTo>
                  <a:lnTo>
                    <a:pt x="98849" y="14735"/>
                  </a:lnTo>
                  <a:lnTo>
                    <a:pt x="98586" y="15274"/>
                  </a:lnTo>
                  <a:lnTo>
                    <a:pt x="98498" y="15543"/>
                  </a:lnTo>
                  <a:lnTo>
                    <a:pt x="97092" y="18239"/>
                  </a:lnTo>
                  <a:lnTo>
                    <a:pt x="96916" y="18688"/>
                  </a:lnTo>
                  <a:lnTo>
                    <a:pt x="96477" y="20485"/>
                  </a:lnTo>
                  <a:lnTo>
                    <a:pt x="96038" y="23091"/>
                  </a:lnTo>
                  <a:lnTo>
                    <a:pt x="95247" y="29560"/>
                  </a:lnTo>
                  <a:lnTo>
                    <a:pt x="95159" y="30997"/>
                  </a:lnTo>
                  <a:lnTo>
                    <a:pt x="95422" y="32794"/>
                  </a:lnTo>
                  <a:lnTo>
                    <a:pt x="97531" y="35759"/>
                  </a:lnTo>
                  <a:lnTo>
                    <a:pt x="105703" y="47529"/>
                  </a:lnTo>
                  <a:lnTo>
                    <a:pt x="105879" y="47889"/>
                  </a:lnTo>
                  <a:lnTo>
                    <a:pt x="109217" y="52651"/>
                  </a:lnTo>
                  <a:lnTo>
                    <a:pt x="110975" y="55166"/>
                  </a:lnTo>
                  <a:lnTo>
                    <a:pt x="113787" y="54627"/>
                  </a:lnTo>
                  <a:lnTo>
                    <a:pt x="115280" y="54358"/>
                  </a:lnTo>
                  <a:lnTo>
                    <a:pt x="120377" y="53459"/>
                  </a:lnTo>
                  <a:lnTo>
                    <a:pt x="121695" y="53190"/>
                  </a:lnTo>
                  <a:lnTo>
                    <a:pt x="129954" y="51662"/>
                  </a:lnTo>
                  <a:lnTo>
                    <a:pt x="132854" y="51123"/>
                  </a:lnTo>
                  <a:lnTo>
                    <a:pt x="134962" y="50764"/>
                  </a:lnTo>
                  <a:lnTo>
                    <a:pt x="138828" y="50045"/>
                  </a:lnTo>
                  <a:lnTo>
                    <a:pt x="148494" y="48248"/>
                  </a:lnTo>
                  <a:lnTo>
                    <a:pt x="148845" y="50045"/>
                  </a:lnTo>
                  <a:lnTo>
                    <a:pt x="149197" y="51842"/>
                  </a:lnTo>
                  <a:lnTo>
                    <a:pt x="149812" y="53459"/>
                  </a:lnTo>
                  <a:lnTo>
                    <a:pt x="150075" y="53998"/>
                  </a:lnTo>
                  <a:lnTo>
                    <a:pt x="150075" y="54268"/>
                  </a:lnTo>
                  <a:lnTo>
                    <a:pt x="151306" y="60378"/>
                  </a:lnTo>
                  <a:lnTo>
                    <a:pt x="152624" y="66667"/>
                  </a:lnTo>
                  <a:lnTo>
                    <a:pt x="152624" y="66847"/>
                  </a:lnTo>
                  <a:lnTo>
                    <a:pt x="152975" y="68644"/>
                  </a:lnTo>
                  <a:lnTo>
                    <a:pt x="153414" y="70980"/>
                  </a:lnTo>
                  <a:lnTo>
                    <a:pt x="153502" y="71429"/>
                  </a:lnTo>
                  <a:lnTo>
                    <a:pt x="154029" y="73945"/>
                  </a:lnTo>
                  <a:lnTo>
                    <a:pt x="154205" y="74664"/>
                  </a:lnTo>
                  <a:lnTo>
                    <a:pt x="154293" y="74843"/>
                  </a:lnTo>
                  <a:lnTo>
                    <a:pt x="154469" y="74933"/>
                  </a:lnTo>
                  <a:lnTo>
                    <a:pt x="154820" y="75203"/>
                  </a:lnTo>
                  <a:lnTo>
                    <a:pt x="154996" y="75382"/>
                  </a:lnTo>
                  <a:lnTo>
                    <a:pt x="155347" y="79515"/>
                  </a:lnTo>
                  <a:lnTo>
                    <a:pt x="155523" y="81043"/>
                  </a:lnTo>
                  <a:lnTo>
                    <a:pt x="155699" y="83289"/>
                  </a:lnTo>
                  <a:lnTo>
                    <a:pt x="156138" y="88410"/>
                  </a:lnTo>
                  <a:lnTo>
                    <a:pt x="156577" y="93891"/>
                  </a:lnTo>
                  <a:lnTo>
                    <a:pt x="168176" y="92993"/>
                  </a:lnTo>
                  <a:lnTo>
                    <a:pt x="172130" y="92723"/>
                  </a:lnTo>
                  <a:lnTo>
                    <a:pt x="173272" y="92633"/>
                  </a:lnTo>
                  <a:lnTo>
                    <a:pt x="186188" y="91825"/>
                  </a:lnTo>
                  <a:lnTo>
                    <a:pt x="187243" y="91735"/>
                  </a:lnTo>
                  <a:lnTo>
                    <a:pt x="187419" y="91645"/>
                  </a:lnTo>
                  <a:lnTo>
                    <a:pt x="198138" y="90926"/>
                  </a:lnTo>
                  <a:lnTo>
                    <a:pt x="210879" y="90028"/>
                  </a:lnTo>
                  <a:lnTo>
                    <a:pt x="212373" y="89938"/>
                  </a:lnTo>
                  <a:lnTo>
                    <a:pt x="220369" y="89399"/>
                  </a:lnTo>
                  <a:lnTo>
                    <a:pt x="221159" y="89399"/>
                  </a:lnTo>
                  <a:lnTo>
                    <a:pt x="236536" y="88410"/>
                  </a:lnTo>
                  <a:lnTo>
                    <a:pt x="238820" y="88231"/>
                  </a:lnTo>
                  <a:lnTo>
                    <a:pt x="239348" y="88141"/>
                  </a:lnTo>
                  <a:lnTo>
                    <a:pt x="248046" y="87512"/>
                  </a:lnTo>
                  <a:lnTo>
                    <a:pt x="256833" y="86883"/>
                  </a:lnTo>
                  <a:lnTo>
                    <a:pt x="291804" y="84547"/>
                  </a:lnTo>
                  <a:lnTo>
                    <a:pt x="296022" y="84187"/>
                  </a:lnTo>
                  <a:lnTo>
                    <a:pt x="297164" y="84098"/>
                  </a:lnTo>
                  <a:lnTo>
                    <a:pt x="296988" y="84457"/>
                  </a:lnTo>
                  <a:lnTo>
                    <a:pt x="296637" y="85176"/>
                  </a:lnTo>
                  <a:lnTo>
                    <a:pt x="296461" y="85355"/>
                  </a:lnTo>
                  <a:lnTo>
                    <a:pt x="297252" y="86254"/>
                  </a:lnTo>
                  <a:lnTo>
                    <a:pt x="298745" y="89309"/>
                  </a:lnTo>
                  <a:lnTo>
                    <a:pt x="298394" y="89399"/>
                  </a:lnTo>
                  <a:lnTo>
                    <a:pt x="297603" y="89758"/>
                  </a:lnTo>
                  <a:lnTo>
                    <a:pt x="297164" y="90117"/>
                  </a:lnTo>
                  <a:lnTo>
                    <a:pt x="296637" y="90657"/>
                  </a:lnTo>
                  <a:lnTo>
                    <a:pt x="296109" y="91106"/>
                  </a:lnTo>
                  <a:lnTo>
                    <a:pt x="296022" y="91285"/>
                  </a:lnTo>
                  <a:lnTo>
                    <a:pt x="295143" y="92454"/>
                  </a:lnTo>
                  <a:lnTo>
                    <a:pt x="294879" y="92813"/>
                  </a:lnTo>
                  <a:lnTo>
                    <a:pt x="293913" y="94520"/>
                  </a:lnTo>
                  <a:lnTo>
                    <a:pt x="293386" y="95598"/>
                  </a:lnTo>
                  <a:lnTo>
                    <a:pt x="293034" y="96317"/>
                  </a:lnTo>
                  <a:lnTo>
                    <a:pt x="291716" y="98743"/>
                  </a:lnTo>
                  <a:lnTo>
                    <a:pt x="291540" y="99102"/>
                  </a:lnTo>
                  <a:lnTo>
                    <a:pt x="291452" y="99462"/>
                  </a:lnTo>
                  <a:lnTo>
                    <a:pt x="289168" y="104044"/>
                  </a:lnTo>
                  <a:lnTo>
                    <a:pt x="288465" y="105392"/>
                  </a:lnTo>
                  <a:lnTo>
                    <a:pt x="288201" y="105841"/>
                  </a:lnTo>
                  <a:lnTo>
                    <a:pt x="287059" y="108177"/>
                  </a:lnTo>
                  <a:lnTo>
                    <a:pt x="285126" y="112040"/>
                  </a:lnTo>
                  <a:lnTo>
                    <a:pt x="284335" y="113658"/>
                  </a:lnTo>
                  <a:lnTo>
                    <a:pt x="283896" y="114646"/>
                  </a:lnTo>
                  <a:lnTo>
                    <a:pt x="282842" y="116713"/>
                  </a:lnTo>
                  <a:lnTo>
                    <a:pt x="281611" y="119228"/>
                  </a:lnTo>
                  <a:lnTo>
                    <a:pt x="281172" y="120127"/>
                  </a:lnTo>
                  <a:lnTo>
                    <a:pt x="280821" y="120846"/>
                  </a:lnTo>
                  <a:lnTo>
                    <a:pt x="280118" y="120486"/>
                  </a:lnTo>
                  <a:lnTo>
                    <a:pt x="278185" y="124170"/>
                  </a:lnTo>
                  <a:lnTo>
                    <a:pt x="278097" y="124440"/>
                  </a:lnTo>
                  <a:lnTo>
                    <a:pt x="277921" y="124619"/>
                  </a:lnTo>
                  <a:lnTo>
                    <a:pt x="277218" y="125697"/>
                  </a:lnTo>
                  <a:lnTo>
                    <a:pt x="276252" y="127135"/>
                  </a:lnTo>
                  <a:lnTo>
                    <a:pt x="275285" y="128842"/>
                  </a:lnTo>
                  <a:lnTo>
                    <a:pt x="273879" y="131627"/>
                  </a:lnTo>
                  <a:lnTo>
                    <a:pt x="270804" y="138186"/>
                  </a:lnTo>
                  <a:lnTo>
                    <a:pt x="270540" y="138815"/>
                  </a:lnTo>
                  <a:lnTo>
                    <a:pt x="268783" y="143038"/>
                  </a:lnTo>
                  <a:lnTo>
                    <a:pt x="267377" y="146452"/>
                  </a:lnTo>
                  <a:lnTo>
                    <a:pt x="267289" y="146722"/>
                  </a:lnTo>
                  <a:lnTo>
                    <a:pt x="266938" y="147531"/>
                  </a:lnTo>
                  <a:lnTo>
                    <a:pt x="266235" y="149597"/>
                  </a:lnTo>
                  <a:lnTo>
                    <a:pt x="263599" y="157055"/>
                  </a:lnTo>
                  <a:lnTo>
                    <a:pt x="263423" y="157414"/>
                  </a:lnTo>
                  <a:lnTo>
                    <a:pt x="263072" y="158762"/>
                  </a:lnTo>
                  <a:lnTo>
                    <a:pt x="262193" y="161457"/>
                  </a:lnTo>
                  <a:lnTo>
                    <a:pt x="258942" y="161816"/>
                  </a:lnTo>
                  <a:lnTo>
                    <a:pt x="258503" y="161816"/>
                  </a:lnTo>
                  <a:lnTo>
                    <a:pt x="257800" y="161906"/>
                  </a:lnTo>
                  <a:lnTo>
                    <a:pt x="256833" y="161996"/>
                  </a:lnTo>
                  <a:lnTo>
                    <a:pt x="256130" y="162086"/>
                  </a:lnTo>
                  <a:lnTo>
                    <a:pt x="256130" y="162625"/>
                  </a:lnTo>
                  <a:lnTo>
                    <a:pt x="256218" y="165141"/>
                  </a:lnTo>
                  <a:lnTo>
                    <a:pt x="256218" y="165590"/>
                  </a:lnTo>
                  <a:lnTo>
                    <a:pt x="256218" y="167297"/>
                  </a:lnTo>
                  <a:lnTo>
                    <a:pt x="256218" y="168465"/>
                  </a:lnTo>
                  <a:lnTo>
                    <a:pt x="256218" y="169364"/>
                  </a:lnTo>
                  <a:lnTo>
                    <a:pt x="256218" y="169633"/>
                  </a:lnTo>
                  <a:lnTo>
                    <a:pt x="256218" y="170083"/>
                  </a:lnTo>
                  <a:lnTo>
                    <a:pt x="255779" y="174665"/>
                  </a:lnTo>
                  <a:lnTo>
                    <a:pt x="255691" y="175204"/>
                  </a:lnTo>
                  <a:lnTo>
                    <a:pt x="251385" y="175114"/>
                  </a:lnTo>
                  <a:lnTo>
                    <a:pt x="251122" y="175114"/>
                  </a:lnTo>
                  <a:lnTo>
                    <a:pt x="250243" y="175743"/>
                  </a:lnTo>
                  <a:lnTo>
                    <a:pt x="249540" y="176192"/>
                  </a:lnTo>
                  <a:lnTo>
                    <a:pt x="248837" y="177091"/>
                  </a:lnTo>
                  <a:lnTo>
                    <a:pt x="248749" y="177360"/>
                  </a:lnTo>
                  <a:lnTo>
                    <a:pt x="247959" y="178528"/>
                  </a:lnTo>
                  <a:lnTo>
                    <a:pt x="246465" y="180954"/>
                  </a:lnTo>
                  <a:lnTo>
                    <a:pt x="246201" y="181403"/>
                  </a:lnTo>
                  <a:lnTo>
                    <a:pt x="244795" y="183470"/>
                  </a:lnTo>
                  <a:lnTo>
                    <a:pt x="244356" y="184189"/>
                  </a:lnTo>
                  <a:lnTo>
                    <a:pt x="242862" y="186435"/>
                  </a:lnTo>
                  <a:lnTo>
                    <a:pt x="241720" y="188232"/>
                  </a:lnTo>
                  <a:lnTo>
                    <a:pt x="240841" y="189490"/>
                  </a:lnTo>
                  <a:lnTo>
                    <a:pt x="240754" y="189669"/>
                  </a:lnTo>
                  <a:lnTo>
                    <a:pt x="239963" y="190748"/>
                  </a:lnTo>
                  <a:lnTo>
                    <a:pt x="238557" y="192904"/>
                  </a:lnTo>
                  <a:lnTo>
                    <a:pt x="237766" y="193713"/>
                  </a:lnTo>
                  <a:lnTo>
                    <a:pt x="236887" y="194611"/>
                  </a:lnTo>
                  <a:lnTo>
                    <a:pt x="236712" y="194971"/>
                  </a:lnTo>
                  <a:lnTo>
                    <a:pt x="235306" y="197307"/>
                  </a:lnTo>
                  <a:lnTo>
                    <a:pt x="234866" y="198025"/>
                  </a:lnTo>
                  <a:lnTo>
                    <a:pt x="234427" y="198654"/>
                  </a:lnTo>
                  <a:lnTo>
                    <a:pt x="233461" y="200092"/>
                  </a:lnTo>
                  <a:lnTo>
                    <a:pt x="233197" y="200451"/>
                  </a:lnTo>
                  <a:lnTo>
                    <a:pt x="232406" y="201350"/>
                  </a:lnTo>
                  <a:lnTo>
                    <a:pt x="231264" y="202338"/>
                  </a:lnTo>
                  <a:lnTo>
                    <a:pt x="229331" y="203776"/>
                  </a:lnTo>
                  <a:lnTo>
                    <a:pt x="228892" y="204045"/>
                  </a:lnTo>
                  <a:lnTo>
                    <a:pt x="226871" y="205662"/>
                  </a:lnTo>
                  <a:lnTo>
                    <a:pt x="226519" y="205932"/>
                  </a:lnTo>
                  <a:lnTo>
                    <a:pt x="225465" y="206831"/>
                  </a:lnTo>
                  <a:lnTo>
                    <a:pt x="224674" y="207459"/>
                  </a:lnTo>
                  <a:lnTo>
                    <a:pt x="223883" y="208088"/>
                  </a:lnTo>
                  <a:lnTo>
                    <a:pt x="222917" y="208897"/>
                  </a:lnTo>
                  <a:lnTo>
                    <a:pt x="222389" y="209436"/>
                  </a:lnTo>
                  <a:lnTo>
                    <a:pt x="221774" y="210065"/>
                  </a:lnTo>
                  <a:lnTo>
                    <a:pt x="221335" y="210604"/>
                  </a:lnTo>
                  <a:lnTo>
                    <a:pt x="220984" y="211143"/>
                  </a:lnTo>
                  <a:lnTo>
                    <a:pt x="220456" y="212221"/>
                  </a:lnTo>
                  <a:lnTo>
                    <a:pt x="220281" y="213030"/>
                  </a:lnTo>
                  <a:lnTo>
                    <a:pt x="220017" y="214198"/>
                  </a:lnTo>
                  <a:lnTo>
                    <a:pt x="219490" y="215636"/>
                  </a:lnTo>
                  <a:lnTo>
                    <a:pt x="218963" y="217163"/>
                  </a:lnTo>
                  <a:lnTo>
                    <a:pt x="218260" y="218331"/>
                  </a:lnTo>
                  <a:lnTo>
                    <a:pt x="217381" y="219140"/>
                  </a:lnTo>
                  <a:lnTo>
                    <a:pt x="216854" y="219499"/>
                  </a:lnTo>
                  <a:lnTo>
                    <a:pt x="216590" y="219769"/>
                  </a:lnTo>
                  <a:lnTo>
                    <a:pt x="215975" y="220218"/>
                  </a:lnTo>
                  <a:lnTo>
                    <a:pt x="215184" y="218960"/>
                  </a:lnTo>
                  <a:lnTo>
                    <a:pt x="213603" y="216624"/>
                  </a:lnTo>
                  <a:lnTo>
                    <a:pt x="212636" y="215097"/>
                  </a:lnTo>
                  <a:lnTo>
                    <a:pt x="212461" y="214917"/>
                  </a:lnTo>
                  <a:lnTo>
                    <a:pt x="209649" y="210514"/>
                  </a:lnTo>
                  <a:lnTo>
                    <a:pt x="199720" y="195510"/>
                  </a:lnTo>
                  <a:lnTo>
                    <a:pt x="196996" y="191197"/>
                  </a:lnTo>
                  <a:lnTo>
                    <a:pt x="192427" y="184189"/>
                  </a:lnTo>
                  <a:lnTo>
                    <a:pt x="190933" y="181853"/>
                  </a:lnTo>
                  <a:lnTo>
                    <a:pt x="190494" y="181314"/>
                  </a:lnTo>
                  <a:lnTo>
                    <a:pt x="186628" y="175473"/>
                  </a:lnTo>
                  <a:lnTo>
                    <a:pt x="184519" y="172329"/>
                  </a:lnTo>
                  <a:lnTo>
                    <a:pt x="179862" y="165410"/>
                  </a:lnTo>
                  <a:lnTo>
                    <a:pt x="179247" y="164422"/>
                  </a:lnTo>
                  <a:lnTo>
                    <a:pt x="175996" y="159570"/>
                  </a:lnTo>
                  <a:lnTo>
                    <a:pt x="175293" y="158492"/>
                  </a:lnTo>
                  <a:lnTo>
                    <a:pt x="172833" y="154808"/>
                  </a:lnTo>
                  <a:lnTo>
                    <a:pt x="172393" y="154269"/>
                  </a:lnTo>
                  <a:lnTo>
                    <a:pt x="172042" y="153730"/>
                  </a:lnTo>
                  <a:lnTo>
                    <a:pt x="168176" y="147980"/>
                  </a:lnTo>
                  <a:lnTo>
                    <a:pt x="165540" y="144026"/>
                  </a:lnTo>
                  <a:lnTo>
                    <a:pt x="164398" y="142230"/>
                  </a:lnTo>
                  <a:lnTo>
                    <a:pt x="164310" y="142050"/>
                  </a:lnTo>
                  <a:lnTo>
                    <a:pt x="162025" y="138725"/>
                  </a:lnTo>
                  <a:lnTo>
                    <a:pt x="160883" y="137198"/>
                  </a:lnTo>
                  <a:lnTo>
                    <a:pt x="160619" y="136659"/>
                  </a:lnTo>
                  <a:lnTo>
                    <a:pt x="160180" y="135940"/>
                  </a:lnTo>
                  <a:lnTo>
                    <a:pt x="158159" y="132795"/>
                  </a:lnTo>
                  <a:lnTo>
                    <a:pt x="156841" y="130729"/>
                  </a:lnTo>
                  <a:lnTo>
                    <a:pt x="156665" y="130549"/>
                  </a:lnTo>
                  <a:lnTo>
                    <a:pt x="155260" y="128213"/>
                  </a:lnTo>
                  <a:lnTo>
                    <a:pt x="152711" y="124170"/>
                  </a:lnTo>
                  <a:lnTo>
                    <a:pt x="152096" y="123272"/>
                  </a:lnTo>
                  <a:lnTo>
                    <a:pt x="151481" y="123721"/>
                  </a:lnTo>
                  <a:lnTo>
                    <a:pt x="150690" y="124260"/>
                  </a:lnTo>
                  <a:lnTo>
                    <a:pt x="149812" y="124799"/>
                  </a:lnTo>
                  <a:lnTo>
                    <a:pt x="145594" y="127584"/>
                  </a:lnTo>
                  <a:lnTo>
                    <a:pt x="143749" y="128842"/>
                  </a:lnTo>
                  <a:lnTo>
                    <a:pt x="141201" y="130459"/>
                  </a:lnTo>
                  <a:lnTo>
                    <a:pt x="140586" y="130909"/>
                  </a:lnTo>
                  <a:lnTo>
                    <a:pt x="140410" y="130998"/>
                  </a:lnTo>
                  <a:lnTo>
                    <a:pt x="140059" y="131268"/>
                  </a:lnTo>
                  <a:lnTo>
                    <a:pt x="139356" y="131717"/>
                  </a:lnTo>
                  <a:lnTo>
                    <a:pt x="136983" y="133245"/>
                  </a:lnTo>
                  <a:lnTo>
                    <a:pt x="136368" y="133604"/>
                  </a:lnTo>
                  <a:lnTo>
                    <a:pt x="130481" y="137468"/>
                  </a:lnTo>
                  <a:lnTo>
                    <a:pt x="127757" y="139354"/>
                  </a:lnTo>
                  <a:lnTo>
                    <a:pt x="127054" y="139804"/>
                  </a:lnTo>
                  <a:lnTo>
                    <a:pt x="126351" y="140253"/>
                  </a:lnTo>
                  <a:lnTo>
                    <a:pt x="125033" y="141421"/>
                  </a:lnTo>
                  <a:lnTo>
                    <a:pt x="124946" y="141780"/>
                  </a:lnTo>
                  <a:lnTo>
                    <a:pt x="124770" y="142948"/>
                  </a:lnTo>
                  <a:lnTo>
                    <a:pt x="124682" y="144566"/>
                  </a:lnTo>
                  <a:lnTo>
                    <a:pt x="124682" y="146902"/>
                  </a:lnTo>
                  <a:lnTo>
                    <a:pt x="124682" y="147710"/>
                  </a:lnTo>
                  <a:lnTo>
                    <a:pt x="124770" y="151035"/>
                  </a:lnTo>
                  <a:lnTo>
                    <a:pt x="119234" y="151304"/>
                  </a:lnTo>
                  <a:lnTo>
                    <a:pt x="119410" y="156066"/>
                  </a:lnTo>
                  <a:lnTo>
                    <a:pt x="112117" y="156156"/>
                  </a:lnTo>
                  <a:lnTo>
                    <a:pt x="111502" y="156156"/>
                  </a:lnTo>
                  <a:lnTo>
                    <a:pt x="100167" y="156426"/>
                  </a:lnTo>
                  <a:lnTo>
                    <a:pt x="88745" y="156695"/>
                  </a:lnTo>
                  <a:lnTo>
                    <a:pt x="89008" y="167387"/>
                  </a:lnTo>
                  <a:lnTo>
                    <a:pt x="85230" y="167387"/>
                  </a:lnTo>
                  <a:lnTo>
                    <a:pt x="81803" y="167477"/>
                  </a:lnTo>
                  <a:lnTo>
                    <a:pt x="80485" y="167477"/>
                  </a:lnTo>
                  <a:lnTo>
                    <a:pt x="80485" y="157234"/>
                  </a:lnTo>
                  <a:lnTo>
                    <a:pt x="79431" y="157324"/>
                  </a:lnTo>
                  <a:lnTo>
                    <a:pt x="72929" y="157773"/>
                  </a:lnTo>
                  <a:lnTo>
                    <a:pt x="71786" y="157863"/>
                  </a:lnTo>
                  <a:lnTo>
                    <a:pt x="54565" y="158851"/>
                  </a:lnTo>
                  <a:lnTo>
                    <a:pt x="53598" y="158941"/>
                  </a:lnTo>
                  <a:lnTo>
                    <a:pt x="44636" y="159570"/>
                  </a:lnTo>
                  <a:lnTo>
                    <a:pt x="35234" y="160199"/>
                  </a:lnTo>
                  <a:lnTo>
                    <a:pt x="28732" y="160738"/>
                  </a:lnTo>
                  <a:lnTo>
                    <a:pt x="27941" y="160199"/>
                  </a:lnTo>
                  <a:lnTo>
                    <a:pt x="26447" y="159121"/>
                  </a:lnTo>
                  <a:lnTo>
                    <a:pt x="23899" y="157324"/>
                  </a:lnTo>
                  <a:lnTo>
                    <a:pt x="22054" y="155976"/>
                  </a:lnTo>
                  <a:lnTo>
                    <a:pt x="21878" y="155886"/>
                  </a:lnTo>
                  <a:lnTo>
                    <a:pt x="20648" y="155437"/>
                  </a:lnTo>
                  <a:lnTo>
                    <a:pt x="19506" y="155078"/>
                  </a:lnTo>
                  <a:lnTo>
                    <a:pt x="18012" y="154988"/>
                  </a:lnTo>
                  <a:lnTo>
                    <a:pt x="17836" y="154988"/>
                  </a:lnTo>
                  <a:lnTo>
                    <a:pt x="16870" y="154988"/>
                  </a:lnTo>
                  <a:lnTo>
                    <a:pt x="15464" y="154898"/>
                  </a:lnTo>
                  <a:lnTo>
                    <a:pt x="14937" y="154898"/>
                  </a:lnTo>
                  <a:lnTo>
                    <a:pt x="13092" y="154898"/>
                  </a:lnTo>
                  <a:lnTo>
                    <a:pt x="12740" y="153730"/>
                  </a:lnTo>
                  <a:lnTo>
                    <a:pt x="12125" y="149777"/>
                  </a:lnTo>
                  <a:lnTo>
                    <a:pt x="11774" y="148249"/>
                  </a:lnTo>
                  <a:lnTo>
                    <a:pt x="11598" y="147171"/>
                  </a:lnTo>
                  <a:lnTo>
                    <a:pt x="11159" y="144925"/>
                  </a:lnTo>
                  <a:lnTo>
                    <a:pt x="10719" y="142319"/>
                  </a:lnTo>
                  <a:lnTo>
                    <a:pt x="10719" y="141960"/>
                  </a:lnTo>
                  <a:lnTo>
                    <a:pt x="10543" y="139893"/>
                  </a:lnTo>
                  <a:lnTo>
                    <a:pt x="10456" y="137737"/>
                  </a:lnTo>
                  <a:lnTo>
                    <a:pt x="10368" y="135581"/>
                  </a:lnTo>
                  <a:lnTo>
                    <a:pt x="10631" y="132616"/>
                  </a:lnTo>
                  <a:lnTo>
                    <a:pt x="10807" y="130370"/>
                  </a:lnTo>
                  <a:lnTo>
                    <a:pt x="11159" y="125787"/>
                  </a:lnTo>
                  <a:lnTo>
                    <a:pt x="11949" y="115185"/>
                  </a:lnTo>
                  <a:lnTo>
                    <a:pt x="12125" y="111681"/>
                  </a:lnTo>
                  <a:lnTo>
                    <a:pt x="12301" y="108267"/>
                  </a:lnTo>
                  <a:lnTo>
                    <a:pt x="12389" y="106021"/>
                  </a:lnTo>
                  <a:lnTo>
                    <a:pt x="12389" y="104134"/>
                  </a:lnTo>
                  <a:lnTo>
                    <a:pt x="12301" y="101798"/>
                  </a:lnTo>
                  <a:lnTo>
                    <a:pt x="12301" y="99641"/>
                  </a:lnTo>
                  <a:lnTo>
                    <a:pt x="12213" y="96497"/>
                  </a:lnTo>
                  <a:lnTo>
                    <a:pt x="12125" y="94340"/>
                  </a:lnTo>
                  <a:lnTo>
                    <a:pt x="12037" y="93622"/>
                  </a:lnTo>
                  <a:lnTo>
                    <a:pt x="11334" y="84637"/>
                  </a:lnTo>
                  <a:lnTo>
                    <a:pt x="10807" y="80324"/>
                  </a:lnTo>
                  <a:lnTo>
                    <a:pt x="10631" y="77449"/>
                  </a:lnTo>
                  <a:lnTo>
                    <a:pt x="10456" y="75742"/>
                  </a:lnTo>
                  <a:lnTo>
                    <a:pt x="10456" y="75472"/>
                  </a:lnTo>
                  <a:lnTo>
                    <a:pt x="9401" y="66308"/>
                  </a:lnTo>
                  <a:lnTo>
                    <a:pt x="8698" y="60198"/>
                  </a:lnTo>
                  <a:lnTo>
                    <a:pt x="8259" y="57952"/>
                  </a:lnTo>
                  <a:lnTo>
                    <a:pt x="7732" y="55256"/>
                  </a:lnTo>
                  <a:lnTo>
                    <a:pt x="6853" y="52651"/>
                  </a:lnTo>
                  <a:lnTo>
                    <a:pt x="3778" y="45373"/>
                  </a:lnTo>
                  <a:lnTo>
                    <a:pt x="3338" y="44025"/>
                  </a:lnTo>
                  <a:lnTo>
                    <a:pt x="2108" y="40611"/>
                  </a:lnTo>
                  <a:lnTo>
                    <a:pt x="1405" y="38724"/>
                  </a:lnTo>
                  <a:lnTo>
                    <a:pt x="966" y="37287"/>
                  </a:lnTo>
                  <a:lnTo>
                    <a:pt x="790" y="36298"/>
                  </a:lnTo>
                  <a:lnTo>
                    <a:pt x="702" y="35759"/>
                  </a:lnTo>
                  <a:lnTo>
                    <a:pt x="439" y="34052"/>
                  </a:lnTo>
                  <a:lnTo>
                    <a:pt x="175" y="31716"/>
                  </a:lnTo>
                  <a:lnTo>
                    <a:pt x="87" y="29200"/>
                  </a:lnTo>
                  <a:lnTo>
                    <a:pt x="87" y="23630"/>
                  </a:lnTo>
                  <a:lnTo>
                    <a:pt x="0" y="17340"/>
                  </a:lnTo>
                  <a:lnTo>
                    <a:pt x="175" y="12219"/>
                  </a:lnTo>
                  <a:lnTo>
                    <a:pt x="439" y="8355"/>
                  </a:lnTo>
                  <a:lnTo>
                    <a:pt x="790" y="8266"/>
                  </a:lnTo>
                  <a:lnTo>
                    <a:pt x="1493" y="8176"/>
                  </a:lnTo>
                  <a:lnTo>
                    <a:pt x="2811" y="8086"/>
                  </a:lnTo>
                  <a:lnTo>
                    <a:pt x="4129" y="7906"/>
                  </a:lnTo>
                  <a:lnTo>
                    <a:pt x="10104" y="7277"/>
                  </a:lnTo>
                  <a:lnTo>
                    <a:pt x="13970" y="6828"/>
                  </a:lnTo>
                  <a:lnTo>
                    <a:pt x="19857" y="6199"/>
                  </a:lnTo>
                  <a:lnTo>
                    <a:pt x="25657" y="5570"/>
                  </a:lnTo>
                  <a:lnTo>
                    <a:pt x="29347" y="5121"/>
                  </a:lnTo>
                  <a:lnTo>
                    <a:pt x="33828" y="4672"/>
                  </a:lnTo>
                  <a:lnTo>
                    <a:pt x="34180" y="4582"/>
                  </a:lnTo>
                  <a:lnTo>
                    <a:pt x="34707" y="4582"/>
                  </a:lnTo>
                  <a:lnTo>
                    <a:pt x="39452" y="4043"/>
                  </a:lnTo>
                  <a:lnTo>
                    <a:pt x="42263" y="3683"/>
                  </a:lnTo>
                  <a:lnTo>
                    <a:pt x="48414" y="3054"/>
                  </a:lnTo>
                  <a:lnTo>
                    <a:pt x="55355" y="2246"/>
                  </a:lnTo>
                  <a:lnTo>
                    <a:pt x="68184" y="898"/>
                  </a:lnTo>
                  <a:lnTo>
                    <a:pt x="75916" y="0"/>
                  </a:lnTo>
                  <a:lnTo>
                    <a:pt x="83824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10249" y="4751316"/>
              <a:ext cx="591253" cy="629927"/>
            </a:xfrm>
            <a:custGeom>
              <a:avLst/>
              <a:pathLst>
                <a:path w="591253" h="629927">
                  <a:moveTo>
                    <a:pt x="311222" y="8715"/>
                  </a:moveTo>
                  <a:lnTo>
                    <a:pt x="312189" y="10063"/>
                  </a:lnTo>
                  <a:lnTo>
                    <a:pt x="313507" y="11859"/>
                  </a:lnTo>
                  <a:lnTo>
                    <a:pt x="317109" y="18059"/>
                  </a:lnTo>
                  <a:lnTo>
                    <a:pt x="324578" y="30997"/>
                  </a:lnTo>
                  <a:lnTo>
                    <a:pt x="325369" y="32255"/>
                  </a:lnTo>
                  <a:lnTo>
                    <a:pt x="327038" y="35040"/>
                  </a:lnTo>
                  <a:lnTo>
                    <a:pt x="330114" y="40791"/>
                  </a:lnTo>
                  <a:lnTo>
                    <a:pt x="336177" y="50674"/>
                  </a:lnTo>
                  <a:lnTo>
                    <a:pt x="341273" y="59210"/>
                  </a:lnTo>
                  <a:lnTo>
                    <a:pt x="341976" y="60467"/>
                  </a:lnTo>
                  <a:lnTo>
                    <a:pt x="342415" y="62085"/>
                  </a:lnTo>
                  <a:lnTo>
                    <a:pt x="342591" y="62444"/>
                  </a:lnTo>
                  <a:lnTo>
                    <a:pt x="343382" y="64870"/>
                  </a:lnTo>
                  <a:lnTo>
                    <a:pt x="343733" y="65948"/>
                  </a:lnTo>
                  <a:lnTo>
                    <a:pt x="344084" y="67206"/>
                  </a:lnTo>
                  <a:lnTo>
                    <a:pt x="344260" y="67655"/>
                  </a:lnTo>
                  <a:lnTo>
                    <a:pt x="344963" y="69003"/>
                  </a:lnTo>
                  <a:lnTo>
                    <a:pt x="349093" y="75921"/>
                  </a:lnTo>
                  <a:lnTo>
                    <a:pt x="357089" y="89399"/>
                  </a:lnTo>
                  <a:lnTo>
                    <a:pt x="359637" y="93801"/>
                  </a:lnTo>
                  <a:lnTo>
                    <a:pt x="362361" y="98563"/>
                  </a:lnTo>
                  <a:lnTo>
                    <a:pt x="364382" y="101798"/>
                  </a:lnTo>
                  <a:lnTo>
                    <a:pt x="367369" y="107189"/>
                  </a:lnTo>
                  <a:lnTo>
                    <a:pt x="370532" y="112400"/>
                  </a:lnTo>
                  <a:lnTo>
                    <a:pt x="373608" y="117791"/>
                  </a:lnTo>
                  <a:lnTo>
                    <a:pt x="374750" y="119678"/>
                  </a:lnTo>
                  <a:lnTo>
                    <a:pt x="374838" y="119857"/>
                  </a:lnTo>
                  <a:lnTo>
                    <a:pt x="376947" y="123182"/>
                  </a:lnTo>
                  <a:lnTo>
                    <a:pt x="385733" y="138186"/>
                  </a:lnTo>
                  <a:lnTo>
                    <a:pt x="392147" y="148968"/>
                  </a:lnTo>
                  <a:lnTo>
                    <a:pt x="398298" y="159480"/>
                  </a:lnTo>
                  <a:lnTo>
                    <a:pt x="401461" y="164871"/>
                  </a:lnTo>
                  <a:lnTo>
                    <a:pt x="402428" y="166578"/>
                  </a:lnTo>
                  <a:lnTo>
                    <a:pt x="404273" y="169633"/>
                  </a:lnTo>
                  <a:lnTo>
                    <a:pt x="407788" y="175653"/>
                  </a:lnTo>
                  <a:lnTo>
                    <a:pt x="411214" y="181583"/>
                  </a:lnTo>
                  <a:lnTo>
                    <a:pt x="417980" y="192724"/>
                  </a:lnTo>
                  <a:lnTo>
                    <a:pt x="421407" y="198564"/>
                  </a:lnTo>
                  <a:lnTo>
                    <a:pt x="427733" y="209256"/>
                  </a:lnTo>
                  <a:lnTo>
                    <a:pt x="430545" y="214378"/>
                  </a:lnTo>
                  <a:lnTo>
                    <a:pt x="433533" y="219319"/>
                  </a:lnTo>
                  <a:lnTo>
                    <a:pt x="436696" y="224171"/>
                  </a:lnTo>
                  <a:lnTo>
                    <a:pt x="446888" y="237918"/>
                  </a:lnTo>
                  <a:lnTo>
                    <a:pt x="450666" y="243219"/>
                  </a:lnTo>
                  <a:lnTo>
                    <a:pt x="457696" y="252384"/>
                  </a:lnTo>
                  <a:lnTo>
                    <a:pt x="458487" y="253462"/>
                  </a:lnTo>
                  <a:lnTo>
                    <a:pt x="461738" y="257685"/>
                  </a:lnTo>
                  <a:lnTo>
                    <a:pt x="462089" y="258134"/>
                  </a:lnTo>
                  <a:lnTo>
                    <a:pt x="465428" y="262806"/>
                  </a:lnTo>
                  <a:lnTo>
                    <a:pt x="466658" y="264603"/>
                  </a:lnTo>
                  <a:lnTo>
                    <a:pt x="468328" y="266849"/>
                  </a:lnTo>
                  <a:lnTo>
                    <a:pt x="470788" y="270174"/>
                  </a:lnTo>
                  <a:lnTo>
                    <a:pt x="472985" y="273318"/>
                  </a:lnTo>
                  <a:lnTo>
                    <a:pt x="474654" y="275565"/>
                  </a:lnTo>
                  <a:lnTo>
                    <a:pt x="476323" y="278619"/>
                  </a:lnTo>
                  <a:lnTo>
                    <a:pt x="477554" y="281045"/>
                  </a:lnTo>
                  <a:lnTo>
                    <a:pt x="477817" y="281674"/>
                  </a:lnTo>
                  <a:lnTo>
                    <a:pt x="479135" y="284190"/>
                  </a:lnTo>
                  <a:lnTo>
                    <a:pt x="479926" y="285807"/>
                  </a:lnTo>
                  <a:lnTo>
                    <a:pt x="479926" y="285987"/>
                  </a:lnTo>
                  <a:lnTo>
                    <a:pt x="480190" y="286526"/>
                  </a:lnTo>
                  <a:lnTo>
                    <a:pt x="481595" y="289850"/>
                  </a:lnTo>
                  <a:lnTo>
                    <a:pt x="482386" y="291917"/>
                  </a:lnTo>
                  <a:lnTo>
                    <a:pt x="482562" y="292546"/>
                  </a:lnTo>
                  <a:lnTo>
                    <a:pt x="483001" y="293804"/>
                  </a:lnTo>
                  <a:lnTo>
                    <a:pt x="483089" y="293983"/>
                  </a:lnTo>
                  <a:lnTo>
                    <a:pt x="483441" y="295780"/>
                  </a:lnTo>
                  <a:lnTo>
                    <a:pt x="483616" y="296499"/>
                  </a:lnTo>
                  <a:lnTo>
                    <a:pt x="484144" y="299105"/>
                  </a:lnTo>
                  <a:lnTo>
                    <a:pt x="485462" y="305125"/>
                  </a:lnTo>
                  <a:lnTo>
                    <a:pt x="485725" y="306203"/>
                  </a:lnTo>
                  <a:lnTo>
                    <a:pt x="487395" y="312223"/>
                  </a:lnTo>
                  <a:lnTo>
                    <a:pt x="491349" y="326868"/>
                  </a:lnTo>
                  <a:lnTo>
                    <a:pt x="492139" y="329474"/>
                  </a:lnTo>
                  <a:lnTo>
                    <a:pt x="493282" y="333427"/>
                  </a:lnTo>
                  <a:lnTo>
                    <a:pt x="494248" y="337111"/>
                  </a:lnTo>
                  <a:lnTo>
                    <a:pt x="495918" y="343400"/>
                  </a:lnTo>
                  <a:lnTo>
                    <a:pt x="496708" y="346096"/>
                  </a:lnTo>
                  <a:lnTo>
                    <a:pt x="497411" y="348791"/>
                  </a:lnTo>
                  <a:lnTo>
                    <a:pt x="499169" y="355260"/>
                  </a:lnTo>
                  <a:lnTo>
                    <a:pt x="500487" y="360202"/>
                  </a:lnTo>
                  <a:lnTo>
                    <a:pt x="500926" y="361639"/>
                  </a:lnTo>
                  <a:lnTo>
                    <a:pt x="502332" y="366851"/>
                  </a:lnTo>
                  <a:lnTo>
                    <a:pt x="503826" y="372421"/>
                  </a:lnTo>
                  <a:lnTo>
                    <a:pt x="504177" y="373230"/>
                  </a:lnTo>
                  <a:lnTo>
                    <a:pt x="505056" y="375566"/>
                  </a:lnTo>
                  <a:lnTo>
                    <a:pt x="505583" y="376734"/>
                  </a:lnTo>
                  <a:lnTo>
                    <a:pt x="505934" y="377363"/>
                  </a:lnTo>
                  <a:lnTo>
                    <a:pt x="506110" y="377902"/>
                  </a:lnTo>
                  <a:lnTo>
                    <a:pt x="507780" y="380777"/>
                  </a:lnTo>
                  <a:lnTo>
                    <a:pt x="508922" y="382754"/>
                  </a:lnTo>
                  <a:lnTo>
                    <a:pt x="509888" y="384012"/>
                  </a:lnTo>
                  <a:lnTo>
                    <a:pt x="510679" y="384910"/>
                  </a:lnTo>
                  <a:lnTo>
                    <a:pt x="511734" y="385988"/>
                  </a:lnTo>
                  <a:lnTo>
                    <a:pt x="511997" y="386348"/>
                  </a:lnTo>
                  <a:lnTo>
                    <a:pt x="512964" y="387246"/>
                  </a:lnTo>
                  <a:lnTo>
                    <a:pt x="514458" y="388414"/>
                  </a:lnTo>
                  <a:lnTo>
                    <a:pt x="516127" y="389582"/>
                  </a:lnTo>
                  <a:lnTo>
                    <a:pt x="517884" y="390570"/>
                  </a:lnTo>
                  <a:lnTo>
                    <a:pt x="518236" y="390750"/>
                  </a:lnTo>
                  <a:lnTo>
                    <a:pt x="519378" y="391199"/>
                  </a:lnTo>
                  <a:lnTo>
                    <a:pt x="520872" y="391828"/>
                  </a:lnTo>
                  <a:lnTo>
                    <a:pt x="527198" y="394793"/>
                  </a:lnTo>
                  <a:lnTo>
                    <a:pt x="532997" y="397309"/>
                  </a:lnTo>
                  <a:lnTo>
                    <a:pt x="542048" y="401442"/>
                  </a:lnTo>
                  <a:lnTo>
                    <a:pt x="553207" y="406564"/>
                  </a:lnTo>
                  <a:lnTo>
                    <a:pt x="565420" y="412134"/>
                  </a:lnTo>
                  <a:lnTo>
                    <a:pt x="566914" y="412853"/>
                  </a:lnTo>
                  <a:lnTo>
                    <a:pt x="567792" y="413302"/>
                  </a:lnTo>
                  <a:lnTo>
                    <a:pt x="569110" y="413841"/>
                  </a:lnTo>
                  <a:lnTo>
                    <a:pt x="572010" y="415189"/>
                  </a:lnTo>
                  <a:lnTo>
                    <a:pt x="584575" y="420939"/>
                  </a:lnTo>
                  <a:lnTo>
                    <a:pt x="591253" y="423275"/>
                  </a:lnTo>
                  <a:lnTo>
                    <a:pt x="591253" y="423725"/>
                  </a:lnTo>
                  <a:lnTo>
                    <a:pt x="590901" y="427498"/>
                  </a:lnTo>
                  <a:lnTo>
                    <a:pt x="590813" y="428037"/>
                  </a:lnTo>
                  <a:lnTo>
                    <a:pt x="590462" y="429565"/>
                  </a:lnTo>
                  <a:lnTo>
                    <a:pt x="589232" y="433248"/>
                  </a:lnTo>
                  <a:lnTo>
                    <a:pt x="588617" y="434776"/>
                  </a:lnTo>
                  <a:lnTo>
                    <a:pt x="585102" y="443851"/>
                  </a:lnTo>
                  <a:lnTo>
                    <a:pt x="585014" y="444210"/>
                  </a:lnTo>
                  <a:lnTo>
                    <a:pt x="582730" y="450050"/>
                  </a:lnTo>
                  <a:lnTo>
                    <a:pt x="580885" y="454902"/>
                  </a:lnTo>
                  <a:lnTo>
                    <a:pt x="580094" y="457058"/>
                  </a:lnTo>
                  <a:lnTo>
                    <a:pt x="579479" y="458496"/>
                  </a:lnTo>
                  <a:lnTo>
                    <a:pt x="579215" y="459305"/>
                  </a:lnTo>
                  <a:lnTo>
                    <a:pt x="578600" y="460832"/>
                  </a:lnTo>
                  <a:lnTo>
                    <a:pt x="570956" y="480688"/>
                  </a:lnTo>
                  <a:lnTo>
                    <a:pt x="570428" y="482216"/>
                  </a:lnTo>
                  <a:lnTo>
                    <a:pt x="569198" y="485450"/>
                  </a:lnTo>
                  <a:lnTo>
                    <a:pt x="568583" y="486978"/>
                  </a:lnTo>
                  <a:lnTo>
                    <a:pt x="567880" y="488775"/>
                  </a:lnTo>
                  <a:lnTo>
                    <a:pt x="567353" y="490392"/>
                  </a:lnTo>
                  <a:lnTo>
                    <a:pt x="566738" y="492728"/>
                  </a:lnTo>
                  <a:lnTo>
                    <a:pt x="566299" y="494795"/>
                  </a:lnTo>
                  <a:lnTo>
                    <a:pt x="566035" y="497221"/>
                  </a:lnTo>
                  <a:lnTo>
                    <a:pt x="566035" y="497849"/>
                  </a:lnTo>
                  <a:lnTo>
                    <a:pt x="565947" y="500096"/>
                  </a:lnTo>
                  <a:lnTo>
                    <a:pt x="565947" y="501264"/>
                  </a:lnTo>
                  <a:lnTo>
                    <a:pt x="566123" y="502342"/>
                  </a:lnTo>
                  <a:lnTo>
                    <a:pt x="566299" y="503779"/>
                  </a:lnTo>
                  <a:lnTo>
                    <a:pt x="566562" y="505576"/>
                  </a:lnTo>
                  <a:lnTo>
                    <a:pt x="567529" y="510069"/>
                  </a:lnTo>
                  <a:lnTo>
                    <a:pt x="568671" y="514292"/>
                  </a:lnTo>
                  <a:lnTo>
                    <a:pt x="570956" y="517167"/>
                  </a:lnTo>
                  <a:lnTo>
                    <a:pt x="573767" y="521300"/>
                  </a:lnTo>
                  <a:lnTo>
                    <a:pt x="574207" y="522019"/>
                  </a:lnTo>
                  <a:lnTo>
                    <a:pt x="576052" y="525433"/>
                  </a:lnTo>
                  <a:lnTo>
                    <a:pt x="577546" y="527679"/>
                  </a:lnTo>
                  <a:lnTo>
                    <a:pt x="578424" y="529117"/>
                  </a:lnTo>
                  <a:lnTo>
                    <a:pt x="577370" y="530285"/>
                  </a:lnTo>
                  <a:lnTo>
                    <a:pt x="573679" y="534597"/>
                  </a:lnTo>
                  <a:lnTo>
                    <a:pt x="564366" y="542324"/>
                  </a:lnTo>
                  <a:lnTo>
                    <a:pt x="554261" y="551219"/>
                  </a:lnTo>
                  <a:lnTo>
                    <a:pt x="545387" y="564158"/>
                  </a:lnTo>
                  <a:lnTo>
                    <a:pt x="543981" y="574041"/>
                  </a:lnTo>
                  <a:lnTo>
                    <a:pt x="546177" y="581588"/>
                  </a:lnTo>
                  <a:lnTo>
                    <a:pt x="547759" y="590034"/>
                  </a:lnTo>
                  <a:lnTo>
                    <a:pt x="546002" y="596323"/>
                  </a:lnTo>
                  <a:lnTo>
                    <a:pt x="540202" y="601355"/>
                  </a:lnTo>
                  <a:lnTo>
                    <a:pt x="535458" y="603242"/>
                  </a:lnTo>
                  <a:lnTo>
                    <a:pt x="526144" y="606925"/>
                  </a:lnTo>
                  <a:lnTo>
                    <a:pt x="524562" y="606746"/>
                  </a:lnTo>
                  <a:lnTo>
                    <a:pt x="524562" y="603781"/>
                  </a:lnTo>
                  <a:lnTo>
                    <a:pt x="516303" y="602433"/>
                  </a:lnTo>
                  <a:lnTo>
                    <a:pt x="515600" y="602253"/>
                  </a:lnTo>
                  <a:lnTo>
                    <a:pt x="516566" y="590573"/>
                  </a:lnTo>
                  <a:lnTo>
                    <a:pt x="516654" y="589046"/>
                  </a:lnTo>
                  <a:lnTo>
                    <a:pt x="510855" y="588327"/>
                  </a:lnTo>
                  <a:lnTo>
                    <a:pt x="509976" y="588237"/>
                  </a:lnTo>
                  <a:lnTo>
                    <a:pt x="501629" y="587159"/>
                  </a:lnTo>
                  <a:lnTo>
                    <a:pt x="494248" y="586081"/>
                  </a:lnTo>
                  <a:lnTo>
                    <a:pt x="494072" y="586081"/>
                  </a:lnTo>
                  <a:lnTo>
                    <a:pt x="488010" y="585272"/>
                  </a:lnTo>
                  <a:lnTo>
                    <a:pt x="482211" y="584553"/>
                  </a:lnTo>
                  <a:lnTo>
                    <a:pt x="477378" y="583924"/>
                  </a:lnTo>
                  <a:lnTo>
                    <a:pt x="472018" y="583205"/>
                  </a:lnTo>
                  <a:lnTo>
                    <a:pt x="466131" y="582487"/>
                  </a:lnTo>
                  <a:lnTo>
                    <a:pt x="463846" y="582217"/>
                  </a:lnTo>
                  <a:lnTo>
                    <a:pt x="460244" y="581768"/>
                  </a:lnTo>
                  <a:lnTo>
                    <a:pt x="457872" y="581408"/>
                  </a:lnTo>
                  <a:lnTo>
                    <a:pt x="456026" y="581049"/>
                  </a:lnTo>
                  <a:lnTo>
                    <a:pt x="451633" y="580240"/>
                  </a:lnTo>
                  <a:lnTo>
                    <a:pt x="450315" y="579971"/>
                  </a:lnTo>
                  <a:lnTo>
                    <a:pt x="450227" y="579612"/>
                  </a:lnTo>
                  <a:lnTo>
                    <a:pt x="448646" y="579881"/>
                  </a:lnTo>
                  <a:lnTo>
                    <a:pt x="448118" y="579881"/>
                  </a:lnTo>
                  <a:lnTo>
                    <a:pt x="446097" y="580151"/>
                  </a:lnTo>
                  <a:lnTo>
                    <a:pt x="443989" y="580330"/>
                  </a:lnTo>
                  <a:lnTo>
                    <a:pt x="441177" y="580420"/>
                  </a:lnTo>
                  <a:lnTo>
                    <a:pt x="437574" y="580420"/>
                  </a:lnTo>
                  <a:lnTo>
                    <a:pt x="437750" y="585362"/>
                  </a:lnTo>
                  <a:lnTo>
                    <a:pt x="437662" y="587967"/>
                  </a:lnTo>
                  <a:lnTo>
                    <a:pt x="437750" y="591831"/>
                  </a:lnTo>
                  <a:lnTo>
                    <a:pt x="437662" y="594616"/>
                  </a:lnTo>
                  <a:lnTo>
                    <a:pt x="437047" y="597851"/>
                  </a:lnTo>
                  <a:lnTo>
                    <a:pt x="436169" y="602163"/>
                  </a:lnTo>
                  <a:lnTo>
                    <a:pt x="436081" y="602703"/>
                  </a:lnTo>
                  <a:lnTo>
                    <a:pt x="435641" y="606386"/>
                  </a:lnTo>
                  <a:lnTo>
                    <a:pt x="435202" y="608722"/>
                  </a:lnTo>
                  <a:lnTo>
                    <a:pt x="435378" y="608992"/>
                  </a:lnTo>
                  <a:lnTo>
                    <a:pt x="435905" y="609980"/>
                  </a:lnTo>
                  <a:lnTo>
                    <a:pt x="438717" y="614742"/>
                  </a:lnTo>
                  <a:lnTo>
                    <a:pt x="439947" y="615820"/>
                  </a:lnTo>
                  <a:lnTo>
                    <a:pt x="440210" y="616090"/>
                  </a:lnTo>
                  <a:lnTo>
                    <a:pt x="440386" y="616270"/>
                  </a:lnTo>
                  <a:lnTo>
                    <a:pt x="441441" y="617168"/>
                  </a:lnTo>
                  <a:lnTo>
                    <a:pt x="442319" y="618067"/>
                  </a:lnTo>
                  <a:lnTo>
                    <a:pt x="442143" y="618426"/>
                  </a:lnTo>
                  <a:lnTo>
                    <a:pt x="441792" y="618965"/>
                  </a:lnTo>
                  <a:lnTo>
                    <a:pt x="441441" y="619325"/>
                  </a:lnTo>
                  <a:lnTo>
                    <a:pt x="440825" y="620043"/>
                  </a:lnTo>
                  <a:lnTo>
                    <a:pt x="440035" y="620852"/>
                  </a:lnTo>
                  <a:lnTo>
                    <a:pt x="439068" y="621571"/>
                  </a:lnTo>
                  <a:lnTo>
                    <a:pt x="438453" y="622469"/>
                  </a:lnTo>
                  <a:lnTo>
                    <a:pt x="437399" y="624266"/>
                  </a:lnTo>
                  <a:lnTo>
                    <a:pt x="436871" y="625344"/>
                  </a:lnTo>
                  <a:lnTo>
                    <a:pt x="435993" y="626692"/>
                  </a:lnTo>
                  <a:lnTo>
                    <a:pt x="435641" y="627770"/>
                  </a:lnTo>
                  <a:lnTo>
                    <a:pt x="435553" y="628040"/>
                  </a:lnTo>
                  <a:lnTo>
                    <a:pt x="435466" y="628399"/>
                  </a:lnTo>
                  <a:lnTo>
                    <a:pt x="434938" y="629927"/>
                  </a:lnTo>
                  <a:lnTo>
                    <a:pt x="434148" y="629477"/>
                  </a:lnTo>
                  <a:lnTo>
                    <a:pt x="429666" y="626153"/>
                  </a:lnTo>
                  <a:lnTo>
                    <a:pt x="424746" y="622290"/>
                  </a:lnTo>
                  <a:lnTo>
                    <a:pt x="414553" y="614203"/>
                  </a:lnTo>
                  <a:lnTo>
                    <a:pt x="399704" y="602703"/>
                  </a:lnTo>
                  <a:lnTo>
                    <a:pt x="387930" y="593448"/>
                  </a:lnTo>
                  <a:lnTo>
                    <a:pt x="387491" y="593179"/>
                  </a:lnTo>
                  <a:lnTo>
                    <a:pt x="386173" y="592100"/>
                  </a:lnTo>
                  <a:lnTo>
                    <a:pt x="384767" y="590932"/>
                  </a:lnTo>
                  <a:lnTo>
                    <a:pt x="383888" y="590303"/>
                  </a:lnTo>
                  <a:lnTo>
                    <a:pt x="383009" y="589675"/>
                  </a:lnTo>
                  <a:lnTo>
                    <a:pt x="380110" y="587338"/>
                  </a:lnTo>
                  <a:lnTo>
                    <a:pt x="375013" y="583565"/>
                  </a:lnTo>
                  <a:lnTo>
                    <a:pt x="372377" y="581858"/>
                  </a:lnTo>
                  <a:lnTo>
                    <a:pt x="370620" y="580600"/>
                  </a:lnTo>
                  <a:lnTo>
                    <a:pt x="368160" y="579162"/>
                  </a:lnTo>
                  <a:lnTo>
                    <a:pt x="364030" y="576736"/>
                  </a:lnTo>
                  <a:lnTo>
                    <a:pt x="341009" y="564247"/>
                  </a:lnTo>
                  <a:lnTo>
                    <a:pt x="323172" y="590303"/>
                  </a:lnTo>
                  <a:lnTo>
                    <a:pt x="321942" y="589495"/>
                  </a:lnTo>
                  <a:lnTo>
                    <a:pt x="320624" y="588596"/>
                  </a:lnTo>
                  <a:lnTo>
                    <a:pt x="319833" y="588327"/>
                  </a:lnTo>
                  <a:lnTo>
                    <a:pt x="319130" y="588237"/>
                  </a:lnTo>
                  <a:lnTo>
                    <a:pt x="317461" y="587608"/>
                  </a:lnTo>
                  <a:lnTo>
                    <a:pt x="316055" y="586799"/>
                  </a:lnTo>
                  <a:lnTo>
                    <a:pt x="314561" y="585272"/>
                  </a:lnTo>
                  <a:lnTo>
                    <a:pt x="313595" y="583834"/>
                  </a:lnTo>
                  <a:lnTo>
                    <a:pt x="311662" y="582666"/>
                  </a:lnTo>
                  <a:lnTo>
                    <a:pt x="309641" y="582037"/>
                  </a:lnTo>
                  <a:lnTo>
                    <a:pt x="307971" y="581229"/>
                  </a:lnTo>
                  <a:lnTo>
                    <a:pt x="306829" y="580869"/>
                  </a:lnTo>
                  <a:lnTo>
                    <a:pt x="304457" y="580240"/>
                  </a:lnTo>
                  <a:lnTo>
                    <a:pt x="303227" y="579162"/>
                  </a:lnTo>
                  <a:lnTo>
                    <a:pt x="301381" y="578174"/>
                  </a:lnTo>
                  <a:lnTo>
                    <a:pt x="300678" y="576736"/>
                  </a:lnTo>
                  <a:lnTo>
                    <a:pt x="299624" y="576197"/>
                  </a:lnTo>
                  <a:lnTo>
                    <a:pt x="298745" y="575299"/>
                  </a:lnTo>
                  <a:lnTo>
                    <a:pt x="298042" y="575119"/>
                  </a:lnTo>
                  <a:lnTo>
                    <a:pt x="295494" y="574490"/>
                  </a:lnTo>
                  <a:lnTo>
                    <a:pt x="294440" y="573053"/>
                  </a:lnTo>
                  <a:lnTo>
                    <a:pt x="293561" y="571705"/>
                  </a:lnTo>
                  <a:lnTo>
                    <a:pt x="292155" y="570986"/>
                  </a:lnTo>
                  <a:lnTo>
                    <a:pt x="290310" y="569998"/>
                  </a:lnTo>
                  <a:lnTo>
                    <a:pt x="287674" y="569099"/>
                  </a:lnTo>
                  <a:lnTo>
                    <a:pt x="285741" y="568740"/>
                  </a:lnTo>
                  <a:lnTo>
                    <a:pt x="284247" y="567931"/>
                  </a:lnTo>
                  <a:lnTo>
                    <a:pt x="283105" y="565955"/>
                  </a:lnTo>
                  <a:lnTo>
                    <a:pt x="281348" y="564787"/>
                  </a:lnTo>
                  <a:lnTo>
                    <a:pt x="279151" y="563619"/>
                  </a:lnTo>
                  <a:lnTo>
                    <a:pt x="277657" y="562720"/>
                  </a:lnTo>
                  <a:lnTo>
                    <a:pt x="275373" y="561822"/>
                  </a:lnTo>
                  <a:lnTo>
                    <a:pt x="272737" y="560564"/>
                  </a:lnTo>
                  <a:lnTo>
                    <a:pt x="271331" y="559396"/>
                  </a:lnTo>
                  <a:lnTo>
                    <a:pt x="269574" y="558767"/>
                  </a:lnTo>
                  <a:lnTo>
                    <a:pt x="268519" y="557958"/>
                  </a:lnTo>
                  <a:lnTo>
                    <a:pt x="267289" y="557149"/>
                  </a:lnTo>
                  <a:lnTo>
                    <a:pt x="266411" y="556520"/>
                  </a:lnTo>
                  <a:lnTo>
                    <a:pt x="264917" y="555892"/>
                  </a:lnTo>
                  <a:lnTo>
                    <a:pt x="263072" y="555352"/>
                  </a:lnTo>
                  <a:lnTo>
                    <a:pt x="261841" y="554724"/>
                  </a:lnTo>
                  <a:lnTo>
                    <a:pt x="260436" y="554454"/>
                  </a:lnTo>
                  <a:lnTo>
                    <a:pt x="257712" y="552298"/>
                  </a:lnTo>
                  <a:lnTo>
                    <a:pt x="255779" y="551489"/>
                  </a:lnTo>
                  <a:lnTo>
                    <a:pt x="254109" y="550231"/>
                  </a:lnTo>
                  <a:lnTo>
                    <a:pt x="252352" y="549692"/>
                  </a:lnTo>
                  <a:lnTo>
                    <a:pt x="250858" y="550321"/>
                  </a:lnTo>
                  <a:lnTo>
                    <a:pt x="249540" y="548704"/>
                  </a:lnTo>
                  <a:lnTo>
                    <a:pt x="248837" y="548254"/>
                  </a:lnTo>
                  <a:lnTo>
                    <a:pt x="247695" y="546817"/>
                  </a:lnTo>
                  <a:lnTo>
                    <a:pt x="246641" y="546098"/>
                  </a:lnTo>
                  <a:lnTo>
                    <a:pt x="245410" y="545649"/>
                  </a:lnTo>
                  <a:lnTo>
                    <a:pt x="243390" y="546368"/>
                  </a:lnTo>
                  <a:lnTo>
                    <a:pt x="241369" y="544032"/>
                  </a:lnTo>
                  <a:lnTo>
                    <a:pt x="239436" y="543133"/>
                  </a:lnTo>
                  <a:lnTo>
                    <a:pt x="238469" y="542324"/>
                  </a:lnTo>
                  <a:lnTo>
                    <a:pt x="237151" y="541516"/>
                  </a:lnTo>
                  <a:lnTo>
                    <a:pt x="234779" y="540887"/>
                  </a:lnTo>
                  <a:lnTo>
                    <a:pt x="230649" y="539359"/>
                  </a:lnTo>
                  <a:lnTo>
                    <a:pt x="227574" y="537922"/>
                  </a:lnTo>
                  <a:lnTo>
                    <a:pt x="225289" y="536125"/>
                  </a:lnTo>
                  <a:lnTo>
                    <a:pt x="223005" y="534328"/>
                  </a:lnTo>
                  <a:lnTo>
                    <a:pt x="220984" y="532890"/>
                  </a:lnTo>
                  <a:lnTo>
                    <a:pt x="218963" y="531632"/>
                  </a:lnTo>
                  <a:lnTo>
                    <a:pt x="216942" y="530644"/>
                  </a:lnTo>
                  <a:lnTo>
                    <a:pt x="215097" y="530015"/>
                  </a:lnTo>
                  <a:lnTo>
                    <a:pt x="212548" y="528757"/>
                  </a:lnTo>
                  <a:lnTo>
                    <a:pt x="211758" y="527679"/>
                  </a:lnTo>
                  <a:lnTo>
                    <a:pt x="210791" y="527050"/>
                  </a:lnTo>
                  <a:lnTo>
                    <a:pt x="209209" y="526511"/>
                  </a:lnTo>
                  <a:lnTo>
                    <a:pt x="207979" y="526511"/>
                  </a:lnTo>
                  <a:lnTo>
                    <a:pt x="203938" y="525163"/>
                  </a:lnTo>
                  <a:lnTo>
                    <a:pt x="201126" y="522917"/>
                  </a:lnTo>
                  <a:lnTo>
                    <a:pt x="199720" y="522917"/>
                  </a:lnTo>
                  <a:lnTo>
                    <a:pt x="198138" y="522198"/>
                  </a:lnTo>
                  <a:lnTo>
                    <a:pt x="197084" y="521659"/>
                  </a:lnTo>
                  <a:lnTo>
                    <a:pt x="195678" y="520312"/>
                  </a:lnTo>
                  <a:lnTo>
                    <a:pt x="194712" y="519593"/>
                  </a:lnTo>
                  <a:lnTo>
                    <a:pt x="193481" y="518964"/>
                  </a:lnTo>
                  <a:lnTo>
                    <a:pt x="191900" y="517976"/>
                  </a:lnTo>
                  <a:lnTo>
                    <a:pt x="190758" y="517796"/>
                  </a:lnTo>
                  <a:lnTo>
                    <a:pt x="189879" y="517347"/>
                  </a:lnTo>
                  <a:lnTo>
                    <a:pt x="188737" y="517257"/>
                  </a:lnTo>
                  <a:lnTo>
                    <a:pt x="187155" y="516628"/>
                  </a:lnTo>
                  <a:lnTo>
                    <a:pt x="185837" y="516089"/>
                  </a:lnTo>
                  <a:lnTo>
                    <a:pt x="184607" y="515190"/>
                  </a:lnTo>
                  <a:lnTo>
                    <a:pt x="182937" y="514651"/>
                  </a:lnTo>
                  <a:lnTo>
                    <a:pt x="181092" y="513842"/>
                  </a:lnTo>
                  <a:lnTo>
                    <a:pt x="179686" y="513393"/>
                  </a:lnTo>
                  <a:lnTo>
                    <a:pt x="177490" y="512315"/>
                  </a:lnTo>
                  <a:lnTo>
                    <a:pt x="175381" y="512046"/>
                  </a:lnTo>
                  <a:lnTo>
                    <a:pt x="173711" y="511686"/>
                  </a:lnTo>
                  <a:lnTo>
                    <a:pt x="171427" y="510608"/>
                  </a:lnTo>
                  <a:lnTo>
                    <a:pt x="170285" y="508991"/>
                  </a:lnTo>
                  <a:lnTo>
                    <a:pt x="168615" y="508182"/>
                  </a:lnTo>
                  <a:lnTo>
                    <a:pt x="166858" y="506744"/>
                  </a:lnTo>
                  <a:lnTo>
                    <a:pt x="165101" y="505846"/>
                  </a:lnTo>
                  <a:lnTo>
                    <a:pt x="164134" y="504678"/>
                  </a:lnTo>
                  <a:lnTo>
                    <a:pt x="162816" y="504408"/>
                  </a:lnTo>
                  <a:lnTo>
                    <a:pt x="161234" y="503420"/>
                  </a:lnTo>
                  <a:lnTo>
                    <a:pt x="158774" y="502522"/>
                  </a:lnTo>
                  <a:lnTo>
                    <a:pt x="157280" y="501893"/>
                  </a:lnTo>
                  <a:lnTo>
                    <a:pt x="155787" y="501084"/>
                  </a:lnTo>
                  <a:lnTo>
                    <a:pt x="153854" y="500994"/>
                  </a:lnTo>
                  <a:lnTo>
                    <a:pt x="151569" y="500186"/>
                  </a:lnTo>
                  <a:lnTo>
                    <a:pt x="149021" y="499287"/>
                  </a:lnTo>
                  <a:lnTo>
                    <a:pt x="147264" y="497760"/>
                  </a:lnTo>
                  <a:lnTo>
                    <a:pt x="145682" y="496681"/>
                  </a:lnTo>
                  <a:lnTo>
                    <a:pt x="143134" y="494615"/>
                  </a:lnTo>
                  <a:lnTo>
                    <a:pt x="140849" y="493357"/>
                  </a:lnTo>
                  <a:lnTo>
                    <a:pt x="138565" y="491919"/>
                  </a:lnTo>
                  <a:lnTo>
                    <a:pt x="135138" y="490841"/>
                  </a:lnTo>
                  <a:lnTo>
                    <a:pt x="131272" y="489583"/>
                  </a:lnTo>
                  <a:lnTo>
                    <a:pt x="128812" y="488685"/>
                  </a:lnTo>
                  <a:lnTo>
                    <a:pt x="127054" y="487158"/>
                  </a:lnTo>
                  <a:lnTo>
                    <a:pt x="125561" y="485720"/>
                  </a:lnTo>
                  <a:lnTo>
                    <a:pt x="123891" y="485181"/>
                  </a:lnTo>
                  <a:lnTo>
                    <a:pt x="122485" y="484821"/>
                  </a:lnTo>
                  <a:lnTo>
                    <a:pt x="120728" y="483743"/>
                  </a:lnTo>
                  <a:lnTo>
                    <a:pt x="119322" y="482845"/>
                  </a:lnTo>
                  <a:lnTo>
                    <a:pt x="117828" y="482306"/>
                  </a:lnTo>
                  <a:lnTo>
                    <a:pt x="117038" y="482036"/>
                  </a:lnTo>
                  <a:lnTo>
                    <a:pt x="116335" y="481407"/>
                  </a:lnTo>
                  <a:lnTo>
                    <a:pt x="114138" y="481138"/>
                  </a:lnTo>
                  <a:lnTo>
                    <a:pt x="112293" y="480688"/>
                  </a:lnTo>
                  <a:lnTo>
                    <a:pt x="109745" y="479790"/>
                  </a:lnTo>
                  <a:lnTo>
                    <a:pt x="108339" y="479071"/>
                  </a:lnTo>
                  <a:lnTo>
                    <a:pt x="107724" y="478083"/>
                  </a:lnTo>
                  <a:lnTo>
                    <a:pt x="106054" y="477544"/>
                  </a:lnTo>
                  <a:lnTo>
                    <a:pt x="103945" y="476915"/>
                  </a:lnTo>
                  <a:lnTo>
                    <a:pt x="102188" y="475118"/>
                  </a:lnTo>
                  <a:lnTo>
                    <a:pt x="100255" y="473950"/>
                  </a:lnTo>
                  <a:lnTo>
                    <a:pt x="98849" y="473501"/>
                  </a:lnTo>
                  <a:lnTo>
                    <a:pt x="96125" y="472782"/>
                  </a:lnTo>
                  <a:lnTo>
                    <a:pt x="94544" y="471614"/>
                  </a:lnTo>
                  <a:lnTo>
                    <a:pt x="91820" y="470086"/>
                  </a:lnTo>
                  <a:lnTo>
                    <a:pt x="89799" y="469547"/>
                  </a:lnTo>
                  <a:lnTo>
                    <a:pt x="88393" y="468649"/>
                  </a:lnTo>
                  <a:lnTo>
                    <a:pt x="86109" y="467571"/>
                  </a:lnTo>
                  <a:lnTo>
                    <a:pt x="84351" y="467211"/>
                  </a:lnTo>
                  <a:lnTo>
                    <a:pt x="83209" y="465774"/>
                  </a:lnTo>
                  <a:lnTo>
                    <a:pt x="81540" y="465145"/>
                  </a:lnTo>
                  <a:lnTo>
                    <a:pt x="79782" y="464785"/>
                  </a:lnTo>
                  <a:lnTo>
                    <a:pt x="78552" y="463707"/>
                  </a:lnTo>
                  <a:lnTo>
                    <a:pt x="76355" y="462809"/>
                  </a:lnTo>
                  <a:lnTo>
                    <a:pt x="73983" y="461910"/>
                  </a:lnTo>
                  <a:lnTo>
                    <a:pt x="72226" y="461101"/>
                  </a:lnTo>
                  <a:lnTo>
                    <a:pt x="70293" y="460652"/>
                  </a:lnTo>
                  <a:lnTo>
                    <a:pt x="69150" y="459754"/>
                  </a:lnTo>
                  <a:lnTo>
                    <a:pt x="67393" y="459305"/>
                  </a:lnTo>
                  <a:lnTo>
                    <a:pt x="65724" y="457597"/>
                  </a:lnTo>
                  <a:lnTo>
                    <a:pt x="63615" y="456968"/>
                  </a:lnTo>
                  <a:lnTo>
                    <a:pt x="57201" y="454093"/>
                  </a:lnTo>
                  <a:lnTo>
                    <a:pt x="55795" y="452566"/>
                  </a:lnTo>
                  <a:lnTo>
                    <a:pt x="52983" y="451488"/>
                  </a:lnTo>
                  <a:lnTo>
                    <a:pt x="50259" y="449870"/>
                  </a:lnTo>
                  <a:lnTo>
                    <a:pt x="47447" y="449241"/>
                  </a:lnTo>
                  <a:lnTo>
                    <a:pt x="45075" y="448972"/>
                  </a:lnTo>
                  <a:lnTo>
                    <a:pt x="42000" y="447085"/>
                  </a:lnTo>
                  <a:lnTo>
                    <a:pt x="40067" y="446546"/>
                  </a:lnTo>
                  <a:lnTo>
                    <a:pt x="38749" y="445378"/>
                  </a:lnTo>
                  <a:lnTo>
                    <a:pt x="36728" y="444390"/>
                  </a:lnTo>
                  <a:lnTo>
                    <a:pt x="34970" y="443401"/>
                  </a:lnTo>
                  <a:lnTo>
                    <a:pt x="33652" y="442862"/>
                  </a:lnTo>
                  <a:lnTo>
                    <a:pt x="29698" y="441784"/>
                  </a:lnTo>
                  <a:lnTo>
                    <a:pt x="26711" y="440167"/>
                  </a:lnTo>
                  <a:lnTo>
                    <a:pt x="24690" y="438639"/>
                  </a:lnTo>
                  <a:lnTo>
                    <a:pt x="22142" y="437921"/>
                  </a:lnTo>
                  <a:lnTo>
                    <a:pt x="20385" y="437292"/>
                  </a:lnTo>
                  <a:lnTo>
                    <a:pt x="18451" y="436303"/>
                  </a:lnTo>
                  <a:lnTo>
                    <a:pt x="15376" y="435225"/>
                  </a:lnTo>
                  <a:lnTo>
                    <a:pt x="13619" y="434147"/>
                  </a:lnTo>
                  <a:lnTo>
                    <a:pt x="9841" y="432799"/>
                  </a:lnTo>
                  <a:lnTo>
                    <a:pt x="11861" y="430373"/>
                  </a:lnTo>
                  <a:lnTo>
                    <a:pt x="19154" y="417974"/>
                  </a:lnTo>
                  <a:lnTo>
                    <a:pt x="23460" y="410427"/>
                  </a:lnTo>
                  <a:lnTo>
                    <a:pt x="24251" y="409439"/>
                  </a:lnTo>
                  <a:lnTo>
                    <a:pt x="27502" y="402880"/>
                  </a:lnTo>
                  <a:lnTo>
                    <a:pt x="30841" y="397040"/>
                  </a:lnTo>
                  <a:lnTo>
                    <a:pt x="35673" y="388234"/>
                  </a:lnTo>
                  <a:lnTo>
                    <a:pt x="40418" y="379609"/>
                  </a:lnTo>
                  <a:lnTo>
                    <a:pt x="40770" y="379070"/>
                  </a:lnTo>
                  <a:lnTo>
                    <a:pt x="20824" y="358045"/>
                  </a:lnTo>
                  <a:lnTo>
                    <a:pt x="11598" y="348432"/>
                  </a:lnTo>
                  <a:lnTo>
                    <a:pt x="9050" y="345736"/>
                  </a:lnTo>
                  <a:lnTo>
                    <a:pt x="7117" y="343220"/>
                  </a:lnTo>
                  <a:lnTo>
                    <a:pt x="5887" y="341244"/>
                  </a:lnTo>
                  <a:lnTo>
                    <a:pt x="4832" y="339537"/>
                  </a:lnTo>
                  <a:lnTo>
                    <a:pt x="3866" y="337560"/>
                  </a:lnTo>
                  <a:lnTo>
                    <a:pt x="2723" y="334775"/>
                  </a:lnTo>
                  <a:lnTo>
                    <a:pt x="2020" y="332798"/>
                  </a:lnTo>
                  <a:lnTo>
                    <a:pt x="1405" y="330282"/>
                  </a:lnTo>
                  <a:lnTo>
                    <a:pt x="702" y="327677"/>
                  </a:lnTo>
                  <a:lnTo>
                    <a:pt x="263" y="325071"/>
                  </a:lnTo>
                  <a:lnTo>
                    <a:pt x="87" y="322735"/>
                  </a:lnTo>
                  <a:lnTo>
                    <a:pt x="0" y="319860"/>
                  </a:lnTo>
                  <a:lnTo>
                    <a:pt x="87" y="316895"/>
                  </a:lnTo>
                  <a:lnTo>
                    <a:pt x="175" y="315278"/>
                  </a:lnTo>
                  <a:lnTo>
                    <a:pt x="966" y="310516"/>
                  </a:lnTo>
                  <a:lnTo>
                    <a:pt x="5096" y="287604"/>
                  </a:lnTo>
                  <a:lnTo>
                    <a:pt x="9050" y="265861"/>
                  </a:lnTo>
                  <a:lnTo>
                    <a:pt x="10719" y="256966"/>
                  </a:lnTo>
                  <a:lnTo>
                    <a:pt x="11159" y="254360"/>
                  </a:lnTo>
                  <a:lnTo>
                    <a:pt x="16079" y="227226"/>
                  </a:lnTo>
                  <a:lnTo>
                    <a:pt x="16255" y="226148"/>
                  </a:lnTo>
                  <a:lnTo>
                    <a:pt x="19594" y="207819"/>
                  </a:lnTo>
                  <a:lnTo>
                    <a:pt x="24690" y="179067"/>
                  </a:lnTo>
                  <a:lnTo>
                    <a:pt x="26359" y="169454"/>
                  </a:lnTo>
                  <a:lnTo>
                    <a:pt x="27590" y="162356"/>
                  </a:lnTo>
                  <a:lnTo>
                    <a:pt x="31192" y="142769"/>
                  </a:lnTo>
                  <a:lnTo>
                    <a:pt x="31631" y="140343"/>
                  </a:lnTo>
                  <a:lnTo>
                    <a:pt x="32071" y="137737"/>
                  </a:lnTo>
                  <a:lnTo>
                    <a:pt x="36376" y="114017"/>
                  </a:lnTo>
                  <a:lnTo>
                    <a:pt x="37606" y="107638"/>
                  </a:lnTo>
                  <a:lnTo>
                    <a:pt x="37606" y="107189"/>
                  </a:lnTo>
                  <a:lnTo>
                    <a:pt x="37958" y="105392"/>
                  </a:lnTo>
                  <a:lnTo>
                    <a:pt x="38134" y="104044"/>
                  </a:lnTo>
                  <a:lnTo>
                    <a:pt x="38309" y="102247"/>
                  </a:lnTo>
                  <a:lnTo>
                    <a:pt x="38485" y="100809"/>
                  </a:lnTo>
                  <a:lnTo>
                    <a:pt x="38573" y="100001"/>
                  </a:lnTo>
                  <a:lnTo>
                    <a:pt x="38573" y="99552"/>
                  </a:lnTo>
                  <a:lnTo>
                    <a:pt x="38661" y="98383"/>
                  </a:lnTo>
                  <a:lnTo>
                    <a:pt x="38749" y="96497"/>
                  </a:lnTo>
                  <a:lnTo>
                    <a:pt x="38749" y="95868"/>
                  </a:lnTo>
                  <a:lnTo>
                    <a:pt x="38749" y="94969"/>
                  </a:lnTo>
                  <a:lnTo>
                    <a:pt x="38836" y="93442"/>
                  </a:lnTo>
                  <a:lnTo>
                    <a:pt x="38836" y="93262"/>
                  </a:lnTo>
                  <a:lnTo>
                    <a:pt x="38836" y="92184"/>
                  </a:lnTo>
                  <a:lnTo>
                    <a:pt x="38836" y="91106"/>
                  </a:lnTo>
                  <a:lnTo>
                    <a:pt x="38749" y="89309"/>
                  </a:lnTo>
                  <a:lnTo>
                    <a:pt x="38573" y="86613"/>
                  </a:lnTo>
                  <a:lnTo>
                    <a:pt x="38573" y="85266"/>
                  </a:lnTo>
                  <a:lnTo>
                    <a:pt x="38836" y="85535"/>
                  </a:lnTo>
                  <a:lnTo>
                    <a:pt x="40945" y="86164"/>
                  </a:lnTo>
                  <a:lnTo>
                    <a:pt x="43845" y="87152"/>
                  </a:lnTo>
                  <a:lnTo>
                    <a:pt x="47447" y="88320"/>
                  </a:lnTo>
                  <a:lnTo>
                    <a:pt x="50786" y="89219"/>
                  </a:lnTo>
                  <a:lnTo>
                    <a:pt x="53334" y="89758"/>
                  </a:lnTo>
                  <a:lnTo>
                    <a:pt x="55883" y="90297"/>
                  </a:lnTo>
                  <a:lnTo>
                    <a:pt x="67129" y="92364"/>
                  </a:lnTo>
                  <a:lnTo>
                    <a:pt x="76355" y="94071"/>
                  </a:lnTo>
                  <a:lnTo>
                    <a:pt x="86987" y="95958"/>
                  </a:lnTo>
                  <a:lnTo>
                    <a:pt x="87778" y="95958"/>
                  </a:lnTo>
                  <a:lnTo>
                    <a:pt x="88657" y="95958"/>
                  </a:lnTo>
                  <a:lnTo>
                    <a:pt x="90063" y="95958"/>
                  </a:lnTo>
                  <a:lnTo>
                    <a:pt x="91820" y="95778"/>
                  </a:lnTo>
                  <a:lnTo>
                    <a:pt x="93841" y="95598"/>
                  </a:lnTo>
                  <a:lnTo>
                    <a:pt x="96301" y="95329"/>
                  </a:lnTo>
                  <a:lnTo>
                    <a:pt x="97971" y="95149"/>
                  </a:lnTo>
                  <a:lnTo>
                    <a:pt x="98937" y="95059"/>
                  </a:lnTo>
                  <a:lnTo>
                    <a:pt x="99640" y="94969"/>
                  </a:lnTo>
                  <a:lnTo>
                    <a:pt x="101661" y="94700"/>
                  </a:lnTo>
                  <a:lnTo>
                    <a:pt x="107636" y="93981"/>
                  </a:lnTo>
                  <a:lnTo>
                    <a:pt x="108075" y="93981"/>
                  </a:lnTo>
                  <a:lnTo>
                    <a:pt x="114050" y="93262"/>
                  </a:lnTo>
                  <a:lnTo>
                    <a:pt x="116862" y="92903"/>
                  </a:lnTo>
                  <a:lnTo>
                    <a:pt x="119849" y="92454"/>
                  </a:lnTo>
                  <a:lnTo>
                    <a:pt x="120201" y="92454"/>
                  </a:lnTo>
                  <a:lnTo>
                    <a:pt x="128372" y="91465"/>
                  </a:lnTo>
                  <a:lnTo>
                    <a:pt x="132414" y="91016"/>
                  </a:lnTo>
                  <a:lnTo>
                    <a:pt x="135226" y="90657"/>
                  </a:lnTo>
                  <a:lnTo>
                    <a:pt x="136720" y="90477"/>
                  </a:lnTo>
                  <a:lnTo>
                    <a:pt x="136808" y="90657"/>
                  </a:lnTo>
                  <a:lnTo>
                    <a:pt x="138916" y="89758"/>
                  </a:lnTo>
                  <a:lnTo>
                    <a:pt x="139356" y="89489"/>
                  </a:lnTo>
                  <a:lnTo>
                    <a:pt x="139971" y="89309"/>
                  </a:lnTo>
                  <a:lnTo>
                    <a:pt x="147176" y="84457"/>
                  </a:lnTo>
                  <a:lnTo>
                    <a:pt x="152624" y="81762"/>
                  </a:lnTo>
                  <a:lnTo>
                    <a:pt x="156050" y="81762"/>
                  </a:lnTo>
                  <a:lnTo>
                    <a:pt x="160004" y="84098"/>
                  </a:lnTo>
                  <a:lnTo>
                    <a:pt x="162552" y="88680"/>
                  </a:lnTo>
                  <a:lnTo>
                    <a:pt x="172745" y="82301"/>
                  </a:lnTo>
                  <a:lnTo>
                    <a:pt x="174590" y="81222"/>
                  </a:lnTo>
                  <a:lnTo>
                    <a:pt x="197611" y="68015"/>
                  </a:lnTo>
                  <a:lnTo>
                    <a:pt x="200423" y="65319"/>
                  </a:lnTo>
                  <a:lnTo>
                    <a:pt x="197699" y="60378"/>
                  </a:lnTo>
                  <a:lnTo>
                    <a:pt x="197699" y="56424"/>
                  </a:lnTo>
                  <a:lnTo>
                    <a:pt x="198314" y="55616"/>
                  </a:lnTo>
                  <a:lnTo>
                    <a:pt x="199017" y="46631"/>
                  </a:lnTo>
                  <a:lnTo>
                    <a:pt x="198578" y="36658"/>
                  </a:lnTo>
                  <a:lnTo>
                    <a:pt x="197787" y="36658"/>
                  </a:lnTo>
                  <a:lnTo>
                    <a:pt x="197260" y="34771"/>
                  </a:lnTo>
                  <a:lnTo>
                    <a:pt x="199808" y="32345"/>
                  </a:lnTo>
                  <a:lnTo>
                    <a:pt x="199984" y="32435"/>
                  </a:lnTo>
                  <a:lnTo>
                    <a:pt x="208419" y="33962"/>
                  </a:lnTo>
                  <a:lnTo>
                    <a:pt x="211670" y="29739"/>
                  </a:lnTo>
                  <a:lnTo>
                    <a:pt x="211845" y="29829"/>
                  </a:lnTo>
                  <a:lnTo>
                    <a:pt x="214218" y="30997"/>
                  </a:lnTo>
                  <a:lnTo>
                    <a:pt x="214657" y="29829"/>
                  </a:lnTo>
                  <a:lnTo>
                    <a:pt x="216239" y="25966"/>
                  </a:lnTo>
                  <a:lnTo>
                    <a:pt x="217030" y="25337"/>
                  </a:lnTo>
                  <a:lnTo>
                    <a:pt x="218523" y="26505"/>
                  </a:lnTo>
                  <a:lnTo>
                    <a:pt x="219490" y="27134"/>
                  </a:lnTo>
                  <a:lnTo>
                    <a:pt x="219929" y="27493"/>
                  </a:lnTo>
                  <a:lnTo>
                    <a:pt x="225904" y="28931"/>
                  </a:lnTo>
                  <a:lnTo>
                    <a:pt x="227398" y="28841"/>
                  </a:lnTo>
                  <a:lnTo>
                    <a:pt x="228540" y="29380"/>
                  </a:lnTo>
                  <a:lnTo>
                    <a:pt x="229946" y="29829"/>
                  </a:lnTo>
                  <a:lnTo>
                    <a:pt x="230122" y="29829"/>
                  </a:lnTo>
                  <a:lnTo>
                    <a:pt x="231264" y="30099"/>
                  </a:lnTo>
                  <a:lnTo>
                    <a:pt x="232055" y="30189"/>
                  </a:lnTo>
                  <a:lnTo>
                    <a:pt x="234866" y="30189"/>
                  </a:lnTo>
                  <a:lnTo>
                    <a:pt x="235130" y="30368"/>
                  </a:lnTo>
                  <a:lnTo>
                    <a:pt x="237502" y="31806"/>
                  </a:lnTo>
                  <a:lnTo>
                    <a:pt x="239523" y="32614"/>
                  </a:lnTo>
                  <a:lnTo>
                    <a:pt x="239787" y="32704"/>
                  </a:lnTo>
                  <a:lnTo>
                    <a:pt x="241105" y="33154"/>
                  </a:lnTo>
                  <a:lnTo>
                    <a:pt x="241456" y="33333"/>
                  </a:lnTo>
                  <a:lnTo>
                    <a:pt x="242072" y="33693"/>
                  </a:lnTo>
                  <a:lnTo>
                    <a:pt x="244005" y="34771"/>
                  </a:lnTo>
                  <a:lnTo>
                    <a:pt x="244444" y="35220"/>
                  </a:lnTo>
                  <a:lnTo>
                    <a:pt x="245235" y="35939"/>
                  </a:lnTo>
                  <a:lnTo>
                    <a:pt x="245850" y="35490"/>
                  </a:lnTo>
                  <a:lnTo>
                    <a:pt x="246465" y="35490"/>
                  </a:lnTo>
                  <a:lnTo>
                    <a:pt x="246641" y="35400"/>
                  </a:lnTo>
                  <a:lnTo>
                    <a:pt x="249716" y="34951"/>
                  </a:lnTo>
                  <a:lnTo>
                    <a:pt x="252176" y="34411"/>
                  </a:lnTo>
                  <a:lnTo>
                    <a:pt x="254900" y="33064"/>
                  </a:lnTo>
                  <a:lnTo>
                    <a:pt x="254900" y="32884"/>
                  </a:lnTo>
                  <a:lnTo>
                    <a:pt x="254988" y="32435"/>
                  </a:lnTo>
                  <a:lnTo>
                    <a:pt x="255164" y="32255"/>
                  </a:lnTo>
                  <a:lnTo>
                    <a:pt x="264214" y="26505"/>
                  </a:lnTo>
                  <a:lnTo>
                    <a:pt x="266762" y="25067"/>
                  </a:lnTo>
                  <a:lnTo>
                    <a:pt x="266850" y="24888"/>
                  </a:lnTo>
                  <a:lnTo>
                    <a:pt x="267201" y="24169"/>
                  </a:lnTo>
                  <a:lnTo>
                    <a:pt x="267816" y="23450"/>
                  </a:lnTo>
                  <a:lnTo>
                    <a:pt x="267992" y="23180"/>
                  </a:lnTo>
                  <a:lnTo>
                    <a:pt x="268783" y="22282"/>
                  </a:lnTo>
                  <a:lnTo>
                    <a:pt x="269749" y="21024"/>
                  </a:lnTo>
                  <a:lnTo>
                    <a:pt x="270013" y="20844"/>
                  </a:lnTo>
                  <a:lnTo>
                    <a:pt x="270365" y="20485"/>
                  </a:lnTo>
                  <a:lnTo>
                    <a:pt x="270804" y="20215"/>
                  </a:lnTo>
                  <a:lnTo>
                    <a:pt x="271946" y="19407"/>
                  </a:lnTo>
                  <a:lnTo>
                    <a:pt x="274143" y="18329"/>
                  </a:lnTo>
                  <a:lnTo>
                    <a:pt x="277921" y="16172"/>
                  </a:lnTo>
                  <a:lnTo>
                    <a:pt x="288377" y="10152"/>
                  </a:lnTo>
                  <a:lnTo>
                    <a:pt x="293561" y="7187"/>
                  </a:lnTo>
                  <a:lnTo>
                    <a:pt x="297164" y="5121"/>
                  </a:lnTo>
                  <a:lnTo>
                    <a:pt x="300591" y="3144"/>
                  </a:lnTo>
                  <a:lnTo>
                    <a:pt x="306038" y="0"/>
                  </a:lnTo>
                  <a:lnTo>
                    <a:pt x="310959" y="8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43366" y="4179341"/>
              <a:ext cx="709872" cy="1038288"/>
            </a:xfrm>
            <a:custGeom>
              <a:avLst/>
              <a:pathLst>
                <a:path w="709872" h="1038288">
                  <a:moveTo>
                    <a:pt x="401198" y="11590"/>
                  </a:moveTo>
                  <a:lnTo>
                    <a:pt x="406997" y="12488"/>
                  </a:lnTo>
                  <a:lnTo>
                    <a:pt x="410336" y="14914"/>
                  </a:lnTo>
                  <a:lnTo>
                    <a:pt x="413411" y="19137"/>
                  </a:lnTo>
                  <a:lnTo>
                    <a:pt x="416047" y="20305"/>
                  </a:lnTo>
                  <a:lnTo>
                    <a:pt x="419474" y="20215"/>
                  </a:lnTo>
                  <a:lnTo>
                    <a:pt x="421407" y="19586"/>
                  </a:lnTo>
                  <a:lnTo>
                    <a:pt x="422813" y="19047"/>
                  </a:lnTo>
                  <a:lnTo>
                    <a:pt x="428524" y="19497"/>
                  </a:lnTo>
                  <a:lnTo>
                    <a:pt x="432302" y="20754"/>
                  </a:lnTo>
                  <a:lnTo>
                    <a:pt x="440035" y="24708"/>
                  </a:lnTo>
                  <a:lnTo>
                    <a:pt x="441616" y="25516"/>
                  </a:lnTo>
                  <a:lnTo>
                    <a:pt x="448909" y="30638"/>
                  </a:lnTo>
                  <a:lnTo>
                    <a:pt x="438629" y="49236"/>
                  </a:lnTo>
                  <a:lnTo>
                    <a:pt x="434499" y="59030"/>
                  </a:lnTo>
                  <a:lnTo>
                    <a:pt x="433093" y="70081"/>
                  </a:lnTo>
                  <a:lnTo>
                    <a:pt x="434587" y="77988"/>
                  </a:lnTo>
                  <a:lnTo>
                    <a:pt x="435993" y="79695"/>
                  </a:lnTo>
                  <a:lnTo>
                    <a:pt x="436784" y="80414"/>
                  </a:lnTo>
                  <a:lnTo>
                    <a:pt x="440913" y="84277"/>
                  </a:lnTo>
                  <a:lnTo>
                    <a:pt x="443198" y="87961"/>
                  </a:lnTo>
                  <a:lnTo>
                    <a:pt x="449964" y="90657"/>
                  </a:lnTo>
                  <a:lnTo>
                    <a:pt x="457520" y="95059"/>
                  </a:lnTo>
                  <a:lnTo>
                    <a:pt x="460332" y="96766"/>
                  </a:lnTo>
                  <a:lnTo>
                    <a:pt x="462441" y="100180"/>
                  </a:lnTo>
                  <a:lnTo>
                    <a:pt x="464374" y="103145"/>
                  </a:lnTo>
                  <a:lnTo>
                    <a:pt x="466131" y="105571"/>
                  </a:lnTo>
                  <a:lnTo>
                    <a:pt x="468240" y="106829"/>
                  </a:lnTo>
                  <a:lnTo>
                    <a:pt x="473160" y="108536"/>
                  </a:lnTo>
                  <a:lnTo>
                    <a:pt x="474742" y="108986"/>
                  </a:lnTo>
                  <a:lnTo>
                    <a:pt x="491788" y="113388"/>
                  </a:lnTo>
                  <a:lnTo>
                    <a:pt x="495390" y="113388"/>
                  </a:lnTo>
                  <a:lnTo>
                    <a:pt x="498993" y="113568"/>
                  </a:lnTo>
                  <a:lnTo>
                    <a:pt x="504265" y="113927"/>
                  </a:lnTo>
                  <a:lnTo>
                    <a:pt x="506550" y="114107"/>
                  </a:lnTo>
                  <a:lnTo>
                    <a:pt x="509273" y="114826"/>
                  </a:lnTo>
                  <a:lnTo>
                    <a:pt x="511997" y="116713"/>
                  </a:lnTo>
                  <a:lnTo>
                    <a:pt x="514809" y="119947"/>
                  </a:lnTo>
                  <a:lnTo>
                    <a:pt x="515951" y="122373"/>
                  </a:lnTo>
                  <a:lnTo>
                    <a:pt x="516654" y="124260"/>
                  </a:lnTo>
                  <a:lnTo>
                    <a:pt x="519290" y="125787"/>
                  </a:lnTo>
                  <a:lnTo>
                    <a:pt x="529483" y="134053"/>
                  </a:lnTo>
                  <a:lnTo>
                    <a:pt x="536161" y="141960"/>
                  </a:lnTo>
                  <a:lnTo>
                    <a:pt x="536776" y="144566"/>
                  </a:lnTo>
                  <a:lnTo>
                    <a:pt x="537479" y="152023"/>
                  </a:lnTo>
                  <a:lnTo>
                    <a:pt x="537918" y="153910"/>
                  </a:lnTo>
                  <a:lnTo>
                    <a:pt x="538094" y="154629"/>
                  </a:lnTo>
                  <a:lnTo>
                    <a:pt x="541520" y="160648"/>
                  </a:lnTo>
                  <a:lnTo>
                    <a:pt x="546529" y="167297"/>
                  </a:lnTo>
                  <a:lnTo>
                    <a:pt x="548813" y="171610"/>
                  </a:lnTo>
                  <a:lnTo>
                    <a:pt x="551713" y="178708"/>
                  </a:lnTo>
                  <a:lnTo>
                    <a:pt x="554349" y="183739"/>
                  </a:lnTo>
                  <a:lnTo>
                    <a:pt x="556370" y="186435"/>
                  </a:lnTo>
                  <a:lnTo>
                    <a:pt x="560060" y="190388"/>
                  </a:lnTo>
                  <a:lnTo>
                    <a:pt x="570341" y="198295"/>
                  </a:lnTo>
                  <a:lnTo>
                    <a:pt x="574734" y="203866"/>
                  </a:lnTo>
                  <a:lnTo>
                    <a:pt x="575788" y="208627"/>
                  </a:lnTo>
                  <a:lnTo>
                    <a:pt x="575964" y="214108"/>
                  </a:lnTo>
                  <a:lnTo>
                    <a:pt x="578249" y="226867"/>
                  </a:lnTo>
                  <a:lnTo>
                    <a:pt x="578424" y="227316"/>
                  </a:lnTo>
                  <a:lnTo>
                    <a:pt x="578249" y="235312"/>
                  </a:lnTo>
                  <a:lnTo>
                    <a:pt x="581060" y="247801"/>
                  </a:lnTo>
                  <a:lnTo>
                    <a:pt x="582905" y="255349"/>
                  </a:lnTo>
                  <a:lnTo>
                    <a:pt x="589056" y="267927"/>
                  </a:lnTo>
                  <a:lnTo>
                    <a:pt x="600479" y="281584"/>
                  </a:lnTo>
                  <a:lnTo>
                    <a:pt x="616910" y="293444"/>
                  </a:lnTo>
                  <a:lnTo>
                    <a:pt x="632901" y="302699"/>
                  </a:lnTo>
                  <a:lnTo>
                    <a:pt x="644939" y="305394"/>
                  </a:lnTo>
                  <a:lnTo>
                    <a:pt x="659349" y="310965"/>
                  </a:lnTo>
                  <a:lnTo>
                    <a:pt x="672441" y="314289"/>
                  </a:lnTo>
                  <a:lnTo>
                    <a:pt x="675165" y="315188"/>
                  </a:lnTo>
                  <a:lnTo>
                    <a:pt x="682546" y="317703"/>
                  </a:lnTo>
                  <a:lnTo>
                    <a:pt x="686412" y="320040"/>
                  </a:lnTo>
                  <a:lnTo>
                    <a:pt x="689224" y="325610"/>
                  </a:lnTo>
                  <a:lnTo>
                    <a:pt x="690190" y="334415"/>
                  </a:lnTo>
                  <a:lnTo>
                    <a:pt x="689224" y="346724"/>
                  </a:lnTo>
                  <a:lnTo>
                    <a:pt x="692387" y="365054"/>
                  </a:lnTo>
                  <a:lnTo>
                    <a:pt x="695550" y="375566"/>
                  </a:lnTo>
                  <a:lnTo>
                    <a:pt x="697308" y="382035"/>
                  </a:lnTo>
                  <a:lnTo>
                    <a:pt x="702140" y="397489"/>
                  </a:lnTo>
                  <a:lnTo>
                    <a:pt x="705040" y="403599"/>
                  </a:lnTo>
                  <a:lnTo>
                    <a:pt x="706358" y="405306"/>
                  </a:lnTo>
                  <a:lnTo>
                    <a:pt x="708467" y="410517"/>
                  </a:lnTo>
                  <a:lnTo>
                    <a:pt x="709872" y="421568"/>
                  </a:lnTo>
                  <a:lnTo>
                    <a:pt x="709082" y="430104"/>
                  </a:lnTo>
                  <a:lnTo>
                    <a:pt x="708467" y="439718"/>
                  </a:lnTo>
                  <a:lnTo>
                    <a:pt x="701877" y="451218"/>
                  </a:lnTo>
                  <a:lnTo>
                    <a:pt x="692123" y="470625"/>
                  </a:lnTo>
                  <a:lnTo>
                    <a:pt x="685270" y="479880"/>
                  </a:lnTo>
                  <a:lnTo>
                    <a:pt x="682195" y="482665"/>
                  </a:lnTo>
                  <a:lnTo>
                    <a:pt x="679383" y="487697"/>
                  </a:lnTo>
                  <a:lnTo>
                    <a:pt x="678065" y="492279"/>
                  </a:lnTo>
                  <a:lnTo>
                    <a:pt x="677625" y="493806"/>
                  </a:lnTo>
                  <a:lnTo>
                    <a:pt x="677801" y="495424"/>
                  </a:lnTo>
                  <a:lnTo>
                    <a:pt x="678504" y="502701"/>
                  </a:lnTo>
                  <a:lnTo>
                    <a:pt x="683688" y="510249"/>
                  </a:lnTo>
                  <a:lnTo>
                    <a:pt x="688872" y="521120"/>
                  </a:lnTo>
                  <a:lnTo>
                    <a:pt x="691069" y="528847"/>
                  </a:lnTo>
                  <a:lnTo>
                    <a:pt x="691860" y="534508"/>
                  </a:lnTo>
                  <a:lnTo>
                    <a:pt x="692123" y="544301"/>
                  </a:lnTo>
                  <a:lnTo>
                    <a:pt x="689400" y="553106"/>
                  </a:lnTo>
                  <a:lnTo>
                    <a:pt x="687115" y="557149"/>
                  </a:lnTo>
                  <a:lnTo>
                    <a:pt x="682722" y="565146"/>
                  </a:lnTo>
                  <a:lnTo>
                    <a:pt x="680086" y="574131"/>
                  </a:lnTo>
                  <a:lnTo>
                    <a:pt x="677538" y="583295"/>
                  </a:lnTo>
                  <a:lnTo>
                    <a:pt x="676307" y="590483"/>
                  </a:lnTo>
                  <a:lnTo>
                    <a:pt x="674990" y="595874"/>
                  </a:lnTo>
                  <a:lnTo>
                    <a:pt x="673496" y="602253"/>
                  </a:lnTo>
                  <a:lnTo>
                    <a:pt x="672441" y="609441"/>
                  </a:lnTo>
                  <a:lnTo>
                    <a:pt x="670948" y="614203"/>
                  </a:lnTo>
                  <a:lnTo>
                    <a:pt x="667960" y="616629"/>
                  </a:lnTo>
                  <a:lnTo>
                    <a:pt x="665851" y="617617"/>
                  </a:lnTo>
                  <a:lnTo>
                    <a:pt x="664621" y="618156"/>
                  </a:lnTo>
                  <a:lnTo>
                    <a:pt x="658207" y="621121"/>
                  </a:lnTo>
                  <a:lnTo>
                    <a:pt x="655307" y="624536"/>
                  </a:lnTo>
                  <a:lnTo>
                    <a:pt x="651353" y="638193"/>
                  </a:lnTo>
                  <a:lnTo>
                    <a:pt x="644412" y="664339"/>
                  </a:lnTo>
                  <a:lnTo>
                    <a:pt x="639755" y="680242"/>
                  </a:lnTo>
                  <a:lnTo>
                    <a:pt x="632550" y="689316"/>
                  </a:lnTo>
                  <a:lnTo>
                    <a:pt x="626663" y="698391"/>
                  </a:lnTo>
                  <a:lnTo>
                    <a:pt x="620864" y="708634"/>
                  </a:lnTo>
                  <a:lnTo>
                    <a:pt x="614977" y="717439"/>
                  </a:lnTo>
                  <a:lnTo>
                    <a:pt x="613659" y="722470"/>
                  </a:lnTo>
                  <a:lnTo>
                    <a:pt x="615152" y="728490"/>
                  </a:lnTo>
                  <a:lnTo>
                    <a:pt x="621830" y="737295"/>
                  </a:lnTo>
                  <a:lnTo>
                    <a:pt x="623851" y="741249"/>
                  </a:lnTo>
                  <a:lnTo>
                    <a:pt x="626575" y="746730"/>
                  </a:lnTo>
                  <a:lnTo>
                    <a:pt x="627717" y="755175"/>
                  </a:lnTo>
                  <a:lnTo>
                    <a:pt x="628332" y="761375"/>
                  </a:lnTo>
                  <a:lnTo>
                    <a:pt x="627278" y="769192"/>
                  </a:lnTo>
                  <a:lnTo>
                    <a:pt x="626575" y="775122"/>
                  </a:lnTo>
                  <a:lnTo>
                    <a:pt x="626487" y="775301"/>
                  </a:lnTo>
                  <a:lnTo>
                    <a:pt x="624378" y="780513"/>
                  </a:lnTo>
                  <a:lnTo>
                    <a:pt x="622445" y="784646"/>
                  </a:lnTo>
                  <a:lnTo>
                    <a:pt x="621567" y="786802"/>
                  </a:lnTo>
                  <a:lnTo>
                    <a:pt x="621567" y="794080"/>
                  </a:lnTo>
                  <a:lnTo>
                    <a:pt x="623148" y="798213"/>
                  </a:lnTo>
                  <a:lnTo>
                    <a:pt x="627542" y="817171"/>
                  </a:lnTo>
                  <a:lnTo>
                    <a:pt x="631759" y="831636"/>
                  </a:lnTo>
                  <a:lnTo>
                    <a:pt x="636065" y="845832"/>
                  </a:lnTo>
                  <a:lnTo>
                    <a:pt x="637822" y="855626"/>
                  </a:lnTo>
                  <a:lnTo>
                    <a:pt x="637119" y="858771"/>
                  </a:lnTo>
                  <a:lnTo>
                    <a:pt x="583257" y="890397"/>
                  </a:lnTo>
                  <a:lnTo>
                    <a:pt x="573504" y="897585"/>
                  </a:lnTo>
                  <a:lnTo>
                    <a:pt x="558566" y="915734"/>
                  </a:lnTo>
                  <a:lnTo>
                    <a:pt x="545738" y="932177"/>
                  </a:lnTo>
                  <a:lnTo>
                    <a:pt x="537215" y="946193"/>
                  </a:lnTo>
                  <a:lnTo>
                    <a:pt x="530010" y="961018"/>
                  </a:lnTo>
                  <a:lnTo>
                    <a:pt x="525441" y="973058"/>
                  </a:lnTo>
                  <a:lnTo>
                    <a:pt x="498114" y="1011243"/>
                  </a:lnTo>
                  <a:lnTo>
                    <a:pt x="481420" y="1033975"/>
                  </a:lnTo>
                  <a:lnTo>
                    <a:pt x="476675" y="1036850"/>
                  </a:lnTo>
                  <a:lnTo>
                    <a:pt x="474303" y="1038018"/>
                  </a:lnTo>
                  <a:lnTo>
                    <a:pt x="473248" y="1038288"/>
                  </a:lnTo>
                  <a:lnTo>
                    <a:pt x="470612" y="1038108"/>
                  </a:lnTo>
                  <a:lnTo>
                    <a:pt x="446976" y="1028943"/>
                  </a:lnTo>
                  <a:lnTo>
                    <a:pt x="447767" y="1026877"/>
                  </a:lnTo>
                  <a:lnTo>
                    <a:pt x="449612" y="1022025"/>
                  </a:lnTo>
                  <a:lnTo>
                    <a:pt x="451897" y="1016185"/>
                  </a:lnTo>
                  <a:lnTo>
                    <a:pt x="451984" y="1015826"/>
                  </a:lnTo>
                  <a:lnTo>
                    <a:pt x="455499" y="1006751"/>
                  </a:lnTo>
                  <a:lnTo>
                    <a:pt x="456114" y="1005223"/>
                  </a:lnTo>
                  <a:lnTo>
                    <a:pt x="457344" y="1001540"/>
                  </a:lnTo>
                  <a:lnTo>
                    <a:pt x="457696" y="1000012"/>
                  </a:lnTo>
                  <a:lnTo>
                    <a:pt x="457784" y="999473"/>
                  </a:lnTo>
                  <a:lnTo>
                    <a:pt x="458135" y="995699"/>
                  </a:lnTo>
                  <a:lnTo>
                    <a:pt x="458135" y="995250"/>
                  </a:lnTo>
                  <a:lnTo>
                    <a:pt x="451457" y="992914"/>
                  </a:lnTo>
                  <a:lnTo>
                    <a:pt x="438892" y="987164"/>
                  </a:lnTo>
                  <a:lnTo>
                    <a:pt x="435993" y="985816"/>
                  </a:lnTo>
                  <a:lnTo>
                    <a:pt x="434675" y="985277"/>
                  </a:lnTo>
                  <a:lnTo>
                    <a:pt x="433796" y="984828"/>
                  </a:lnTo>
                  <a:lnTo>
                    <a:pt x="432302" y="984109"/>
                  </a:lnTo>
                  <a:lnTo>
                    <a:pt x="420089" y="978538"/>
                  </a:lnTo>
                  <a:lnTo>
                    <a:pt x="408930" y="973417"/>
                  </a:lnTo>
                  <a:lnTo>
                    <a:pt x="399880" y="969284"/>
                  </a:lnTo>
                  <a:lnTo>
                    <a:pt x="394080" y="966768"/>
                  </a:lnTo>
                  <a:lnTo>
                    <a:pt x="387754" y="963803"/>
                  </a:lnTo>
                  <a:lnTo>
                    <a:pt x="386260" y="963174"/>
                  </a:lnTo>
                  <a:lnTo>
                    <a:pt x="385118" y="962635"/>
                  </a:lnTo>
                  <a:lnTo>
                    <a:pt x="384767" y="962545"/>
                  </a:lnTo>
                  <a:lnTo>
                    <a:pt x="383009" y="961557"/>
                  </a:lnTo>
                  <a:lnTo>
                    <a:pt x="381340" y="960389"/>
                  </a:lnTo>
                  <a:lnTo>
                    <a:pt x="379846" y="959221"/>
                  </a:lnTo>
                  <a:lnTo>
                    <a:pt x="378792" y="958233"/>
                  </a:lnTo>
                  <a:lnTo>
                    <a:pt x="378616" y="957963"/>
                  </a:lnTo>
                  <a:lnTo>
                    <a:pt x="377562" y="956885"/>
                  </a:lnTo>
                  <a:lnTo>
                    <a:pt x="376771" y="955986"/>
                  </a:lnTo>
                  <a:lnTo>
                    <a:pt x="375804" y="954729"/>
                  </a:lnTo>
                  <a:lnTo>
                    <a:pt x="374662" y="952752"/>
                  </a:lnTo>
                  <a:lnTo>
                    <a:pt x="372993" y="949877"/>
                  </a:lnTo>
                  <a:lnTo>
                    <a:pt x="372817" y="949338"/>
                  </a:lnTo>
                  <a:lnTo>
                    <a:pt x="372465" y="948709"/>
                  </a:lnTo>
                  <a:lnTo>
                    <a:pt x="371938" y="947541"/>
                  </a:lnTo>
                  <a:lnTo>
                    <a:pt x="371059" y="945205"/>
                  </a:lnTo>
                  <a:lnTo>
                    <a:pt x="370708" y="944396"/>
                  </a:lnTo>
                  <a:lnTo>
                    <a:pt x="369214" y="938825"/>
                  </a:lnTo>
                  <a:lnTo>
                    <a:pt x="367808" y="933614"/>
                  </a:lnTo>
                  <a:lnTo>
                    <a:pt x="367369" y="932177"/>
                  </a:lnTo>
                  <a:lnTo>
                    <a:pt x="366051" y="927235"/>
                  </a:lnTo>
                  <a:lnTo>
                    <a:pt x="364294" y="920766"/>
                  </a:lnTo>
                  <a:lnTo>
                    <a:pt x="363591" y="918070"/>
                  </a:lnTo>
                  <a:lnTo>
                    <a:pt x="362800" y="915375"/>
                  </a:lnTo>
                  <a:lnTo>
                    <a:pt x="361131" y="909086"/>
                  </a:lnTo>
                  <a:lnTo>
                    <a:pt x="360164" y="905402"/>
                  </a:lnTo>
                  <a:lnTo>
                    <a:pt x="359022" y="901448"/>
                  </a:lnTo>
                  <a:lnTo>
                    <a:pt x="358231" y="898843"/>
                  </a:lnTo>
                  <a:lnTo>
                    <a:pt x="354277" y="884198"/>
                  </a:lnTo>
                  <a:lnTo>
                    <a:pt x="352608" y="878178"/>
                  </a:lnTo>
                  <a:lnTo>
                    <a:pt x="352344" y="877100"/>
                  </a:lnTo>
                  <a:lnTo>
                    <a:pt x="351026" y="871080"/>
                  </a:lnTo>
                  <a:lnTo>
                    <a:pt x="350499" y="868474"/>
                  </a:lnTo>
                  <a:lnTo>
                    <a:pt x="350323" y="867755"/>
                  </a:lnTo>
                  <a:lnTo>
                    <a:pt x="349972" y="865958"/>
                  </a:lnTo>
                  <a:lnTo>
                    <a:pt x="349884" y="865779"/>
                  </a:lnTo>
                  <a:lnTo>
                    <a:pt x="349444" y="864521"/>
                  </a:lnTo>
                  <a:lnTo>
                    <a:pt x="349269" y="863892"/>
                  </a:lnTo>
                  <a:lnTo>
                    <a:pt x="348478" y="861825"/>
                  </a:lnTo>
                  <a:lnTo>
                    <a:pt x="347072" y="858501"/>
                  </a:lnTo>
                  <a:lnTo>
                    <a:pt x="346808" y="857962"/>
                  </a:lnTo>
                  <a:lnTo>
                    <a:pt x="346720" y="857872"/>
                  </a:lnTo>
                  <a:lnTo>
                    <a:pt x="346018" y="856165"/>
                  </a:lnTo>
                  <a:lnTo>
                    <a:pt x="344700" y="853649"/>
                  </a:lnTo>
                  <a:lnTo>
                    <a:pt x="344436" y="853020"/>
                  </a:lnTo>
                  <a:lnTo>
                    <a:pt x="343206" y="850594"/>
                  </a:lnTo>
                  <a:lnTo>
                    <a:pt x="341536" y="847539"/>
                  </a:lnTo>
                  <a:lnTo>
                    <a:pt x="339867" y="845293"/>
                  </a:lnTo>
                  <a:lnTo>
                    <a:pt x="337670" y="842149"/>
                  </a:lnTo>
                  <a:lnTo>
                    <a:pt x="335210" y="838824"/>
                  </a:lnTo>
                  <a:lnTo>
                    <a:pt x="333541" y="836578"/>
                  </a:lnTo>
                  <a:lnTo>
                    <a:pt x="332310" y="834781"/>
                  </a:lnTo>
                  <a:lnTo>
                    <a:pt x="328971" y="830109"/>
                  </a:lnTo>
                  <a:lnTo>
                    <a:pt x="328620" y="829660"/>
                  </a:lnTo>
                  <a:lnTo>
                    <a:pt x="325369" y="825437"/>
                  </a:lnTo>
                  <a:lnTo>
                    <a:pt x="324578" y="824448"/>
                  </a:lnTo>
                  <a:lnTo>
                    <a:pt x="317549" y="815194"/>
                  </a:lnTo>
                  <a:lnTo>
                    <a:pt x="313771" y="809893"/>
                  </a:lnTo>
                  <a:lnTo>
                    <a:pt x="303578" y="796146"/>
                  </a:lnTo>
                  <a:lnTo>
                    <a:pt x="300415" y="791294"/>
                  </a:lnTo>
                  <a:lnTo>
                    <a:pt x="297427" y="786353"/>
                  </a:lnTo>
                  <a:lnTo>
                    <a:pt x="294616" y="781231"/>
                  </a:lnTo>
                  <a:lnTo>
                    <a:pt x="288289" y="770539"/>
                  </a:lnTo>
                  <a:lnTo>
                    <a:pt x="284863" y="764699"/>
                  </a:lnTo>
                  <a:lnTo>
                    <a:pt x="278097" y="753558"/>
                  </a:lnTo>
                  <a:lnTo>
                    <a:pt x="274670" y="747628"/>
                  </a:lnTo>
                  <a:lnTo>
                    <a:pt x="271155" y="741608"/>
                  </a:lnTo>
                  <a:lnTo>
                    <a:pt x="269310" y="738553"/>
                  </a:lnTo>
                  <a:lnTo>
                    <a:pt x="268344" y="736846"/>
                  </a:lnTo>
                  <a:lnTo>
                    <a:pt x="265180" y="731455"/>
                  </a:lnTo>
                  <a:lnTo>
                    <a:pt x="259030" y="720943"/>
                  </a:lnTo>
                  <a:lnTo>
                    <a:pt x="252616" y="710161"/>
                  </a:lnTo>
                  <a:lnTo>
                    <a:pt x="243829" y="695157"/>
                  </a:lnTo>
                  <a:lnTo>
                    <a:pt x="241720" y="691832"/>
                  </a:lnTo>
                  <a:lnTo>
                    <a:pt x="241632" y="691652"/>
                  </a:lnTo>
                  <a:lnTo>
                    <a:pt x="240490" y="689766"/>
                  </a:lnTo>
                  <a:lnTo>
                    <a:pt x="237415" y="684375"/>
                  </a:lnTo>
                  <a:lnTo>
                    <a:pt x="234251" y="679164"/>
                  </a:lnTo>
                  <a:lnTo>
                    <a:pt x="231264" y="673773"/>
                  </a:lnTo>
                  <a:lnTo>
                    <a:pt x="229243" y="670538"/>
                  </a:lnTo>
                  <a:lnTo>
                    <a:pt x="226519" y="665776"/>
                  </a:lnTo>
                  <a:lnTo>
                    <a:pt x="223971" y="661374"/>
                  </a:lnTo>
                  <a:lnTo>
                    <a:pt x="215975" y="647896"/>
                  </a:lnTo>
                  <a:lnTo>
                    <a:pt x="211845" y="640978"/>
                  </a:lnTo>
                  <a:lnTo>
                    <a:pt x="211143" y="639630"/>
                  </a:lnTo>
                  <a:lnTo>
                    <a:pt x="210967" y="639181"/>
                  </a:lnTo>
                  <a:lnTo>
                    <a:pt x="210615" y="637923"/>
                  </a:lnTo>
                  <a:lnTo>
                    <a:pt x="210264" y="636845"/>
                  </a:lnTo>
                  <a:lnTo>
                    <a:pt x="209473" y="634419"/>
                  </a:lnTo>
                  <a:lnTo>
                    <a:pt x="209297" y="634060"/>
                  </a:lnTo>
                  <a:lnTo>
                    <a:pt x="208858" y="632442"/>
                  </a:lnTo>
                  <a:lnTo>
                    <a:pt x="208155" y="631185"/>
                  </a:lnTo>
                  <a:lnTo>
                    <a:pt x="203059" y="622649"/>
                  </a:lnTo>
                  <a:lnTo>
                    <a:pt x="196996" y="612766"/>
                  </a:lnTo>
                  <a:lnTo>
                    <a:pt x="193921" y="607015"/>
                  </a:lnTo>
                  <a:lnTo>
                    <a:pt x="192251" y="604230"/>
                  </a:lnTo>
                  <a:lnTo>
                    <a:pt x="191460" y="602972"/>
                  </a:lnTo>
                  <a:lnTo>
                    <a:pt x="183992" y="590034"/>
                  </a:lnTo>
                  <a:lnTo>
                    <a:pt x="180389" y="583834"/>
                  </a:lnTo>
                  <a:lnTo>
                    <a:pt x="179071" y="582037"/>
                  </a:lnTo>
                  <a:lnTo>
                    <a:pt x="178105" y="580690"/>
                  </a:lnTo>
                  <a:lnTo>
                    <a:pt x="177841" y="580330"/>
                  </a:lnTo>
                  <a:lnTo>
                    <a:pt x="172921" y="571974"/>
                  </a:lnTo>
                  <a:lnTo>
                    <a:pt x="167473" y="575119"/>
                  </a:lnTo>
                  <a:lnTo>
                    <a:pt x="164046" y="577096"/>
                  </a:lnTo>
                  <a:lnTo>
                    <a:pt x="160444" y="579162"/>
                  </a:lnTo>
                  <a:lnTo>
                    <a:pt x="155260" y="582127"/>
                  </a:lnTo>
                  <a:lnTo>
                    <a:pt x="144803" y="588147"/>
                  </a:lnTo>
                  <a:lnTo>
                    <a:pt x="141025" y="590303"/>
                  </a:lnTo>
                  <a:lnTo>
                    <a:pt x="138828" y="591472"/>
                  </a:lnTo>
                  <a:lnTo>
                    <a:pt x="137686" y="592190"/>
                  </a:lnTo>
                  <a:lnTo>
                    <a:pt x="137247" y="592460"/>
                  </a:lnTo>
                  <a:lnTo>
                    <a:pt x="136895" y="592819"/>
                  </a:lnTo>
                  <a:lnTo>
                    <a:pt x="136632" y="592999"/>
                  </a:lnTo>
                  <a:lnTo>
                    <a:pt x="135665" y="594257"/>
                  </a:lnTo>
                  <a:lnTo>
                    <a:pt x="134874" y="595155"/>
                  </a:lnTo>
                  <a:lnTo>
                    <a:pt x="134699" y="595425"/>
                  </a:lnTo>
                  <a:lnTo>
                    <a:pt x="133996" y="596233"/>
                  </a:lnTo>
                  <a:lnTo>
                    <a:pt x="133732" y="596862"/>
                  </a:lnTo>
                  <a:lnTo>
                    <a:pt x="133644" y="597042"/>
                  </a:lnTo>
                  <a:lnTo>
                    <a:pt x="131096" y="598480"/>
                  </a:lnTo>
                  <a:lnTo>
                    <a:pt x="122046" y="604230"/>
                  </a:lnTo>
                  <a:lnTo>
                    <a:pt x="121870" y="604410"/>
                  </a:lnTo>
                  <a:lnTo>
                    <a:pt x="121782" y="604859"/>
                  </a:lnTo>
                  <a:lnTo>
                    <a:pt x="121782" y="605039"/>
                  </a:lnTo>
                  <a:lnTo>
                    <a:pt x="119059" y="606386"/>
                  </a:lnTo>
                  <a:lnTo>
                    <a:pt x="116598" y="606925"/>
                  </a:lnTo>
                  <a:lnTo>
                    <a:pt x="113523" y="607375"/>
                  </a:lnTo>
                  <a:lnTo>
                    <a:pt x="113347" y="607465"/>
                  </a:lnTo>
                  <a:lnTo>
                    <a:pt x="112732" y="607465"/>
                  </a:lnTo>
                  <a:lnTo>
                    <a:pt x="112117" y="607914"/>
                  </a:lnTo>
                  <a:lnTo>
                    <a:pt x="111326" y="607195"/>
                  </a:lnTo>
                  <a:lnTo>
                    <a:pt x="110887" y="606746"/>
                  </a:lnTo>
                  <a:lnTo>
                    <a:pt x="108954" y="605668"/>
                  </a:lnTo>
                  <a:lnTo>
                    <a:pt x="108251" y="605218"/>
                  </a:lnTo>
                  <a:lnTo>
                    <a:pt x="107987" y="605128"/>
                  </a:lnTo>
                  <a:lnTo>
                    <a:pt x="106669" y="604679"/>
                  </a:lnTo>
                  <a:lnTo>
                    <a:pt x="106406" y="604589"/>
                  </a:lnTo>
                  <a:lnTo>
                    <a:pt x="104385" y="603781"/>
                  </a:lnTo>
                  <a:lnTo>
                    <a:pt x="102012" y="602343"/>
                  </a:lnTo>
                  <a:lnTo>
                    <a:pt x="101749" y="602163"/>
                  </a:lnTo>
                  <a:lnTo>
                    <a:pt x="98937" y="602163"/>
                  </a:lnTo>
                  <a:lnTo>
                    <a:pt x="98146" y="602074"/>
                  </a:lnTo>
                  <a:lnTo>
                    <a:pt x="97004" y="601804"/>
                  </a:lnTo>
                  <a:lnTo>
                    <a:pt x="96828" y="601804"/>
                  </a:lnTo>
                  <a:lnTo>
                    <a:pt x="95422" y="601355"/>
                  </a:lnTo>
                  <a:lnTo>
                    <a:pt x="94280" y="600816"/>
                  </a:lnTo>
                  <a:lnTo>
                    <a:pt x="92786" y="600906"/>
                  </a:lnTo>
                  <a:lnTo>
                    <a:pt x="86812" y="599468"/>
                  </a:lnTo>
                  <a:lnTo>
                    <a:pt x="86372" y="599109"/>
                  </a:lnTo>
                  <a:lnTo>
                    <a:pt x="85406" y="598480"/>
                  </a:lnTo>
                  <a:lnTo>
                    <a:pt x="83912" y="597312"/>
                  </a:lnTo>
                  <a:lnTo>
                    <a:pt x="83121" y="596683"/>
                  </a:lnTo>
                  <a:lnTo>
                    <a:pt x="81891" y="594886"/>
                  </a:lnTo>
                  <a:lnTo>
                    <a:pt x="81715" y="594167"/>
                  </a:lnTo>
                  <a:lnTo>
                    <a:pt x="80573" y="592100"/>
                  </a:lnTo>
                  <a:lnTo>
                    <a:pt x="78991" y="591741"/>
                  </a:lnTo>
                  <a:lnTo>
                    <a:pt x="76971" y="592100"/>
                  </a:lnTo>
                  <a:lnTo>
                    <a:pt x="75213" y="586440"/>
                  </a:lnTo>
                  <a:lnTo>
                    <a:pt x="73192" y="580061"/>
                  </a:lnTo>
                  <a:lnTo>
                    <a:pt x="73280" y="578354"/>
                  </a:lnTo>
                  <a:lnTo>
                    <a:pt x="73719" y="574670"/>
                  </a:lnTo>
                  <a:lnTo>
                    <a:pt x="75037" y="572244"/>
                  </a:lnTo>
                  <a:lnTo>
                    <a:pt x="76531" y="569908"/>
                  </a:lnTo>
                  <a:lnTo>
                    <a:pt x="78113" y="568201"/>
                  </a:lnTo>
                  <a:lnTo>
                    <a:pt x="78816" y="564517"/>
                  </a:lnTo>
                  <a:lnTo>
                    <a:pt x="78376" y="562091"/>
                  </a:lnTo>
                  <a:lnTo>
                    <a:pt x="77761" y="560294"/>
                  </a:lnTo>
                  <a:lnTo>
                    <a:pt x="76795" y="555892"/>
                  </a:lnTo>
                  <a:lnTo>
                    <a:pt x="75916" y="554364"/>
                  </a:lnTo>
                  <a:lnTo>
                    <a:pt x="74510" y="552657"/>
                  </a:lnTo>
                  <a:lnTo>
                    <a:pt x="73456" y="549602"/>
                  </a:lnTo>
                  <a:lnTo>
                    <a:pt x="72929" y="549333"/>
                  </a:lnTo>
                  <a:lnTo>
                    <a:pt x="71171" y="546098"/>
                  </a:lnTo>
                  <a:lnTo>
                    <a:pt x="69063" y="542953"/>
                  </a:lnTo>
                  <a:lnTo>
                    <a:pt x="67832" y="541516"/>
                  </a:lnTo>
                  <a:lnTo>
                    <a:pt x="67129" y="539809"/>
                  </a:lnTo>
                  <a:lnTo>
                    <a:pt x="67569" y="538281"/>
                  </a:lnTo>
                  <a:lnTo>
                    <a:pt x="67129" y="537473"/>
                  </a:lnTo>
                  <a:lnTo>
                    <a:pt x="67920" y="535586"/>
                  </a:lnTo>
                  <a:lnTo>
                    <a:pt x="68447" y="534508"/>
                  </a:lnTo>
                  <a:lnTo>
                    <a:pt x="68799" y="533879"/>
                  </a:lnTo>
                  <a:lnTo>
                    <a:pt x="70381" y="534508"/>
                  </a:lnTo>
                  <a:lnTo>
                    <a:pt x="72226" y="534597"/>
                  </a:lnTo>
                  <a:lnTo>
                    <a:pt x="71611" y="529476"/>
                  </a:lnTo>
                  <a:lnTo>
                    <a:pt x="70381" y="527949"/>
                  </a:lnTo>
                  <a:lnTo>
                    <a:pt x="70381" y="522109"/>
                  </a:lnTo>
                  <a:lnTo>
                    <a:pt x="65811" y="520312"/>
                  </a:lnTo>
                  <a:lnTo>
                    <a:pt x="65021" y="516448"/>
                  </a:lnTo>
                  <a:lnTo>
                    <a:pt x="62473" y="512764"/>
                  </a:lnTo>
                  <a:lnTo>
                    <a:pt x="61594" y="510249"/>
                  </a:lnTo>
                  <a:lnTo>
                    <a:pt x="61330" y="508541"/>
                  </a:lnTo>
                  <a:lnTo>
                    <a:pt x="61770" y="505936"/>
                  </a:lnTo>
                  <a:lnTo>
                    <a:pt x="62033" y="505037"/>
                  </a:lnTo>
                  <a:lnTo>
                    <a:pt x="61857" y="503600"/>
                  </a:lnTo>
                  <a:lnTo>
                    <a:pt x="62121" y="502611"/>
                  </a:lnTo>
                  <a:lnTo>
                    <a:pt x="62560" y="502072"/>
                  </a:lnTo>
                  <a:lnTo>
                    <a:pt x="62648" y="499646"/>
                  </a:lnTo>
                  <a:lnTo>
                    <a:pt x="62824" y="498838"/>
                  </a:lnTo>
                  <a:lnTo>
                    <a:pt x="62912" y="497939"/>
                  </a:lnTo>
                  <a:lnTo>
                    <a:pt x="63088" y="496951"/>
                  </a:lnTo>
                  <a:lnTo>
                    <a:pt x="62912" y="496142"/>
                  </a:lnTo>
                  <a:lnTo>
                    <a:pt x="63088" y="493627"/>
                  </a:lnTo>
                  <a:lnTo>
                    <a:pt x="62033" y="490482"/>
                  </a:lnTo>
                  <a:lnTo>
                    <a:pt x="61682" y="487337"/>
                  </a:lnTo>
                  <a:lnTo>
                    <a:pt x="61506" y="485900"/>
                  </a:lnTo>
                  <a:lnTo>
                    <a:pt x="61330" y="482665"/>
                  </a:lnTo>
                  <a:lnTo>
                    <a:pt x="59134" y="480419"/>
                  </a:lnTo>
                  <a:lnTo>
                    <a:pt x="57903" y="476555"/>
                  </a:lnTo>
                  <a:lnTo>
                    <a:pt x="58431" y="470446"/>
                  </a:lnTo>
                  <a:lnTo>
                    <a:pt x="58958" y="468828"/>
                  </a:lnTo>
                  <a:lnTo>
                    <a:pt x="59573" y="465863"/>
                  </a:lnTo>
                  <a:lnTo>
                    <a:pt x="59309" y="463977"/>
                  </a:lnTo>
                  <a:lnTo>
                    <a:pt x="57991" y="461730"/>
                  </a:lnTo>
                  <a:lnTo>
                    <a:pt x="56410" y="459754"/>
                  </a:lnTo>
                  <a:lnTo>
                    <a:pt x="55619" y="459125"/>
                  </a:lnTo>
                  <a:lnTo>
                    <a:pt x="54301" y="458586"/>
                  </a:lnTo>
                  <a:lnTo>
                    <a:pt x="53686" y="456879"/>
                  </a:lnTo>
                  <a:lnTo>
                    <a:pt x="54301" y="456250"/>
                  </a:lnTo>
                  <a:lnTo>
                    <a:pt x="53159" y="454722"/>
                  </a:lnTo>
                  <a:lnTo>
                    <a:pt x="51841" y="452566"/>
                  </a:lnTo>
                  <a:lnTo>
                    <a:pt x="50523" y="450499"/>
                  </a:lnTo>
                  <a:lnTo>
                    <a:pt x="50962" y="450140"/>
                  </a:lnTo>
                  <a:lnTo>
                    <a:pt x="50611" y="445558"/>
                  </a:lnTo>
                  <a:lnTo>
                    <a:pt x="48502" y="441784"/>
                  </a:lnTo>
                  <a:lnTo>
                    <a:pt x="48326" y="441515"/>
                  </a:lnTo>
                  <a:lnTo>
                    <a:pt x="47975" y="440886"/>
                  </a:lnTo>
                  <a:lnTo>
                    <a:pt x="47535" y="440077"/>
                  </a:lnTo>
                  <a:lnTo>
                    <a:pt x="47272" y="439448"/>
                  </a:lnTo>
                  <a:lnTo>
                    <a:pt x="46569" y="437471"/>
                  </a:lnTo>
                  <a:lnTo>
                    <a:pt x="45954" y="436573"/>
                  </a:lnTo>
                  <a:lnTo>
                    <a:pt x="45602" y="435854"/>
                  </a:lnTo>
                  <a:lnTo>
                    <a:pt x="45514" y="435674"/>
                  </a:lnTo>
                  <a:lnTo>
                    <a:pt x="44811" y="433877"/>
                  </a:lnTo>
                  <a:lnTo>
                    <a:pt x="44108" y="431721"/>
                  </a:lnTo>
                  <a:lnTo>
                    <a:pt x="44284" y="429744"/>
                  </a:lnTo>
                  <a:lnTo>
                    <a:pt x="45163" y="428666"/>
                  </a:lnTo>
                  <a:lnTo>
                    <a:pt x="44811" y="428307"/>
                  </a:lnTo>
                  <a:lnTo>
                    <a:pt x="44372" y="427498"/>
                  </a:lnTo>
                  <a:lnTo>
                    <a:pt x="44548" y="427318"/>
                  </a:lnTo>
                  <a:lnTo>
                    <a:pt x="44899" y="427049"/>
                  </a:lnTo>
                  <a:lnTo>
                    <a:pt x="40770" y="421209"/>
                  </a:lnTo>
                  <a:lnTo>
                    <a:pt x="40418" y="420760"/>
                  </a:lnTo>
                  <a:lnTo>
                    <a:pt x="41033" y="419771"/>
                  </a:lnTo>
                  <a:lnTo>
                    <a:pt x="41472" y="418693"/>
                  </a:lnTo>
                  <a:lnTo>
                    <a:pt x="41736" y="417795"/>
                  </a:lnTo>
                  <a:lnTo>
                    <a:pt x="41736" y="416716"/>
                  </a:lnTo>
                  <a:lnTo>
                    <a:pt x="41736" y="416447"/>
                  </a:lnTo>
                  <a:lnTo>
                    <a:pt x="41736" y="416087"/>
                  </a:lnTo>
                  <a:lnTo>
                    <a:pt x="41736" y="415818"/>
                  </a:lnTo>
                  <a:lnTo>
                    <a:pt x="41736" y="415548"/>
                  </a:lnTo>
                  <a:lnTo>
                    <a:pt x="41648" y="414830"/>
                  </a:lnTo>
                  <a:lnTo>
                    <a:pt x="41560" y="414201"/>
                  </a:lnTo>
                  <a:lnTo>
                    <a:pt x="41297" y="413572"/>
                  </a:lnTo>
                  <a:lnTo>
                    <a:pt x="41033" y="413033"/>
                  </a:lnTo>
                  <a:lnTo>
                    <a:pt x="40682" y="412314"/>
                  </a:lnTo>
                  <a:lnTo>
                    <a:pt x="40418" y="411775"/>
                  </a:lnTo>
                  <a:lnTo>
                    <a:pt x="40154" y="411325"/>
                  </a:lnTo>
                  <a:lnTo>
                    <a:pt x="40067" y="411146"/>
                  </a:lnTo>
                  <a:lnTo>
                    <a:pt x="39627" y="410786"/>
                  </a:lnTo>
                  <a:lnTo>
                    <a:pt x="39100" y="410427"/>
                  </a:lnTo>
                  <a:lnTo>
                    <a:pt x="38397" y="410157"/>
                  </a:lnTo>
                  <a:lnTo>
                    <a:pt x="37518" y="409888"/>
                  </a:lnTo>
                  <a:lnTo>
                    <a:pt x="35937" y="409349"/>
                  </a:lnTo>
                  <a:lnTo>
                    <a:pt x="35146" y="409079"/>
                  </a:lnTo>
                  <a:lnTo>
                    <a:pt x="34180" y="408540"/>
                  </a:lnTo>
                  <a:lnTo>
                    <a:pt x="33037" y="407372"/>
                  </a:lnTo>
                  <a:lnTo>
                    <a:pt x="32510" y="406743"/>
                  </a:lnTo>
                  <a:lnTo>
                    <a:pt x="31983" y="405935"/>
                  </a:lnTo>
                  <a:lnTo>
                    <a:pt x="31456" y="405036"/>
                  </a:lnTo>
                  <a:lnTo>
                    <a:pt x="30665" y="404227"/>
                  </a:lnTo>
                  <a:lnTo>
                    <a:pt x="29171" y="403329"/>
                  </a:lnTo>
                  <a:lnTo>
                    <a:pt x="30665" y="400184"/>
                  </a:lnTo>
                  <a:lnTo>
                    <a:pt x="31719" y="397669"/>
                  </a:lnTo>
                  <a:lnTo>
                    <a:pt x="32422" y="395961"/>
                  </a:lnTo>
                  <a:lnTo>
                    <a:pt x="32862" y="394793"/>
                  </a:lnTo>
                  <a:lnTo>
                    <a:pt x="33828" y="392367"/>
                  </a:lnTo>
                  <a:lnTo>
                    <a:pt x="35410" y="387965"/>
                  </a:lnTo>
                  <a:lnTo>
                    <a:pt x="36025" y="386437"/>
                  </a:lnTo>
                  <a:lnTo>
                    <a:pt x="38661" y="380148"/>
                  </a:lnTo>
                  <a:lnTo>
                    <a:pt x="38836" y="379609"/>
                  </a:lnTo>
                  <a:lnTo>
                    <a:pt x="39276" y="379160"/>
                  </a:lnTo>
                  <a:lnTo>
                    <a:pt x="41912" y="376914"/>
                  </a:lnTo>
                  <a:lnTo>
                    <a:pt x="42703" y="376285"/>
                  </a:lnTo>
                  <a:lnTo>
                    <a:pt x="44548" y="374667"/>
                  </a:lnTo>
                  <a:lnTo>
                    <a:pt x="45339" y="374038"/>
                  </a:lnTo>
                  <a:lnTo>
                    <a:pt x="45163" y="373949"/>
                  </a:lnTo>
                  <a:lnTo>
                    <a:pt x="43581" y="372331"/>
                  </a:lnTo>
                  <a:lnTo>
                    <a:pt x="43318" y="372152"/>
                  </a:lnTo>
                  <a:lnTo>
                    <a:pt x="48238" y="367479"/>
                  </a:lnTo>
                  <a:lnTo>
                    <a:pt x="50259" y="365593"/>
                  </a:lnTo>
                  <a:lnTo>
                    <a:pt x="50523" y="365413"/>
                  </a:lnTo>
                  <a:lnTo>
                    <a:pt x="41560" y="358135"/>
                  </a:lnTo>
                  <a:lnTo>
                    <a:pt x="35585" y="352744"/>
                  </a:lnTo>
                  <a:lnTo>
                    <a:pt x="34531" y="351846"/>
                  </a:lnTo>
                  <a:lnTo>
                    <a:pt x="32422" y="350229"/>
                  </a:lnTo>
                  <a:lnTo>
                    <a:pt x="21087" y="340435"/>
                  </a:lnTo>
                  <a:lnTo>
                    <a:pt x="16782" y="336572"/>
                  </a:lnTo>
                  <a:lnTo>
                    <a:pt x="16167" y="336033"/>
                  </a:lnTo>
                  <a:lnTo>
                    <a:pt x="15903" y="335763"/>
                  </a:lnTo>
                  <a:lnTo>
                    <a:pt x="14234" y="334325"/>
                  </a:lnTo>
                  <a:lnTo>
                    <a:pt x="13970" y="334056"/>
                  </a:lnTo>
                  <a:lnTo>
                    <a:pt x="10719" y="331181"/>
                  </a:lnTo>
                  <a:lnTo>
                    <a:pt x="10016" y="330642"/>
                  </a:lnTo>
                  <a:lnTo>
                    <a:pt x="8874" y="329653"/>
                  </a:lnTo>
                  <a:lnTo>
                    <a:pt x="0" y="322555"/>
                  </a:lnTo>
                  <a:lnTo>
                    <a:pt x="175" y="322376"/>
                  </a:lnTo>
                  <a:lnTo>
                    <a:pt x="966" y="321477"/>
                  </a:lnTo>
                  <a:lnTo>
                    <a:pt x="2987" y="319231"/>
                  </a:lnTo>
                  <a:lnTo>
                    <a:pt x="3602" y="318512"/>
                  </a:lnTo>
                  <a:lnTo>
                    <a:pt x="4832" y="317164"/>
                  </a:lnTo>
                  <a:lnTo>
                    <a:pt x="5096" y="316895"/>
                  </a:lnTo>
                  <a:lnTo>
                    <a:pt x="7205" y="314559"/>
                  </a:lnTo>
                  <a:lnTo>
                    <a:pt x="9665" y="311684"/>
                  </a:lnTo>
                  <a:lnTo>
                    <a:pt x="9841" y="311504"/>
                  </a:lnTo>
                  <a:lnTo>
                    <a:pt x="12125" y="312313"/>
                  </a:lnTo>
                  <a:lnTo>
                    <a:pt x="13443" y="312852"/>
                  </a:lnTo>
                  <a:lnTo>
                    <a:pt x="14673" y="313031"/>
                  </a:lnTo>
                  <a:lnTo>
                    <a:pt x="15728" y="313121"/>
                  </a:lnTo>
                  <a:lnTo>
                    <a:pt x="16958" y="313031"/>
                  </a:lnTo>
                  <a:lnTo>
                    <a:pt x="18451" y="312941"/>
                  </a:lnTo>
                  <a:lnTo>
                    <a:pt x="19418" y="312852"/>
                  </a:lnTo>
                  <a:lnTo>
                    <a:pt x="19682" y="312582"/>
                  </a:lnTo>
                  <a:lnTo>
                    <a:pt x="20033" y="310066"/>
                  </a:lnTo>
                  <a:lnTo>
                    <a:pt x="20121" y="309887"/>
                  </a:lnTo>
                  <a:lnTo>
                    <a:pt x="19945" y="309707"/>
                  </a:lnTo>
                  <a:lnTo>
                    <a:pt x="20121" y="307730"/>
                  </a:lnTo>
                  <a:lnTo>
                    <a:pt x="23284" y="302968"/>
                  </a:lnTo>
                  <a:lnTo>
                    <a:pt x="23987" y="302699"/>
                  </a:lnTo>
                  <a:lnTo>
                    <a:pt x="26711" y="299105"/>
                  </a:lnTo>
                  <a:lnTo>
                    <a:pt x="28820" y="299105"/>
                  </a:lnTo>
                  <a:lnTo>
                    <a:pt x="28820" y="297847"/>
                  </a:lnTo>
                  <a:lnTo>
                    <a:pt x="27326" y="296140"/>
                  </a:lnTo>
                  <a:lnTo>
                    <a:pt x="27150" y="293085"/>
                  </a:lnTo>
                  <a:lnTo>
                    <a:pt x="27150" y="290479"/>
                  </a:lnTo>
                  <a:lnTo>
                    <a:pt x="26887" y="289042"/>
                  </a:lnTo>
                  <a:lnTo>
                    <a:pt x="25832" y="287425"/>
                  </a:lnTo>
                  <a:lnTo>
                    <a:pt x="25305" y="286257"/>
                  </a:lnTo>
                  <a:lnTo>
                    <a:pt x="25129" y="284729"/>
                  </a:lnTo>
                  <a:lnTo>
                    <a:pt x="24690" y="281405"/>
                  </a:lnTo>
                  <a:lnTo>
                    <a:pt x="23987" y="277002"/>
                  </a:lnTo>
                  <a:lnTo>
                    <a:pt x="23548" y="273318"/>
                  </a:lnTo>
                  <a:lnTo>
                    <a:pt x="23196" y="272150"/>
                  </a:lnTo>
                  <a:lnTo>
                    <a:pt x="27326" y="270084"/>
                  </a:lnTo>
                  <a:lnTo>
                    <a:pt x="26008" y="266490"/>
                  </a:lnTo>
                  <a:lnTo>
                    <a:pt x="27150" y="265322"/>
                  </a:lnTo>
                  <a:lnTo>
                    <a:pt x="27677" y="262626"/>
                  </a:lnTo>
                  <a:lnTo>
                    <a:pt x="29962" y="261638"/>
                  </a:lnTo>
                  <a:lnTo>
                    <a:pt x="30841" y="258943"/>
                  </a:lnTo>
                  <a:lnTo>
                    <a:pt x="28732" y="257864"/>
                  </a:lnTo>
                  <a:lnTo>
                    <a:pt x="29610" y="254720"/>
                  </a:lnTo>
                  <a:lnTo>
                    <a:pt x="32071" y="255708"/>
                  </a:lnTo>
                  <a:lnTo>
                    <a:pt x="32774" y="253731"/>
                  </a:lnTo>
                  <a:lnTo>
                    <a:pt x="27238" y="251216"/>
                  </a:lnTo>
                  <a:lnTo>
                    <a:pt x="28292" y="248430"/>
                  </a:lnTo>
                  <a:lnTo>
                    <a:pt x="28205" y="247262"/>
                  </a:lnTo>
                  <a:lnTo>
                    <a:pt x="28732" y="244297"/>
                  </a:lnTo>
                  <a:lnTo>
                    <a:pt x="30577" y="243399"/>
                  </a:lnTo>
                  <a:lnTo>
                    <a:pt x="31631" y="240164"/>
                  </a:lnTo>
                  <a:lnTo>
                    <a:pt x="31807" y="237289"/>
                  </a:lnTo>
                  <a:lnTo>
                    <a:pt x="33828" y="236211"/>
                  </a:lnTo>
                  <a:lnTo>
                    <a:pt x="34004" y="233695"/>
                  </a:lnTo>
                  <a:lnTo>
                    <a:pt x="34531" y="231808"/>
                  </a:lnTo>
                  <a:lnTo>
                    <a:pt x="35322" y="228394"/>
                  </a:lnTo>
                  <a:lnTo>
                    <a:pt x="36025" y="223093"/>
                  </a:lnTo>
                  <a:lnTo>
                    <a:pt x="36113" y="221296"/>
                  </a:lnTo>
                  <a:lnTo>
                    <a:pt x="35849" y="219050"/>
                  </a:lnTo>
                  <a:lnTo>
                    <a:pt x="36816" y="213659"/>
                  </a:lnTo>
                  <a:lnTo>
                    <a:pt x="38309" y="211592"/>
                  </a:lnTo>
                  <a:lnTo>
                    <a:pt x="39803" y="207999"/>
                  </a:lnTo>
                  <a:lnTo>
                    <a:pt x="43757" y="204764"/>
                  </a:lnTo>
                  <a:lnTo>
                    <a:pt x="45954" y="204225"/>
                  </a:lnTo>
                  <a:lnTo>
                    <a:pt x="53598" y="199193"/>
                  </a:lnTo>
                  <a:lnTo>
                    <a:pt x="57113" y="194252"/>
                  </a:lnTo>
                  <a:lnTo>
                    <a:pt x="56761" y="190838"/>
                  </a:lnTo>
                  <a:lnTo>
                    <a:pt x="56322" y="189220"/>
                  </a:lnTo>
                  <a:lnTo>
                    <a:pt x="57728" y="186255"/>
                  </a:lnTo>
                  <a:lnTo>
                    <a:pt x="59749" y="184279"/>
                  </a:lnTo>
                  <a:lnTo>
                    <a:pt x="62560" y="179157"/>
                  </a:lnTo>
                  <a:lnTo>
                    <a:pt x="63791" y="177989"/>
                  </a:lnTo>
                  <a:lnTo>
                    <a:pt x="65636" y="175473"/>
                  </a:lnTo>
                  <a:lnTo>
                    <a:pt x="66075" y="174575"/>
                  </a:lnTo>
                  <a:lnTo>
                    <a:pt x="66778" y="173227"/>
                  </a:lnTo>
                  <a:lnTo>
                    <a:pt x="67042" y="172688"/>
                  </a:lnTo>
                  <a:lnTo>
                    <a:pt x="67657" y="172059"/>
                  </a:lnTo>
                  <a:lnTo>
                    <a:pt x="68272" y="171790"/>
                  </a:lnTo>
                  <a:lnTo>
                    <a:pt x="69414" y="169184"/>
                  </a:lnTo>
                  <a:lnTo>
                    <a:pt x="70205" y="167028"/>
                  </a:lnTo>
                  <a:lnTo>
                    <a:pt x="70996" y="165051"/>
                  </a:lnTo>
                  <a:lnTo>
                    <a:pt x="72226" y="161008"/>
                  </a:lnTo>
                  <a:lnTo>
                    <a:pt x="72401" y="158312"/>
                  </a:lnTo>
                  <a:lnTo>
                    <a:pt x="73632" y="155797"/>
                  </a:lnTo>
                  <a:lnTo>
                    <a:pt x="75916" y="154539"/>
                  </a:lnTo>
                  <a:lnTo>
                    <a:pt x="79167" y="153011"/>
                  </a:lnTo>
                  <a:lnTo>
                    <a:pt x="81188" y="153461"/>
                  </a:lnTo>
                  <a:lnTo>
                    <a:pt x="81979" y="151933"/>
                  </a:lnTo>
                  <a:lnTo>
                    <a:pt x="82858" y="151484"/>
                  </a:lnTo>
                  <a:lnTo>
                    <a:pt x="83297" y="151574"/>
                  </a:lnTo>
                  <a:lnTo>
                    <a:pt x="83560" y="150585"/>
                  </a:lnTo>
                  <a:lnTo>
                    <a:pt x="87778" y="149597"/>
                  </a:lnTo>
                  <a:lnTo>
                    <a:pt x="88569" y="150585"/>
                  </a:lnTo>
                  <a:lnTo>
                    <a:pt x="90326" y="149058"/>
                  </a:lnTo>
                  <a:lnTo>
                    <a:pt x="90150" y="148699"/>
                  </a:lnTo>
                  <a:lnTo>
                    <a:pt x="92171" y="147441"/>
                  </a:lnTo>
                  <a:lnTo>
                    <a:pt x="93577" y="143937"/>
                  </a:lnTo>
                  <a:lnTo>
                    <a:pt x="94192" y="141960"/>
                  </a:lnTo>
                  <a:lnTo>
                    <a:pt x="97531" y="139714"/>
                  </a:lnTo>
                  <a:lnTo>
                    <a:pt x="98674" y="138905"/>
                  </a:lnTo>
                  <a:lnTo>
                    <a:pt x="99728" y="138366"/>
                  </a:lnTo>
                  <a:lnTo>
                    <a:pt x="100870" y="136839"/>
                  </a:lnTo>
                  <a:lnTo>
                    <a:pt x="101397" y="136300"/>
                  </a:lnTo>
                  <a:lnTo>
                    <a:pt x="102628" y="135311"/>
                  </a:lnTo>
                  <a:lnTo>
                    <a:pt x="103243" y="134592"/>
                  </a:lnTo>
                  <a:lnTo>
                    <a:pt x="103858" y="133694"/>
                  </a:lnTo>
                  <a:lnTo>
                    <a:pt x="104297" y="133065"/>
                  </a:lnTo>
                  <a:lnTo>
                    <a:pt x="104736" y="132706"/>
                  </a:lnTo>
                  <a:lnTo>
                    <a:pt x="105000" y="132795"/>
                  </a:lnTo>
                  <a:lnTo>
                    <a:pt x="106845" y="132256"/>
                  </a:lnTo>
                  <a:lnTo>
                    <a:pt x="108251" y="132166"/>
                  </a:lnTo>
                  <a:lnTo>
                    <a:pt x="108778" y="131448"/>
                  </a:lnTo>
                  <a:lnTo>
                    <a:pt x="108866" y="130909"/>
                  </a:lnTo>
                  <a:lnTo>
                    <a:pt x="109217" y="130459"/>
                  </a:lnTo>
                  <a:lnTo>
                    <a:pt x="111063" y="129561"/>
                  </a:lnTo>
                  <a:lnTo>
                    <a:pt x="113084" y="129291"/>
                  </a:lnTo>
                  <a:lnTo>
                    <a:pt x="114841" y="129651"/>
                  </a:lnTo>
                  <a:lnTo>
                    <a:pt x="116686" y="129561"/>
                  </a:lnTo>
                  <a:lnTo>
                    <a:pt x="118883" y="128573"/>
                  </a:lnTo>
                  <a:lnTo>
                    <a:pt x="120201" y="127944"/>
                  </a:lnTo>
                  <a:lnTo>
                    <a:pt x="123628" y="127494"/>
                  </a:lnTo>
                  <a:lnTo>
                    <a:pt x="126000" y="127045"/>
                  </a:lnTo>
                  <a:lnTo>
                    <a:pt x="127318" y="126596"/>
                  </a:lnTo>
                  <a:lnTo>
                    <a:pt x="128548" y="123182"/>
                  </a:lnTo>
                  <a:lnTo>
                    <a:pt x="129163" y="122732"/>
                  </a:lnTo>
                  <a:lnTo>
                    <a:pt x="131184" y="123182"/>
                  </a:lnTo>
                  <a:lnTo>
                    <a:pt x="133908" y="123272"/>
                  </a:lnTo>
                  <a:lnTo>
                    <a:pt x="135490" y="122373"/>
                  </a:lnTo>
                  <a:lnTo>
                    <a:pt x="136808" y="120666"/>
                  </a:lnTo>
                  <a:lnTo>
                    <a:pt x="137774" y="119318"/>
                  </a:lnTo>
                  <a:lnTo>
                    <a:pt x="137598" y="118959"/>
                  </a:lnTo>
                  <a:lnTo>
                    <a:pt x="137247" y="118420"/>
                  </a:lnTo>
                  <a:lnTo>
                    <a:pt x="136720" y="116084"/>
                  </a:lnTo>
                  <a:lnTo>
                    <a:pt x="136105" y="114377"/>
                  </a:lnTo>
                  <a:lnTo>
                    <a:pt x="135841" y="113927"/>
                  </a:lnTo>
                  <a:lnTo>
                    <a:pt x="141201" y="111232"/>
                  </a:lnTo>
                  <a:lnTo>
                    <a:pt x="141992" y="109255"/>
                  </a:lnTo>
                  <a:lnTo>
                    <a:pt x="146385" y="104224"/>
                  </a:lnTo>
                  <a:lnTo>
                    <a:pt x="146561" y="100091"/>
                  </a:lnTo>
                  <a:lnTo>
                    <a:pt x="144364" y="96766"/>
                  </a:lnTo>
                  <a:lnTo>
                    <a:pt x="143046" y="91196"/>
                  </a:lnTo>
                  <a:lnTo>
                    <a:pt x="143222" y="86793"/>
                  </a:lnTo>
                  <a:lnTo>
                    <a:pt x="144891" y="81941"/>
                  </a:lnTo>
                  <a:lnTo>
                    <a:pt x="147264" y="77718"/>
                  </a:lnTo>
                  <a:lnTo>
                    <a:pt x="151130" y="73855"/>
                  </a:lnTo>
                  <a:lnTo>
                    <a:pt x="155523" y="70261"/>
                  </a:lnTo>
                  <a:lnTo>
                    <a:pt x="157983" y="67116"/>
                  </a:lnTo>
                  <a:lnTo>
                    <a:pt x="161322" y="62354"/>
                  </a:lnTo>
                  <a:lnTo>
                    <a:pt x="162816" y="57772"/>
                  </a:lnTo>
                  <a:lnTo>
                    <a:pt x="165540" y="50494"/>
                  </a:lnTo>
                  <a:lnTo>
                    <a:pt x="170285" y="44115"/>
                  </a:lnTo>
                  <a:lnTo>
                    <a:pt x="174854" y="39084"/>
                  </a:lnTo>
                  <a:lnTo>
                    <a:pt x="185222" y="29110"/>
                  </a:lnTo>
                  <a:lnTo>
                    <a:pt x="191900" y="28931"/>
                  </a:lnTo>
                  <a:lnTo>
                    <a:pt x="198490" y="29919"/>
                  </a:lnTo>
                  <a:lnTo>
                    <a:pt x="211055" y="31896"/>
                  </a:lnTo>
                  <a:lnTo>
                    <a:pt x="214130" y="32435"/>
                  </a:lnTo>
                  <a:lnTo>
                    <a:pt x="217469" y="33513"/>
                  </a:lnTo>
                  <a:lnTo>
                    <a:pt x="221862" y="33513"/>
                  </a:lnTo>
                  <a:lnTo>
                    <a:pt x="226343" y="34951"/>
                  </a:lnTo>
                  <a:lnTo>
                    <a:pt x="235833" y="40701"/>
                  </a:lnTo>
                  <a:lnTo>
                    <a:pt x="238733" y="41240"/>
                  </a:lnTo>
                  <a:lnTo>
                    <a:pt x="250946" y="38634"/>
                  </a:lnTo>
                  <a:lnTo>
                    <a:pt x="265795" y="38994"/>
                  </a:lnTo>
                  <a:lnTo>
                    <a:pt x="273703" y="38634"/>
                  </a:lnTo>
                  <a:lnTo>
                    <a:pt x="282051" y="36029"/>
                  </a:lnTo>
                  <a:lnTo>
                    <a:pt x="290662" y="30728"/>
                  </a:lnTo>
                  <a:lnTo>
                    <a:pt x="293298" y="29200"/>
                  </a:lnTo>
                  <a:lnTo>
                    <a:pt x="293473" y="29110"/>
                  </a:lnTo>
                  <a:lnTo>
                    <a:pt x="299888" y="27224"/>
                  </a:lnTo>
                  <a:lnTo>
                    <a:pt x="300063" y="27134"/>
                  </a:lnTo>
                  <a:lnTo>
                    <a:pt x="307796" y="26325"/>
                  </a:lnTo>
                  <a:lnTo>
                    <a:pt x="312365" y="24618"/>
                  </a:lnTo>
                  <a:lnTo>
                    <a:pt x="314649" y="23360"/>
                  </a:lnTo>
                  <a:lnTo>
                    <a:pt x="325281" y="17340"/>
                  </a:lnTo>
                  <a:lnTo>
                    <a:pt x="333277" y="15364"/>
                  </a:lnTo>
                  <a:lnTo>
                    <a:pt x="333628" y="15184"/>
                  </a:lnTo>
                  <a:lnTo>
                    <a:pt x="338549" y="13207"/>
                  </a:lnTo>
                  <a:lnTo>
                    <a:pt x="341624" y="13117"/>
                  </a:lnTo>
                  <a:lnTo>
                    <a:pt x="344700" y="13117"/>
                  </a:lnTo>
                  <a:lnTo>
                    <a:pt x="351817" y="12219"/>
                  </a:lnTo>
                  <a:lnTo>
                    <a:pt x="356649" y="8445"/>
                  </a:lnTo>
                  <a:lnTo>
                    <a:pt x="359725" y="3144"/>
                  </a:lnTo>
                  <a:lnTo>
                    <a:pt x="361921" y="1078"/>
                  </a:lnTo>
                  <a:lnTo>
                    <a:pt x="362536" y="449"/>
                  </a:lnTo>
                  <a:lnTo>
                    <a:pt x="363591" y="718"/>
                  </a:lnTo>
                  <a:lnTo>
                    <a:pt x="368072" y="2066"/>
                  </a:lnTo>
                  <a:lnTo>
                    <a:pt x="373871" y="2785"/>
                  </a:lnTo>
                  <a:lnTo>
                    <a:pt x="378265" y="898"/>
                  </a:lnTo>
                  <a:lnTo>
                    <a:pt x="380285" y="718"/>
                  </a:lnTo>
                  <a:lnTo>
                    <a:pt x="384942" y="0"/>
                  </a:lnTo>
                  <a:lnTo>
                    <a:pt x="390566" y="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121259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32232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3898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4871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95427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6400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192024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192024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2267712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97819" y="22677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127748" y="26151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26151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296265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296265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328416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127748" y="335584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897819" y="335584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34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37490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37856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16052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16052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4507992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897819" y="45079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27748" y="485546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897819" y="485546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127748" y="520293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97819" y="520293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127748" y="5568696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27748" y="55961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897819" y="559612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4206240" cy="4224528"/>
            <a:chOff x="45262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5333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4201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6930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5389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3653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5507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2884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2390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1535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117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659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7193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8859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9633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6499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092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0887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8440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8571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537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836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7419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9231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7441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826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171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7873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890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5431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0442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7739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5692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8575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723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9033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1029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0896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8676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0039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068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0976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5589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6363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67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1394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2873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0611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0199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495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3186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2992984" y="5870448"/>
            <a:ext cx="137160" cy="13716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02712" y="580644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7972" y="5870448"/>
            <a:ext cx="137160" cy="13716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657700" y="5806440"/>
            <a:ext cx="97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21960" y="5870448"/>
            <a:ext cx="137160" cy="13716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31688" y="5806440"/>
            <a:ext cx="97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5948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05676" y="58064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84236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93964" y="580644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8908" y="1508760"/>
            <a:ext cx="7315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104388" y="1508760"/>
            <a:ext cx="5760720" cy="4224528"/>
            <a:chOff x="3104388" y="1508760"/>
            <a:chExt cx="5760720" cy="4224528"/>
          </a:xfrm>
        </p:grpSpPr>
        <p:sp>
          <p:nvSpPr>
            <p:cNvPr id="59" name="pg3"/>
            <p:cNvSpPr/>
            <p:nvPr/>
          </p:nvSpPr>
          <p:spPr>
            <a:xfrm>
              <a:off x="5484279" y="1825490"/>
              <a:ext cx="434203" cy="585098"/>
            </a:xfrm>
            <a:custGeom>
              <a:avLst/>
              <a:pathLst>
                <a:path w="434203" h="585098">
                  <a:moveTo>
                    <a:pt x="126902" y="38403"/>
                  </a:moveTo>
                  <a:lnTo>
                    <a:pt x="128243" y="39903"/>
                  </a:lnTo>
                  <a:lnTo>
                    <a:pt x="130036" y="41908"/>
                  </a:lnTo>
                  <a:lnTo>
                    <a:pt x="132582" y="44754"/>
                  </a:lnTo>
                  <a:lnTo>
                    <a:pt x="133758" y="46068"/>
                  </a:lnTo>
                  <a:lnTo>
                    <a:pt x="134150" y="46842"/>
                  </a:lnTo>
                  <a:lnTo>
                    <a:pt x="134561" y="47653"/>
                  </a:lnTo>
                  <a:lnTo>
                    <a:pt x="136565" y="51603"/>
                  </a:lnTo>
                  <a:lnTo>
                    <a:pt x="136931" y="52327"/>
                  </a:lnTo>
                  <a:lnTo>
                    <a:pt x="139304" y="57007"/>
                  </a:lnTo>
                  <a:lnTo>
                    <a:pt x="139793" y="57970"/>
                  </a:lnTo>
                  <a:lnTo>
                    <a:pt x="142317" y="62949"/>
                  </a:lnTo>
                  <a:lnTo>
                    <a:pt x="143065" y="64424"/>
                  </a:lnTo>
                  <a:lnTo>
                    <a:pt x="145178" y="68592"/>
                  </a:lnTo>
                  <a:lnTo>
                    <a:pt x="146223" y="70653"/>
                  </a:lnTo>
                  <a:lnTo>
                    <a:pt x="148178" y="74509"/>
                  </a:lnTo>
                  <a:lnTo>
                    <a:pt x="149622" y="77355"/>
                  </a:lnTo>
                  <a:lnTo>
                    <a:pt x="151131" y="80332"/>
                  </a:lnTo>
                  <a:lnTo>
                    <a:pt x="153425" y="84857"/>
                  </a:lnTo>
                  <a:lnTo>
                    <a:pt x="155002" y="87966"/>
                  </a:lnTo>
                  <a:lnTo>
                    <a:pt x="156863" y="91638"/>
                  </a:lnTo>
                  <a:lnTo>
                    <a:pt x="158811" y="95479"/>
                  </a:lnTo>
                  <a:lnTo>
                    <a:pt x="160296" y="98407"/>
                  </a:lnTo>
                  <a:lnTo>
                    <a:pt x="162249" y="102260"/>
                  </a:lnTo>
                  <a:lnTo>
                    <a:pt x="163642" y="105008"/>
                  </a:lnTo>
                  <a:lnTo>
                    <a:pt x="165681" y="109029"/>
                  </a:lnTo>
                  <a:lnTo>
                    <a:pt x="166886" y="111406"/>
                  </a:lnTo>
                  <a:lnTo>
                    <a:pt x="169028" y="115630"/>
                  </a:lnTo>
                  <a:lnTo>
                    <a:pt x="170090" y="117725"/>
                  </a:lnTo>
                  <a:lnTo>
                    <a:pt x="172272" y="122028"/>
                  </a:lnTo>
                  <a:lnTo>
                    <a:pt x="173380" y="124213"/>
                  </a:lnTo>
                  <a:lnTo>
                    <a:pt x="175390" y="128178"/>
                  </a:lnTo>
                  <a:lnTo>
                    <a:pt x="175818" y="129021"/>
                  </a:lnTo>
                  <a:lnTo>
                    <a:pt x="176397" y="130164"/>
                  </a:lnTo>
                  <a:lnTo>
                    <a:pt x="179042" y="134720"/>
                  </a:lnTo>
                  <a:lnTo>
                    <a:pt x="182343" y="140405"/>
                  </a:lnTo>
                  <a:lnTo>
                    <a:pt x="187968" y="150093"/>
                  </a:lnTo>
                  <a:lnTo>
                    <a:pt x="196096" y="161171"/>
                  </a:lnTo>
                  <a:lnTo>
                    <a:pt x="196967" y="162357"/>
                  </a:lnTo>
                  <a:lnTo>
                    <a:pt x="204991" y="169191"/>
                  </a:lnTo>
                  <a:lnTo>
                    <a:pt x="205966" y="170022"/>
                  </a:lnTo>
                  <a:lnTo>
                    <a:pt x="228250" y="182286"/>
                  </a:lnTo>
                  <a:lnTo>
                    <a:pt x="232558" y="185129"/>
                  </a:lnTo>
                  <a:lnTo>
                    <a:pt x="226655" y="196203"/>
                  </a:lnTo>
                  <a:lnTo>
                    <a:pt x="213155" y="221529"/>
                  </a:lnTo>
                  <a:lnTo>
                    <a:pt x="212776" y="222230"/>
                  </a:lnTo>
                  <a:lnTo>
                    <a:pt x="212274" y="223158"/>
                  </a:lnTo>
                  <a:lnTo>
                    <a:pt x="215909" y="225288"/>
                  </a:lnTo>
                  <a:lnTo>
                    <a:pt x="240476" y="239684"/>
                  </a:lnTo>
                  <a:lnTo>
                    <a:pt x="238535" y="244920"/>
                  </a:lnTo>
                  <a:lnTo>
                    <a:pt x="240035" y="249081"/>
                  </a:lnTo>
                  <a:lnTo>
                    <a:pt x="246034" y="261126"/>
                  </a:lnTo>
                  <a:lnTo>
                    <a:pt x="250810" y="268410"/>
                  </a:lnTo>
                  <a:lnTo>
                    <a:pt x="260174" y="282692"/>
                  </a:lnTo>
                  <a:lnTo>
                    <a:pt x="314814" y="366026"/>
                  </a:lnTo>
                  <a:lnTo>
                    <a:pt x="317797" y="370873"/>
                  </a:lnTo>
                  <a:lnTo>
                    <a:pt x="323170" y="379604"/>
                  </a:lnTo>
                  <a:lnTo>
                    <a:pt x="350199" y="422193"/>
                  </a:lnTo>
                  <a:lnTo>
                    <a:pt x="350355" y="422439"/>
                  </a:lnTo>
                  <a:lnTo>
                    <a:pt x="374594" y="460634"/>
                  </a:lnTo>
                  <a:lnTo>
                    <a:pt x="376059" y="462889"/>
                  </a:lnTo>
                  <a:lnTo>
                    <a:pt x="401280" y="501723"/>
                  </a:lnTo>
                  <a:lnTo>
                    <a:pt x="406742" y="510134"/>
                  </a:lnTo>
                  <a:lnTo>
                    <a:pt x="407591" y="511442"/>
                  </a:lnTo>
                  <a:lnTo>
                    <a:pt x="434203" y="552160"/>
                  </a:lnTo>
                  <a:lnTo>
                    <a:pt x="433745" y="552440"/>
                  </a:lnTo>
                  <a:lnTo>
                    <a:pt x="433160" y="552797"/>
                  </a:lnTo>
                  <a:lnTo>
                    <a:pt x="431601" y="553748"/>
                  </a:lnTo>
                  <a:lnTo>
                    <a:pt x="424565" y="558040"/>
                  </a:lnTo>
                  <a:lnTo>
                    <a:pt x="421471" y="559928"/>
                  </a:lnTo>
                  <a:lnTo>
                    <a:pt x="417231" y="562514"/>
                  </a:lnTo>
                  <a:lnTo>
                    <a:pt x="415276" y="563707"/>
                  </a:lnTo>
                  <a:lnTo>
                    <a:pt x="411186" y="566202"/>
                  </a:lnTo>
                  <a:lnTo>
                    <a:pt x="408012" y="568139"/>
                  </a:lnTo>
                  <a:lnTo>
                    <a:pt x="399649" y="573241"/>
                  </a:lnTo>
                  <a:lnTo>
                    <a:pt x="396734" y="575020"/>
                  </a:lnTo>
                  <a:lnTo>
                    <a:pt x="387317" y="580764"/>
                  </a:lnTo>
                  <a:lnTo>
                    <a:pt x="383397" y="583156"/>
                  </a:lnTo>
                  <a:lnTo>
                    <a:pt x="381749" y="584162"/>
                  </a:lnTo>
                  <a:lnTo>
                    <a:pt x="380214" y="585098"/>
                  </a:lnTo>
                  <a:lnTo>
                    <a:pt x="379856" y="584529"/>
                  </a:lnTo>
                  <a:lnTo>
                    <a:pt x="379530" y="584010"/>
                  </a:lnTo>
                  <a:lnTo>
                    <a:pt x="379365" y="583748"/>
                  </a:lnTo>
                  <a:lnTo>
                    <a:pt x="379027" y="583210"/>
                  </a:lnTo>
                  <a:lnTo>
                    <a:pt x="378775" y="582810"/>
                  </a:lnTo>
                  <a:lnTo>
                    <a:pt x="378489" y="582355"/>
                  </a:lnTo>
                  <a:lnTo>
                    <a:pt x="378326" y="582094"/>
                  </a:lnTo>
                  <a:lnTo>
                    <a:pt x="378061" y="581674"/>
                  </a:lnTo>
                  <a:lnTo>
                    <a:pt x="377791" y="581243"/>
                  </a:lnTo>
                  <a:lnTo>
                    <a:pt x="377503" y="580785"/>
                  </a:lnTo>
                  <a:lnTo>
                    <a:pt x="377232" y="580354"/>
                  </a:lnTo>
                  <a:lnTo>
                    <a:pt x="376673" y="579464"/>
                  </a:lnTo>
                  <a:lnTo>
                    <a:pt x="376419" y="579061"/>
                  </a:lnTo>
                  <a:lnTo>
                    <a:pt x="376184" y="578688"/>
                  </a:lnTo>
                  <a:lnTo>
                    <a:pt x="375877" y="578199"/>
                  </a:lnTo>
                  <a:lnTo>
                    <a:pt x="375651" y="577840"/>
                  </a:lnTo>
                  <a:lnTo>
                    <a:pt x="375524" y="577637"/>
                  </a:lnTo>
                  <a:lnTo>
                    <a:pt x="374968" y="576752"/>
                  </a:lnTo>
                  <a:lnTo>
                    <a:pt x="374634" y="576222"/>
                  </a:lnTo>
                  <a:lnTo>
                    <a:pt x="374508" y="576020"/>
                  </a:lnTo>
                  <a:lnTo>
                    <a:pt x="374063" y="575312"/>
                  </a:lnTo>
                  <a:lnTo>
                    <a:pt x="373733" y="574788"/>
                  </a:lnTo>
                  <a:lnTo>
                    <a:pt x="373629" y="574622"/>
                  </a:lnTo>
                  <a:lnTo>
                    <a:pt x="372971" y="573575"/>
                  </a:lnTo>
                  <a:lnTo>
                    <a:pt x="372320" y="572539"/>
                  </a:lnTo>
                  <a:lnTo>
                    <a:pt x="372224" y="572387"/>
                  </a:lnTo>
                  <a:lnTo>
                    <a:pt x="371858" y="571804"/>
                  </a:lnTo>
                  <a:lnTo>
                    <a:pt x="371765" y="571657"/>
                  </a:lnTo>
                  <a:lnTo>
                    <a:pt x="370749" y="570041"/>
                  </a:lnTo>
                  <a:lnTo>
                    <a:pt x="370040" y="568912"/>
                  </a:lnTo>
                  <a:lnTo>
                    <a:pt x="369643" y="568280"/>
                  </a:lnTo>
                  <a:lnTo>
                    <a:pt x="369159" y="567511"/>
                  </a:lnTo>
                  <a:lnTo>
                    <a:pt x="368702" y="566784"/>
                  </a:lnTo>
                  <a:lnTo>
                    <a:pt x="367207" y="564406"/>
                  </a:lnTo>
                  <a:lnTo>
                    <a:pt x="366197" y="562798"/>
                  </a:lnTo>
                  <a:lnTo>
                    <a:pt x="364991" y="560879"/>
                  </a:lnTo>
                  <a:lnTo>
                    <a:pt x="363604" y="558672"/>
                  </a:lnTo>
                  <a:lnTo>
                    <a:pt x="362606" y="557084"/>
                  </a:lnTo>
                  <a:lnTo>
                    <a:pt x="361843" y="555871"/>
                  </a:lnTo>
                  <a:lnTo>
                    <a:pt x="361051" y="554610"/>
                  </a:lnTo>
                  <a:lnTo>
                    <a:pt x="358046" y="549830"/>
                  </a:lnTo>
                  <a:lnTo>
                    <a:pt x="357342" y="548710"/>
                  </a:lnTo>
                  <a:lnTo>
                    <a:pt x="356781" y="547817"/>
                  </a:lnTo>
                  <a:lnTo>
                    <a:pt x="356616" y="547555"/>
                  </a:lnTo>
                  <a:lnTo>
                    <a:pt x="355086" y="545120"/>
                  </a:lnTo>
                  <a:lnTo>
                    <a:pt x="352326" y="540729"/>
                  </a:lnTo>
                  <a:lnTo>
                    <a:pt x="352179" y="540495"/>
                  </a:lnTo>
                  <a:lnTo>
                    <a:pt x="352071" y="540324"/>
                  </a:lnTo>
                  <a:lnTo>
                    <a:pt x="350754" y="538634"/>
                  </a:lnTo>
                  <a:lnTo>
                    <a:pt x="350368" y="538139"/>
                  </a:lnTo>
                  <a:lnTo>
                    <a:pt x="346479" y="533148"/>
                  </a:lnTo>
                  <a:lnTo>
                    <a:pt x="346351" y="532984"/>
                  </a:lnTo>
                  <a:lnTo>
                    <a:pt x="346072" y="532676"/>
                  </a:lnTo>
                  <a:lnTo>
                    <a:pt x="345790" y="532363"/>
                  </a:lnTo>
                  <a:lnTo>
                    <a:pt x="344954" y="531437"/>
                  </a:lnTo>
                  <a:lnTo>
                    <a:pt x="343798" y="530157"/>
                  </a:lnTo>
                  <a:lnTo>
                    <a:pt x="343552" y="529884"/>
                  </a:lnTo>
                  <a:lnTo>
                    <a:pt x="341508" y="527621"/>
                  </a:lnTo>
                  <a:lnTo>
                    <a:pt x="340148" y="526114"/>
                  </a:lnTo>
                  <a:lnTo>
                    <a:pt x="339886" y="525896"/>
                  </a:lnTo>
                  <a:lnTo>
                    <a:pt x="338224" y="524509"/>
                  </a:lnTo>
                  <a:lnTo>
                    <a:pt x="335627" y="522342"/>
                  </a:lnTo>
                  <a:lnTo>
                    <a:pt x="331419" y="518832"/>
                  </a:lnTo>
                  <a:lnTo>
                    <a:pt x="331115" y="518578"/>
                  </a:lnTo>
                  <a:lnTo>
                    <a:pt x="330828" y="518339"/>
                  </a:lnTo>
                  <a:lnTo>
                    <a:pt x="329351" y="516830"/>
                  </a:lnTo>
                  <a:lnTo>
                    <a:pt x="326706" y="514126"/>
                  </a:lnTo>
                  <a:lnTo>
                    <a:pt x="322604" y="509934"/>
                  </a:lnTo>
                  <a:lnTo>
                    <a:pt x="321661" y="508970"/>
                  </a:lnTo>
                  <a:lnTo>
                    <a:pt x="320634" y="507920"/>
                  </a:lnTo>
                  <a:lnTo>
                    <a:pt x="319371" y="506630"/>
                  </a:lnTo>
                  <a:lnTo>
                    <a:pt x="318733" y="505977"/>
                  </a:lnTo>
                  <a:lnTo>
                    <a:pt x="317542" y="504759"/>
                  </a:lnTo>
                  <a:lnTo>
                    <a:pt x="315315" y="502483"/>
                  </a:lnTo>
                  <a:lnTo>
                    <a:pt x="313904" y="500411"/>
                  </a:lnTo>
                  <a:lnTo>
                    <a:pt x="312893" y="498925"/>
                  </a:lnTo>
                  <a:lnTo>
                    <a:pt x="311105" y="496298"/>
                  </a:lnTo>
                  <a:lnTo>
                    <a:pt x="310297" y="495110"/>
                  </a:lnTo>
                  <a:lnTo>
                    <a:pt x="308807" y="492920"/>
                  </a:lnTo>
                  <a:lnTo>
                    <a:pt x="307724" y="491329"/>
                  </a:lnTo>
                  <a:lnTo>
                    <a:pt x="306045" y="488863"/>
                  </a:lnTo>
                  <a:lnTo>
                    <a:pt x="304901" y="487181"/>
                  </a:lnTo>
                  <a:lnTo>
                    <a:pt x="304333" y="486347"/>
                  </a:lnTo>
                  <a:lnTo>
                    <a:pt x="303629" y="485234"/>
                  </a:lnTo>
                  <a:lnTo>
                    <a:pt x="301524" y="481908"/>
                  </a:lnTo>
                  <a:lnTo>
                    <a:pt x="300856" y="480850"/>
                  </a:lnTo>
                  <a:lnTo>
                    <a:pt x="299911" y="479357"/>
                  </a:lnTo>
                  <a:lnTo>
                    <a:pt x="299179" y="478200"/>
                  </a:lnTo>
                  <a:lnTo>
                    <a:pt x="297776" y="475984"/>
                  </a:lnTo>
                  <a:lnTo>
                    <a:pt x="297147" y="474989"/>
                  </a:lnTo>
                  <a:lnTo>
                    <a:pt x="296580" y="474092"/>
                  </a:lnTo>
                  <a:lnTo>
                    <a:pt x="295435" y="472284"/>
                  </a:lnTo>
                  <a:lnTo>
                    <a:pt x="294874" y="471397"/>
                  </a:lnTo>
                  <a:lnTo>
                    <a:pt x="293215" y="468774"/>
                  </a:lnTo>
                  <a:lnTo>
                    <a:pt x="291698" y="466376"/>
                  </a:lnTo>
                  <a:lnTo>
                    <a:pt x="289874" y="463493"/>
                  </a:lnTo>
                  <a:lnTo>
                    <a:pt x="289030" y="462160"/>
                  </a:lnTo>
                  <a:lnTo>
                    <a:pt x="287719" y="460087"/>
                  </a:lnTo>
                  <a:lnTo>
                    <a:pt x="287500" y="459742"/>
                  </a:lnTo>
                  <a:lnTo>
                    <a:pt x="287245" y="459339"/>
                  </a:lnTo>
                  <a:lnTo>
                    <a:pt x="286952" y="458875"/>
                  </a:lnTo>
                  <a:lnTo>
                    <a:pt x="285381" y="456392"/>
                  </a:lnTo>
                  <a:lnTo>
                    <a:pt x="282362" y="451621"/>
                  </a:lnTo>
                  <a:lnTo>
                    <a:pt x="280867" y="449259"/>
                  </a:lnTo>
                  <a:lnTo>
                    <a:pt x="280416" y="448546"/>
                  </a:lnTo>
                  <a:lnTo>
                    <a:pt x="278309" y="445216"/>
                  </a:lnTo>
                  <a:lnTo>
                    <a:pt x="276967" y="443094"/>
                  </a:lnTo>
                  <a:lnTo>
                    <a:pt x="275953" y="441492"/>
                  </a:lnTo>
                  <a:lnTo>
                    <a:pt x="275832" y="441304"/>
                  </a:lnTo>
                  <a:lnTo>
                    <a:pt x="275264" y="440424"/>
                  </a:lnTo>
                  <a:lnTo>
                    <a:pt x="274153" y="438705"/>
                  </a:lnTo>
                  <a:lnTo>
                    <a:pt x="272384" y="435964"/>
                  </a:lnTo>
                  <a:lnTo>
                    <a:pt x="269949" y="432193"/>
                  </a:lnTo>
                  <a:lnTo>
                    <a:pt x="269827" y="432004"/>
                  </a:lnTo>
                  <a:lnTo>
                    <a:pt x="268806" y="430424"/>
                  </a:lnTo>
                  <a:lnTo>
                    <a:pt x="268114" y="429352"/>
                  </a:lnTo>
                  <a:lnTo>
                    <a:pt x="265154" y="424768"/>
                  </a:lnTo>
                  <a:lnTo>
                    <a:pt x="264073" y="423094"/>
                  </a:lnTo>
                  <a:lnTo>
                    <a:pt x="263118" y="421614"/>
                  </a:lnTo>
                  <a:lnTo>
                    <a:pt x="262766" y="421069"/>
                  </a:lnTo>
                  <a:lnTo>
                    <a:pt x="261422" y="418988"/>
                  </a:lnTo>
                  <a:lnTo>
                    <a:pt x="260885" y="418156"/>
                  </a:lnTo>
                  <a:lnTo>
                    <a:pt x="259849" y="416551"/>
                  </a:lnTo>
                  <a:lnTo>
                    <a:pt x="259605" y="416173"/>
                  </a:lnTo>
                  <a:lnTo>
                    <a:pt x="257035" y="412194"/>
                  </a:lnTo>
                  <a:lnTo>
                    <a:pt x="256238" y="410959"/>
                  </a:lnTo>
                  <a:lnTo>
                    <a:pt x="255803" y="410287"/>
                  </a:lnTo>
                  <a:lnTo>
                    <a:pt x="254841" y="408796"/>
                  </a:lnTo>
                  <a:lnTo>
                    <a:pt x="254477" y="408233"/>
                  </a:lnTo>
                  <a:lnTo>
                    <a:pt x="254320" y="407990"/>
                  </a:lnTo>
                  <a:lnTo>
                    <a:pt x="253879" y="407306"/>
                  </a:lnTo>
                  <a:lnTo>
                    <a:pt x="253308" y="406423"/>
                  </a:lnTo>
                  <a:lnTo>
                    <a:pt x="250895" y="402685"/>
                  </a:lnTo>
                  <a:lnTo>
                    <a:pt x="250216" y="401634"/>
                  </a:lnTo>
                  <a:lnTo>
                    <a:pt x="248147" y="398429"/>
                  </a:lnTo>
                  <a:lnTo>
                    <a:pt x="247036" y="396709"/>
                  </a:lnTo>
                  <a:lnTo>
                    <a:pt x="246544" y="395947"/>
                  </a:lnTo>
                  <a:lnTo>
                    <a:pt x="246338" y="395627"/>
                  </a:lnTo>
                  <a:lnTo>
                    <a:pt x="244683" y="393065"/>
                  </a:lnTo>
                  <a:lnTo>
                    <a:pt x="243294" y="390913"/>
                  </a:lnTo>
                  <a:lnTo>
                    <a:pt x="242410" y="389544"/>
                  </a:lnTo>
                  <a:lnTo>
                    <a:pt x="242194" y="389211"/>
                  </a:lnTo>
                  <a:lnTo>
                    <a:pt x="239797" y="385498"/>
                  </a:lnTo>
                  <a:lnTo>
                    <a:pt x="239631" y="385240"/>
                  </a:lnTo>
                  <a:lnTo>
                    <a:pt x="238887" y="384089"/>
                  </a:lnTo>
                  <a:lnTo>
                    <a:pt x="236465" y="380338"/>
                  </a:lnTo>
                  <a:lnTo>
                    <a:pt x="236033" y="379668"/>
                  </a:lnTo>
                  <a:lnTo>
                    <a:pt x="234943" y="377981"/>
                  </a:lnTo>
                  <a:lnTo>
                    <a:pt x="234765" y="377705"/>
                  </a:lnTo>
                  <a:lnTo>
                    <a:pt x="233616" y="375925"/>
                  </a:lnTo>
                  <a:lnTo>
                    <a:pt x="233519" y="375775"/>
                  </a:lnTo>
                  <a:lnTo>
                    <a:pt x="233030" y="375018"/>
                  </a:lnTo>
                  <a:lnTo>
                    <a:pt x="231964" y="373367"/>
                  </a:lnTo>
                  <a:lnTo>
                    <a:pt x="230793" y="371554"/>
                  </a:lnTo>
                  <a:lnTo>
                    <a:pt x="229911" y="370188"/>
                  </a:lnTo>
                  <a:lnTo>
                    <a:pt x="229487" y="369530"/>
                  </a:lnTo>
                  <a:lnTo>
                    <a:pt x="228613" y="368177"/>
                  </a:lnTo>
                  <a:lnTo>
                    <a:pt x="228017" y="367254"/>
                  </a:lnTo>
                  <a:lnTo>
                    <a:pt x="227805" y="366926"/>
                  </a:lnTo>
                  <a:lnTo>
                    <a:pt x="227710" y="366779"/>
                  </a:lnTo>
                  <a:lnTo>
                    <a:pt x="227614" y="366630"/>
                  </a:lnTo>
                  <a:lnTo>
                    <a:pt x="227486" y="366432"/>
                  </a:lnTo>
                  <a:lnTo>
                    <a:pt x="226972" y="365636"/>
                  </a:lnTo>
                  <a:lnTo>
                    <a:pt x="226248" y="364515"/>
                  </a:lnTo>
                  <a:lnTo>
                    <a:pt x="226128" y="364328"/>
                  </a:lnTo>
                  <a:lnTo>
                    <a:pt x="225850" y="363897"/>
                  </a:lnTo>
                  <a:lnTo>
                    <a:pt x="225284" y="363022"/>
                  </a:lnTo>
                  <a:lnTo>
                    <a:pt x="224990" y="362566"/>
                  </a:lnTo>
                  <a:lnTo>
                    <a:pt x="224820" y="362303"/>
                  </a:lnTo>
                  <a:lnTo>
                    <a:pt x="224631" y="362010"/>
                  </a:lnTo>
                  <a:lnTo>
                    <a:pt x="224547" y="361881"/>
                  </a:lnTo>
                  <a:lnTo>
                    <a:pt x="224368" y="361604"/>
                  </a:lnTo>
                  <a:lnTo>
                    <a:pt x="224177" y="361307"/>
                  </a:lnTo>
                  <a:lnTo>
                    <a:pt x="223883" y="360852"/>
                  </a:lnTo>
                  <a:lnTo>
                    <a:pt x="223550" y="360336"/>
                  </a:lnTo>
                  <a:lnTo>
                    <a:pt x="223231" y="359842"/>
                  </a:lnTo>
                  <a:lnTo>
                    <a:pt x="223005" y="359492"/>
                  </a:lnTo>
                  <a:lnTo>
                    <a:pt x="222836" y="359231"/>
                  </a:lnTo>
                  <a:lnTo>
                    <a:pt x="222740" y="359081"/>
                  </a:lnTo>
                  <a:lnTo>
                    <a:pt x="222110" y="358106"/>
                  </a:lnTo>
                  <a:lnTo>
                    <a:pt x="221968" y="357885"/>
                  </a:lnTo>
                  <a:lnTo>
                    <a:pt x="221157" y="356631"/>
                  </a:lnTo>
                  <a:lnTo>
                    <a:pt x="221026" y="356427"/>
                  </a:lnTo>
                  <a:lnTo>
                    <a:pt x="220209" y="355162"/>
                  </a:lnTo>
                  <a:lnTo>
                    <a:pt x="220088" y="354974"/>
                  </a:lnTo>
                  <a:lnTo>
                    <a:pt x="219820" y="354559"/>
                  </a:lnTo>
                  <a:lnTo>
                    <a:pt x="219619" y="354248"/>
                  </a:lnTo>
                  <a:lnTo>
                    <a:pt x="219452" y="353990"/>
                  </a:lnTo>
                  <a:lnTo>
                    <a:pt x="218853" y="353063"/>
                  </a:lnTo>
                  <a:lnTo>
                    <a:pt x="218548" y="352589"/>
                  </a:lnTo>
                  <a:lnTo>
                    <a:pt x="218449" y="352436"/>
                  </a:lnTo>
                  <a:lnTo>
                    <a:pt x="218332" y="352255"/>
                  </a:lnTo>
                  <a:lnTo>
                    <a:pt x="218051" y="351820"/>
                  </a:lnTo>
                  <a:lnTo>
                    <a:pt x="217898" y="351583"/>
                  </a:lnTo>
                  <a:lnTo>
                    <a:pt x="217291" y="350643"/>
                  </a:lnTo>
                  <a:lnTo>
                    <a:pt x="217076" y="350311"/>
                  </a:lnTo>
                  <a:lnTo>
                    <a:pt x="216121" y="348831"/>
                  </a:lnTo>
                  <a:lnTo>
                    <a:pt x="215984" y="348619"/>
                  </a:lnTo>
                  <a:lnTo>
                    <a:pt x="215800" y="348358"/>
                  </a:lnTo>
                  <a:lnTo>
                    <a:pt x="215448" y="347861"/>
                  </a:lnTo>
                  <a:lnTo>
                    <a:pt x="214511" y="346535"/>
                  </a:lnTo>
                  <a:lnTo>
                    <a:pt x="214213" y="346115"/>
                  </a:lnTo>
                  <a:lnTo>
                    <a:pt x="213315" y="344844"/>
                  </a:lnTo>
                  <a:lnTo>
                    <a:pt x="213034" y="344446"/>
                  </a:lnTo>
                  <a:lnTo>
                    <a:pt x="212712" y="343991"/>
                  </a:lnTo>
                  <a:lnTo>
                    <a:pt x="212509" y="343705"/>
                  </a:lnTo>
                  <a:lnTo>
                    <a:pt x="212079" y="343096"/>
                  </a:lnTo>
                  <a:lnTo>
                    <a:pt x="211962" y="342931"/>
                  </a:lnTo>
                  <a:lnTo>
                    <a:pt x="211702" y="342563"/>
                  </a:lnTo>
                  <a:lnTo>
                    <a:pt x="211483" y="342253"/>
                  </a:lnTo>
                  <a:lnTo>
                    <a:pt x="211237" y="341905"/>
                  </a:lnTo>
                  <a:lnTo>
                    <a:pt x="211133" y="341758"/>
                  </a:lnTo>
                  <a:lnTo>
                    <a:pt x="210978" y="341539"/>
                  </a:lnTo>
                  <a:lnTo>
                    <a:pt x="210642" y="341064"/>
                  </a:lnTo>
                  <a:lnTo>
                    <a:pt x="209883" y="339990"/>
                  </a:lnTo>
                  <a:lnTo>
                    <a:pt x="209689" y="339715"/>
                  </a:lnTo>
                  <a:lnTo>
                    <a:pt x="209353" y="339240"/>
                  </a:lnTo>
                  <a:lnTo>
                    <a:pt x="209021" y="338771"/>
                  </a:lnTo>
                  <a:lnTo>
                    <a:pt x="208626" y="338213"/>
                  </a:lnTo>
                  <a:lnTo>
                    <a:pt x="208036" y="337379"/>
                  </a:lnTo>
                  <a:lnTo>
                    <a:pt x="207940" y="337242"/>
                  </a:lnTo>
                  <a:lnTo>
                    <a:pt x="207758" y="336985"/>
                  </a:lnTo>
                  <a:lnTo>
                    <a:pt x="207637" y="336814"/>
                  </a:lnTo>
                  <a:lnTo>
                    <a:pt x="207026" y="335950"/>
                  </a:lnTo>
                  <a:lnTo>
                    <a:pt x="206038" y="334552"/>
                  </a:lnTo>
                  <a:lnTo>
                    <a:pt x="205550" y="333862"/>
                  </a:lnTo>
                  <a:lnTo>
                    <a:pt x="204987" y="333066"/>
                  </a:lnTo>
                  <a:lnTo>
                    <a:pt x="204308" y="332105"/>
                  </a:lnTo>
                  <a:lnTo>
                    <a:pt x="204203" y="331957"/>
                  </a:lnTo>
                  <a:lnTo>
                    <a:pt x="204029" y="331711"/>
                  </a:lnTo>
                  <a:lnTo>
                    <a:pt x="203613" y="331123"/>
                  </a:lnTo>
                  <a:lnTo>
                    <a:pt x="203109" y="330411"/>
                  </a:lnTo>
                  <a:lnTo>
                    <a:pt x="202997" y="330251"/>
                  </a:lnTo>
                  <a:lnTo>
                    <a:pt x="202695" y="329825"/>
                  </a:lnTo>
                  <a:lnTo>
                    <a:pt x="202472" y="329563"/>
                  </a:lnTo>
                  <a:lnTo>
                    <a:pt x="202286" y="329345"/>
                  </a:lnTo>
                  <a:lnTo>
                    <a:pt x="201696" y="328653"/>
                  </a:lnTo>
                  <a:lnTo>
                    <a:pt x="201434" y="328347"/>
                  </a:lnTo>
                  <a:lnTo>
                    <a:pt x="201100" y="327955"/>
                  </a:lnTo>
                  <a:lnTo>
                    <a:pt x="200634" y="327408"/>
                  </a:lnTo>
                  <a:lnTo>
                    <a:pt x="200524" y="327279"/>
                  </a:lnTo>
                  <a:lnTo>
                    <a:pt x="200258" y="326967"/>
                  </a:lnTo>
                  <a:lnTo>
                    <a:pt x="199784" y="326412"/>
                  </a:lnTo>
                  <a:lnTo>
                    <a:pt x="199545" y="326132"/>
                  </a:lnTo>
                  <a:lnTo>
                    <a:pt x="199243" y="325778"/>
                  </a:lnTo>
                  <a:lnTo>
                    <a:pt x="199014" y="325508"/>
                  </a:lnTo>
                  <a:lnTo>
                    <a:pt x="198632" y="325061"/>
                  </a:lnTo>
                  <a:lnTo>
                    <a:pt x="198489" y="324893"/>
                  </a:lnTo>
                  <a:lnTo>
                    <a:pt x="198266" y="324632"/>
                  </a:lnTo>
                  <a:lnTo>
                    <a:pt x="197849" y="324144"/>
                  </a:lnTo>
                  <a:lnTo>
                    <a:pt x="197442" y="323666"/>
                  </a:lnTo>
                  <a:lnTo>
                    <a:pt x="196323" y="322766"/>
                  </a:lnTo>
                  <a:lnTo>
                    <a:pt x="194829" y="321564"/>
                  </a:lnTo>
                  <a:lnTo>
                    <a:pt x="194379" y="321203"/>
                  </a:lnTo>
                  <a:lnTo>
                    <a:pt x="193893" y="320812"/>
                  </a:lnTo>
                  <a:lnTo>
                    <a:pt x="192714" y="319864"/>
                  </a:lnTo>
                  <a:lnTo>
                    <a:pt x="192144" y="319405"/>
                  </a:lnTo>
                  <a:lnTo>
                    <a:pt x="190722" y="318262"/>
                  </a:lnTo>
                  <a:lnTo>
                    <a:pt x="190369" y="317978"/>
                  </a:lnTo>
                  <a:lnTo>
                    <a:pt x="189511" y="317288"/>
                  </a:lnTo>
                  <a:lnTo>
                    <a:pt x="188266" y="316571"/>
                  </a:lnTo>
                  <a:lnTo>
                    <a:pt x="186967" y="315824"/>
                  </a:lnTo>
                  <a:lnTo>
                    <a:pt x="185451" y="314951"/>
                  </a:lnTo>
                  <a:lnTo>
                    <a:pt x="184657" y="314494"/>
                  </a:lnTo>
                  <a:lnTo>
                    <a:pt x="183821" y="314013"/>
                  </a:lnTo>
                  <a:lnTo>
                    <a:pt x="181933" y="312927"/>
                  </a:lnTo>
                  <a:lnTo>
                    <a:pt x="181267" y="312543"/>
                  </a:lnTo>
                  <a:lnTo>
                    <a:pt x="180350" y="312015"/>
                  </a:lnTo>
                  <a:lnTo>
                    <a:pt x="178811" y="311130"/>
                  </a:lnTo>
                  <a:lnTo>
                    <a:pt x="176203" y="309628"/>
                  </a:lnTo>
                  <a:lnTo>
                    <a:pt x="175961" y="309489"/>
                  </a:lnTo>
                  <a:lnTo>
                    <a:pt x="175468" y="309206"/>
                  </a:lnTo>
                  <a:lnTo>
                    <a:pt x="174679" y="308751"/>
                  </a:lnTo>
                  <a:lnTo>
                    <a:pt x="174140" y="308441"/>
                  </a:lnTo>
                  <a:lnTo>
                    <a:pt x="169620" y="305840"/>
                  </a:lnTo>
                  <a:lnTo>
                    <a:pt x="169105" y="305543"/>
                  </a:lnTo>
                  <a:lnTo>
                    <a:pt x="168041" y="304931"/>
                  </a:lnTo>
                  <a:lnTo>
                    <a:pt x="167905" y="304852"/>
                  </a:lnTo>
                  <a:lnTo>
                    <a:pt x="167573" y="304662"/>
                  </a:lnTo>
                  <a:lnTo>
                    <a:pt x="166176" y="303858"/>
                  </a:lnTo>
                  <a:lnTo>
                    <a:pt x="160461" y="300568"/>
                  </a:lnTo>
                  <a:lnTo>
                    <a:pt x="159861" y="300223"/>
                  </a:lnTo>
                  <a:lnTo>
                    <a:pt x="158775" y="299598"/>
                  </a:lnTo>
                  <a:lnTo>
                    <a:pt x="157547" y="298891"/>
                  </a:lnTo>
                  <a:lnTo>
                    <a:pt x="157002" y="298590"/>
                  </a:lnTo>
                  <a:lnTo>
                    <a:pt x="156325" y="298216"/>
                  </a:lnTo>
                  <a:lnTo>
                    <a:pt x="153830" y="296838"/>
                  </a:lnTo>
                  <a:lnTo>
                    <a:pt x="151427" y="295511"/>
                  </a:lnTo>
                  <a:lnTo>
                    <a:pt x="149885" y="294659"/>
                  </a:lnTo>
                  <a:lnTo>
                    <a:pt x="147516" y="293351"/>
                  </a:lnTo>
                  <a:lnTo>
                    <a:pt x="147055" y="293096"/>
                  </a:lnTo>
                  <a:lnTo>
                    <a:pt x="146296" y="292677"/>
                  </a:lnTo>
                  <a:lnTo>
                    <a:pt x="144134" y="291482"/>
                  </a:lnTo>
                  <a:lnTo>
                    <a:pt x="142794" y="290742"/>
                  </a:lnTo>
                  <a:lnTo>
                    <a:pt x="141024" y="289764"/>
                  </a:lnTo>
                  <a:lnTo>
                    <a:pt x="140604" y="289533"/>
                  </a:lnTo>
                  <a:lnTo>
                    <a:pt x="139791" y="289083"/>
                  </a:lnTo>
                  <a:lnTo>
                    <a:pt x="139376" y="288854"/>
                  </a:lnTo>
                  <a:lnTo>
                    <a:pt x="139099" y="288701"/>
                  </a:lnTo>
                  <a:lnTo>
                    <a:pt x="138814" y="288544"/>
                  </a:lnTo>
                  <a:lnTo>
                    <a:pt x="138518" y="288380"/>
                  </a:lnTo>
                  <a:lnTo>
                    <a:pt x="138293" y="288256"/>
                  </a:lnTo>
                  <a:lnTo>
                    <a:pt x="137862" y="288018"/>
                  </a:lnTo>
                  <a:lnTo>
                    <a:pt x="137397" y="287761"/>
                  </a:lnTo>
                  <a:lnTo>
                    <a:pt x="137179" y="287640"/>
                  </a:lnTo>
                  <a:lnTo>
                    <a:pt x="136729" y="287392"/>
                  </a:lnTo>
                  <a:lnTo>
                    <a:pt x="136288" y="287148"/>
                  </a:lnTo>
                  <a:lnTo>
                    <a:pt x="135918" y="286944"/>
                  </a:lnTo>
                  <a:lnTo>
                    <a:pt x="135266" y="286584"/>
                  </a:lnTo>
                  <a:lnTo>
                    <a:pt x="134628" y="286231"/>
                  </a:lnTo>
                  <a:lnTo>
                    <a:pt x="134381" y="286095"/>
                  </a:lnTo>
                  <a:lnTo>
                    <a:pt x="133964" y="285865"/>
                  </a:lnTo>
                  <a:lnTo>
                    <a:pt x="132443" y="285025"/>
                  </a:lnTo>
                  <a:lnTo>
                    <a:pt x="132040" y="284802"/>
                  </a:lnTo>
                  <a:lnTo>
                    <a:pt x="131225" y="284352"/>
                  </a:lnTo>
                  <a:lnTo>
                    <a:pt x="131056" y="284258"/>
                  </a:lnTo>
                  <a:lnTo>
                    <a:pt x="129621" y="283466"/>
                  </a:lnTo>
                  <a:lnTo>
                    <a:pt x="127537" y="282315"/>
                  </a:lnTo>
                  <a:lnTo>
                    <a:pt x="125885" y="281402"/>
                  </a:lnTo>
                  <a:lnTo>
                    <a:pt x="124400" y="280582"/>
                  </a:lnTo>
                  <a:lnTo>
                    <a:pt x="123228" y="279935"/>
                  </a:lnTo>
                  <a:lnTo>
                    <a:pt x="121366" y="278906"/>
                  </a:lnTo>
                  <a:lnTo>
                    <a:pt x="119532" y="277893"/>
                  </a:lnTo>
                  <a:lnTo>
                    <a:pt x="116619" y="276284"/>
                  </a:lnTo>
                  <a:lnTo>
                    <a:pt x="115835" y="275851"/>
                  </a:lnTo>
                  <a:lnTo>
                    <a:pt x="115509" y="275671"/>
                  </a:lnTo>
                  <a:lnTo>
                    <a:pt x="115031" y="275407"/>
                  </a:lnTo>
                  <a:lnTo>
                    <a:pt x="114276" y="274990"/>
                  </a:lnTo>
                  <a:lnTo>
                    <a:pt x="112817" y="274184"/>
                  </a:lnTo>
                  <a:lnTo>
                    <a:pt x="111566" y="273493"/>
                  </a:lnTo>
                  <a:lnTo>
                    <a:pt x="110877" y="273112"/>
                  </a:lnTo>
                  <a:lnTo>
                    <a:pt x="110061" y="272662"/>
                  </a:lnTo>
                  <a:lnTo>
                    <a:pt x="109858" y="272549"/>
                  </a:lnTo>
                  <a:lnTo>
                    <a:pt x="109595" y="272404"/>
                  </a:lnTo>
                  <a:lnTo>
                    <a:pt x="109292" y="272237"/>
                  </a:lnTo>
                  <a:lnTo>
                    <a:pt x="109039" y="272097"/>
                  </a:lnTo>
                  <a:lnTo>
                    <a:pt x="108694" y="271906"/>
                  </a:lnTo>
                  <a:lnTo>
                    <a:pt x="108442" y="271767"/>
                  </a:lnTo>
                  <a:lnTo>
                    <a:pt x="106987" y="270964"/>
                  </a:lnTo>
                  <a:lnTo>
                    <a:pt x="106642" y="270773"/>
                  </a:lnTo>
                  <a:lnTo>
                    <a:pt x="106088" y="270467"/>
                  </a:lnTo>
                  <a:lnTo>
                    <a:pt x="105469" y="270125"/>
                  </a:lnTo>
                  <a:lnTo>
                    <a:pt x="104724" y="269713"/>
                  </a:lnTo>
                  <a:lnTo>
                    <a:pt x="104466" y="269571"/>
                  </a:lnTo>
                  <a:lnTo>
                    <a:pt x="102811" y="268657"/>
                  </a:lnTo>
                  <a:lnTo>
                    <a:pt x="102156" y="268295"/>
                  </a:lnTo>
                  <a:lnTo>
                    <a:pt x="101175" y="267753"/>
                  </a:lnTo>
                  <a:lnTo>
                    <a:pt x="100482" y="267370"/>
                  </a:lnTo>
                  <a:lnTo>
                    <a:pt x="99385" y="266764"/>
                  </a:lnTo>
                  <a:lnTo>
                    <a:pt x="99171" y="266646"/>
                  </a:lnTo>
                  <a:lnTo>
                    <a:pt x="98916" y="266505"/>
                  </a:lnTo>
                  <a:lnTo>
                    <a:pt x="98685" y="266378"/>
                  </a:lnTo>
                  <a:lnTo>
                    <a:pt x="98521" y="266287"/>
                  </a:lnTo>
                  <a:lnTo>
                    <a:pt x="97354" y="265643"/>
                  </a:lnTo>
                  <a:lnTo>
                    <a:pt x="96650" y="265254"/>
                  </a:lnTo>
                  <a:lnTo>
                    <a:pt x="95134" y="264416"/>
                  </a:lnTo>
                  <a:lnTo>
                    <a:pt x="94368" y="263993"/>
                  </a:lnTo>
                  <a:lnTo>
                    <a:pt x="93034" y="263256"/>
                  </a:lnTo>
                  <a:lnTo>
                    <a:pt x="91578" y="262452"/>
                  </a:lnTo>
                  <a:lnTo>
                    <a:pt x="91373" y="262339"/>
                  </a:lnTo>
                  <a:lnTo>
                    <a:pt x="90707" y="261971"/>
                  </a:lnTo>
                  <a:lnTo>
                    <a:pt x="90571" y="261896"/>
                  </a:lnTo>
                  <a:lnTo>
                    <a:pt x="89717" y="261424"/>
                  </a:lnTo>
                  <a:lnTo>
                    <a:pt x="88309" y="260646"/>
                  </a:lnTo>
                  <a:lnTo>
                    <a:pt x="87907" y="260425"/>
                  </a:lnTo>
                  <a:lnTo>
                    <a:pt x="87667" y="260292"/>
                  </a:lnTo>
                  <a:lnTo>
                    <a:pt x="85875" y="259302"/>
                  </a:lnTo>
                  <a:lnTo>
                    <a:pt x="85203" y="258931"/>
                  </a:lnTo>
                  <a:lnTo>
                    <a:pt x="84590" y="258592"/>
                  </a:lnTo>
                  <a:lnTo>
                    <a:pt x="84091" y="258316"/>
                  </a:lnTo>
                  <a:lnTo>
                    <a:pt x="72108" y="251698"/>
                  </a:lnTo>
                  <a:lnTo>
                    <a:pt x="70154" y="250606"/>
                  </a:lnTo>
                  <a:lnTo>
                    <a:pt x="69058" y="249994"/>
                  </a:lnTo>
                  <a:lnTo>
                    <a:pt x="67446" y="249093"/>
                  </a:lnTo>
                  <a:lnTo>
                    <a:pt x="62833" y="246515"/>
                  </a:lnTo>
                  <a:lnTo>
                    <a:pt x="60740" y="245346"/>
                  </a:lnTo>
                  <a:lnTo>
                    <a:pt x="56785" y="243136"/>
                  </a:lnTo>
                  <a:lnTo>
                    <a:pt x="54330" y="241765"/>
                  </a:lnTo>
                  <a:lnTo>
                    <a:pt x="51818" y="240361"/>
                  </a:lnTo>
                  <a:lnTo>
                    <a:pt x="50178" y="239445"/>
                  </a:lnTo>
                  <a:lnTo>
                    <a:pt x="46350" y="237306"/>
                  </a:lnTo>
                  <a:lnTo>
                    <a:pt x="44979" y="236540"/>
                  </a:lnTo>
                  <a:lnTo>
                    <a:pt x="43152" y="235519"/>
                  </a:lnTo>
                  <a:lnTo>
                    <a:pt x="41544" y="234621"/>
                  </a:lnTo>
                  <a:lnTo>
                    <a:pt x="40410" y="233987"/>
                  </a:lnTo>
                  <a:lnTo>
                    <a:pt x="38920" y="233155"/>
                  </a:lnTo>
                  <a:lnTo>
                    <a:pt x="34835" y="230872"/>
                  </a:lnTo>
                  <a:lnTo>
                    <a:pt x="33909" y="230355"/>
                  </a:lnTo>
                  <a:lnTo>
                    <a:pt x="31882" y="229223"/>
                  </a:lnTo>
                  <a:lnTo>
                    <a:pt x="28109" y="227115"/>
                  </a:lnTo>
                  <a:lnTo>
                    <a:pt x="27883" y="226988"/>
                  </a:lnTo>
                  <a:lnTo>
                    <a:pt x="26262" y="226083"/>
                  </a:lnTo>
                  <a:lnTo>
                    <a:pt x="26116" y="226001"/>
                  </a:lnTo>
                  <a:lnTo>
                    <a:pt x="23641" y="224618"/>
                  </a:lnTo>
                  <a:lnTo>
                    <a:pt x="23486" y="224531"/>
                  </a:lnTo>
                  <a:lnTo>
                    <a:pt x="23396" y="224248"/>
                  </a:lnTo>
                  <a:lnTo>
                    <a:pt x="19915" y="213272"/>
                  </a:lnTo>
                  <a:lnTo>
                    <a:pt x="14578" y="196446"/>
                  </a:lnTo>
                  <a:lnTo>
                    <a:pt x="14496" y="196187"/>
                  </a:lnTo>
                  <a:lnTo>
                    <a:pt x="9993" y="181992"/>
                  </a:lnTo>
                  <a:lnTo>
                    <a:pt x="4491" y="164643"/>
                  </a:lnTo>
                  <a:lnTo>
                    <a:pt x="2806" y="157871"/>
                  </a:lnTo>
                  <a:lnTo>
                    <a:pt x="1769" y="153700"/>
                  </a:lnTo>
                  <a:lnTo>
                    <a:pt x="1273" y="148589"/>
                  </a:lnTo>
                  <a:lnTo>
                    <a:pt x="800" y="143706"/>
                  </a:lnTo>
                  <a:lnTo>
                    <a:pt x="771" y="143407"/>
                  </a:lnTo>
                  <a:lnTo>
                    <a:pt x="94" y="128642"/>
                  </a:lnTo>
                  <a:lnTo>
                    <a:pt x="0" y="126587"/>
                  </a:lnTo>
                  <a:lnTo>
                    <a:pt x="2232" y="103683"/>
                  </a:lnTo>
                  <a:lnTo>
                    <a:pt x="2280" y="103191"/>
                  </a:lnTo>
                  <a:lnTo>
                    <a:pt x="2398" y="101979"/>
                  </a:lnTo>
                  <a:lnTo>
                    <a:pt x="6916" y="79917"/>
                  </a:lnTo>
                  <a:lnTo>
                    <a:pt x="7143" y="78807"/>
                  </a:lnTo>
                  <a:lnTo>
                    <a:pt x="12547" y="64557"/>
                  </a:lnTo>
                  <a:lnTo>
                    <a:pt x="17640" y="57023"/>
                  </a:lnTo>
                  <a:lnTo>
                    <a:pt x="19292" y="54139"/>
                  </a:lnTo>
                  <a:lnTo>
                    <a:pt x="27996" y="38941"/>
                  </a:lnTo>
                  <a:lnTo>
                    <a:pt x="36928" y="26714"/>
                  </a:lnTo>
                  <a:lnTo>
                    <a:pt x="43875" y="17205"/>
                  </a:lnTo>
                  <a:lnTo>
                    <a:pt x="44142" y="16938"/>
                  </a:lnTo>
                  <a:lnTo>
                    <a:pt x="46917" y="14165"/>
                  </a:lnTo>
                  <a:lnTo>
                    <a:pt x="59030" y="2056"/>
                  </a:lnTo>
                  <a:lnTo>
                    <a:pt x="61087" y="0"/>
                  </a:lnTo>
                  <a:lnTo>
                    <a:pt x="63396" y="872"/>
                  </a:lnTo>
                  <a:lnTo>
                    <a:pt x="68166" y="2673"/>
                  </a:lnTo>
                  <a:lnTo>
                    <a:pt x="68982" y="2981"/>
                  </a:lnTo>
                  <a:lnTo>
                    <a:pt x="99773" y="20851"/>
                  </a:lnTo>
                  <a:lnTo>
                    <a:pt x="112577" y="28352"/>
                  </a:lnTo>
                  <a:lnTo>
                    <a:pt x="117618" y="31306"/>
                  </a:lnTo>
                  <a:lnTo>
                    <a:pt x="120690" y="34122"/>
                  </a:lnTo>
                  <a:lnTo>
                    <a:pt x="121756" y="34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679627" y="2719955"/>
              <a:ext cx="525648" cy="290584"/>
            </a:xfrm>
            <a:custGeom>
              <a:avLst/>
              <a:pathLst>
                <a:path w="525648" h="290584">
                  <a:moveTo>
                    <a:pt x="450109" y="84153"/>
                  </a:moveTo>
                  <a:lnTo>
                    <a:pt x="451857" y="88628"/>
                  </a:lnTo>
                  <a:lnTo>
                    <a:pt x="458714" y="98158"/>
                  </a:lnTo>
                  <a:lnTo>
                    <a:pt x="460504" y="100646"/>
                  </a:lnTo>
                  <a:lnTo>
                    <a:pt x="476116" y="122346"/>
                  </a:lnTo>
                  <a:lnTo>
                    <a:pt x="472555" y="124963"/>
                  </a:lnTo>
                  <a:lnTo>
                    <a:pt x="464973" y="130535"/>
                  </a:lnTo>
                  <a:lnTo>
                    <a:pt x="473194" y="141297"/>
                  </a:lnTo>
                  <a:lnTo>
                    <a:pt x="474167" y="142173"/>
                  </a:lnTo>
                  <a:lnTo>
                    <a:pt x="482210" y="148952"/>
                  </a:lnTo>
                  <a:lnTo>
                    <a:pt x="501933" y="155091"/>
                  </a:lnTo>
                  <a:lnTo>
                    <a:pt x="517713" y="145484"/>
                  </a:lnTo>
                  <a:lnTo>
                    <a:pt x="525648" y="161704"/>
                  </a:lnTo>
                  <a:lnTo>
                    <a:pt x="510457" y="175781"/>
                  </a:lnTo>
                  <a:lnTo>
                    <a:pt x="492146" y="178948"/>
                  </a:lnTo>
                  <a:lnTo>
                    <a:pt x="486565" y="178249"/>
                  </a:lnTo>
                  <a:lnTo>
                    <a:pt x="474372" y="176723"/>
                  </a:lnTo>
                  <a:lnTo>
                    <a:pt x="474416" y="185706"/>
                  </a:lnTo>
                  <a:lnTo>
                    <a:pt x="460927" y="185706"/>
                  </a:lnTo>
                  <a:lnTo>
                    <a:pt x="460735" y="180273"/>
                  </a:lnTo>
                  <a:lnTo>
                    <a:pt x="457832" y="179464"/>
                  </a:lnTo>
                  <a:lnTo>
                    <a:pt x="424114" y="170067"/>
                  </a:lnTo>
                  <a:lnTo>
                    <a:pt x="416725" y="169329"/>
                  </a:lnTo>
                  <a:lnTo>
                    <a:pt x="403456" y="168004"/>
                  </a:lnTo>
                  <a:lnTo>
                    <a:pt x="397780" y="166995"/>
                  </a:lnTo>
                  <a:lnTo>
                    <a:pt x="393886" y="166304"/>
                  </a:lnTo>
                  <a:lnTo>
                    <a:pt x="393032" y="166396"/>
                  </a:lnTo>
                  <a:lnTo>
                    <a:pt x="392228" y="166483"/>
                  </a:lnTo>
                  <a:lnTo>
                    <a:pt x="392100" y="166497"/>
                  </a:lnTo>
                  <a:lnTo>
                    <a:pt x="387403" y="167004"/>
                  </a:lnTo>
                  <a:lnTo>
                    <a:pt x="382461" y="169141"/>
                  </a:lnTo>
                  <a:lnTo>
                    <a:pt x="380802" y="170674"/>
                  </a:lnTo>
                  <a:lnTo>
                    <a:pt x="380674" y="170793"/>
                  </a:lnTo>
                  <a:lnTo>
                    <a:pt x="379154" y="172197"/>
                  </a:lnTo>
                  <a:lnTo>
                    <a:pt x="377279" y="173930"/>
                  </a:lnTo>
                  <a:lnTo>
                    <a:pt x="373242" y="184813"/>
                  </a:lnTo>
                  <a:lnTo>
                    <a:pt x="371697" y="192994"/>
                  </a:lnTo>
                  <a:lnTo>
                    <a:pt x="369982" y="202081"/>
                  </a:lnTo>
                  <a:lnTo>
                    <a:pt x="395811" y="190711"/>
                  </a:lnTo>
                  <a:lnTo>
                    <a:pt x="403250" y="203383"/>
                  </a:lnTo>
                  <a:lnTo>
                    <a:pt x="391280" y="210832"/>
                  </a:lnTo>
                  <a:lnTo>
                    <a:pt x="407903" y="240447"/>
                  </a:lnTo>
                  <a:lnTo>
                    <a:pt x="429385" y="232842"/>
                  </a:lnTo>
                  <a:lnTo>
                    <a:pt x="430775" y="232349"/>
                  </a:lnTo>
                  <a:lnTo>
                    <a:pt x="438599" y="264489"/>
                  </a:lnTo>
                  <a:lnTo>
                    <a:pt x="439818" y="269496"/>
                  </a:lnTo>
                  <a:lnTo>
                    <a:pt x="442456" y="280333"/>
                  </a:lnTo>
                  <a:lnTo>
                    <a:pt x="389117" y="290584"/>
                  </a:lnTo>
                  <a:lnTo>
                    <a:pt x="364321" y="288669"/>
                  </a:lnTo>
                  <a:lnTo>
                    <a:pt x="349982" y="278803"/>
                  </a:lnTo>
                  <a:lnTo>
                    <a:pt x="329060" y="272854"/>
                  </a:lnTo>
                  <a:lnTo>
                    <a:pt x="320667" y="270468"/>
                  </a:lnTo>
                  <a:lnTo>
                    <a:pt x="298450" y="243434"/>
                  </a:lnTo>
                  <a:lnTo>
                    <a:pt x="286278" y="247478"/>
                  </a:lnTo>
                  <a:lnTo>
                    <a:pt x="272482" y="214789"/>
                  </a:lnTo>
                  <a:lnTo>
                    <a:pt x="277846" y="189840"/>
                  </a:lnTo>
                  <a:lnTo>
                    <a:pt x="294197" y="181327"/>
                  </a:lnTo>
                  <a:lnTo>
                    <a:pt x="294299" y="181119"/>
                  </a:lnTo>
                  <a:lnTo>
                    <a:pt x="300114" y="169309"/>
                  </a:lnTo>
                  <a:lnTo>
                    <a:pt x="302701" y="164928"/>
                  </a:lnTo>
                  <a:lnTo>
                    <a:pt x="291328" y="147221"/>
                  </a:lnTo>
                  <a:lnTo>
                    <a:pt x="288287" y="145464"/>
                  </a:lnTo>
                  <a:lnTo>
                    <a:pt x="281140" y="144242"/>
                  </a:lnTo>
                  <a:lnTo>
                    <a:pt x="266906" y="141809"/>
                  </a:lnTo>
                  <a:lnTo>
                    <a:pt x="244732" y="137327"/>
                  </a:lnTo>
                  <a:lnTo>
                    <a:pt x="235507" y="140839"/>
                  </a:lnTo>
                  <a:lnTo>
                    <a:pt x="232653" y="141925"/>
                  </a:lnTo>
                  <a:lnTo>
                    <a:pt x="230891" y="142655"/>
                  </a:lnTo>
                  <a:lnTo>
                    <a:pt x="224035" y="145494"/>
                  </a:lnTo>
                  <a:lnTo>
                    <a:pt x="223043" y="145904"/>
                  </a:lnTo>
                  <a:lnTo>
                    <a:pt x="223223" y="148417"/>
                  </a:lnTo>
                  <a:lnTo>
                    <a:pt x="224393" y="164704"/>
                  </a:lnTo>
                  <a:lnTo>
                    <a:pt x="216774" y="166721"/>
                  </a:lnTo>
                  <a:lnTo>
                    <a:pt x="222982" y="184142"/>
                  </a:lnTo>
                  <a:lnTo>
                    <a:pt x="199354" y="194594"/>
                  </a:lnTo>
                  <a:lnTo>
                    <a:pt x="191117" y="191676"/>
                  </a:lnTo>
                  <a:lnTo>
                    <a:pt x="168766" y="197299"/>
                  </a:lnTo>
                  <a:lnTo>
                    <a:pt x="144920" y="203297"/>
                  </a:lnTo>
                  <a:lnTo>
                    <a:pt x="140158" y="212942"/>
                  </a:lnTo>
                  <a:lnTo>
                    <a:pt x="130813" y="232947"/>
                  </a:lnTo>
                  <a:lnTo>
                    <a:pt x="114062" y="224657"/>
                  </a:lnTo>
                  <a:lnTo>
                    <a:pt x="129402" y="199966"/>
                  </a:lnTo>
                  <a:lnTo>
                    <a:pt x="128880" y="187696"/>
                  </a:lnTo>
                  <a:lnTo>
                    <a:pt x="128344" y="175096"/>
                  </a:lnTo>
                  <a:lnTo>
                    <a:pt x="125869" y="174245"/>
                  </a:lnTo>
                  <a:lnTo>
                    <a:pt x="106429" y="167561"/>
                  </a:lnTo>
                  <a:lnTo>
                    <a:pt x="95803" y="185512"/>
                  </a:lnTo>
                  <a:lnTo>
                    <a:pt x="93734" y="189007"/>
                  </a:lnTo>
                  <a:lnTo>
                    <a:pt x="67492" y="175999"/>
                  </a:lnTo>
                  <a:lnTo>
                    <a:pt x="67658" y="172385"/>
                  </a:lnTo>
                  <a:lnTo>
                    <a:pt x="68185" y="160879"/>
                  </a:lnTo>
                  <a:lnTo>
                    <a:pt x="41848" y="157064"/>
                  </a:lnTo>
                  <a:lnTo>
                    <a:pt x="33337" y="155832"/>
                  </a:lnTo>
                  <a:lnTo>
                    <a:pt x="33281" y="156019"/>
                  </a:lnTo>
                  <a:lnTo>
                    <a:pt x="32214" y="159625"/>
                  </a:lnTo>
                  <a:lnTo>
                    <a:pt x="31808" y="160996"/>
                  </a:lnTo>
                  <a:lnTo>
                    <a:pt x="31450" y="162378"/>
                  </a:lnTo>
                  <a:lnTo>
                    <a:pt x="30879" y="164578"/>
                  </a:lnTo>
                  <a:lnTo>
                    <a:pt x="30675" y="165366"/>
                  </a:lnTo>
                  <a:lnTo>
                    <a:pt x="30257" y="166979"/>
                  </a:lnTo>
                  <a:lnTo>
                    <a:pt x="27844" y="174543"/>
                  </a:lnTo>
                  <a:lnTo>
                    <a:pt x="23477" y="174486"/>
                  </a:lnTo>
                  <a:lnTo>
                    <a:pt x="14668" y="174671"/>
                  </a:lnTo>
                  <a:lnTo>
                    <a:pt x="9925" y="171337"/>
                  </a:lnTo>
                  <a:lnTo>
                    <a:pt x="6051" y="168613"/>
                  </a:lnTo>
                  <a:lnTo>
                    <a:pt x="5631" y="168318"/>
                  </a:lnTo>
                  <a:lnTo>
                    <a:pt x="2509" y="164028"/>
                  </a:lnTo>
                  <a:lnTo>
                    <a:pt x="361" y="161077"/>
                  </a:lnTo>
                  <a:lnTo>
                    <a:pt x="0" y="159370"/>
                  </a:lnTo>
                  <a:lnTo>
                    <a:pt x="560" y="158433"/>
                  </a:lnTo>
                  <a:lnTo>
                    <a:pt x="4858" y="153207"/>
                  </a:lnTo>
                  <a:lnTo>
                    <a:pt x="8110" y="149481"/>
                  </a:lnTo>
                  <a:lnTo>
                    <a:pt x="9661" y="147704"/>
                  </a:lnTo>
                  <a:lnTo>
                    <a:pt x="9773" y="147575"/>
                  </a:lnTo>
                  <a:lnTo>
                    <a:pt x="11438" y="145374"/>
                  </a:lnTo>
                  <a:lnTo>
                    <a:pt x="12744" y="143647"/>
                  </a:lnTo>
                  <a:lnTo>
                    <a:pt x="15336" y="140220"/>
                  </a:lnTo>
                  <a:lnTo>
                    <a:pt x="18169" y="136474"/>
                  </a:lnTo>
                  <a:lnTo>
                    <a:pt x="18346" y="136239"/>
                  </a:lnTo>
                  <a:lnTo>
                    <a:pt x="18040" y="136020"/>
                  </a:lnTo>
                  <a:lnTo>
                    <a:pt x="25670" y="127870"/>
                  </a:lnTo>
                  <a:lnTo>
                    <a:pt x="31359" y="131080"/>
                  </a:lnTo>
                  <a:lnTo>
                    <a:pt x="32090" y="131492"/>
                  </a:lnTo>
                  <a:lnTo>
                    <a:pt x="36399" y="133923"/>
                  </a:lnTo>
                  <a:lnTo>
                    <a:pt x="41805" y="136365"/>
                  </a:lnTo>
                  <a:lnTo>
                    <a:pt x="41950" y="136431"/>
                  </a:lnTo>
                  <a:lnTo>
                    <a:pt x="43477" y="137120"/>
                  </a:lnTo>
                  <a:lnTo>
                    <a:pt x="44031" y="137293"/>
                  </a:lnTo>
                  <a:lnTo>
                    <a:pt x="44156" y="136937"/>
                  </a:lnTo>
                  <a:lnTo>
                    <a:pt x="47704" y="127411"/>
                  </a:lnTo>
                  <a:lnTo>
                    <a:pt x="47810" y="127126"/>
                  </a:lnTo>
                  <a:lnTo>
                    <a:pt x="47408" y="126962"/>
                  </a:lnTo>
                  <a:lnTo>
                    <a:pt x="47072" y="126824"/>
                  </a:lnTo>
                  <a:lnTo>
                    <a:pt x="41541" y="124254"/>
                  </a:lnTo>
                  <a:lnTo>
                    <a:pt x="36302" y="121819"/>
                  </a:lnTo>
                  <a:lnTo>
                    <a:pt x="33998" y="119665"/>
                  </a:lnTo>
                  <a:lnTo>
                    <a:pt x="30207" y="114767"/>
                  </a:lnTo>
                  <a:lnTo>
                    <a:pt x="27319" y="108243"/>
                  </a:lnTo>
                  <a:lnTo>
                    <a:pt x="27055" y="107094"/>
                  </a:lnTo>
                  <a:lnTo>
                    <a:pt x="27474" y="105424"/>
                  </a:lnTo>
                  <a:lnTo>
                    <a:pt x="27616" y="105033"/>
                  </a:lnTo>
                  <a:lnTo>
                    <a:pt x="30571" y="96907"/>
                  </a:lnTo>
                  <a:lnTo>
                    <a:pt x="34328" y="86819"/>
                  </a:lnTo>
                  <a:lnTo>
                    <a:pt x="36695" y="81108"/>
                  </a:lnTo>
                  <a:lnTo>
                    <a:pt x="34111" y="79687"/>
                  </a:lnTo>
                  <a:lnTo>
                    <a:pt x="21094" y="69272"/>
                  </a:lnTo>
                  <a:lnTo>
                    <a:pt x="15601" y="66141"/>
                  </a:lnTo>
                  <a:lnTo>
                    <a:pt x="17267" y="66343"/>
                  </a:lnTo>
                  <a:lnTo>
                    <a:pt x="20165" y="66512"/>
                  </a:lnTo>
                  <a:lnTo>
                    <a:pt x="40176" y="67681"/>
                  </a:lnTo>
                  <a:lnTo>
                    <a:pt x="41185" y="47051"/>
                  </a:lnTo>
                  <a:lnTo>
                    <a:pt x="41406" y="42524"/>
                  </a:lnTo>
                  <a:lnTo>
                    <a:pt x="41632" y="37916"/>
                  </a:lnTo>
                  <a:lnTo>
                    <a:pt x="42206" y="26175"/>
                  </a:lnTo>
                  <a:lnTo>
                    <a:pt x="43324" y="3314"/>
                  </a:lnTo>
                  <a:lnTo>
                    <a:pt x="43486" y="0"/>
                  </a:lnTo>
                  <a:lnTo>
                    <a:pt x="49442" y="292"/>
                  </a:lnTo>
                  <a:lnTo>
                    <a:pt x="55049" y="626"/>
                  </a:lnTo>
                  <a:lnTo>
                    <a:pt x="57039" y="745"/>
                  </a:lnTo>
                  <a:lnTo>
                    <a:pt x="64862" y="1211"/>
                  </a:lnTo>
                  <a:lnTo>
                    <a:pt x="72157" y="1645"/>
                  </a:lnTo>
                  <a:lnTo>
                    <a:pt x="81392" y="2195"/>
                  </a:lnTo>
                  <a:lnTo>
                    <a:pt x="83269" y="2307"/>
                  </a:lnTo>
                  <a:lnTo>
                    <a:pt x="83473" y="2319"/>
                  </a:lnTo>
                  <a:lnTo>
                    <a:pt x="84256" y="2369"/>
                  </a:lnTo>
                  <a:lnTo>
                    <a:pt x="89042" y="2673"/>
                  </a:lnTo>
                  <a:lnTo>
                    <a:pt x="89865" y="2725"/>
                  </a:lnTo>
                  <a:lnTo>
                    <a:pt x="95437" y="3010"/>
                  </a:lnTo>
                  <a:lnTo>
                    <a:pt x="98216" y="3153"/>
                  </a:lnTo>
                  <a:lnTo>
                    <a:pt x="105684" y="3535"/>
                  </a:lnTo>
                  <a:lnTo>
                    <a:pt x="108554" y="3682"/>
                  </a:lnTo>
                  <a:lnTo>
                    <a:pt x="110099" y="3761"/>
                  </a:lnTo>
                  <a:lnTo>
                    <a:pt x="112259" y="3870"/>
                  </a:lnTo>
                  <a:lnTo>
                    <a:pt x="114851" y="4001"/>
                  </a:lnTo>
                  <a:lnTo>
                    <a:pt x="122240" y="4374"/>
                  </a:lnTo>
                  <a:lnTo>
                    <a:pt x="127634" y="4647"/>
                  </a:lnTo>
                  <a:lnTo>
                    <a:pt x="128834" y="4707"/>
                  </a:lnTo>
                  <a:lnTo>
                    <a:pt x="130297" y="4765"/>
                  </a:lnTo>
                  <a:lnTo>
                    <a:pt x="141670" y="5211"/>
                  </a:lnTo>
                  <a:lnTo>
                    <a:pt x="142005" y="5224"/>
                  </a:lnTo>
                  <a:lnTo>
                    <a:pt x="143777" y="5293"/>
                  </a:lnTo>
                  <a:lnTo>
                    <a:pt x="151515" y="5744"/>
                  </a:lnTo>
                  <a:lnTo>
                    <a:pt x="152285" y="5789"/>
                  </a:lnTo>
                  <a:lnTo>
                    <a:pt x="155217" y="5993"/>
                  </a:lnTo>
                  <a:lnTo>
                    <a:pt x="160158" y="6338"/>
                  </a:lnTo>
                  <a:lnTo>
                    <a:pt x="161322" y="6419"/>
                  </a:lnTo>
                  <a:lnTo>
                    <a:pt x="164240" y="6446"/>
                  </a:lnTo>
                  <a:lnTo>
                    <a:pt x="175296" y="6548"/>
                  </a:lnTo>
                  <a:lnTo>
                    <a:pt x="176001" y="6555"/>
                  </a:lnTo>
                  <a:lnTo>
                    <a:pt x="178258" y="6508"/>
                  </a:lnTo>
                  <a:lnTo>
                    <a:pt x="178752" y="6498"/>
                  </a:lnTo>
                  <a:lnTo>
                    <a:pt x="184091" y="6389"/>
                  </a:lnTo>
                  <a:lnTo>
                    <a:pt x="198855" y="6085"/>
                  </a:lnTo>
                  <a:lnTo>
                    <a:pt x="201181" y="6038"/>
                  </a:lnTo>
                  <a:lnTo>
                    <a:pt x="204522" y="5969"/>
                  </a:lnTo>
                  <a:lnTo>
                    <a:pt x="212226" y="5798"/>
                  </a:lnTo>
                  <a:lnTo>
                    <a:pt x="216375" y="5706"/>
                  </a:lnTo>
                  <a:lnTo>
                    <a:pt x="229243" y="5420"/>
                  </a:lnTo>
                  <a:lnTo>
                    <a:pt x="236316" y="5263"/>
                  </a:lnTo>
                  <a:lnTo>
                    <a:pt x="236940" y="5249"/>
                  </a:lnTo>
                  <a:lnTo>
                    <a:pt x="243094" y="5113"/>
                  </a:lnTo>
                  <a:lnTo>
                    <a:pt x="244428" y="5089"/>
                  </a:lnTo>
                  <a:lnTo>
                    <a:pt x="247633" y="5032"/>
                  </a:lnTo>
                  <a:lnTo>
                    <a:pt x="248163" y="5023"/>
                  </a:lnTo>
                  <a:lnTo>
                    <a:pt x="248710" y="5029"/>
                  </a:lnTo>
                  <a:lnTo>
                    <a:pt x="260753" y="5170"/>
                  </a:lnTo>
                  <a:lnTo>
                    <a:pt x="269122" y="5268"/>
                  </a:lnTo>
                  <a:lnTo>
                    <a:pt x="276481" y="5354"/>
                  </a:lnTo>
                  <a:lnTo>
                    <a:pt x="288974" y="5500"/>
                  </a:lnTo>
                  <a:lnTo>
                    <a:pt x="289485" y="5506"/>
                  </a:lnTo>
                  <a:lnTo>
                    <a:pt x="290526" y="5518"/>
                  </a:lnTo>
                  <a:lnTo>
                    <a:pt x="295375" y="5699"/>
                  </a:lnTo>
                  <a:lnTo>
                    <a:pt x="296479" y="5720"/>
                  </a:lnTo>
                  <a:lnTo>
                    <a:pt x="297275" y="5735"/>
                  </a:lnTo>
                  <a:lnTo>
                    <a:pt x="297172" y="8166"/>
                  </a:lnTo>
                  <a:lnTo>
                    <a:pt x="297104" y="9764"/>
                  </a:lnTo>
                  <a:lnTo>
                    <a:pt x="296903" y="14516"/>
                  </a:lnTo>
                  <a:lnTo>
                    <a:pt x="296713" y="18979"/>
                  </a:lnTo>
                  <a:lnTo>
                    <a:pt x="296642" y="20650"/>
                  </a:lnTo>
                  <a:lnTo>
                    <a:pt x="296459" y="24976"/>
                  </a:lnTo>
                  <a:lnTo>
                    <a:pt x="296445" y="25298"/>
                  </a:lnTo>
                  <a:lnTo>
                    <a:pt x="296290" y="28957"/>
                  </a:lnTo>
                  <a:lnTo>
                    <a:pt x="296165" y="31884"/>
                  </a:lnTo>
                  <a:lnTo>
                    <a:pt x="296523" y="70619"/>
                  </a:lnTo>
                  <a:lnTo>
                    <a:pt x="296720" y="92067"/>
                  </a:lnTo>
                  <a:lnTo>
                    <a:pt x="323229" y="91744"/>
                  </a:lnTo>
                  <a:lnTo>
                    <a:pt x="323206" y="93306"/>
                  </a:lnTo>
                  <a:lnTo>
                    <a:pt x="323184" y="94784"/>
                  </a:lnTo>
                  <a:lnTo>
                    <a:pt x="351102" y="94901"/>
                  </a:lnTo>
                  <a:lnTo>
                    <a:pt x="367524" y="95193"/>
                  </a:lnTo>
                  <a:lnTo>
                    <a:pt x="370166" y="95166"/>
                  </a:lnTo>
                  <a:lnTo>
                    <a:pt x="391068" y="95457"/>
                  </a:lnTo>
                  <a:lnTo>
                    <a:pt x="397507" y="94117"/>
                  </a:lnTo>
                  <a:lnTo>
                    <a:pt x="397042" y="76663"/>
                  </a:lnTo>
                  <a:lnTo>
                    <a:pt x="397240" y="65715"/>
                  </a:lnTo>
                  <a:lnTo>
                    <a:pt x="441760" y="52501"/>
                  </a:lnTo>
                  <a:lnTo>
                    <a:pt x="442786" y="6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436787" y="2280098"/>
              <a:ext cx="217950" cy="264464"/>
            </a:xfrm>
            <a:custGeom>
              <a:avLst/>
              <a:pathLst>
                <a:path w="217950" h="264464">
                  <a:moveTo>
                    <a:pt x="180343" y="141381"/>
                  </a:moveTo>
                  <a:lnTo>
                    <a:pt x="185468" y="155932"/>
                  </a:lnTo>
                  <a:lnTo>
                    <a:pt x="131608" y="180655"/>
                  </a:lnTo>
                  <a:lnTo>
                    <a:pt x="112066" y="187903"/>
                  </a:lnTo>
                  <a:lnTo>
                    <a:pt x="116254" y="218250"/>
                  </a:lnTo>
                  <a:lnTo>
                    <a:pt x="73658" y="257852"/>
                  </a:lnTo>
                  <a:lnTo>
                    <a:pt x="23922" y="264464"/>
                  </a:lnTo>
                  <a:lnTo>
                    <a:pt x="0" y="240655"/>
                  </a:lnTo>
                  <a:lnTo>
                    <a:pt x="5140" y="237037"/>
                  </a:lnTo>
                  <a:lnTo>
                    <a:pt x="18916" y="222507"/>
                  </a:lnTo>
                  <a:lnTo>
                    <a:pt x="19865" y="209817"/>
                  </a:lnTo>
                  <a:lnTo>
                    <a:pt x="20348" y="203358"/>
                  </a:lnTo>
                  <a:lnTo>
                    <a:pt x="19848" y="194024"/>
                  </a:lnTo>
                  <a:lnTo>
                    <a:pt x="19467" y="186913"/>
                  </a:lnTo>
                  <a:lnTo>
                    <a:pt x="17759" y="177462"/>
                  </a:lnTo>
                  <a:lnTo>
                    <a:pt x="17303" y="174936"/>
                  </a:lnTo>
                  <a:lnTo>
                    <a:pt x="16930" y="174836"/>
                  </a:lnTo>
                  <a:lnTo>
                    <a:pt x="11021" y="173246"/>
                  </a:lnTo>
                  <a:lnTo>
                    <a:pt x="14292" y="149133"/>
                  </a:lnTo>
                  <a:lnTo>
                    <a:pt x="22888" y="113539"/>
                  </a:lnTo>
                  <a:lnTo>
                    <a:pt x="37215" y="101600"/>
                  </a:lnTo>
                  <a:lnTo>
                    <a:pt x="49054" y="92291"/>
                  </a:lnTo>
                  <a:lnTo>
                    <a:pt x="80195" y="67808"/>
                  </a:lnTo>
                  <a:lnTo>
                    <a:pt x="82178" y="41000"/>
                  </a:lnTo>
                  <a:lnTo>
                    <a:pt x="93419" y="0"/>
                  </a:lnTo>
                  <a:lnTo>
                    <a:pt x="146317" y="18022"/>
                  </a:lnTo>
                  <a:lnTo>
                    <a:pt x="137060" y="48434"/>
                  </a:lnTo>
                  <a:lnTo>
                    <a:pt x="150064" y="76594"/>
                  </a:lnTo>
                  <a:lnTo>
                    <a:pt x="202742" y="51363"/>
                  </a:lnTo>
                  <a:lnTo>
                    <a:pt x="217950" y="88308"/>
                  </a:lnTo>
                  <a:lnTo>
                    <a:pt x="179596" y="1057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781133" y="2355213"/>
              <a:ext cx="405804" cy="538827"/>
            </a:xfrm>
            <a:custGeom>
              <a:avLst/>
              <a:pathLst>
                <a:path w="405804" h="538827">
                  <a:moveTo>
                    <a:pt x="393114" y="416926"/>
                  </a:moveTo>
                  <a:lnTo>
                    <a:pt x="382869" y="435676"/>
                  </a:lnTo>
                  <a:lnTo>
                    <a:pt x="382752" y="435891"/>
                  </a:lnTo>
                  <a:lnTo>
                    <a:pt x="375091" y="449911"/>
                  </a:lnTo>
                  <a:lnTo>
                    <a:pt x="370775" y="457567"/>
                  </a:lnTo>
                  <a:lnTo>
                    <a:pt x="350705" y="493133"/>
                  </a:lnTo>
                  <a:lnTo>
                    <a:pt x="326558" y="479691"/>
                  </a:lnTo>
                  <a:lnTo>
                    <a:pt x="326199" y="479491"/>
                  </a:lnTo>
                  <a:lnTo>
                    <a:pt x="317740" y="474782"/>
                  </a:lnTo>
                  <a:lnTo>
                    <a:pt x="292348" y="460648"/>
                  </a:lnTo>
                  <a:lnTo>
                    <a:pt x="259289" y="442246"/>
                  </a:lnTo>
                  <a:lnTo>
                    <a:pt x="258673" y="441902"/>
                  </a:lnTo>
                  <a:lnTo>
                    <a:pt x="229430" y="425624"/>
                  </a:lnTo>
                  <a:lnTo>
                    <a:pt x="219575" y="443587"/>
                  </a:lnTo>
                  <a:lnTo>
                    <a:pt x="218182" y="446126"/>
                  </a:lnTo>
                  <a:lnTo>
                    <a:pt x="206839" y="466802"/>
                  </a:lnTo>
                  <a:lnTo>
                    <a:pt x="202835" y="474101"/>
                  </a:lnTo>
                  <a:lnTo>
                    <a:pt x="195840" y="486852"/>
                  </a:lnTo>
                  <a:lnTo>
                    <a:pt x="184656" y="507237"/>
                  </a:lnTo>
                  <a:lnTo>
                    <a:pt x="167585" y="538827"/>
                  </a:lnTo>
                  <a:lnTo>
                    <a:pt x="167386" y="538717"/>
                  </a:lnTo>
                  <a:lnTo>
                    <a:pt x="166523" y="538239"/>
                  </a:lnTo>
                  <a:lnTo>
                    <a:pt x="163432" y="536528"/>
                  </a:lnTo>
                  <a:lnTo>
                    <a:pt x="162352" y="535930"/>
                  </a:lnTo>
                  <a:lnTo>
                    <a:pt x="157574" y="533284"/>
                  </a:lnTo>
                  <a:lnTo>
                    <a:pt x="154379" y="531514"/>
                  </a:lnTo>
                  <a:lnTo>
                    <a:pt x="152735" y="530604"/>
                  </a:lnTo>
                  <a:lnTo>
                    <a:pt x="151108" y="529703"/>
                  </a:lnTo>
                  <a:lnTo>
                    <a:pt x="148656" y="528345"/>
                  </a:lnTo>
                  <a:lnTo>
                    <a:pt x="147751" y="527844"/>
                  </a:lnTo>
                  <a:lnTo>
                    <a:pt x="146271" y="527025"/>
                  </a:lnTo>
                  <a:lnTo>
                    <a:pt x="144409" y="525994"/>
                  </a:lnTo>
                  <a:lnTo>
                    <a:pt x="143590" y="525540"/>
                  </a:lnTo>
                  <a:lnTo>
                    <a:pt x="143111" y="525275"/>
                  </a:lnTo>
                  <a:lnTo>
                    <a:pt x="140656" y="523915"/>
                  </a:lnTo>
                  <a:lnTo>
                    <a:pt x="140285" y="523710"/>
                  </a:lnTo>
                  <a:lnTo>
                    <a:pt x="139180" y="523098"/>
                  </a:lnTo>
                  <a:lnTo>
                    <a:pt x="137745" y="522303"/>
                  </a:lnTo>
                  <a:lnTo>
                    <a:pt x="136547" y="521640"/>
                  </a:lnTo>
                  <a:lnTo>
                    <a:pt x="134136" y="520305"/>
                  </a:lnTo>
                  <a:lnTo>
                    <a:pt x="133867" y="520156"/>
                  </a:lnTo>
                  <a:lnTo>
                    <a:pt x="132980" y="519664"/>
                  </a:lnTo>
                  <a:lnTo>
                    <a:pt x="131487" y="518838"/>
                  </a:lnTo>
                  <a:lnTo>
                    <a:pt x="131264" y="518714"/>
                  </a:lnTo>
                  <a:lnTo>
                    <a:pt x="129837" y="517924"/>
                  </a:lnTo>
                  <a:lnTo>
                    <a:pt x="129004" y="517463"/>
                  </a:lnTo>
                  <a:lnTo>
                    <a:pt x="127050" y="516381"/>
                  </a:lnTo>
                  <a:lnTo>
                    <a:pt x="125612" y="515584"/>
                  </a:lnTo>
                  <a:lnTo>
                    <a:pt x="125445" y="515492"/>
                  </a:lnTo>
                  <a:lnTo>
                    <a:pt x="123160" y="514227"/>
                  </a:lnTo>
                  <a:lnTo>
                    <a:pt x="122817" y="514037"/>
                  </a:lnTo>
                  <a:lnTo>
                    <a:pt x="120638" y="512830"/>
                  </a:lnTo>
                  <a:lnTo>
                    <a:pt x="119839" y="512388"/>
                  </a:lnTo>
                  <a:lnTo>
                    <a:pt x="118016" y="511378"/>
                  </a:lnTo>
                  <a:lnTo>
                    <a:pt x="117602" y="511149"/>
                  </a:lnTo>
                  <a:lnTo>
                    <a:pt x="116827" y="510720"/>
                  </a:lnTo>
                  <a:lnTo>
                    <a:pt x="114926" y="509667"/>
                  </a:lnTo>
                  <a:lnTo>
                    <a:pt x="114128" y="509225"/>
                  </a:lnTo>
                  <a:lnTo>
                    <a:pt x="111429" y="507730"/>
                  </a:lnTo>
                  <a:lnTo>
                    <a:pt x="111282" y="507649"/>
                  </a:lnTo>
                  <a:lnTo>
                    <a:pt x="108685" y="506211"/>
                  </a:lnTo>
                  <a:lnTo>
                    <a:pt x="108138" y="505908"/>
                  </a:lnTo>
                  <a:lnTo>
                    <a:pt x="106224" y="504848"/>
                  </a:lnTo>
                  <a:lnTo>
                    <a:pt x="105648" y="504529"/>
                  </a:lnTo>
                  <a:lnTo>
                    <a:pt x="103747" y="503476"/>
                  </a:lnTo>
                  <a:lnTo>
                    <a:pt x="103545" y="503364"/>
                  </a:lnTo>
                  <a:lnTo>
                    <a:pt x="102916" y="503016"/>
                  </a:lnTo>
                  <a:lnTo>
                    <a:pt x="101012" y="501962"/>
                  </a:lnTo>
                  <a:lnTo>
                    <a:pt x="100327" y="501582"/>
                  </a:lnTo>
                  <a:lnTo>
                    <a:pt x="98524" y="500584"/>
                  </a:lnTo>
                  <a:lnTo>
                    <a:pt x="97989" y="500287"/>
                  </a:lnTo>
                  <a:lnTo>
                    <a:pt x="96546" y="499489"/>
                  </a:lnTo>
                  <a:lnTo>
                    <a:pt x="95251" y="498772"/>
                  </a:lnTo>
                  <a:lnTo>
                    <a:pt x="94256" y="498220"/>
                  </a:lnTo>
                  <a:lnTo>
                    <a:pt x="93694" y="497909"/>
                  </a:lnTo>
                  <a:lnTo>
                    <a:pt x="92895" y="497467"/>
                  </a:lnTo>
                  <a:lnTo>
                    <a:pt x="90986" y="496410"/>
                  </a:lnTo>
                  <a:lnTo>
                    <a:pt x="90758" y="496283"/>
                  </a:lnTo>
                  <a:lnTo>
                    <a:pt x="90030" y="495880"/>
                  </a:lnTo>
                  <a:lnTo>
                    <a:pt x="88603" y="495090"/>
                  </a:lnTo>
                  <a:lnTo>
                    <a:pt x="87570" y="494518"/>
                  </a:lnTo>
                  <a:lnTo>
                    <a:pt x="86563" y="493960"/>
                  </a:lnTo>
                  <a:lnTo>
                    <a:pt x="85665" y="493463"/>
                  </a:lnTo>
                  <a:lnTo>
                    <a:pt x="85195" y="493203"/>
                  </a:lnTo>
                  <a:lnTo>
                    <a:pt x="84504" y="492820"/>
                  </a:lnTo>
                  <a:lnTo>
                    <a:pt x="84329" y="492723"/>
                  </a:lnTo>
                  <a:lnTo>
                    <a:pt x="84119" y="492607"/>
                  </a:lnTo>
                  <a:lnTo>
                    <a:pt x="83975" y="492527"/>
                  </a:lnTo>
                  <a:lnTo>
                    <a:pt x="83562" y="492298"/>
                  </a:lnTo>
                  <a:lnTo>
                    <a:pt x="83240" y="492120"/>
                  </a:lnTo>
                  <a:lnTo>
                    <a:pt x="82642" y="491789"/>
                  </a:lnTo>
                  <a:lnTo>
                    <a:pt x="82408" y="491659"/>
                  </a:lnTo>
                  <a:lnTo>
                    <a:pt x="81643" y="491235"/>
                  </a:lnTo>
                  <a:lnTo>
                    <a:pt x="74938" y="487517"/>
                  </a:lnTo>
                  <a:lnTo>
                    <a:pt x="64449" y="481699"/>
                  </a:lnTo>
                  <a:lnTo>
                    <a:pt x="38330" y="467214"/>
                  </a:lnTo>
                  <a:lnTo>
                    <a:pt x="21233" y="457732"/>
                  </a:lnTo>
                  <a:lnTo>
                    <a:pt x="1703" y="446901"/>
                  </a:lnTo>
                  <a:lnTo>
                    <a:pt x="0" y="445957"/>
                  </a:lnTo>
                  <a:lnTo>
                    <a:pt x="3978" y="438775"/>
                  </a:lnTo>
                  <a:lnTo>
                    <a:pt x="20129" y="409615"/>
                  </a:lnTo>
                  <a:lnTo>
                    <a:pt x="21977" y="406279"/>
                  </a:lnTo>
                  <a:lnTo>
                    <a:pt x="22069" y="406112"/>
                  </a:lnTo>
                  <a:lnTo>
                    <a:pt x="28980" y="393636"/>
                  </a:lnTo>
                  <a:lnTo>
                    <a:pt x="33501" y="385474"/>
                  </a:lnTo>
                  <a:lnTo>
                    <a:pt x="41977" y="370171"/>
                  </a:lnTo>
                  <a:lnTo>
                    <a:pt x="56916" y="343201"/>
                  </a:lnTo>
                  <a:lnTo>
                    <a:pt x="58557" y="340237"/>
                  </a:lnTo>
                  <a:lnTo>
                    <a:pt x="58889" y="339638"/>
                  </a:lnTo>
                  <a:lnTo>
                    <a:pt x="87626" y="286982"/>
                  </a:lnTo>
                  <a:lnTo>
                    <a:pt x="87765" y="286728"/>
                  </a:lnTo>
                  <a:lnTo>
                    <a:pt x="117204" y="232935"/>
                  </a:lnTo>
                  <a:lnTo>
                    <a:pt x="133387" y="203364"/>
                  </a:lnTo>
                  <a:lnTo>
                    <a:pt x="134348" y="201616"/>
                  </a:lnTo>
                  <a:lnTo>
                    <a:pt x="140228" y="190924"/>
                  </a:lnTo>
                  <a:lnTo>
                    <a:pt x="153455" y="166873"/>
                  </a:lnTo>
                  <a:lnTo>
                    <a:pt x="163990" y="147716"/>
                  </a:lnTo>
                  <a:lnTo>
                    <a:pt x="164266" y="147207"/>
                  </a:lnTo>
                  <a:lnTo>
                    <a:pt x="164574" y="146637"/>
                  </a:lnTo>
                  <a:lnTo>
                    <a:pt x="175833" y="125817"/>
                  </a:lnTo>
                  <a:lnTo>
                    <a:pt x="176885" y="123873"/>
                  </a:lnTo>
                  <a:lnTo>
                    <a:pt x="191215" y="97374"/>
                  </a:lnTo>
                  <a:lnTo>
                    <a:pt x="201570" y="78208"/>
                  </a:lnTo>
                  <a:lnTo>
                    <a:pt x="205148" y="71585"/>
                  </a:lnTo>
                  <a:lnTo>
                    <a:pt x="211947" y="59000"/>
                  </a:lnTo>
                  <a:lnTo>
                    <a:pt x="213495" y="56134"/>
                  </a:lnTo>
                  <a:lnTo>
                    <a:pt x="213735" y="55691"/>
                  </a:lnTo>
                  <a:lnTo>
                    <a:pt x="239875" y="9475"/>
                  </a:lnTo>
                  <a:lnTo>
                    <a:pt x="245234" y="0"/>
                  </a:lnTo>
                  <a:lnTo>
                    <a:pt x="252013" y="5432"/>
                  </a:lnTo>
                  <a:lnTo>
                    <a:pt x="258155" y="10355"/>
                  </a:lnTo>
                  <a:lnTo>
                    <a:pt x="264663" y="15570"/>
                  </a:lnTo>
                  <a:lnTo>
                    <a:pt x="272528" y="21873"/>
                  </a:lnTo>
                  <a:lnTo>
                    <a:pt x="290266" y="36088"/>
                  </a:lnTo>
                  <a:lnTo>
                    <a:pt x="291148" y="36814"/>
                  </a:lnTo>
                  <a:lnTo>
                    <a:pt x="309842" y="52204"/>
                  </a:lnTo>
                  <a:lnTo>
                    <a:pt x="323628" y="63552"/>
                  </a:lnTo>
                  <a:lnTo>
                    <a:pt x="339500" y="76619"/>
                  </a:lnTo>
                  <a:lnTo>
                    <a:pt x="354083" y="88624"/>
                  </a:lnTo>
                  <a:lnTo>
                    <a:pt x="358368" y="92151"/>
                  </a:lnTo>
                  <a:lnTo>
                    <a:pt x="374434" y="105377"/>
                  </a:lnTo>
                  <a:lnTo>
                    <a:pt x="375683" y="106411"/>
                  </a:lnTo>
                  <a:lnTo>
                    <a:pt x="375820" y="106524"/>
                  </a:lnTo>
                  <a:lnTo>
                    <a:pt x="350072" y="134920"/>
                  </a:lnTo>
                  <a:lnTo>
                    <a:pt x="330284" y="156743"/>
                  </a:lnTo>
                  <a:lnTo>
                    <a:pt x="328116" y="158971"/>
                  </a:lnTo>
                  <a:lnTo>
                    <a:pt x="313792" y="173693"/>
                  </a:lnTo>
                  <a:lnTo>
                    <a:pt x="315284" y="175971"/>
                  </a:lnTo>
                  <a:lnTo>
                    <a:pt x="314937" y="176230"/>
                  </a:lnTo>
                  <a:lnTo>
                    <a:pt x="287632" y="196602"/>
                  </a:lnTo>
                  <a:lnTo>
                    <a:pt x="277611" y="204078"/>
                  </a:lnTo>
                  <a:lnTo>
                    <a:pt x="267127" y="211900"/>
                  </a:lnTo>
                  <a:lnTo>
                    <a:pt x="250153" y="224564"/>
                  </a:lnTo>
                  <a:lnTo>
                    <a:pt x="247741" y="226321"/>
                  </a:lnTo>
                  <a:lnTo>
                    <a:pt x="246551" y="227188"/>
                  </a:lnTo>
                  <a:lnTo>
                    <a:pt x="228202" y="240553"/>
                  </a:lnTo>
                  <a:lnTo>
                    <a:pt x="212307" y="256799"/>
                  </a:lnTo>
                  <a:lnTo>
                    <a:pt x="204738" y="271755"/>
                  </a:lnTo>
                  <a:lnTo>
                    <a:pt x="201963" y="281297"/>
                  </a:lnTo>
                  <a:lnTo>
                    <a:pt x="222955" y="292024"/>
                  </a:lnTo>
                  <a:lnTo>
                    <a:pt x="228202" y="294706"/>
                  </a:lnTo>
                  <a:lnTo>
                    <a:pt x="273617" y="319720"/>
                  </a:lnTo>
                  <a:lnTo>
                    <a:pt x="283306" y="324971"/>
                  </a:lnTo>
                  <a:lnTo>
                    <a:pt x="283866" y="325275"/>
                  </a:lnTo>
                  <a:lnTo>
                    <a:pt x="284183" y="325447"/>
                  </a:lnTo>
                  <a:lnTo>
                    <a:pt x="299410" y="333699"/>
                  </a:lnTo>
                  <a:lnTo>
                    <a:pt x="314325" y="342213"/>
                  </a:lnTo>
                  <a:lnTo>
                    <a:pt x="315250" y="342741"/>
                  </a:lnTo>
                  <a:lnTo>
                    <a:pt x="359400" y="367943"/>
                  </a:lnTo>
                  <a:lnTo>
                    <a:pt x="370224" y="373751"/>
                  </a:lnTo>
                  <a:lnTo>
                    <a:pt x="370566" y="373935"/>
                  </a:lnTo>
                  <a:lnTo>
                    <a:pt x="379584" y="378773"/>
                  </a:lnTo>
                  <a:lnTo>
                    <a:pt x="380725" y="379423"/>
                  </a:lnTo>
                  <a:lnTo>
                    <a:pt x="394753" y="387408"/>
                  </a:lnTo>
                  <a:lnTo>
                    <a:pt x="405804" y="393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78198" y="3909140"/>
              <a:ext cx="419513" cy="212434"/>
            </a:xfrm>
            <a:custGeom>
              <a:avLst/>
              <a:pathLst>
                <a:path w="419513" h="212434">
                  <a:moveTo>
                    <a:pt x="79196" y="130506"/>
                  </a:moveTo>
                  <a:lnTo>
                    <a:pt x="78138" y="130289"/>
                  </a:lnTo>
                  <a:lnTo>
                    <a:pt x="74969" y="129637"/>
                  </a:lnTo>
                  <a:lnTo>
                    <a:pt x="73723" y="129381"/>
                  </a:lnTo>
                  <a:lnTo>
                    <a:pt x="73413" y="129317"/>
                  </a:lnTo>
                  <a:lnTo>
                    <a:pt x="72828" y="129197"/>
                  </a:lnTo>
                  <a:lnTo>
                    <a:pt x="71597" y="128944"/>
                  </a:lnTo>
                  <a:lnTo>
                    <a:pt x="71344" y="128892"/>
                  </a:lnTo>
                  <a:lnTo>
                    <a:pt x="71104" y="128843"/>
                  </a:lnTo>
                  <a:lnTo>
                    <a:pt x="70501" y="128831"/>
                  </a:lnTo>
                  <a:lnTo>
                    <a:pt x="68641" y="128793"/>
                  </a:lnTo>
                  <a:lnTo>
                    <a:pt x="67749" y="128775"/>
                  </a:lnTo>
                  <a:lnTo>
                    <a:pt x="65729" y="128735"/>
                  </a:lnTo>
                  <a:lnTo>
                    <a:pt x="63330" y="128687"/>
                  </a:lnTo>
                  <a:lnTo>
                    <a:pt x="63157" y="128683"/>
                  </a:lnTo>
                  <a:lnTo>
                    <a:pt x="62134" y="128663"/>
                  </a:lnTo>
                  <a:lnTo>
                    <a:pt x="61284" y="128676"/>
                  </a:lnTo>
                  <a:lnTo>
                    <a:pt x="60625" y="128687"/>
                  </a:lnTo>
                  <a:lnTo>
                    <a:pt x="59773" y="128701"/>
                  </a:lnTo>
                  <a:lnTo>
                    <a:pt x="57169" y="128743"/>
                  </a:lnTo>
                  <a:lnTo>
                    <a:pt x="54379" y="128788"/>
                  </a:lnTo>
                  <a:lnTo>
                    <a:pt x="54149" y="128792"/>
                  </a:lnTo>
                  <a:lnTo>
                    <a:pt x="53547" y="128823"/>
                  </a:lnTo>
                  <a:lnTo>
                    <a:pt x="49249" y="129045"/>
                  </a:lnTo>
                  <a:lnTo>
                    <a:pt x="47939" y="129113"/>
                  </a:lnTo>
                  <a:lnTo>
                    <a:pt x="47030" y="128990"/>
                  </a:lnTo>
                  <a:lnTo>
                    <a:pt x="44699" y="128675"/>
                  </a:lnTo>
                  <a:lnTo>
                    <a:pt x="44154" y="128601"/>
                  </a:lnTo>
                  <a:lnTo>
                    <a:pt x="42116" y="128326"/>
                  </a:lnTo>
                  <a:lnTo>
                    <a:pt x="38267" y="127806"/>
                  </a:lnTo>
                  <a:lnTo>
                    <a:pt x="36387" y="127551"/>
                  </a:lnTo>
                  <a:lnTo>
                    <a:pt x="35761" y="127467"/>
                  </a:lnTo>
                  <a:lnTo>
                    <a:pt x="31435" y="126882"/>
                  </a:lnTo>
                  <a:lnTo>
                    <a:pt x="31183" y="126848"/>
                  </a:lnTo>
                  <a:lnTo>
                    <a:pt x="30986" y="126821"/>
                  </a:lnTo>
                  <a:lnTo>
                    <a:pt x="30375" y="126739"/>
                  </a:lnTo>
                  <a:lnTo>
                    <a:pt x="26330" y="126086"/>
                  </a:lnTo>
                  <a:lnTo>
                    <a:pt x="25265" y="125914"/>
                  </a:lnTo>
                  <a:lnTo>
                    <a:pt x="23908" y="125695"/>
                  </a:lnTo>
                  <a:lnTo>
                    <a:pt x="23306" y="125598"/>
                  </a:lnTo>
                  <a:lnTo>
                    <a:pt x="20453" y="125138"/>
                  </a:lnTo>
                  <a:lnTo>
                    <a:pt x="19003" y="124904"/>
                  </a:lnTo>
                  <a:lnTo>
                    <a:pt x="17513" y="124663"/>
                  </a:lnTo>
                  <a:lnTo>
                    <a:pt x="14851" y="124234"/>
                  </a:lnTo>
                  <a:lnTo>
                    <a:pt x="13868" y="124075"/>
                  </a:lnTo>
                  <a:lnTo>
                    <a:pt x="10221" y="123486"/>
                  </a:lnTo>
                  <a:lnTo>
                    <a:pt x="9796" y="123414"/>
                  </a:lnTo>
                  <a:lnTo>
                    <a:pt x="8459" y="122980"/>
                  </a:lnTo>
                  <a:lnTo>
                    <a:pt x="7896" y="122798"/>
                  </a:lnTo>
                  <a:lnTo>
                    <a:pt x="7734" y="122745"/>
                  </a:lnTo>
                  <a:lnTo>
                    <a:pt x="7284" y="122599"/>
                  </a:lnTo>
                  <a:lnTo>
                    <a:pt x="5458" y="122007"/>
                  </a:lnTo>
                  <a:lnTo>
                    <a:pt x="4821" y="121800"/>
                  </a:lnTo>
                  <a:lnTo>
                    <a:pt x="3260" y="121294"/>
                  </a:lnTo>
                  <a:lnTo>
                    <a:pt x="2736" y="121124"/>
                  </a:lnTo>
                  <a:lnTo>
                    <a:pt x="2279" y="120976"/>
                  </a:lnTo>
                  <a:lnTo>
                    <a:pt x="1574" y="120747"/>
                  </a:lnTo>
                  <a:lnTo>
                    <a:pt x="1368" y="120680"/>
                  </a:lnTo>
                  <a:lnTo>
                    <a:pt x="1216" y="120631"/>
                  </a:lnTo>
                  <a:lnTo>
                    <a:pt x="461" y="120386"/>
                  </a:lnTo>
                  <a:lnTo>
                    <a:pt x="218" y="120307"/>
                  </a:lnTo>
                  <a:lnTo>
                    <a:pt x="2" y="120237"/>
                  </a:lnTo>
                  <a:lnTo>
                    <a:pt x="0" y="120118"/>
                  </a:lnTo>
                  <a:lnTo>
                    <a:pt x="1001" y="119588"/>
                  </a:lnTo>
                  <a:lnTo>
                    <a:pt x="6660" y="116594"/>
                  </a:lnTo>
                  <a:lnTo>
                    <a:pt x="11568" y="113998"/>
                  </a:lnTo>
                  <a:lnTo>
                    <a:pt x="12590" y="113457"/>
                  </a:lnTo>
                  <a:lnTo>
                    <a:pt x="12863" y="113267"/>
                  </a:lnTo>
                  <a:lnTo>
                    <a:pt x="13619" y="110986"/>
                  </a:lnTo>
                  <a:lnTo>
                    <a:pt x="14085" y="109577"/>
                  </a:lnTo>
                  <a:lnTo>
                    <a:pt x="14887" y="107158"/>
                  </a:lnTo>
                  <a:lnTo>
                    <a:pt x="18809" y="95317"/>
                  </a:lnTo>
                  <a:lnTo>
                    <a:pt x="18977" y="94768"/>
                  </a:lnTo>
                  <a:lnTo>
                    <a:pt x="19047" y="94539"/>
                  </a:lnTo>
                  <a:lnTo>
                    <a:pt x="21692" y="86745"/>
                  </a:lnTo>
                  <a:lnTo>
                    <a:pt x="24378" y="78828"/>
                  </a:lnTo>
                  <a:lnTo>
                    <a:pt x="26070" y="73843"/>
                  </a:lnTo>
                  <a:lnTo>
                    <a:pt x="28000" y="68152"/>
                  </a:lnTo>
                  <a:lnTo>
                    <a:pt x="29825" y="61401"/>
                  </a:lnTo>
                  <a:lnTo>
                    <a:pt x="31293" y="55970"/>
                  </a:lnTo>
                  <a:lnTo>
                    <a:pt x="31901" y="53722"/>
                  </a:lnTo>
                  <a:lnTo>
                    <a:pt x="32335" y="52219"/>
                  </a:lnTo>
                  <a:lnTo>
                    <a:pt x="33177" y="49307"/>
                  </a:lnTo>
                  <a:lnTo>
                    <a:pt x="34924" y="43264"/>
                  </a:lnTo>
                  <a:lnTo>
                    <a:pt x="40196" y="22353"/>
                  </a:lnTo>
                  <a:lnTo>
                    <a:pt x="45782" y="1361"/>
                  </a:lnTo>
                  <a:lnTo>
                    <a:pt x="46145" y="0"/>
                  </a:lnTo>
                  <a:lnTo>
                    <a:pt x="46995" y="238"/>
                  </a:lnTo>
                  <a:lnTo>
                    <a:pt x="79116" y="9239"/>
                  </a:lnTo>
                  <a:lnTo>
                    <a:pt x="89269" y="12084"/>
                  </a:lnTo>
                  <a:lnTo>
                    <a:pt x="89445" y="12134"/>
                  </a:lnTo>
                  <a:lnTo>
                    <a:pt x="94559" y="13566"/>
                  </a:lnTo>
                  <a:lnTo>
                    <a:pt x="129237" y="23284"/>
                  </a:lnTo>
                  <a:lnTo>
                    <a:pt x="129510" y="23351"/>
                  </a:lnTo>
                  <a:lnTo>
                    <a:pt x="143078" y="26671"/>
                  </a:lnTo>
                  <a:lnTo>
                    <a:pt x="145005" y="27143"/>
                  </a:lnTo>
                  <a:lnTo>
                    <a:pt x="152597" y="29000"/>
                  </a:lnTo>
                  <a:lnTo>
                    <a:pt x="174088" y="34258"/>
                  </a:lnTo>
                  <a:lnTo>
                    <a:pt x="174649" y="34407"/>
                  </a:lnTo>
                  <a:lnTo>
                    <a:pt x="175201" y="34553"/>
                  </a:lnTo>
                  <a:lnTo>
                    <a:pt x="199282" y="40922"/>
                  </a:lnTo>
                  <a:lnTo>
                    <a:pt x="215613" y="45241"/>
                  </a:lnTo>
                  <a:lnTo>
                    <a:pt x="219586" y="46291"/>
                  </a:lnTo>
                  <a:lnTo>
                    <a:pt x="219662" y="45883"/>
                  </a:lnTo>
                  <a:lnTo>
                    <a:pt x="219881" y="45242"/>
                  </a:lnTo>
                  <a:lnTo>
                    <a:pt x="221180" y="41438"/>
                  </a:lnTo>
                  <a:lnTo>
                    <a:pt x="222557" y="37405"/>
                  </a:lnTo>
                  <a:lnTo>
                    <a:pt x="226032" y="27231"/>
                  </a:lnTo>
                  <a:lnTo>
                    <a:pt x="226764" y="25088"/>
                  </a:lnTo>
                  <a:lnTo>
                    <a:pt x="226882" y="24717"/>
                  </a:lnTo>
                  <a:lnTo>
                    <a:pt x="228270" y="20377"/>
                  </a:lnTo>
                  <a:lnTo>
                    <a:pt x="231411" y="10557"/>
                  </a:lnTo>
                  <a:lnTo>
                    <a:pt x="233014" y="5544"/>
                  </a:lnTo>
                  <a:lnTo>
                    <a:pt x="233837" y="2971"/>
                  </a:lnTo>
                  <a:lnTo>
                    <a:pt x="233946" y="2630"/>
                  </a:lnTo>
                  <a:lnTo>
                    <a:pt x="247178" y="6610"/>
                  </a:lnTo>
                  <a:lnTo>
                    <a:pt x="270602" y="13654"/>
                  </a:lnTo>
                  <a:lnTo>
                    <a:pt x="271207" y="13824"/>
                  </a:lnTo>
                  <a:lnTo>
                    <a:pt x="277355" y="15548"/>
                  </a:lnTo>
                  <a:lnTo>
                    <a:pt x="303326" y="22832"/>
                  </a:lnTo>
                  <a:lnTo>
                    <a:pt x="308552" y="24297"/>
                  </a:lnTo>
                  <a:lnTo>
                    <a:pt x="308721" y="24345"/>
                  </a:lnTo>
                  <a:lnTo>
                    <a:pt x="309821" y="24656"/>
                  </a:lnTo>
                  <a:lnTo>
                    <a:pt x="321032" y="27822"/>
                  </a:lnTo>
                  <a:lnTo>
                    <a:pt x="322237" y="28162"/>
                  </a:lnTo>
                  <a:lnTo>
                    <a:pt x="329107" y="30102"/>
                  </a:lnTo>
                  <a:lnTo>
                    <a:pt x="338003" y="32614"/>
                  </a:lnTo>
                  <a:lnTo>
                    <a:pt x="340556" y="33336"/>
                  </a:lnTo>
                  <a:lnTo>
                    <a:pt x="344955" y="34578"/>
                  </a:lnTo>
                  <a:lnTo>
                    <a:pt x="345200" y="34640"/>
                  </a:lnTo>
                  <a:lnTo>
                    <a:pt x="345791" y="34789"/>
                  </a:lnTo>
                  <a:lnTo>
                    <a:pt x="379126" y="43226"/>
                  </a:lnTo>
                  <a:lnTo>
                    <a:pt x="380233" y="43506"/>
                  </a:lnTo>
                  <a:lnTo>
                    <a:pt x="382141" y="43989"/>
                  </a:lnTo>
                  <a:lnTo>
                    <a:pt x="383195" y="44255"/>
                  </a:lnTo>
                  <a:lnTo>
                    <a:pt x="385470" y="44831"/>
                  </a:lnTo>
                  <a:lnTo>
                    <a:pt x="398660" y="48169"/>
                  </a:lnTo>
                  <a:lnTo>
                    <a:pt x="407785" y="50478"/>
                  </a:lnTo>
                  <a:lnTo>
                    <a:pt x="413095" y="51822"/>
                  </a:lnTo>
                  <a:lnTo>
                    <a:pt x="413274" y="51867"/>
                  </a:lnTo>
                  <a:lnTo>
                    <a:pt x="418060" y="53079"/>
                  </a:lnTo>
                  <a:lnTo>
                    <a:pt x="419513" y="53446"/>
                  </a:lnTo>
                  <a:lnTo>
                    <a:pt x="415774" y="64855"/>
                  </a:lnTo>
                  <a:lnTo>
                    <a:pt x="415171" y="66692"/>
                  </a:lnTo>
                  <a:lnTo>
                    <a:pt x="413973" y="70348"/>
                  </a:lnTo>
                  <a:lnTo>
                    <a:pt x="412959" y="73443"/>
                  </a:lnTo>
                  <a:lnTo>
                    <a:pt x="412881" y="73698"/>
                  </a:lnTo>
                  <a:lnTo>
                    <a:pt x="411475" y="78298"/>
                  </a:lnTo>
                  <a:lnTo>
                    <a:pt x="407870" y="90094"/>
                  </a:lnTo>
                  <a:lnTo>
                    <a:pt x="406458" y="94714"/>
                  </a:lnTo>
                  <a:lnTo>
                    <a:pt x="406169" y="95661"/>
                  </a:lnTo>
                  <a:lnTo>
                    <a:pt x="403666" y="98798"/>
                  </a:lnTo>
                  <a:lnTo>
                    <a:pt x="402926" y="101092"/>
                  </a:lnTo>
                  <a:lnTo>
                    <a:pt x="399169" y="112734"/>
                  </a:lnTo>
                  <a:lnTo>
                    <a:pt x="398406" y="115099"/>
                  </a:lnTo>
                  <a:lnTo>
                    <a:pt x="398209" y="115710"/>
                  </a:lnTo>
                  <a:lnTo>
                    <a:pt x="395556" y="124417"/>
                  </a:lnTo>
                  <a:lnTo>
                    <a:pt x="392595" y="134135"/>
                  </a:lnTo>
                  <a:lnTo>
                    <a:pt x="391540" y="137596"/>
                  </a:lnTo>
                  <a:lnTo>
                    <a:pt x="383714" y="159185"/>
                  </a:lnTo>
                  <a:lnTo>
                    <a:pt x="396788" y="162716"/>
                  </a:lnTo>
                  <a:lnTo>
                    <a:pt x="414100" y="167391"/>
                  </a:lnTo>
                  <a:lnTo>
                    <a:pt x="417566" y="168327"/>
                  </a:lnTo>
                  <a:lnTo>
                    <a:pt x="418278" y="168506"/>
                  </a:lnTo>
                  <a:lnTo>
                    <a:pt x="416664" y="174964"/>
                  </a:lnTo>
                  <a:lnTo>
                    <a:pt x="414225" y="184726"/>
                  </a:lnTo>
                  <a:lnTo>
                    <a:pt x="413948" y="185822"/>
                  </a:lnTo>
                  <a:lnTo>
                    <a:pt x="409624" y="200443"/>
                  </a:lnTo>
                  <a:lnTo>
                    <a:pt x="406658" y="210473"/>
                  </a:lnTo>
                  <a:lnTo>
                    <a:pt x="406547" y="210850"/>
                  </a:lnTo>
                  <a:lnTo>
                    <a:pt x="406144" y="212210"/>
                  </a:lnTo>
                  <a:lnTo>
                    <a:pt x="405916" y="212434"/>
                  </a:lnTo>
                  <a:lnTo>
                    <a:pt x="404247" y="212051"/>
                  </a:lnTo>
                  <a:lnTo>
                    <a:pt x="364339" y="202896"/>
                  </a:lnTo>
                  <a:lnTo>
                    <a:pt x="361840" y="202323"/>
                  </a:lnTo>
                  <a:lnTo>
                    <a:pt x="359933" y="201886"/>
                  </a:lnTo>
                  <a:lnTo>
                    <a:pt x="359451" y="201775"/>
                  </a:lnTo>
                  <a:lnTo>
                    <a:pt x="349052" y="199203"/>
                  </a:lnTo>
                  <a:lnTo>
                    <a:pt x="343187" y="197753"/>
                  </a:lnTo>
                  <a:lnTo>
                    <a:pt x="339459" y="196831"/>
                  </a:lnTo>
                  <a:lnTo>
                    <a:pt x="331470" y="194856"/>
                  </a:lnTo>
                  <a:lnTo>
                    <a:pt x="317923" y="191506"/>
                  </a:lnTo>
                  <a:lnTo>
                    <a:pt x="305034" y="188319"/>
                  </a:lnTo>
                  <a:lnTo>
                    <a:pt x="304894" y="188284"/>
                  </a:lnTo>
                  <a:lnTo>
                    <a:pt x="303874" y="188032"/>
                  </a:lnTo>
                  <a:lnTo>
                    <a:pt x="303599" y="187963"/>
                  </a:lnTo>
                  <a:lnTo>
                    <a:pt x="282859" y="182791"/>
                  </a:lnTo>
                  <a:lnTo>
                    <a:pt x="262536" y="177835"/>
                  </a:lnTo>
                  <a:lnTo>
                    <a:pt x="256331" y="176322"/>
                  </a:lnTo>
                  <a:lnTo>
                    <a:pt x="242821" y="173027"/>
                  </a:lnTo>
                  <a:lnTo>
                    <a:pt x="240703" y="172511"/>
                  </a:lnTo>
                  <a:lnTo>
                    <a:pt x="215814" y="166338"/>
                  </a:lnTo>
                  <a:lnTo>
                    <a:pt x="214175" y="165931"/>
                  </a:lnTo>
                  <a:lnTo>
                    <a:pt x="206724" y="164083"/>
                  </a:lnTo>
                  <a:lnTo>
                    <a:pt x="206441" y="164007"/>
                  </a:lnTo>
                  <a:lnTo>
                    <a:pt x="154671" y="150110"/>
                  </a:lnTo>
                  <a:lnTo>
                    <a:pt x="148882" y="148556"/>
                  </a:lnTo>
                  <a:lnTo>
                    <a:pt x="142872" y="146943"/>
                  </a:lnTo>
                  <a:lnTo>
                    <a:pt x="133700" y="144481"/>
                  </a:lnTo>
                  <a:lnTo>
                    <a:pt x="128827" y="143170"/>
                  </a:lnTo>
                  <a:lnTo>
                    <a:pt x="116195" y="139515"/>
                  </a:lnTo>
                  <a:lnTo>
                    <a:pt x="113319" y="138683"/>
                  </a:lnTo>
                  <a:lnTo>
                    <a:pt x="104406" y="136107"/>
                  </a:lnTo>
                  <a:lnTo>
                    <a:pt x="102365" y="135658"/>
                  </a:lnTo>
                  <a:lnTo>
                    <a:pt x="97472" y="134581"/>
                  </a:lnTo>
                  <a:lnTo>
                    <a:pt x="91969" y="133370"/>
                  </a:lnTo>
                  <a:lnTo>
                    <a:pt x="91693" y="133310"/>
                  </a:lnTo>
                  <a:lnTo>
                    <a:pt x="89040" y="132726"/>
                  </a:lnTo>
                  <a:lnTo>
                    <a:pt x="82247" y="131231"/>
                  </a:lnTo>
                  <a:lnTo>
                    <a:pt x="80038" y="130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343611" y="4039819"/>
              <a:ext cx="340647" cy="262801"/>
            </a:xfrm>
            <a:custGeom>
              <a:avLst/>
              <a:pathLst>
                <a:path w="340647" h="262801">
                  <a:moveTo>
                    <a:pt x="149965" y="199572"/>
                  </a:moveTo>
                  <a:lnTo>
                    <a:pt x="133539" y="215250"/>
                  </a:lnTo>
                  <a:lnTo>
                    <a:pt x="140897" y="224715"/>
                  </a:lnTo>
                  <a:lnTo>
                    <a:pt x="141399" y="226621"/>
                  </a:lnTo>
                  <a:lnTo>
                    <a:pt x="144967" y="248501"/>
                  </a:lnTo>
                  <a:lnTo>
                    <a:pt x="143996" y="255698"/>
                  </a:lnTo>
                  <a:lnTo>
                    <a:pt x="147267" y="262801"/>
                  </a:lnTo>
                  <a:lnTo>
                    <a:pt x="146272" y="262185"/>
                  </a:lnTo>
                  <a:lnTo>
                    <a:pt x="130707" y="252555"/>
                  </a:lnTo>
                  <a:lnTo>
                    <a:pt x="123235" y="246675"/>
                  </a:lnTo>
                  <a:lnTo>
                    <a:pt x="121747" y="244032"/>
                  </a:lnTo>
                  <a:lnTo>
                    <a:pt x="121194" y="242726"/>
                  </a:lnTo>
                  <a:lnTo>
                    <a:pt x="120608" y="241810"/>
                  </a:lnTo>
                  <a:lnTo>
                    <a:pt x="112572" y="232727"/>
                  </a:lnTo>
                  <a:lnTo>
                    <a:pt x="108699" y="227342"/>
                  </a:lnTo>
                  <a:lnTo>
                    <a:pt x="103979" y="223498"/>
                  </a:lnTo>
                  <a:lnTo>
                    <a:pt x="75661" y="202177"/>
                  </a:lnTo>
                  <a:lnTo>
                    <a:pt x="48220" y="182960"/>
                  </a:lnTo>
                  <a:lnTo>
                    <a:pt x="43756" y="194199"/>
                  </a:lnTo>
                  <a:lnTo>
                    <a:pt x="14292" y="185841"/>
                  </a:lnTo>
                  <a:lnTo>
                    <a:pt x="17507" y="175862"/>
                  </a:lnTo>
                  <a:lnTo>
                    <a:pt x="17960" y="174458"/>
                  </a:lnTo>
                  <a:lnTo>
                    <a:pt x="20306" y="167175"/>
                  </a:lnTo>
                  <a:lnTo>
                    <a:pt x="14172" y="168619"/>
                  </a:lnTo>
                  <a:lnTo>
                    <a:pt x="13228" y="168841"/>
                  </a:lnTo>
                  <a:lnTo>
                    <a:pt x="12166" y="169091"/>
                  </a:lnTo>
                  <a:lnTo>
                    <a:pt x="579" y="171820"/>
                  </a:lnTo>
                  <a:lnTo>
                    <a:pt x="0" y="171983"/>
                  </a:lnTo>
                  <a:lnTo>
                    <a:pt x="3027" y="120077"/>
                  </a:lnTo>
                  <a:lnTo>
                    <a:pt x="3087" y="119041"/>
                  </a:lnTo>
                  <a:lnTo>
                    <a:pt x="8461" y="69353"/>
                  </a:lnTo>
                  <a:lnTo>
                    <a:pt x="12509" y="21341"/>
                  </a:lnTo>
                  <a:lnTo>
                    <a:pt x="12699" y="19082"/>
                  </a:lnTo>
                  <a:lnTo>
                    <a:pt x="12877" y="17769"/>
                  </a:lnTo>
                  <a:lnTo>
                    <a:pt x="13300" y="14662"/>
                  </a:lnTo>
                  <a:lnTo>
                    <a:pt x="13477" y="12703"/>
                  </a:lnTo>
                  <a:lnTo>
                    <a:pt x="14253" y="4118"/>
                  </a:lnTo>
                  <a:lnTo>
                    <a:pt x="14573" y="582"/>
                  </a:lnTo>
                  <a:lnTo>
                    <a:pt x="14588" y="407"/>
                  </a:lnTo>
                  <a:lnTo>
                    <a:pt x="14625" y="0"/>
                  </a:lnTo>
                  <a:lnTo>
                    <a:pt x="16834" y="551"/>
                  </a:lnTo>
                  <a:lnTo>
                    <a:pt x="23312" y="1977"/>
                  </a:lnTo>
                  <a:lnTo>
                    <a:pt x="23627" y="2046"/>
                  </a:lnTo>
                  <a:lnTo>
                    <a:pt x="26280" y="2630"/>
                  </a:lnTo>
                  <a:lnTo>
                    <a:pt x="26556" y="2691"/>
                  </a:lnTo>
                  <a:lnTo>
                    <a:pt x="27423" y="2881"/>
                  </a:lnTo>
                  <a:lnTo>
                    <a:pt x="29533" y="3346"/>
                  </a:lnTo>
                  <a:lnTo>
                    <a:pt x="36952" y="4978"/>
                  </a:lnTo>
                  <a:lnTo>
                    <a:pt x="39041" y="5438"/>
                  </a:lnTo>
                  <a:lnTo>
                    <a:pt x="39379" y="5536"/>
                  </a:lnTo>
                  <a:lnTo>
                    <a:pt x="47906" y="8003"/>
                  </a:lnTo>
                  <a:lnTo>
                    <a:pt x="50782" y="8835"/>
                  </a:lnTo>
                  <a:lnTo>
                    <a:pt x="54186" y="9820"/>
                  </a:lnTo>
                  <a:lnTo>
                    <a:pt x="63556" y="12531"/>
                  </a:lnTo>
                  <a:lnTo>
                    <a:pt x="68287" y="13801"/>
                  </a:lnTo>
                  <a:lnTo>
                    <a:pt x="77459" y="16263"/>
                  </a:lnTo>
                  <a:lnTo>
                    <a:pt x="83469" y="17876"/>
                  </a:lnTo>
                  <a:lnTo>
                    <a:pt x="89258" y="19430"/>
                  </a:lnTo>
                  <a:lnTo>
                    <a:pt x="118369" y="27245"/>
                  </a:lnTo>
                  <a:lnTo>
                    <a:pt x="141028" y="33327"/>
                  </a:lnTo>
                  <a:lnTo>
                    <a:pt x="141311" y="33403"/>
                  </a:lnTo>
                  <a:lnTo>
                    <a:pt x="148762" y="35251"/>
                  </a:lnTo>
                  <a:lnTo>
                    <a:pt x="150401" y="35658"/>
                  </a:lnTo>
                  <a:lnTo>
                    <a:pt x="175290" y="41831"/>
                  </a:lnTo>
                  <a:lnTo>
                    <a:pt x="177409" y="42348"/>
                  </a:lnTo>
                  <a:lnTo>
                    <a:pt x="190918" y="45642"/>
                  </a:lnTo>
                  <a:lnTo>
                    <a:pt x="197123" y="47155"/>
                  </a:lnTo>
                  <a:lnTo>
                    <a:pt x="217478" y="52119"/>
                  </a:lnTo>
                  <a:lnTo>
                    <a:pt x="238186" y="57284"/>
                  </a:lnTo>
                  <a:lnTo>
                    <a:pt x="238461" y="57352"/>
                  </a:lnTo>
                  <a:lnTo>
                    <a:pt x="239481" y="57604"/>
                  </a:lnTo>
                  <a:lnTo>
                    <a:pt x="239621" y="57639"/>
                  </a:lnTo>
                  <a:lnTo>
                    <a:pt x="252510" y="60826"/>
                  </a:lnTo>
                  <a:lnTo>
                    <a:pt x="266057" y="64176"/>
                  </a:lnTo>
                  <a:lnTo>
                    <a:pt x="274046" y="66151"/>
                  </a:lnTo>
                  <a:lnTo>
                    <a:pt x="277774" y="67073"/>
                  </a:lnTo>
                  <a:lnTo>
                    <a:pt x="283639" y="68524"/>
                  </a:lnTo>
                  <a:lnTo>
                    <a:pt x="294038" y="71095"/>
                  </a:lnTo>
                  <a:lnTo>
                    <a:pt x="294520" y="71206"/>
                  </a:lnTo>
                  <a:lnTo>
                    <a:pt x="296427" y="71643"/>
                  </a:lnTo>
                  <a:lnTo>
                    <a:pt x="298926" y="72217"/>
                  </a:lnTo>
                  <a:lnTo>
                    <a:pt x="338834" y="81371"/>
                  </a:lnTo>
                  <a:lnTo>
                    <a:pt x="340647" y="81817"/>
                  </a:lnTo>
                  <a:lnTo>
                    <a:pt x="340495" y="82264"/>
                  </a:lnTo>
                  <a:lnTo>
                    <a:pt x="340267" y="82940"/>
                  </a:lnTo>
                  <a:lnTo>
                    <a:pt x="339791" y="84348"/>
                  </a:lnTo>
                  <a:lnTo>
                    <a:pt x="339497" y="85217"/>
                  </a:lnTo>
                  <a:lnTo>
                    <a:pt x="338815" y="87234"/>
                  </a:lnTo>
                  <a:lnTo>
                    <a:pt x="338445" y="88329"/>
                  </a:lnTo>
                  <a:lnTo>
                    <a:pt x="335799" y="96153"/>
                  </a:lnTo>
                  <a:lnTo>
                    <a:pt x="335608" y="96718"/>
                  </a:lnTo>
                  <a:lnTo>
                    <a:pt x="335166" y="98025"/>
                  </a:lnTo>
                  <a:lnTo>
                    <a:pt x="334742" y="99278"/>
                  </a:lnTo>
                  <a:lnTo>
                    <a:pt x="334568" y="99793"/>
                  </a:lnTo>
                  <a:lnTo>
                    <a:pt x="333888" y="101803"/>
                  </a:lnTo>
                  <a:lnTo>
                    <a:pt x="333183" y="103889"/>
                  </a:lnTo>
                  <a:lnTo>
                    <a:pt x="332756" y="105132"/>
                  </a:lnTo>
                  <a:lnTo>
                    <a:pt x="332544" y="105750"/>
                  </a:lnTo>
                  <a:lnTo>
                    <a:pt x="332489" y="105909"/>
                  </a:lnTo>
                  <a:lnTo>
                    <a:pt x="332428" y="106088"/>
                  </a:lnTo>
                  <a:lnTo>
                    <a:pt x="332281" y="106517"/>
                  </a:lnTo>
                  <a:lnTo>
                    <a:pt x="332236" y="106648"/>
                  </a:lnTo>
                  <a:lnTo>
                    <a:pt x="332119" y="106988"/>
                  </a:lnTo>
                  <a:lnTo>
                    <a:pt x="330764" y="110937"/>
                  </a:lnTo>
                  <a:lnTo>
                    <a:pt x="330380" y="112055"/>
                  </a:lnTo>
                  <a:lnTo>
                    <a:pt x="330169" y="112670"/>
                  </a:lnTo>
                  <a:lnTo>
                    <a:pt x="328156" y="118536"/>
                  </a:lnTo>
                  <a:lnTo>
                    <a:pt x="327577" y="120222"/>
                  </a:lnTo>
                  <a:lnTo>
                    <a:pt x="327056" y="121740"/>
                  </a:lnTo>
                  <a:lnTo>
                    <a:pt x="326277" y="124011"/>
                  </a:lnTo>
                  <a:lnTo>
                    <a:pt x="325482" y="126325"/>
                  </a:lnTo>
                  <a:lnTo>
                    <a:pt x="325426" y="126511"/>
                  </a:lnTo>
                  <a:lnTo>
                    <a:pt x="325033" y="127820"/>
                  </a:lnTo>
                  <a:lnTo>
                    <a:pt x="324910" y="128227"/>
                  </a:lnTo>
                  <a:lnTo>
                    <a:pt x="324532" y="129486"/>
                  </a:lnTo>
                  <a:lnTo>
                    <a:pt x="324102" y="130689"/>
                  </a:lnTo>
                  <a:lnTo>
                    <a:pt x="320551" y="141257"/>
                  </a:lnTo>
                  <a:lnTo>
                    <a:pt x="320119" y="142541"/>
                  </a:lnTo>
                  <a:lnTo>
                    <a:pt x="317643" y="149911"/>
                  </a:lnTo>
                  <a:lnTo>
                    <a:pt x="317517" y="150286"/>
                  </a:lnTo>
                  <a:lnTo>
                    <a:pt x="316925" y="152046"/>
                  </a:lnTo>
                  <a:lnTo>
                    <a:pt x="316534" y="153210"/>
                  </a:lnTo>
                  <a:lnTo>
                    <a:pt x="316479" y="153371"/>
                  </a:lnTo>
                  <a:lnTo>
                    <a:pt x="307107" y="151600"/>
                  </a:lnTo>
                  <a:lnTo>
                    <a:pt x="300761" y="150401"/>
                  </a:lnTo>
                  <a:lnTo>
                    <a:pt x="299965" y="150250"/>
                  </a:lnTo>
                  <a:lnTo>
                    <a:pt x="289285" y="148232"/>
                  </a:lnTo>
                  <a:lnTo>
                    <a:pt x="288914" y="148164"/>
                  </a:lnTo>
                  <a:lnTo>
                    <a:pt x="280551" y="147181"/>
                  </a:lnTo>
                  <a:lnTo>
                    <a:pt x="280397" y="147163"/>
                  </a:lnTo>
                  <a:lnTo>
                    <a:pt x="272948" y="146287"/>
                  </a:lnTo>
                  <a:lnTo>
                    <a:pt x="262443" y="145053"/>
                  </a:lnTo>
                  <a:lnTo>
                    <a:pt x="260085" y="144789"/>
                  </a:lnTo>
                  <a:lnTo>
                    <a:pt x="258341" y="144856"/>
                  </a:lnTo>
                  <a:lnTo>
                    <a:pt x="256446" y="144929"/>
                  </a:lnTo>
                  <a:lnTo>
                    <a:pt x="255575" y="144963"/>
                  </a:lnTo>
                  <a:lnTo>
                    <a:pt x="254146" y="145018"/>
                  </a:lnTo>
                  <a:lnTo>
                    <a:pt x="253866" y="145028"/>
                  </a:lnTo>
                  <a:lnTo>
                    <a:pt x="251971" y="145101"/>
                  </a:lnTo>
                  <a:lnTo>
                    <a:pt x="240855" y="145560"/>
                  </a:lnTo>
                  <a:lnTo>
                    <a:pt x="237045" y="148178"/>
                  </a:lnTo>
                  <a:lnTo>
                    <a:pt x="237739" y="149491"/>
                  </a:lnTo>
                  <a:lnTo>
                    <a:pt x="237889" y="149774"/>
                  </a:lnTo>
                  <a:lnTo>
                    <a:pt x="238346" y="150639"/>
                  </a:lnTo>
                  <a:lnTo>
                    <a:pt x="245131" y="158922"/>
                  </a:lnTo>
                  <a:lnTo>
                    <a:pt x="248953" y="163586"/>
                  </a:lnTo>
                  <a:lnTo>
                    <a:pt x="248186" y="164831"/>
                  </a:lnTo>
                  <a:lnTo>
                    <a:pt x="245763" y="168766"/>
                  </a:lnTo>
                  <a:lnTo>
                    <a:pt x="245806" y="173726"/>
                  </a:lnTo>
                  <a:lnTo>
                    <a:pt x="245811" y="174374"/>
                  </a:lnTo>
                  <a:lnTo>
                    <a:pt x="246525" y="177488"/>
                  </a:lnTo>
                  <a:lnTo>
                    <a:pt x="248969" y="188158"/>
                  </a:lnTo>
                  <a:lnTo>
                    <a:pt x="249392" y="189152"/>
                  </a:lnTo>
                  <a:lnTo>
                    <a:pt x="252553" y="197710"/>
                  </a:lnTo>
                  <a:lnTo>
                    <a:pt x="250600" y="199839"/>
                  </a:lnTo>
                  <a:lnTo>
                    <a:pt x="239261" y="212195"/>
                  </a:lnTo>
                  <a:lnTo>
                    <a:pt x="233720" y="215681"/>
                  </a:lnTo>
                  <a:lnTo>
                    <a:pt x="218594" y="224669"/>
                  </a:lnTo>
                  <a:lnTo>
                    <a:pt x="211063" y="227077"/>
                  </a:lnTo>
                  <a:lnTo>
                    <a:pt x="204781" y="227077"/>
                  </a:lnTo>
                  <a:lnTo>
                    <a:pt x="201200" y="225922"/>
                  </a:lnTo>
                  <a:lnTo>
                    <a:pt x="190658" y="218950"/>
                  </a:lnTo>
                  <a:lnTo>
                    <a:pt x="187018" y="214847"/>
                  </a:lnTo>
                  <a:lnTo>
                    <a:pt x="182876" y="202917"/>
                  </a:lnTo>
                  <a:lnTo>
                    <a:pt x="180434" y="199484"/>
                  </a:lnTo>
                  <a:lnTo>
                    <a:pt x="177457" y="197250"/>
                  </a:lnTo>
                  <a:lnTo>
                    <a:pt x="166375" y="193344"/>
                  </a:lnTo>
                  <a:lnTo>
                    <a:pt x="156472" y="187721"/>
                  </a:lnTo>
                  <a:lnTo>
                    <a:pt x="153541" y="185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63293" y="4735692"/>
              <a:ext cx="399704" cy="298353"/>
            </a:xfrm>
            <a:custGeom>
              <a:avLst/>
              <a:pathLst>
                <a:path w="399704" h="298353">
                  <a:moveTo>
                    <a:pt x="269687" y="239292"/>
                  </a:moveTo>
                  <a:lnTo>
                    <a:pt x="269206" y="239545"/>
                  </a:lnTo>
                  <a:lnTo>
                    <a:pt x="266701" y="240864"/>
                  </a:lnTo>
                  <a:lnTo>
                    <a:pt x="264291" y="242640"/>
                  </a:lnTo>
                  <a:lnTo>
                    <a:pt x="262134" y="244230"/>
                  </a:lnTo>
                  <a:lnTo>
                    <a:pt x="260717" y="245274"/>
                  </a:lnTo>
                  <a:lnTo>
                    <a:pt x="257900" y="247351"/>
                  </a:lnTo>
                  <a:lnTo>
                    <a:pt x="256342" y="248499"/>
                  </a:lnTo>
                  <a:lnTo>
                    <a:pt x="252039" y="251672"/>
                  </a:lnTo>
                  <a:lnTo>
                    <a:pt x="250581" y="252746"/>
                  </a:lnTo>
                  <a:lnTo>
                    <a:pt x="248914" y="253975"/>
                  </a:lnTo>
                  <a:lnTo>
                    <a:pt x="247623" y="254960"/>
                  </a:lnTo>
                  <a:lnTo>
                    <a:pt x="246787" y="255598"/>
                  </a:lnTo>
                  <a:lnTo>
                    <a:pt x="245417" y="256643"/>
                  </a:lnTo>
                  <a:lnTo>
                    <a:pt x="244220" y="257557"/>
                  </a:lnTo>
                  <a:lnTo>
                    <a:pt x="242179" y="256643"/>
                  </a:lnTo>
                  <a:lnTo>
                    <a:pt x="241553" y="256363"/>
                  </a:lnTo>
                  <a:lnTo>
                    <a:pt x="240769" y="256450"/>
                  </a:lnTo>
                  <a:lnTo>
                    <a:pt x="239714" y="256567"/>
                  </a:lnTo>
                  <a:lnTo>
                    <a:pt x="239525" y="256588"/>
                  </a:lnTo>
                  <a:lnTo>
                    <a:pt x="236078" y="256501"/>
                  </a:lnTo>
                  <a:lnTo>
                    <a:pt x="235747" y="256493"/>
                  </a:lnTo>
                  <a:lnTo>
                    <a:pt x="236078" y="257035"/>
                  </a:lnTo>
                  <a:lnTo>
                    <a:pt x="236329" y="257447"/>
                  </a:lnTo>
                  <a:lnTo>
                    <a:pt x="237008" y="258564"/>
                  </a:lnTo>
                  <a:lnTo>
                    <a:pt x="238512" y="261032"/>
                  </a:lnTo>
                  <a:lnTo>
                    <a:pt x="239437" y="263646"/>
                  </a:lnTo>
                  <a:lnTo>
                    <a:pt x="240275" y="267565"/>
                  </a:lnTo>
                  <a:lnTo>
                    <a:pt x="240071" y="268908"/>
                  </a:lnTo>
                  <a:lnTo>
                    <a:pt x="239481" y="272792"/>
                  </a:lnTo>
                  <a:lnTo>
                    <a:pt x="238424" y="278604"/>
                  </a:lnTo>
                  <a:lnTo>
                    <a:pt x="239966" y="281398"/>
                  </a:lnTo>
                  <a:lnTo>
                    <a:pt x="244904" y="286264"/>
                  </a:lnTo>
                  <a:lnTo>
                    <a:pt x="246887" y="288111"/>
                  </a:lnTo>
                  <a:lnTo>
                    <a:pt x="249021" y="290377"/>
                  </a:lnTo>
                  <a:lnTo>
                    <a:pt x="245457" y="291663"/>
                  </a:lnTo>
                  <a:lnTo>
                    <a:pt x="239585" y="292663"/>
                  </a:lnTo>
                  <a:lnTo>
                    <a:pt x="239109" y="292744"/>
                  </a:lnTo>
                  <a:lnTo>
                    <a:pt x="238448" y="292892"/>
                  </a:lnTo>
                  <a:lnTo>
                    <a:pt x="234184" y="293849"/>
                  </a:lnTo>
                  <a:lnTo>
                    <a:pt x="233687" y="293961"/>
                  </a:lnTo>
                  <a:lnTo>
                    <a:pt x="219669" y="296934"/>
                  </a:lnTo>
                  <a:lnTo>
                    <a:pt x="213986" y="298218"/>
                  </a:lnTo>
                  <a:lnTo>
                    <a:pt x="213387" y="298353"/>
                  </a:lnTo>
                  <a:lnTo>
                    <a:pt x="212801" y="298295"/>
                  </a:lnTo>
                  <a:lnTo>
                    <a:pt x="211036" y="298118"/>
                  </a:lnTo>
                  <a:lnTo>
                    <a:pt x="200032" y="297017"/>
                  </a:lnTo>
                  <a:lnTo>
                    <a:pt x="199227" y="296936"/>
                  </a:lnTo>
                  <a:lnTo>
                    <a:pt x="194546" y="296468"/>
                  </a:lnTo>
                  <a:lnTo>
                    <a:pt x="191550" y="296168"/>
                  </a:lnTo>
                  <a:lnTo>
                    <a:pt x="191270" y="296144"/>
                  </a:lnTo>
                  <a:lnTo>
                    <a:pt x="189549" y="295996"/>
                  </a:lnTo>
                  <a:lnTo>
                    <a:pt x="188602" y="295915"/>
                  </a:lnTo>
                  <a:lnTo>
                    <a:pt x="183677" y="295643"/>
                  </a:lnTo>
                  <a:lnTo>
                    <a:pt x="173946" y="295107"/>
                  </a:lnTo>
                  <a:lnTo>
                    <a:pt x="173284" y="295070"/>
                  </a:lnTo>
                  <a:lnTo>
                    <a:pt x="171142" y="296020"/>
                  </a:lnTo>
                  <a:lnTo>
                    <a:pt x="170501" y="295947"/>
                  </a:lnTo>
                  <a:lnTo>
                    <a:pt x="169966" y="295887"/>
                  </a:lnTo>
                  <a:lnTo>
                    <a:pt x="168510" y="295722"/>
                  </a:lnTo>
                  <a:lnTo>
                    <a:pt x="166755" y="295502"/>
                  </a:lnTo>
                  <a:lnTo>
                    <a:pt x="155286" y="294064"/>
                  </a:lnTo>
                  <a:lnTo>
                    <a:pt x="148621" y="291937"/>
                  </a:lnTo>
                  <a:lnTo>
                    <a:pt x="144459" y="290099"/>
                  </a:lnTo>
                  <a:lnTo>
                    <a:pt x="120088" y="280957"/>
                  </a:lnTo>
                  <a:lnTo>
                    <a:pt x="112368" y="278280"/>
                  </a:lnTo>
                  <a:lnTo>
                    <a:pt x="96365" y="271760"/>
                  </a:lnTo>
                  <a:lnTo>
                    <a:pt x="84740" y="267623"/>
                  </a:lnTo>
                  <a:lnTo>
                    <a:pt x="69546" y="258243"/>
                  </a:lnTo>
                  <a:lnTo>
                    <a:pt x="21171" y="239120"/>
                  </a:lnTo>
                  <a:lnTo>
                    <a:pt x="0" y="233538"/>
                  </a:lnTo>
                  <a:lnTo>
                    <a:pt x="19829" y="174270"/>
                  </a:lnTo>
                  <a:lnTo>
                    <a:pt x="20122" y="173393"/>
                  </a:lnTo>
                  <a:lnTo>
                    <a:pt x="37262" y="124854"/>
                  </a:lnTo>
                  <a:lnTo>
                    <a:pt x="39075" y="121048"/>
                  </a:lnTo>
                  <a:lnTo>
                    <a:pt x="59713" y="64051"/>
                  </a:lnTo>
                  <a:lnTo>
                    <a:pt x="59930" y="63451"/>
                  </a:lnTo>
                  <a:lnTo>
                    <a:pt x="60465" y="62001"/>
                  </a:lnTo>
                  <a:lnTo>
                    <a:pt x="60702" y="62090"/>
                  </a:lnTo>
                  <a:lnTo>
                    <a:pt x="61241" y="62301"/>
                  </a:lnTo>
                  <a:lnTo>
                    <a:pt x="83570" y="74672"/>
                  </a:lnTo>
                  <a:lnTo>
                    <a:pt x="103867" y="37097"/>
                  </a:lnTo>
                  <a:lnTo>
                    <a:pt x="107365" y="30620"/>
                  </a:lnTo>
                  <a:lnTo>
                    <a:pt x="107896" y="29711"/>
                  </a:lnTo>
                  <a:lnTo>
                    <a:pt x="109416" y="27110"/>
                  </a:lnTo>
                  <a:lnTo>
                    <a:pt x="109829" y="26403"/>
                  </a:lnTo>
                  <a:lnTo>
                    <a:pt x="110181" y="25801"/>
                  </a:lnTo>
                  <a:lnTo>
                    <a:pt x="111642" y="23299"/>
                  </a:lnTo>
                  <a:lnTo>
                    <a:pt x="112665" y="21549"/>
                  </a:lnTo>
                  <a:lnTo>
                    <a:pt x="112870" y="21197"/>
                  </a:lnTo>
                  <a:lnTo>
                    <a:pt x="113958" y="19336"/>
                  </a:lnTo>
                  <a:lnTo>
                    <a:pt x="115196" y="17218"/>
                  </a:lnTo>
                  <a:lnTo>
                    <a:pt x="117512" y="13253"/>
                  </a:lnTo>
                  <a:lnTo>
                    <a:pt x="118835" y="10989"/>
                  </a:lnTo>
                  <a:lnTo>
                    <a:pt x="124596" y="1129"/>
                  </a:lnTo>
                  <a:lnTo>
                    <a:pt x="125256" y="0"/>
                  </a:lnTo>
                  <a:lnTo>
                    <a:pt x="126291" y="538"/>
                  </a:lnTo>
                  <a:lnTo>
                    <a:pt x="127519" y="1195"/>
                  </a:lnTo>
                  <a:lnTo>
                    <a:pt x="147097" y="11673"/>
                  </a:lnTo>
                  <a:lnTo>
                    <a:pt x="148513" y="12123"/>
                  </a:lnTo>
                  <a:lnTo>
                    <a:pt x="153353" y="13662"/>
                  </a:lnTo>
                  <a:lnTo>
                    <a:pt x="156130" y="14545"/>
                  </a:lnTo>
                  <a:lnTo>
                    <a:pt x="162253" y="15366"/>
                  </a:lnTo>
                  <a:lnTo>
                    <a:pt x="162682" y="15379"/>
                  </a:lnTo>
                  <a:lnTo>
                    <a:pt x="180414" y="15921"/>
                  </a:lnTo>
                  <a:lnTo>
                    <a:pt x="192389" y="16286"/>
                  </a:lnTo>
                  <a:lnTo>
                    <a:pt x="205887" y="16699"/>
                  </a:lnTo>
                  <a:lnTo>
                    <a:pt x="206615" y="16759"/>
                  </a:lnTo>
                  <a:lnTo>
                    <a:pt x="206548" y="18502"/>
                  </a:lnTo>
                  <a:lnTo>
                    <a:pt x="206500" y="19752"/>
                  </a:lnTo>
                  <a:lnTo>
                    <a:pt x="206477" y="20357"/>
                  </a:lnTo>
                  <a:lnTo>
                    <a:pt x="206377" y="22929"/>
                  </a:lnTo>
                  <a:lnTo>
                    <a:pt x="205831" y="37102"/>
                  </a:lnTo>
                  <a:lnTo>
                    <a:pt x="205619" y="42618"/>
                  </a:lnTo>
                  <a:lnTo>
                    <a:pt x="205061" y="57084"/>
                  </a:lnTo>
                  <a:lnTo>
                    <a:pt x="205035" y="57768"/>
                  </a:lnTo>
                  <a:lnTo>
                    <a:pt x="205017" y="58242"/>
                  </a:lnTo>
                  <a:lnTo>
                    <a:pt x="204939" y="60253"/>
                  </a:lnTo>
                  <a:lnTo>
                    <a:pt x="204932" y="60432"/>
                  </a:lnTo>
                  <a:lnTo>
                    <a:pt x="203992" y="84826"/>
                  </a:lnTo>
                  <a:lnTo>
                    <a:pt x="203560" y="96046"/>
                  </a:lnTo>
                  <a:lnTo>
                    <a:pt x="203678" y="96262"/>
                  </a:lnTo>
                  <a:lnTo>
                    <a:pt x="213564" y="96797"/>
                  </a:lnTo>
                  <a:lnTo>
                    <a:pt x="226591" y="97503"/>
                  </a:lnTo>
                  <a:lnTo>
                    <a:pt x="229704" y="97672"/>
                  </a:lnTo>
                  <a:lnTo>
                    <a:pt x="230785" y="97730"/>
                  </a:lnTo>
                  <a:lnTo>
                    <a:pt x="250670" y="99041"/>
                  </a:lnTo>
                  <a:lnTo>
                    <a:pt x="256780" y="99443"/>
                  </a:lnTo>
                  <a:lnTo>
                    <a:pt x="256973" y="99456"/>
                  </a:lnTo>
                  <a:lnTo>
                    <a:pt x="274803" y="100169"/>
                  </a:lnTo>
                  <a:lnTo>
                    <a:pt x="289453" y="100754"/>
                  </a:lnTo>
                  <a:lnTo>
                    <a:pt x="289765" y="100770"/>
                  </a:lnTo>
                  <a:lnTo>
                    <a:pt x="289543" y="110989"/>
                  </a:lnTo>
                  <a:lnTo>
                    <a:pt x="289324" y="121117"/>
                  </a:lnTo>
                  <a:lnTo>
                    <a:pt x="289303" y="122074"/>
                  </a:lnTo>
                  <a:lnTo>
                    <a:pt x="289286" y="122881"/>
                  </a:lnTo>
                  <a:lnTo>
                    <a:pt x="293133" y="123088"/>
                  </a:lnTo>
                  <a:lnTo>
                    <a:pt x="297792" y="123339"/>
                  </a:lnTo>
                  <a:lnTo>
                    <a:pt x="310464" y="123692"/>
                  </a:lnTo>
                  <a:lnTo>
                    <a:pt x="310975" y="123707"/>
                  </a:lnTo>
                  <a:lnTo>
                    <a:pt x="311589" y="123774"/>
                  </a:lnTo>
                  <a:lnTo>
                    <a:pt x="323285" y="125062"/>
                  </a:lnTo>
                  <a:lnTo>
                    <a:pt x="324728" y="125220"/>
                  </a:lnTo>
                  <a:lnTo>
                    <a:pt x="325289" y="125319"/>
                  </a:lnTo>
                  <a:lnTo>
                    <a:pt x="333778" y="126812"/>
                  </a:lnTo>
                  <a:lnTo>
                    <a:pt x="336102" y="127221"/>
                  </a:lnTo>
                  <a:lnTo>
                    <a:pt x="337818" y="127801"/>
                  </a:lnTo>
                  <a:lnTo>
                    <a:pt x="339503" y="128371"/>
                  </a:lnTo>
                  <a:lnTo>
                    <a:pt x="343137" y="129600"/>
                  </a:lnTo>
                  <a:lnTo>
                    <a:pt x="344229" y="130175"/>
                  </a:lnTo>
                  <a:lnTo>
                    <a:pt x="350120" y="133276"/>
                  </a:lnTo>
                  <a:lnTo>
                    <a:pt x="351105" y="134180"/>
                  </a:lnTo>
                  <a:lnTo>
                    <a:pt x="355462" y="138175"/>
                  </a:lnTo>
                  <a:lnTo>
                    <a:pt x="355780" y="138467"/>
                  </a:lnTo>
                  <a:lnTo>
                    <a:pt x="363714" y="147226"/>
                  </a:lnTo>
                  <a:lnTo>
                    <a:pt x="363913" y="147422"/>
                  </a:lnTo>
                  <a:lnTo>
                    <a:pt x="365226" y="148843"/>
                  </a:lnTo>
                  <a:lnTo>
                    <a:pt x="362065" y="150908"/>
                  </a:lnTo>
                  <a:lnTo>
                    <a:pt x="360995" y="151607"/>
                  </a:lnTo>
                  <a:lnTo>
                    <a:pt x="359572" y="152538"/>
                  </a:lnTo>
                  <a:lnTo>
                    <a:pt x="356188" y="154749"/>
                  </a:lnTo>
                  <a:lnTo>
                    <a:pt x="357876" y="157781"/>
                  </a:lnTo>
                  <a:lnTo>
                    <a:pt x="360090" y="161757"/>
                  </a:lnTo>
                  <a:lnTo>
                    <a:pt x="360790" y="163117"/>
                  </a:lnTo>
                  <a:lnTo>
                    <a:pt x="367227" y="175624"/>
                  </a:lnTo>
                  <a:lnTo>
                    <a:pt x="367236" y="175928"/>
                  </a:lnTo>
                  <a:lnTo>
                    <a:pt x="367980" y="177395"/>
                  </a:lnTo>
                  <a:lnTo>
                    <a:pt x="368727" y="178868"/>
                  </a:lnTo>
                  <a:lnTo>
                    <a:pt x="368249" y="179584"/>
                  </a:lnTo>
                  <a:lnTo>
                    <a:pt x="369059" y="181006"/>
                  </a:lnTo>
                  <a:lnTo>
                    <a:pt x="370091" y="185541"/>
                  </a:lnTo>
                  <a:lnTo>
                    <a:pt x="371051" y="189757"/>
                  </a:lnTo>
                  <a:lnTo>
                    <a:pt x="371040" y="193617"/>
                  </a:lnTo>
                  <a:lnTo>
                    <a:pt x="371700" y="193966"/>
                  </a:lnTo>
                  <a:lnTo>
                    <a:pt x="377842" y="198942"/>
                  </a:lnTo>
                  <a:lnTo>
                    <a:pt x="382322" y="201489"/>
                  </a:lnTo>
                  <a:lnTo>
                    <a:pt x="389896" y="202034"/>
                  </a:lnTo>
                  <a:lnTo>
                    <a:pt x="399704" y="221408"/>
                  </a:lnTo>
                  <a:lnTo>
                    <a:pt x="387293" y="230948"/>
                  </a:lnTo>
                  <a:lnTo>
                    <a:pt x="378985" y="227491"/>
                  </a:lnTo>
                  <a:lnTo>
                    <a:pt x="373604" y="215224"/>
                  </a:lnTo>
                  <a:lnTo>
                    <a:pt x="370614" y="202066"/>
                  </a:lnTo>
                  <a:lnTo>
                    <a:pt x="353828" y="192694"/>
                  </a:lnTo>
                  <a:lnTo>
                    <a:pt x="342402" y="188874"/>
                  </a:lnTo>
                  <a:lnTo>
                    <a:pt x="339157" y="189162"/>
                  </a:lnTo>
                  <a:lnTo>
                    <a:pt x="332568" y="196778"/>
                  </a:lnTo>
                  <a:lnTo>
                    <a:pt x="323205" y="207600"/>
                  </a:lnTo>
                  <a:lnTo>
                    <a:pt x="321942" y="208858"/>
                  </a:lnTo>
                  <a:lnTo>
                    <a:pt x="315858" y="213589"/>
                  </a:lnTo>
                  <a:lnTo>
                    <a:pt x="308717" y="218320"/>
                  </a:lnTo>
                  <a:lnTo>
                    <a:pt x="303163" y="219266"/>
                  </a:lnTo>
                  <a:lnTo>
                    <a:pt x="293509" y="219942"/>
                  </a:lnTo>
                  <a:lnTo>
                    <a:pt x="288616" y="220212"/>
                  </a:lnTo>
                  <a:lnTo>
                    <a:pt x="285706" y="222645"/>
                  </a:lnTo>
                  <a:lnTo>
                    <a:pt x="284156" y="225941"/>
                  </a:lnTo>
                  <a:lnTo>
                    <a:pt x="282400" y="229674"/>
                  </a:lnTo>
                  <a:lnTo>
                    <a:pt x="279794" y="233970"/>
                  </a:lnTo>
                  <a:lnTo>
                    <a:pt x="270747" y="238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91125" y="4636949"/>
              <a:ext cx="380064" cy="338529"/>
            </a:xfrm>
            <a:custGeom>
              <a:avLst/>
              <a:pathLst>
                <a:path w="380064" h="338529">
                  <a:moveTo>
                    <a:pt x="376034" y="135840"/>
                  </a:moveTo>
                  <a:lnTo>
                    <a:pt x="355738" y="173415"/>
                  </a:lnTo>
                  <a:lnTo>
                    <a:pt x="333370" y="161022"/>
                  </a:lnTo>
                  <a:lnTo>
                    <a:pt x="332870" y="160833"/>
                  </a:lnTo>
                  <a:lnTo>
                    <a:pt x="332625" y="160738"/>
                  </a:lnTo>
                  <a:lnTo>
                    <a:pt x="332098" y="162194"/>
                  </a:lnTo>
                  <a:lnTo>
                    <a:pt x="331881" y="162793"/>
                  </a:lnTo>
                  <a:lnTo>
                    <a:pt x="311243" y="219791"/>
                  </a:lnTo>
                  <a:lnTo>
                    <a:pt x="309430" y="223597"/>
                  </a:lnTo>
                  <a:lnTo>
                    <a:pt x="292290" y="272136"/>
                  </a:lnTo>
                  <a:lnTo>
                    <a:pt x="291997" y="273013"/>
                  </a:lnTo>
                  <a:lnTo>
                    <a:pt x="272167" y="332281"/>
                  </a:lnTo>
                  <a:lnTo>
                    <a:pt x="266569" y="329608"/>
                  </a:lnTo>
                  <a:lnTo>
                    <a:pt x="241439" y="331461"/>
                  </a:lnTo>
                  <a:lnTo>
                    <a:pt x="221528" y="332929"/>
                  </a:lnTo>
                  <a:lnTo>
                    <a:pt x="214286" y="333463"/>
                  </a:lnTo>
                  <a:lnTo>
                    <a:pt x="201966" y="334371"/>
                  </a:lnTo>
                  <a:lnTo>
                    <a:pt x="183793" y="335711"/>
                  </a:lnTo>
                  <a:lnTo>
                    <a:pt x="159341" y="337514"/>
                  </a:lnTo>
                  <a:lnTo>
                    <a:pt x="158404" y="337583"/>
                  </a:lnTo>
                  <a:lnTo>
                    <a:pt x="151900" y="337744"/>
                  </a:lnTo>
                  <a:lnTo>
                    <a:pt x="146092" y="337888"/>
                  </a:lnTo>
                  <a:lnTo>
                    <a:pt x="137675" y="338097"/>
                  </a:lnTo>
                  <a:lnTo>
                    <a:pt x="137434" y="338115"/>
                  </a:lnTo>
                  <a:lnTo>
                    <a:pt x="132868" y="338462"/>
                  </a:lnTo>
                  <a:lnTo>
                    <a:pt x="132355" y="338501"/>
                  </a:lnTo>
                  <a:lnTo>
                    <a:pt x="131993" y="338529"/>
                  </a:lnTo>
                  <a:lnTo>
                    <a:pt x="126454" y="337177"/>
                  </a:lnTo>
                  <a:lnTo>
                    <a:pt x="118654" y="335273"/>
                  </a:lnTo>
                  <a:lnTo>
                    <a:pt x="112776" y="333838"/>
                  </a:lnTo>
                  <a:lnTo>
                    <a:pt x="108476" y="332789"/>
                  </a:lnTo>
                  <a:lnTo>
                    <a:pt x="106435" y="332291"/>
                  </a:lnTo>
                  <a:lnTo>
                    <a:pt x="105918" y="332165"/>
                  </a:lnTo>
                  <a:lnTo>
                    <a:pt x="105682" y="332097"/>
                  </a:lnTo>
                  <a:lnTo>
                    <a:pt x="98040" y="329920"/>
                  </a:lnTo>
                  <a:lnTo>
                    <a:pt x="94515" y="328917"/>
                  </a:lnTo>
                  <a:lnTo>
                    <a:pt x="87984" y="327056"/>
                  </a:lnTo>
                  <a:lnTo>
                    <a:pt x="84094" y="325948"/>
                  </a:lnTo>
                  <a:lnTo>
                    <a:pt x="80104" y="324812"/>
                  </a:lnTo>
                  <a:lnTo>
                    <a:pt x="79746" y="324708"/>
                  </a:lnTo>
                  <a:lnTo>
                    <a:pt x="76830" y="323866"/>
                  </a:lnTo>
                  <a:lnTo>
                    <a:pt x="69061" y="321621"/>
                  </a:lnTo>
                  <a:lnTo>
                    <a:pt x="66281" y="320818"/>
                  </a:lnTo>
                  <a:lnTo>
                    <a:pt x="60195" y="319060"/>
                  </a:lnTo>
                  <a:lnTo>
                    <a:pt x="51296" y="316489"/>
                  </a:lnTo>
                  <a:lnTo>
                    <a:pt x="41680" y="314095"/>
                  </a:lnTo>
                  <a:lnTo>
                    <a:pt x="41461" y="314041"/>
                  </a:lnTo>
                  <a:lnTo>
                    <a:pt x="41301" y="314001"/>
                  </a:lnTo>
                  <a:lnTo>
                    <a:pt x="41010" y="313928"/>
                  </a:lnTo>
                  <a:lnTo>
                    <a:pt x="26726" y="310372"/>
                  </a:lnTo>
                  <a:lnTo>
                    <a:pt x="25487" y="310064"/>
                  </a:lnTo>
                  <a:lnTo>
                    <a:pt x="0" y="302672"/>
                  </a:lnTo>
                  <a:lnTo>
                    <a:pt x="14382" y="263773"/>
                  </a:lnTo>
                  <a:lnTo>
                    <a:pt x="15824" y="259872"/>
                  </a:lnTo>
                  <a:lnTo>
                    <a:pt x="16538" y="257939"/>
                  </a:lnTo>
                  <a:lnTo>
                    <a:pt x="16767" y="257321"/>
                  </a:lnTo>
                  <a:lnTo>
                    <a:pt x="18731" y="252087"/>
                  </a:lnTo>
                  <a:lnTo>
                    <a:pt x="19303" y="250564"/>
                  </a:lnTo>
                  <a:lnTo>
                    <a:pt x="31711" y="217505"/>
                  </a:lnTo>
                  <a:lnTo>
                    <a:pt x="31900" y="217010"/>
                  </a:lnTo>
                  <a:lnTo>
                    <a:pt x="33648" y="212438"/>
                  </a:lnTo>
                  <a:lnTo>
                    <a:pt x="33998" y="211523"/>
                  </a:lnTo>
                  <a:lnTo>
                    <a:pt x="37581" y="202152"/>
                  </a:lnTo>
                  <a:lnTo>
                    <a:pt x="38472" y="199822"/>
                  </a:lnTo>
                  <a:lnTo>
                    <a:pt x="44794" y="183291"/>
                  </a:lnTo>
                  <a:lnTo>
                    <a:pt x="45090" y="182493"/>
                  </a:lnTo>
                  <a:lnTo>
                    <a:pt x="47433" y="176177"/>
                  </a:lnTo>
                  <a:lnTo>
                    <a:pt x="50602" y="167635"/>
                  </a:lnTo>
                  <a:lnTo>
                    <a:pt x="52035" y="163773"/>
                  </a:lnTo>
                  <a:lnTo>
                    <a:pt x="56099" y="152820"/>
                  </a:lnTo>
                  <a:lnTo>
                    <a:pt x="61555" y="138114"/>
                  </a:lnTo>
                  <a:lnTo>
                    <a:pt x="61751" y="137587"/>
                  </a:lnTo>
                  <a:lnTo>
                    <a:pt x="61829" y="137377"/>
                  </a:lnTo>
                  <a:lnTo>
                    <a:pt x="66360" y="125233"/>
                  </a:lnTo>
                  <a:lnTo>
                    <a:pt x="66468" y="124943"/>
                  </a:lnTo>
                  <a:lnTo>
                    <a:pt x="73388" y="106395"/>
                  </a:lnTo>
                  <a:lnTo>
                    <a:pt x="78417" y="92915"/>
                  </a:lnTo>
                  <a:lnTo>
                    <a:pt x="78705" y="92142"/>
                  </a:lnTo>
                  <a:lnTo>
                    <a:pt x="78916" y="91576"/>
                  </a:lnTo>
                  <a:lnTo>
                    <a:pt x="84343" y="77262"/>
                  </a:lnTo>
                  <a:lnTo>
                    <a:pt x="85028" y="75454"/>
                  </a:lnTo>
                  <a:lnTo>
                    <a:pt x="89805" y="62854"/>
                  </a:lnTo>
                  <a:lnTo>
                    <a:pt x="96053" y="46376"/>
                  </a:lnTo>
                  <a:lnTo>
                    <a:pt x="96226" y="45918"/>
                  </a:lnTo>
                  <a:lnTo>
                    <a:pt x="101095" y="33082"/>
                  </a:lnTo>
                  <a:lnTo>
                    <a:pt x="101287" y="32576"/>
                  </a:lnTo>
                  <a:lnTo>
                    <a:pt x="106020" y="20099"/>
                  </a:lnTo>
                  <a:lnTo>
                    <a:pt x="108315" y="14050"/>
                  </a:lnTo>
                  <a:lnTo>
                    <a:pt x="108495" y="13574"/>
                  </a:lnTo>
                  <a:lnTo>
                    <a:pt x="113300" y="907"/>
                  </a:lnTo>
                  <a:lnTo>
                    <a:pt x="113699" y="0"/>
                  </a:lnTo>
                  <a:lnTo>
                    <a:pt x="114013" y="100"/>
                  </a:lnTo>
                  <a:lnTo>
                    <a:pt x="125520" y="3796"/>
                  </a:lnTo>
                  <a:lnTo>
                    <a:pt x="131918" y="5851"/>
                  </a:lnTo>
                  <a:lnTo>
                    <a:pt x="133371" y="6317"/>
                  </a:lnTo>
                  <a:lnTo>
                    <a:pt x="139255" y="8207"/>
                  </a:lnTo>
                  <a:lnTo>
                    <a:pt x="139483" y="8280"/>
                  </a:lnTo>
                  <a:lnTo>
                    <a:pt x="140340" y="8555"/>
                  </a:lnTo>
                  <a:lnTo>
                    <a:pt x="148147" y="11173"/>
                  </a:lnTo>
                  <a:lnTo>
                    <a:pt x="149766" y="11716"/>
                  </a:lnTo>
                  <a:lnTo>
                    <a:pt x="155045" y="13486"/>
                  </a:lnTo>
                  <a:lnTo>
                    <a:pt x="165104" y="16860"/>
                  </a:lnTo>
                  <a:lnTo>
                    <a:pt x="165321" y="16932"/>
                  </a:lnTo>
                  <a:lnTo>
                    <a:pt x="167849" y="17780"/>
                  </a:lnTo>
                  <a:lnTo>
                    <a:pt x="182277" y="22878"/>
                  </a:lnTo>
                  <a:lnTo>
                    <a:pt x="189736" y="25513"/>
                  </a:lnTo>
                  <a:lnTo>
                    <a:pt x="190190" y="25698"/>
                  </a:lnTo>
                  <a:lnTo>
                    <a:pt x="190488" y="25821"/>
                  </a:lnTo>
                  <a:lnTo>
                    <a:pt x="191071" y="26059"/>
                  </a:lnTo>
                  <a:lnTo>
                    <a:pt x="204509" y="31553"/>
                  </a:lnTo>
                  <a:lnTo>
                    <a:pt x="208651" y="33246"/>
                  </a:lnTo>
                  <a:lnTo>
                    <a:pt x="219816" y="39518"/>
                  </a:lnTo>
                  <a:lnTo>
                    <a:pt x="232063" y="46398"/>
                  </a:lnTo>
                  <a:lnTo>
                    <a:pt x="244050" y="53132"/>
                  </a:lnTo>
                  <a:lnTo>
                    <a:pt x="244253" y="53244"/>
                  </a:lnTo>
                  <a:lnTo>
                    <a:pt x="245584" y="53983"/>
                  </a:lnTo>
                  <a:lnTo>
                    <a:pt x="246283" y="54372"/>
                  </a:lnTo>
                  <a:lnTo>
                    <a:pt x="259396" y="61655"/>
                  </a:lnTo>
                  <a:lnTo>
                    <a:pt x="266208" y="65439"/>
                  </a:lnTo>
                  <a:lnTo>
                    <a:pt x="267537" y="66177"/>
                  </a:lnTo>
                  <a:lnTo>
                    <a:pt x="267682" y="66257"/>
                  </a:lnTo>
                  <a:lnTo>
                    <a:pt x="275146" y="70403"/>
                  </a:lnTo>
                  <a:lnTo>
                    <a:pt x="285611" y="76215"/>
                  </a:lnTo>
                  <a:lnTo>
                    <a:pt x="286200" y="76532"/>
                  </a:lnTo>
                  <a:lnTo>
                    <a:pt x="288042" y="77586"/>
                  </a:lnTo>
                  <a:lnTo>
                    <a:pt x="288540" y="77870"/>
                  </a:lnTo>
                  <a:lnTo>
                    <a:pt x="305749" y="87710"/>
                  </a:lnTo>
                  <a:lnTo>
                    <a:pt x="309961" y="90118"/>
                  </a:lnTo>
                  <a:lnTo>
                    <a:pt x="311259" y="90828"/>
                  </a:lnTo>
                  <a:lnTo>
                    <a:pt x="311439" y="90926"/>
                  </a:lnTo>
                  <a:lnTo>
                    <a:pt x="316819" y="93868"/>
                  </a:lnTo>
                  <a:lnTo>
                    <a:pt x="332586" y="102490"/>
                  </a:lnTo>
                  <a:lnTo>
                    <a:pt x="333822" y="103166"/>
                  </a:lnTo>
                  <a:lnTo>
                    <a:pt x="334091" y="103313"/>
                  </a:lnTo>
                  <a:lnTo>
                    <a:pt x="337647" y="105258"/>
                  </a:lnTo>
                  <a:lnTo>
                    <a:pt x="351205" y="112672"/>
                  </a:lnTo>
                  <a:lnTo>
                    <a:pt x="356540" y="115589"/>
                  </a:lnTo>
                  <a:lnTo>
                    <a:pt x="357126" y="115910"/>
                  </a:lnTo>
                  <a:lnTo>
                    <a:pt x="357505" y="116117"/>
                  </a:lnTo>
                  <a:lnTo>
                    <a:pt x="379699" y="128254"/>
                  </a:lnTo>
                  <a:lnTo>
                    <a:pt x="380064" y="128454"/>
                  </a:lnTo>
                  <a:lnTo>
                    <a:pt x="379533" y="1293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9457" y="4824002"/>
              <a:ext cx="76189" cy="113696"/>
            </a:xfrm>
            <a:custGeom>
              <a:avLst/>
              <a:pathLst>
                <a:path w="76189" h="113696">
                  <a:moveTo>
                    <a:pt x="44188" y="77645"/>
                  </a:moveTo>
                  <a:lnTo>
                    <a:pt x="40698" y="84691"/>
                  </a:lnTo>
                  <a:lnTo>
                    <a:pt x="23479" y="78496"/>
                  </a:lnTo>
                  <a:lnTo>
                    <a:pt x="18244" y="82157"/>
                  </a:lnTo>
                  <a:lnTo>
                    <a:pt x="9290" y="89479"/>
                  </a:lnTo>
                  <a:lnTo>
                    <a:pt x="9703" y="95674"/>
                  </a:lnTo>
                  <a:lnTo>
                    <a:pt x="12321" y="102573"/>
                  </a:lnTo>
                  <a:lnTo>
                    <a:pt x="14663" y="113133"/>
                  </a:lnTo>
                  <a:lnTo>
                    <a:pt x="6535" y="113696"/>
                  </a:lnTo>
                  <a:lnTo>
                    <a:pt x="4055" y="107078"/>
                  </a:lnTo>
                  <a:lnTo>
                    <a:pt x="612" y="96659"/>
                  </a:lnTo>
                  <a:lnTo>
                    <a:pt x="1366" y="90707"/>
                  </a:lnTo>
                  <a:lnTo>
                    <a:pt x="0" y="73339"/>
                  </a:lnTo>
                  <a:lnTo>
                    <a:pt x="1146" y="70185"/>
                  </a:lnTo>
                  <a:lnTo>
                    <a:pt x="3526" y="67121"/>
                  </a:lnTo>
                  <a:lnTo>
                    <a:pt x="9874" y="61613"/>
                  </a:lnTo>
                  <a:lnTo>
                    <a:pt x="10811" y="59191"/>
                  </a:lnTo>
                  <a:lnTo>
                    <a:pt x="11086" y="53221"/>
                  </a:lnTo>
                  <a:lnTo>
                    <a:pt x="10976" y="49786"/>
                  </a:lnTo>
                  <a:lnTo>
                    <a:pt x="14337" y="36607"/>
                  </a:lnTo>
                  <a:lnTo>
                    <a:pt x="16817" y="32101"/>
                  </a:lnTo>
                  <a:lnTo>
                    <a:pt x="21390" y="25906"/>
                  </a:lnTo>
                  <a:lnTo>
                    <a:pt x="24559" y="14980"/>
                  </a:lnTo>
                  <a:lnTo>
                    <a:pt x="26983" y="11601"/>
                  </a:lnTo>
                  <a:lnTo>
                    <a:pt x="29077" y="0"/>
                  </a:lnTo>
                  <a:lnTo>
                    <a:pt x="33706" y="1464"/>
                  </a:lnTo>
                  <a:lnTo>
                    <a:pt x="54852" y="17221"/>
                  </a:lnTo>
                  <a:lnTo>
                    <a:pt x="71120" y="32327"/>
                  </a:lnTo>
                  <a:lnTo>
                    <a:pt x="76189" y="37429"/>
                  </a:lnTo>
                  <a:lnTo>
                    <a:pt x="63841" y="50618"/>
                  </a:lnTo>
                  <a:lnTo>
                    <a:pt x="56403" y="46676"/>
                  </a:lnTo>
                  <a:lnTo>
                    <a:pt x="50204" y="47802"/>
                  </a:lnTo>
                  <a:lnTo>
                    <a:pt x="50085" y="49857"/>
                  </a:lnTo>
                  <a:lnTo>
                    <a:pt x="49928" y="52589"/>
                  </a:lnTo>
                  <a:lnTo>
                    <a:pt x="49791" y="54095"/>
                  </a:lnTo>
                  <a:lnTo>
                    <a:pt x="52061" y="54502"/>
                  </a:lnTo>
                  <a:lnTo>
                    <a:pt x="51510" y="66836"/>
                  </a:lnTo>
                  <a:lnTo>
                    <a:pt x="48204" y="75115"/>
                  </a:lnTo>
                  <a:lnTo>
                    <a:pt x="45732" y="74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117536" y="4309116"/>
              <a:ext cx="342746" cy="310156"/>
            </a:xfrm>
            <a:custGeom>
              <a:avLst/>
              <a:pathLst>
                <a:path w="342746" h="310156">
                  <a:moveTo>
                    <a:pt x="288279" y="44403"/>
                  </a:moveTo>
                  <a:lnTo>
                    <a:pt x="288371" y="46378"/>
                  </a:lnTo>
                  <a:lnTo>
                    <a:pt x="288338" y="53622"/>
                  </a:lnTo>
                  <a:lnTo>
                    <a:pt x="283244" y="58483"/>
                  </a:lnTo>
                  <a:lnTo>
                    <a:pt x="282010" y="61276"/>
                  </a:lnTo>
                  <a:lnTo>
                    <a:pt x="282451" y="64520"/>
                  </a:lnTo>
                  <a:lnTo>
                    <a:pt x="284390" y="68395"/>
                  </a:lnTo>
                  <a:lnTo>
                    <a:pt x="285448" y="73081"/>
                  </a:lnTo>
                  <a:lnTo>
                    <a:pt x="285360" y="75874"/>
                  </a:lnTo>
                  <a:lnTo>
                    <a:pt x="287476" y="76775"/>
                  </a:lnTo>
                  <a:lnTo>
                    <a:pt x="290562" y="76054"/>
                  </a:lnTo>
                  <a:lnTo>
                    <a:pt x="294441" y="76415"/>
                  </a:lnTo>
                  <a:lnTo>
                    <a:pt x="299819" y="78578"/>
                  </a:lnTo>
                  <a:lnTo>
                    <a:pt x="305814" y="81641"/>
                  </a:lnTo>
                  <a:lnTo>
                    <a:pt x="309517" y="84975"/>
                  </a:lnTo>
                  <a:lnTo>
                    <a:pt x="312867" y="89301"/>
                  </a:lnTo>
                  <a:lnTo>
                    <a:pt x="315071" y="90292"/>
                  </a:lnTo>
                  <a:lnTo>
                    <a:pt x="317628" y="89121"/>
                  </a:lnTo>
                  <a:lnTo>
                    <a:pt x="320978" y="88129"/>
                  </a:lnTo>
                  <a:lnTo>
                    <a:pt x="322742" y="88129"/>
                  </a:lnTo>
                  <a:lnTo>
                    <a:pt x="331470" y="94437"/>
                  </a:lnTo>
                  <a:lnTo>
                    <a:pt x="333057" y="97681"/>
                  </a:lnTo>
                  <a:lnTo>
                    <a:pt x="336848" y="102637"/>
                  </a:lnTo>
                  <a:lnTo>
                    <a:pt x="339405" y="106332"/>
                  </a:lnTo>
                  <a:lnTo>
                    <a:pt x="341168" y="113090"/>
                  </a:lnTo>
                  <a:lnTo>
                    <a:pt x="342746" y="119146"/>
                  </a:lnTo>
                  <a:lnTo>
                    <a:pt x="339581" y="126156"/>
                  </a:lnTo>
                  <a:lnTo>
                    <a:pt x="332483" y="122544"/>
                  </a:lnTo>
                  <a:lnTo>
                    <a:pt x="327591" y="119057"/>
                  </a:lnTo>
                  <a:lnTo>
                    <a:pt x="324009" y="115396"/>
                  </a:lnTo>
                  <a:lnTo>
                    <a:pt x="317397" y="114129"/>
                  </a:lnTo>
                  <a:lnTo>
                    <a:pt x="308856" y="115537"/>
                  </a:lnTo>
                  <a:lnTo>
                    <a:pt x="304172" y="116100"/>
                  </a:lnTo>
                  <a:lnTo>
                    <a:pt x="301141" y="115396"/>
                  </a:lnTo>
                  <a:lnTo>
                    <a:pt x="298249" y="114411"/>
                  </a:lnTo>
                  <a:lnTo>
                    <a:pt x="295356" y="115537"/>
                  </a:lnTo>
                  <a:lnTo>
                    <a:pt x="288881" y="120465"/>
                  </a:lnTo>
                  <a:lnTo>
                    <a:pt x="283509" y="123703"/>
                  </a:lnTo>
                  <a:lnTo>
                    <a:pt x="273315" y="129054"/>
                  </a:lnTo>
                  <a:lnTo>
                    <a:pt x="275960" y="147879"/>
                  </a:lnTo>
                  <a:lnTo>
                    <a:pt x="273328" y="151291"/>
                  </a:lnTo>
                  <a:lnTo>
                    <a:pt x="272687" y="162684"/>
                  </a:lnTo>
                  <a:lnTo>
                    <a:pt x="272467" y="166586"/>
                  </a:lnTo>
                  <a:lnTo>
                    <a:pt x="266032" y="174800"/>
                  </a:lnTo>
                  <a:lnTo>
                    <a:pt x="263017" y="180738"/>
                  </a:lnTo>
                  <a:lnTo>
                    <a:pt x="256869" y="202111"/>
                  </a:lnTo>
                  <a:lnTo>
                    <a:pt x="263559" y="215330"/>
                  </a:lnTo>
                  <a:lnTo>
                    <a:pt x="269692" y="228153"/>
                  </a:lnTo>
                  <a:lnTo>
                    <a:pt x="273837" y="230818"/>
                  </a:lnTo>
                  <a:lnTo>
                    <a:pt x="277757" y="235633"/>
                  </a:lnTo>
                  <a:lnTo>
                    <a:pt x="278540" y="239596"/>
                  </a:lnTo>
                  <a:lnTo>
                    <a:pt x="279851" y="246221"/>
                  </a:lnTo>
                  <a:lnTo>
                    <a:pt x="280584" y="248864"/>
                  </a:lnTo>
                  <a:lnTo>
                    <a:pt x="277608" y="268116"/>
                  </a:lnTo>
                  <a:lnTo>
                    <a:pt x="268378" y="275438"/>
                  </a:lnTo>
                  <a:lnTo>
                    <a:pt x="265899" y="271918"/>
                  </a:lnTo>
                  <a:lnTo>
                    <a:pt x="261359" y="269210"/>
                  </a:lnTo>
                  <a:lnTo>
                    <a:pt x="262366" y="264126"/>
                  </a:lnTo>
                  <a:lnTo>
                    <a:pt x="260719" y="263149"/>
                  </a:lnTo>
                  <a:lnTo>
                    <a:pt x="259688" y="262909"/>
                  </a:lnTo>
                  <a:lnTo>
                    <a:pt x="258101" y="263484"/>
                  </a:lnTo>
                  <a:lnTo>
                    <a:pt x="256514" y="268012"/>
                  </a:lnTo>
                  <a:lnTo>
                    <a:pt x="255225" y="271154"/>
                  </a:lnTo>
                  <a:lnTo>
                    <a:pt x="254332" y="272878"/>
                  </a:lnTo>
                  <a:lnTo>
                    <a:pt x="253471" y="275791"/>
                  </a:lnTo>
                  <a:lnTo>
                    <a:pt x="253314" y="276216"/>
                  </a:lnTo>
                  <a:lnTo>
                    <a:pt x="252306" y="278935"/>
                  </a:lnTo>
                  <a:lnTo>
                    <a:pt x="251721" y="280515"/>
                  </a:lnTo>
                  <a:lnTo>
                    <a:pt x="249869" y="284502"/>
                  </a:lnTo>
                  <a:lnTo>
                    <a:pt x="248679" y="286090"/>
                  </a:lnTo>
                  <a:lnTo>
                    <a:pt x="245505" y="287307"/>
                  </a:lnTo>
                  <a:lnTo>
                    <a:pt x="244166" y="287712"/>
                  </a:lnTo>
                  <a:lnTo>
                    <a:pt x="235548" y="310156"/>
                  </a:lnTo>
                  <a:lnTo>
                    <a:pt x="235036" y="309981"/>
                  </a:lnTo>
                  <a:lnTo>
                    <a:pt x="233436" y="309433"/>
                  </a:lnTo>
                  <a:lnTo>
                    <a:pt x="227498" y="307318"/>
                  </a:lnTo>
                  <a:lnTo>
                    <a:pt x="210305" y="301196"/>
                  </a:lnTo>
                  <a:lnTo>
                    <a:pt x="209382" y="300867"/>
                  </a:lnTo>
                  <a:lnTo>
                    <a:pt x="187315" y="293009"/>
                  </a:lnTo>
                  <a:lnTo>
                    <a:pt x="184986" y="292217"/>
                  </a:lnTo>
                  <a:lnTo>
                    <a:pt x="184378" y="292011"/>
                  </a:lnTo>
                  <a:lnTo>
                    <a:pt x="184165" y="291939"/>
                  </a:lnTo>
                  <a:lnTo>
                    <a:pt x="168930" y="286763"/>
                  </a:lnTo>
                  <a:lnTo>
                    <a:pt x="159034" y="283401"/>
                  </a:lnTo>
                  <a:lnTo>
                    <a:pt x="158581" y="283247"/>
                  </a:lnTo>
                  <a:lnTo>
                    <a:pt x="158209" y="283121"/>
                  </a:lnTo>
                  <a:lnTo>
                    <a:pt x="157412" y="282850"/>
                  </a:lnTo>
                  <a:lnTo>
                    <a:pt x="149329" y="280104"/>
                  </a:lnTo>
                  <a:lnTo>
                    <a:pt x="148757" y="279910"/>
                  </a:lnTo>
                  <a:lnTo>
                    <a:pt x="144455" y="278448"/>
                  </a:lnTo>
                  <a:lnTo>
                    <a:pt x="133440" y="274706"/>
                  </a:lnTo>
                  <a:lnTo>
                    <a:pt x="132805" y="274490"/>
                  </a:lnTo>
                  <a:lnTo>
                    <a:pt x="121735" y="270729"/>
                  </a:lnTo>
                  <a:lnTo>
                    <a:pt x="119963" y="270127"/>
                  </a:lnTo>
                  <a:lnTo>
                    <a:pt x="107037" y="265736"/>
                  </a:lnTo>
                  <a:lnTo>
                    <a:pt x="106410" y="265523"/>
                  </a:lnTo>
                  <a:lnTo>
                    <a:pt x="92911" y="260937"/>
                  </a:lnTo>
                  <a:lnTo>
                    <a:pt x="83744" y="257823"/>
                  </a:lnTo>
                  <a:lnTo>
                    <a:pt x="82495" y="257398"/>
                  </a:lnTo>
                  <a:lnTo>
                    <a:pt x="81030" y="256900"/>
                  </a:lnTo>
                  <a:lnTo>
                    <a:pt x="76372" y="269082"/>
                  </a:lnTo>
                  <a:lnTo>
                    <a:pt x="73445" y="276735"/>
                  </a:lnTo>
                  <a:lnTo>
                    <a:pt x="72557" y="279057"/>
                  </a:lnTo>
                  <a:lnTo>
                    <a:pt x="70953" y="283252"/>
                  </a:lnTo>
                  <a:lnTo>
                    <a:pt x="69184" y="287879"/>
                  </a:lnTo>
                  <a:lnTo>
                    <a:pt x="68887" y="288654"/>
                  </a:lnTo>
                  <a:lnTo>
                    <a:pt x="68812" y="288851"/>
                  </a:lnTo>
                  <a:lnTo>
                    <a:pt x="64096" y="301183"/>
                  </a:lnTo>
                  <a:lnTo>
                    <a:pt x="63519" y="302691"/>
                  </a:lnTo>
                  <a:lnTo>
                    <a:pt x="63308" y="303243"/>
                  </a:lnTo>
                  <a:lnTo>
                    <a:pt x="62428" y="302938"/>
                  </a:lnTo>
                  <a:lnTo>
                    <a:pt x="55143" y="300430"/>
                  </a:lnTo>
                  <a:lnTo>
                    <a:pt x="44950" y="296920"/>
                  </a:lnTo>
                  <a:lnTo>
                    <a:pt x="40563" y="295410"/>
                  </a:lnTo>
                  <a:lnTo>
                    <a:pt x="35217" y="293570"/>
                  </a:lnTo>
                  <a:lnTo>
                    <a:pt x="31569" y="292314"/>
                  </a:lnTo>
                  <a:lnTo>
                    <a:pt x="27021" y="290748"/>
                  </a:lnTo>
                  <a:lnTo>
                    <a:pt x="14023" y="286273"/>
                  </a:lnTo>
                  <a:lnTo>
                    <a:pt x="11898" y="285542"/>
                  </a:lnTo>
                  <a:lnTo>
                    <a:pt x="7499" y="284027"/>
                  </a:lnTo>
                  <a:lnTo>
                    <a:pt x="5991" y="283508"/>
                  </a:lnTo>
                  <a:lnTo>
                    <a:pt x="3759" y="282740"/>
                  </a:lnTo>
                  <a:lnTo>
                    <a:pt x="0" y="281445"/>
                  </a:lnTo>
                  <a:lnTo>
                    <a:pt x="407" y="280239"/>
                  </a:lnTo>
                  <a:lnTo>
                    <a:pt x="1700" y="275957"/>
                  </a:lnTo>
                  <a:lnTo>
                    <a:pt x="4354" y="267170"/>
                  </a:lnTo>
                  <a:lnTo>
                    <a:pt x="4638" y="266228"/>
                  </a:lnTo>
                  <a:lnTo>
                    <a:pt x="11111" y="246516"/>
                  </a:lnTo>
                  <a:lnTo>
                    <a:pt x="14351" y="237728"/>
                  </a:lnTo>
                  <a:lnTo>
                    <a:pt x="16968" y="231614"/>
                  </a:lnTo>
                  <a:lnTo>
                    <a:pt x="18712" y="227538"/>
                  </a:lnTo>
                  <a:lnTo>
                    <a:pt x="21508" y="222669"/>
                  </a:lnTo>
                  <a:lnTo>
                    <a:pt x="24830" y="217888"/>
                  </a:lnTo>
                  <a:lnTo>
                    <a:pt x="27677" y="214078"/>
                  </a:lnTo>
                  <a:lnTo>
                    <a:pt x="29800" y="211610"/>
                  </a:lnTo>
                  <a:lnTo>
                    <a:pt x="30031" y="211341"/>
                  </a:lnTo>
                  <a:lnTo>
                    <a:pt x="31134" y="210060"/>
                  </a:lnTo>
                  <a:lnTo>
                    <a:pt x="35472" y="205626"/>
                  </a:lnTo>
                  <a:lnTo>
                    <a:pt x="36196" y="204924"/>
                  </a:lnTo>
                  <a:lnTo>
                    <a:pt x="40691" y="200568"/>
                  </a:lnTo>
                  <a:lnTo>
                    <a:pt x="44961" y="196550"/>
                  </a:lnTo>
                  <a:lnTo>
                    <a:pt x="64483" y="178814"/>
                  </a:lnTo>
                  <a:lnTo>
                    <a:pt x="70930" y="173088"/>
                  </a:lnTo>
                  <a:lnTo>
                    <a:pt x="74312" y="170085"/>
                  </a:lnTo>
                  <a:lnTo>
                    <a:pt x="82242" y="161979"/>
                  </a:lnTo>
                  <a:lnTo>
                    <a:pt x="84683" y="159277"/>
                  </a:lnTo>
                  <a:lnTo>
                    <a:pt x="88885" y="153180"/>
                  </a:lnTo>
                  <a:lnTo>
                    <a:pt x="91163" y="149217"/>
                  </a:lnTo>
                  <a:lnTo>
                    <a:pt x="91393" y="148816"/>
                  </a:lnTo>
                  <a:lnTo>
                    <a:pt x="91813" y="147844"/>
                  </a:lnTo>
                  <a:lnTo>
                    <a:pt x="93698" y="143481"/>
                  </a:lnTo>
                  <a:lnTo>
                    <a:pt x="95257" y="139255"/>
                  </a:lnTo>
                  <a:lnTo>
                    <a:pt x="96409" y="134258"/>
                  </a:lnTo>
                  <a:lnTo>
                    <a:pt x="96726" y="132888"/>
                  </a:lnTo>
                  <a:lnTo>
                    <a:pt x="97222" y="130734"/>
                  </a:lnTo>
                  <a:lnTo>
                    <a:pt x="97699" y="127234"/>
                  </a:lnTo>
                  <a:lnTo>
                    <a:pt x="97968" y="125260"/>
                  </a:lnTo>
                  <a:lnTo>
                    <a:pt x="98307" y="118610"/>
                  </a:lnTo>
                  <a:lnTo>
                    <a:pt x="98239" y="113067"/>
                  </a:lnTo>
                  <a:lnTo>
                    <a:pt x="97763" y="109864"/>
                  </a:lnTo>
                  <a:lnTo>
                    <a:pt x="97426" y="107594"/>
                  </a:lnTo>
                  <a:lnTo>
                    <a:pt x="96547" y="102982"/>
                  </a:lnTo>
                  <a:lnTo>
                    <a:pt x="95935" y="99765"/>
                  </a:lnTo>
                  <a:lnTo>
                    <a:pt x="95739" y="98930"/>
                  </a:lnTo>
                  <a:lnTo>
                    <a:pt x="94782" y="94846"/>
                  </a:lnTo>
                  <a:lnTo>
                    <a:pt x="92887" y="87930"/>
                  </a:lnTo>
                  <a:lnTo>
                    <a:pt x="91851" y="83852"/>
                  </a:lnTo>
                  <a:lnTo>
                    <a:pt x="90936" y="80250"/>
                  </a:lnTo>
                  <a:lnTo>
                    <a:pt x="88703" y="71461"/>
                  </a:lnTo>
                  <a:lnTo>
                    <a:pt x="87646" y="67302"/>
                  </a:lnTo>
                  <a:lnTo>
                    <a:pt x="87518" y="66797"/>
                  </a:lnTo>
                  <a:lnTo>
                    <a:pt x="87290" y="65901"/>
                  </a:lnTo>
                  <a:lnTo>
                    <a:pt x="87086" y="65097"/>
                  </a:lnTo>
                  <a:lnTo>
                    <a:pt x="82905" y="48643"/>
                  </a:lnTo>
                  <a:lnTo>
                    <a:pt x="81548" y="43300"/>
                  </a:lnTo>
                  <a:lnTo>
                    <a:pt x="80848" y="40544"/>
                  </a:lnTo>
                  <a:lnTo>
                    <a:pt x="78206" y="30338"/>
                  </a:lnTo>
                  <a:lnTo>
                    <a:pt x="77188" y="26326"/>
                  </a:lnTo>
                  <a:lnTo>
                    <a:pt x="77845" y="26153"/>
                  </a:lnTo>
                  <a:lnTo>
                    <a:pt x="78336" y="26023"/>
                  </a:lnTo>
                  <a:lnTo>
                    <a:pt x="79374" y="25749"/>
                  </a:lnTo>
                  <a:lnTo>
                    <a:pt x="79505" y="25714"/>
                  </a:lnTo>
                  <a:lnTo>
                    <a:pt x="79881" y="25615"/>
                  </a:lnTo>
                  <a:lnTo>
                    <a:pt x="82116" y="25025"/>
                  </a:lnTo>
                  <a:lnTo>
                    <a:pt x="82720" y="24865"/>
                  </a:lnTo>
                  <a:lnTo>
                    <a:pt x="83073" y="24772"/>
                  </a:lnTo>
                  <a:lnTo>
                    <a:pt x="83540" y="24649"/>
                  </a:lnTo>
                  <a:lnTo>
                    <a:pt x="85528" y="24124"/>
                  </a:lnTo>
                  <a:lnTo>
                    <a:pt x="87432" y="23621"/>
                  </a:lnTo>
                  <a:lnTo>
                    <a:pt x="88388" y="23369"/>
                  </a:lnTo>
                  <a:lnTo>
                    <a:pt x="88851" y="23246"/>
                  </a:lnTo>
                  <a:lnTo>
                    <a:pt x="93258" y="22083"/>
                  </a:lnTo>
                  <a:lnTo>
                    <a:pt x="94975" y="21629"/>
                  </a:lnTo>
                  <a:lnTo>
                    <a:pt x="98301" y="20751"/>
                  </a:lnTo>
                  <a:lnTo>
                    <a:pt x="100622" y="20138"/>
                  </a:lnTo>
                  <a:lnTo>
                    <a:pt x="101031" y="20030"/>
                  </a:lnTo>
                  <a:lnTo>
                    <a:pt x="103502" y="19378"/>
                  </a:lnTo>
                  <a:lnTo>
                    <a:pt x="105862" y="18754"/>
                  </a:lnTo>
                  <a:lnTo>
                    <a:pt x="108917" y="17948"/>
                  </a:lnTo>
                  <a:lnTo>
                    <a:pt x="112541" y="16991"/>
                  </a:lnTo>
                  <a:lnTo>
                    <a:pt x="113940" y="16621"/>
                  </a:lnTo>
                  <a:lnTo>
                    <a:pt x="118433" y="15435"/>
                  </a:lnTo>
                  <a:lnTo>
                    <a:pt x="121879" y="14525"/>
                  </a:lnTo>
                  <a:lnTo>
                    <a:pt x="123100" y="14203"/>
                  </a:lnTo>
                  <a:lnTo>
                    <a:pt x="126443" y="13320"/>
                  </a:lnTo>
                  <a:lnTo>
                    <a:pt x="127067" y="13155"/>
                  </a:lnTo>
                  <a:lnTo>
                    <a:pt x="129171" y="12599"/>
                  </a:lnTo>
                  <a:lnTo>
                    <a:pt x="131844" y="11893"/>
                  </a:lnTo>
                  <a:lnTo>
                    <a:pt x="133522" y="11450"/>
                  </a:lnTo>
                  <a:lnTo>
                    <a:pt x="134515" y="11188"/>
                  </a:lnTo>
                  <a:lnTo>
                    <a:pt x="135373" y="10962"/>
                  </a:lnTo>
                  <a:lnTo>
                    <a:pt x="137734" y="10338"/>
                  </a:lnTo>
                  <a:lnTo>
                    <a:pt x="141045" y="9464"/>
                  </a:lnTo>
                  <a:lnTo>
                    <a:pt x="141474" y="9351"/>
                  </a:lnTo>
                  <a:lnTo>
                    <a:pt x="142296" y="9134"/>
                  </a:lnTo>
                  <a:lnTo>
                    <a:pt x="143997" y="8722"/>
                  </a:lnTo>
                  <a:lnTo>
                    <a:pt x="144919" y="8499"/>
                  </a:lnTo>
                  <a:lnTo>
                    <a:pt x="147277" y="7929"/>
                  </a:lnTo>
                  <a:lnTo>
                    <a:pt x="147523" y="7870"/>
                  </a:lnTo>
                  <a:lnTo>
                    <a:pt x="152856" y="6580"/>
                  </a:lnTo>
                  <a:lnTo>
                    <a:pt x="155595" y="5917"/>
                  </a:lnTo>
                  <a:lnTo>
                    <a:pt x="155726" y="5886"/>
                  </a:lnTo>
                  <a:lnTo>
                    <a:pt x="158363" y="5248"/>
                  </a:lnTo>
                  <a:lnTo>
                    <a:pt x="164365" y="3796"/>
                  </a:lnTo>
                  <a:lnTo>
                    <a:pt x="165086" y="3622"/>
                  </a:lnTo>
                  <a:lnTo>
                    <a:pt x="170442" y="2327"/>
                  </a:lnTo>
                  <a:lnTo>
                    <a:pt x="178114" y="471"/>
                  </a:lnTo>
                  <a:lnTo>
                    <a:pt x="180602" y="0"/>
                  </a:lnTo>
                  <a:lnTo>
                    <a:pt x="182173" y="1758"/>
                  </a:lnTo>
                  <a:lnTo>
                    <a:pt x="187362" y="7566"/>
                  </a:lnTo>
                  <a:lnTo>
                    <a:pt x="194456" y="9699"/>
                  </a:lnTo>
                  <a:lnTo>
                    <a:pt x="196470" y="11029"/>
                  </a:lnTo>
                  <a:lnTo>
                    <a:pt x="198920" y="10750"/>
                  </a:lnTo>
                  <a:lnTo>
                    <a:pt x="200299" y="11190"/>
                  </a:lnTo>
                  <a:lnTo>
                    <a:pt x="211234" y="14679"/>
                  </a:lnTo>
                  <a:lnTo>
                    <a:pt x="216205" y="16266"/>
                  </a:lnTo>
                  <a:lnTo>
                    <a:pt x="222401" y="18243"/>
                  </a:lnTo>
                  <a:lnTo>
                    <a:pt x="223458" y="18580"/>
                  </a:lnTo>
                  <a:lnTo>
                    <a:pt x="233421" y="21759"/>
                  </a:lnTo>
                  <a:lnTo>
                    <a:pt x="242661" y="24808"/>
                  </a:lnTo>
                  <a:lnTo>
                    <a:pt x="249087" y="26928"/>
                  </a:lnTo>
                  <a:lnTo>
                    <a:pt x="251591" y="27754"/>
                  </a:lnTo>
                  <a:lnTo>
                    <a:pt x="253474" y="28394"/>
                  </a:lnTo>
                  <a:lnTo>
                    <a:pt x="254006" y="28548"/>
                  </a:lnTo>
                  <a:lnTo>
                    <a:pt x="263777" y="31383"/>
                  </a:lnTo>
                  <a:lnTo>
                    <a:pt x="267941" y="32591"/>
                  </a:lnTo>
                  <a:lnTo>
                    <a:pt x="271493" y="33621"/>
                  </a:lnTo>
                  <a:lnTo>
                    <a:pt x="276389" y="35041"/>
                  </a:lnTo>
                  <a:lnTo>
                    <a:pt x="277201" y="35277"/>
                  </a:lnTo>
                  <a:lnTo>
                    <a:pt x="279723" y="36008"/>
                  </a:lnTo>
                  <a:lnTo>
                    <a:pt x="279891" y="36057"/>
                  </a:lnTo>
                  <a:lnTo>
                    <a:pt x="281847" y="37155"/>
                  </a:lnTo>
                  <a:lnTo>
                    <a:pt x="283362" y="38479"/>
                  </a:lnTo>
                  <a:lnTo>
                    <a:pt x="284061" y="39517"/>
                  </a:lnTo>
                  <a:lnTo>
                    <a:pt x="284877" y="4073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53084" y="4482116"/>
              <a:ext cx="416313" cy="283287"/>
            </a:xfrm>
            <a:custGeom>
              <a:avLst/>
              <a:pathLst>
                <a:path w="416313" h="283287">
                  <a:moveTo>
                    <a:pt x="270047" y="66622"/>
                  </a:moveTo>
                  <a:lnTo>
                    <a:pt x="276874" y="70593"/>
                  </a:lnTo>
                  <a:lnTo>
                    <a:pt x="298733" y="68856"/>
                  </a:lnTo>
                  <a:lnTo>
                    <a:pt x="309643" y="72067"/>
                  </a:lnTo>
                  <a:lnTo>
                    <a:pt x="335266" y="83218"/>
                  </a:lnTo>
                  <a:lnTo>
                    <a:pt x="346341" y="83725"/>
                  </a:lnTo>
                  <a:lnTo>
                    <a:pt x="351631" y="93355"/>
                  </a:lnTo>
                  <a:lnTo>
                    <a:pt x="353119" y="109913"/>
                  </a:lnTo>
                  <a:lnTo>
                    <a:pt x="352904" y="117181"/>
                  </a:lnTo>
                  <a:lnTo>
                    <a:pt x="348408" y="125288"/>
                  </a:lnTo>
                  <a:lnTo>
                    <a:pt x="345432" y="130244"/>
                  </a:lnTo>
                  <a:lnTo>
                    <a:pt x="344881" y="134074"/>
                  </a:lnTo>
                  <a:lnTo>
                    <a:pt x="345763" y="137791"/>
                  </a:lnTo>
                  <a:lnTo>
                    <a:pt x="347636" y="144212"/>
                  </a:lnTo>
                  <a:lnTo>
                    <a:pt x="352596" y="158179"/>
                  </a:lnTo>
                  <a:lnTo>
                    <a:pt x="360751" y="164487"/>
                  </a:lnTo>
                  <a:lnTo>
                    <a:pt x="373287" y="171724"/>
                  </a:lnTo>
                  <a:lnTo>
                    <a:pt x="387094" y="156539"/>
                  </a:lnTo>
                  <a:lnTo>
                    <a:pt x="400603" y="138155"/>
                  </a:lnTo>
                  <a:lnTo>
                    <a:pt x="406475" y="135139"/>
                  </a:lnTo>
                  <a:lnTo>
                    <a:pt x="408411" y="136836"/>
                  </a:lnTo>
                  <a:lnTo>
                    <a:pt x="409294" y="137544"/>
                  </a:lnTo>
                  <a:lnTo>
                    <a:pt x="416313" y="143178"/>
                  </a:lnTo>
                  <a:lnTo>
                    <a:pt x="413810" y="145714"/>
                  </a:lnTo>
                  <a:lnTo>
                    <a:pt x="403308" y="158542"/>
                  </a:lnTo>
                  <a:lnTo>
                    <a:pt x="390084" y="172554"/>
                  </a:lnTo>
                  <a:lnTo>
                    <a:pt x="385017" y="177211"/>
                  </a:lnTo>
                  <a:lnTo>
                    <a:pt x="378098" y="188723"/>
                  </a:lnTo>
                  <a:lnTo>
                    <a:pt x="371940" y="199816"/>
                  </a:lnTo>
                  <a:lnTo>
                    <a:pt x="369226" y="204704"/>
                  </a:lnTo>
                  <a:lnTo>
                    <a:pt x="360123" y="220428"/>
                  </a:lnTo>
                  <a:lnTo>
                    <a:pt x="354042" y="229067"/>
                  </a:lnTo>
                  <a:lnTo>
                    <a:pt x="353621" y="229664"/>
                  </a:lnTo>
                  <a:lnTo>
                    <a:pt x="345131" y="243076"/>
                  </a:lnTo>
                  <a:lnTo>
                    <a:pt x="337939" y="254437"/>
                  </a:lnTo>
                  <a:lnTo>
                    <a:pt x="337727" y="254771"/>
                  </a:lnTo>
                  <a:lnTo>
                    <a:pt x="336499" y="254114"/>
                  </a:lnTo>
                  <a:lnTo>
                    <a:pt x="335464" y="253575"/>
                  </a:lnTo>
                  <a:lnTo>
                    <a:pt x="334781" y="254746"/>
                  </a:lnTo>
                  <a:lnTo>
                    <a:pt x="329043" y="264565"/>
                  </a:lnTo>
                  <a:lnTo>
                    <a:pt x="327721" y="266829"/>
                  </a:lnTo>
                  <a:lnTo>
                    <a:pt x="325404" y="270794"/>
                  </a:lnTo>
                  <a:lnTo>
                    <a:pt x="324167" y="272912"/>
                  </a:lnTo>
                  <a:lnTo>
                    <a:pt x="323079" y="274773"/>
                  </a:lnTo>
                  <a:lnTo>
                    <a:pt x="322874" y="275125"/>
                  </a:lnTo>
                  <a:lnTo>
                    <a:pt x="321851" y="276875"/>
                  </a:lnTo>
                  <a:lnTo>
                    <a:pt x="320389" y="279377"/>
                  </a:lnTo>
                  <a:lnTo>
                    <a:pt x="320037" y="279979"/>
                  </a:lnTo>
                  <a:lnTo>
                    <a:pt x="319624" y="280686"/>
                  </a:lnTo>
                  <a:lnTo>
                    <a:pt x="318105" y="283287"/>
                  </a:lnTo>
                  <a:lnTo>
                    <a:pt x="317740" y="283087"/>
                  </a:lnTo>
                  <a:lnTo>
                    <a:pt x="295546" y="270951"/>
                  </a:lnTo>
                  <a:lnTo>
                    <a:pt x="295167" y="270743"/>
                  </a:lnTo>
                  <a:lnTo>
                    <a:pt x="294581" y="270422"/>
                  </a:lnTo>
                  <a:lnTo>
                    <a:pt x="289245" y="267505"/>
                  </a:lnTo>
                  <a:lnTo>
                    <a:pt x="275688" y="260091"/>
                  </a:lnTo>
                  <a:lnTo>
                    <a:pt x="272132" y="258146"/>
                  </a:lnTo>
                  <a:lnTo>
                    <a:pt x="271862" y="257999"/>
                  </a:lnTo>
                  <a:lnTo>
                    <a:pt x="270626" y="257323"/>
                  </a:lnTo>
                  <a:lnTo>
                    <a:pt x="254860" y="248701"/>
                  </a:lnTo>
                  <a:lnTo>
                    <a:pt x="249480" y="245759"/>
                  </a:lnTo>
                  <a:lnTo>
                    <a:pt x="249300" y="245661"/>
                  </a:lnTo>
                  <a:lnTo>
                    <a:pt x="248002" y="244951"/>
                  </a:lnTo>
                  <a:lnTo>
                    <a:pt x="243790" y="242543"/>
                  </a:lnTo>
                  <a:lnTo>
                    <a:pt x="226581" y="232703"/>
                  </a:lnTo>
                  <a:lnTo>
                    <a:pt x="226083" y="232419"/>
                  </a:lnTo>
                  <a:lnTo>
                    <a:pt x="224241" y="231365"/>
                  </a:lnTo>
                  <a:lnTo>
                    <a:pt x="223652" y="231048"/>
                  </a:lnTo>
                  <a:lnTo>
                    <a:pt x="213187" y="225236"/>
                  </a:lnTo>
                  <a:lnTo>
                    <a:pt x="205722" y="221090"/>
                  </a:lnTo>
                  <a:lnTo>
                    <a:pt x="205578" y="221010"/>
                  </a:lnTo>
                  <a:lnTo>
                    <a:pt x="204249" y="220272"/>
                  </a:lnTo>
                  <a:lnTo>
                    <a:pt x="197437" y="216488"/>
                  </a:lnTo>
                  <a:lnTo>
                    <a:pt x="184324" y="209205"/>
                  </a:lnTo>
                  <a:lnTo>
                    <a:pt x="183625" y="208817"/>
                  </a:lnTo>
                  <a:lnTo>
                    <a:pt x="182293" y="208077"/>
                  </a:lnTo>
                  <a:lnTo>
                    <a:pt x="182091" y="207965"/>
                  </a:lnTo>
                  <a:lnTo>
                    <a:pt x="170104" y="201231"/>
                  </a:lnTo>
                  <a:lnTo>
                    <a:pt x="157857" y="194351"/>
                  </a:lnTo>
                  <a:lnTo>
                    <a:pt x="146692" y="188079"/>
                  </a:lnTo>
                  <a:lnTo>
                    <a:pt x="142550" y="186386"/>
                  </a:lnTo>
                  <a:lnTo>
                    <a:pt x="129112" y="180892"/>
                  </a:lnTo>
                  <a:lnTo>
                    <a:pt x="128529" y="180654"/>
                  </a:lnTo>
                  <a:lnTo>
                    <a:pt x="128231" y="180532"/>
                  </a:lnTo>
                  <a:lnTo>
                    <a:pt x="127777" y="180346"/>
                  </a:lnTo>
                  <a:lnTo>
                    <a:pt x="120318" y="177711"/>
                  </a:lnTo>
                  <a:lnTo>
                    <a:pt x="105890" y="172613"/>
                  </a:lnTo>
                  <a:lnTo>
                    <a:pt x="103361" y="171765"/>
                  </a:lnTo>
                  <a:lnTo>
                    <a:pt x="103145" y="171693"/>
                  </a:lnTo>
                  <a:lnTo>
                    <a:pt x="93086" y="168319"/>
                  </a:lnTo>
                  <a:lnTo>
                    <a:pt x="87807" y="166549"/>
                  </a:lnTo>
                  <a:lnTo>
                    <a:pt x="86188" y="166006"/>
                  </a:lnTo>
                  <a:lnTo>
                    <a:pt x="78381" y="163388"/>
                  </a:lnTo>
                  <a:lnTo>
                    <a:pt x="77524" y="163113"/>
                  </a:lnTo>
                  <a:lnTo>
                    <a:pt x="77296" y="163040"/>
                  </a:lnTo>
                  <a:lnTo>
                    <a:pt x="71412" y="161150"/>
                  </a:lnTo>
                  <a:lnTo>
                    <a:pt x="69959" y="160684"/>
                  </a:lnTo>
                  <a:lnTo>
                    <a:pt x="63561" y="158629"/>
                  </a:lnTo>
                  <a:lnTo>
                    <a:pt x="52053" y="154933"/>
                  </a:lnTo>
                  <a:lnTo>
                    <a:pt x="51691" y="154817"/>
                  </a:lnTo>
                  <a:lnTo>
                    <a:pt x="50361" y="154390"/>
                  </a:lnTo>
                  <a:lnTo>
                    <a:pt x="26424" y="146198"/>
                  </a:lnTo>
                  <a:lnTo>
                    <a:pt x="25914" y="146024"/>
                  </a:lnTo>
                  <a:lnTo>
                    <a:pt x="18116" y="143355"/>
                  </a:lnTo>
                  <a:lnTo>
                    <a:pt x="608" y="137364"/>
                  </a:lnTo>
                  <a:lnTo>
                    <a:pt x="0" y="137156"/>
                  </a:lnTo>
                  <a:lnTo>
                    <a:pt x="8617" y="114712"/>
                  </a:lnTo>
                  <a:lnTo>
                    <a:pt x="9956" y="114307"/>
                  </a:lnTo>
                  <a:lnTo>
                    <a:pt x="13130" y="113090"/>
                  </a:lnTo>
                  <a:lnTo>
                    <a:pt x="14320" y="111502"/>
                  </a:lnTo>
                  <a:lnTo>
                    <a:pt x="16172" y="107515"/>
                  </a:lnTo>
                  <a:lnTo>
                    <a:pt x="16757" y="105935"/>
                  </a:lnTo>
                  <a:lnTo>
                    <a:pt x="17765" y="103216"/>
                  </a:lnTo>
                  <a:lnTo>
                    <a:pt x="17922" y="102791"/>
                  </a:lnTo>
                  <a:lnTo>
                    <a:pt x="18784" y="99878"/>
                  </a:lnTo>
                  <a:lnTo>
                    <a:pt x="19676" y="98154"/>
                  </a:lnTo>
                  <a:lnTo>
                    <a:pt x="20966" y="95012"/>
                  </a:lnTo>
                  <a:lnTo>
                    <a:pt x="22553" y="90484"/>
                  </a:lnTo>
                  <a:lnTo>
                    <a:pt x="24140" y="89909"/>
                  </a:lnTo>
                  <a:lnTo>
                    <a:pt x="25171" y="90149"/>
                  </a:lnTo>
                  <a:lnTo>
                    <a:pt x="26818" y="91126"/>
                  </a:lnTo>
                  <a:lnTo>
                    <a:pt x="25811" y="96210"/>
                  </a:lnTo>
                  <a:lnTo>
                    <a:pt x="30350" y="98918"/>
                  </a:lnTo>
                  <a:lnTo>
                    <a:pt x="32830" y="102438"/>
                  </a:lnTo>
                  <a:lnTo>
                    <a:pt x="42059" y="95116"/>
                  </a:lnTo>
                  <a:lnTo>
                    <a:pt x="45035" y="75864"/>
                  </a:lnTo>
                  <a:lnTo>
                    <a:pt x="54840" y="85574"/>
                  </a:lnTo>
                  <a:lnTo>
                    <a:pt x="58256" y="89291"/>
                  </a:lnTo>
                  <a:lnTo>
                    <a:pt x="68979" y="94525"/>
                  </a:lnTo>
                  <a:lnTo>
                    <a:pt x="71886" y="96565"/>
                  </a:lnTo>
                  <a:lnTo>
                    <a:pt x="79380" y="103662"/>
                  </a:lnTo>
                  <a:lnTo>
                    <a:pt x="92308" y="97962"/>
                  </a:lnTo>
                  <a:lnTo>
                    <a:pt x="110788" y="92848"/>
                  </a:lnTo>
                  <a:lnTo>
                    <a:pt x="114425" y="90032"/>
                  </a:lnTo>
                  <a:lnTo>
                    <a:pt x="117621" y="78318"/>
                  </a:lnTo>
                  <a:lnTo>
                    <a:pt x="120376" y="73137"/>
                  </a:lnTo>
                  <a:lnTo>
                    <a:pt x="123572" y="72010"/>
                  </a:lnTo>
                  <a:lnTo>
                    <a:pt x="137447" y="77404"/>
                  </a:lnTo>
                  <a:lnTo>
                    <a:pt x="142417" y="78994"/>
                  </a:lnTo>
                  <a:lnTo>
                    <a:pt x="137592" y="92354"/>
                  </a:lnTo>
                  <a:lnTo>
                    <a:pt x="136300" y="98394"/>
                  </a:lnTo>
                  <a:lnTo>
                    <a:pt x="136147" y="108024"/>
                  </a:lnTo>
                  <a:lnTo>
                    <a:pt x="137323" y="112814"/>
                  </a:lnTo>
                  <a:lnTo>
                    <a:pt x="137898" y="121346"/>
                  </a:lnTo>
                  <a:lnTo>
                    <a:pt x="139992" y="123711"/>
                  </a:lnTo>
                  <a:lnTo>
                    <a:pt x="146164" y="123711"/>
                  </a:lnTo>
                  <a:lnTo>
                    <a:pt x="149580" y="121008"/>
                  </a:lnTo>
                  <a:lnTo>
                    <a:pt x="150131" y="117629"/>
                  </a:lnTo>
                  <a:lnTo>
                    <a:pt x="150639" y="113688"/>
                  </a:lnTo>
                  <a:lnTo>
                    <a:pt x="152712" y="110569"/>
                  </a:lnTo>
                  <a:lnTo>
                    <a:pt x="157294" y="107491"/>
                  </a:lnTo>
                  <a:lnTo>
                    <a:pt x="160821" y="104337"/>
                  </a:lnTo>
                  <a:lnTo>
                    <a:pt x="161703" y="101634"/>
                  </a:lnTo>
                  <a:lnTo>
                    <a:pt x="161427" y="97460"/>
                  </a:lnTo>
                  <a:lnTo>
                    <a:pt x="162033" y="92623"/>
                  </a:lnTo>
                  <a:lnTo>
                    <a:pt x="166111" y="86428"/>
                  </a:lnTo>
                  <a:lnTo>
                    <a:pt x="167020" y="85206"/>
                  </a:lnTo>
                  <a:lnTo>
                    <a:pt x="173142" y="74608"/>
                  </a:lnTo>
                  <a:lnTo>
                    <a:pt x="175067" y="65810"/>
                  </a:lnTo>
                  <a:lnTo>
                    <a:pt x="177572" y="61535"/>
                  </a:lnTo>
                  <a:lnTo>
                    <a:pt x="181870" y="58268"/>
                  </a:lnTo>
                  <a:lnTo>
                    <a:pt x="185948" y="57367"/>
                  </a:lnTo>
                  <a:lnTo>
                    <a:pt x="188122" y="55094"/>
                  </a:lnTo>
                  <a:lnTo>
                    <a:pt x="196086" y="40809"/>
                  </a:lnTo>
                  <a:lnTo>
                    <a:pt x="199330" y="38004"/>
                  </a:lnTo>
                  <a:lnTo>
                    <a:pt x="199671" y="37581"/>
                  </a:lnTo>
                  <a:lnTo>
                    <a:pt x="203911" y="35008"/>
                  </a:lnTo>
                  <a:lnTo>
                    <a:pt x="231564" y="0"/>
                  </a:lnTo>
                  <a:lnTo>
                    <a:pt x="238848" y="3071"/>
                  </a:lnTo>
                  <a:lnTo>
                    <a:pt x="244026" y="11298"/>
                  </a:lnTo>
                  <a:lnTo>
                    <a:pt x="259898" y="29780"/>
                  </a:lnTo>
                  <a:lnTo>
                    <a:pt x="247439" y="43242"/>
                  </a:lnTo>
                  <a:lnTo>
                    <a:pt x="242042" y="49201"/>
                  </a:lnTo>
                  <a:lnTo>
                    <a:pt x="251007" y="55550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90812" y="4557846"/>
              <a:ext cx="468946" cy="358853"/>
            </a:xfrm>
            <a:custGeom>
              <a:avLst/>
              <a:pathLst>
                <a:path w="468946" h="358853">
                  <a:moveTo>
                    <a:pt x="425345" y="227447"/>
                  </a:moveTo>
                  <a:lnTo>
                    <a:pt x="426580" y="227746"/>
                  </a:lnTo>
                  <a:lnTo>
                    <a:pt x="428104" y="232592"/>
                  </a:lnTo>
                  <a:lnTo>
                    <a:pt x="429060" y="235630"/>
                  </a:lnTo>
                  <a:lnTo>
                    <a:pt x="422998" y="255624"/>
                  </a:lnTo>
                  <a:lnTo>
                    <a:pt x="407570" y="261256"/>
                  </a:lnTo>
                  <a:lnTo>
                    <a:pt x="391866" y="269985"/>
                  </a:lnTo>
                  <a:lnTo>
                    <a:pt x="371753" y="303214"/>
                  </a:lnTo>
                  <a:lnTo>
                    <a:pt x="362110" y="315604"/>
                  </a:lnTo>
                  <a:lnTo>
                    <a:pt x="358253" y="319265"/>
                  </a:lnTo>
                  <a:lnTo>
                    <a:pt x="340675" y="309465"/>
                  </a:lnTo>
                  <a:lnTo>
                    <a:pt x="334834" y="303585"/>
                  </a:lnTo>
                  <a:lnTo>
                    <a:pt x="329765" y="298483"/>
                  </a:lnTo>
                  <a:lnTo>
                    <a:pt x="313497" y="283377"/>
                  </a:lnTo>
                  <a:lnTo>
                    <a:pt x="292351" y="267620"/>
                  </a:lnTo>
                  <a:lnTo>
                    <a:pt x="287722" y="266156"/>
                  </a:lnTo>
                  <a:lnTo>
                    <a:pt x="285628" y="277757"/>
                  </a:lnTo>
                  <a:lnTo>
                    <a:pt x="283204" y="281136"/>
                  </a:lnTo>
                  <a:lnTo>
                    <a:pt x="280035" y="292062"/>
                  </a:lnTo>
                  <a:lnTo>
                    <a:pt x="275462" y="298258"/>
                  </a:lnTo>
                  <a:lnTo>
                    <a:pt x="272982" y="302763"/>
                  </a:lnTo>
                  <a:lnTo>
                    <a:pt x="269621" y="315942"/>
                  </a:lnTo>
                  <a:lnTo>
                    <a:pt x="269731" y="319377"/>
                  </a:lnTo>
                  <a:lnTo>
                    <a:pt x="269456" y="325347"/>
                  </a:lnTo>
                  <a:lnTo>
                    <a:pt x="268519" y="327769"/>
                  </a:lnTo>
                  <a:lnTo>
                    <a:pt x="262171" y="333277"/>
                  </a:lnTo>
                  <a:lnTo>
                    <a:pt x="259791" y="336341"/>
                  </a:lnTo>
                  <a:lnTo>
                    <a:pt x="258645" y="339495"/>
                  </a:lnTo>
                  <a:lnTo>
                    <a:pt x="260011" y="356863"/>
                  </a:lnTo>
                  <a:lnTo>
                    <a:pt x="253796" y="356728"/>
                  </a:lnTo>
                  <a:lnTo>
                    <a:pt x="241540" y="358853"/>
                  </a:lnTo>
                  <a:lnTo>
                    <a:pt x="240730" y="357431"/>
                  </a:lnTo>
                  <a:lnTo>
                    <a:pt x="241208" y="356715"/>
                  </a:lnTo>
                  <a:lnTo>
                    <a:pt x="240460" y="355241"/>
                  </a:lnTo>
                  <a:lnTo>
                    <a:pt x="239692" y="353725"/>
                  </a:lnTo>
                  <a:lnTo>
                    <a:pt x="239708" y="353471"/>
                  </a:lnTo>
                  <a:lnTo>
                    <a:pt x="233271" y="340964"/>
                  </a:lnTo>
                  <a:lnTo>
                    <a:pt x="232571" y="339604"/>
                  </a:lnTo>
                  <a:lnTo>
                    <a:pt x="230357" y="335627"/>
                  </a:lnTo>
                  <a:lnTo>
                    <a:pt x="228669" y="332596"/>
                  </a:lnTo>
                  <a:lnTo>
                    <a:pt x="232052" y="330384"/>
                  </a:lnTo>
                  <a:lnTo>
                    <a:pt x="233476" y="329454"/>
                  </a:lnTo>
                  <a:lnTo>
                    <a:pt x="234546" y="328755"/>
                  </a:lnTo>
                  <a:lnTo>
                    <a:pt x="237782" y="326640"/>
                  </a:lnTo>
                  <a:lnTo>
                    <a:pt x="236394" y="325268"/>
                  </a:lnTo>
                  <a:lnTo>
                    <a:pt x="236195" y="325072"/>
                  </a:lnTo>
                  <a:lnTo>
                    <a:pt x="228260" y="316313"/>
                  </a:lnTo>
                  <a:lnTo>
                    <a:pt x="227943" y="316022"/>
                  </a:lnTo>
                  <a:lnTo>
                    <a:pt x="223586" y="312027"/>
                  </a:lnTo>
                  <a:lnTo>
                    <a:pt x="222600" y="311123"/>
                  </a:lnTo>
                  <a:lnTo>
                    <a:pt x="216709" y="308021"/>
                  </a:lnTo>
                  <a:lnTo>
                    <a:pt x="215618" y="307446"/>
                  </a:lnTo>
                  <a:lnTo>
                    <a:pt x="211983" y="306217"/>
                  </a:lnTo>
                  <a:lnTo>
                    <a:pt x="210298" y="305648"/>
                  </a:lnTo>
                  <a:lnTo>
                    <a:pt x="208582" y="305067"/>
                  </a:lnTo>
                  <a:lnTo>
                    <a:pt x="206258" y="304659"/>
                  </a:lnTo>
                  <a:lnTo>
                    <a:pt x="197770" y="303165"/>
                  </a:lnTo>
                  <a:lnTo>
                    <a:pt x="197209" y="303067"/>
                  </a:lnTo>
                  <a:lnTo>
                    <a:pt x="195766" y="302908"/>
                  </a:lnTo>
                  <a:lnTo>
                    <a:pt x="184015" y="301615"/>
                  </a:lnTo>
                  <a:lnTo>
                    <a:pt x="183455" y="301553"/>
                  </a:lnTo>
                  <a:lnTo>
                    <a:pt x="182944" y="301539"/>
                  </a:lnTo>
                  <a:lnTo>
                    <a:pt x="170273" y="301185"/>
                  </a:lnTo>
                  <a:lnTo>
                    <a:pt x="165614" y="300935"/>
                  </a:lnTo>
                  <a:lnTo>
                    <a:pt x="161766" y="300728"/>
                  </a:lnTo>
                  <a:lnTo>
                    <a:pt x="161784" y="299921"/>
                  </a:lnTo>
                  <a:lnTo>
                    <a:pt x="161805" y="298963"/>
                  </a:lnTo>
                  <a:lnTo>
                    <a:pt x="162024" y="288836"/>
                  </a:lnTo>
                  <a:lnTo>
                    <a:pt x="162245" y="278617"/>
                  </a:lnTo>
                  <a:lnTo>
                    <a:pt x="161933" y="278600"/>
                  </a:lnTo>
                  <a:lnTo>
                    <a:pt x="147283" y="278015"/>
                  </a:lnTo>
                  <a:lnTo>
                    <a:pt x="129454" y="277303"/>
                  </a:lnTo>
                  <a:lnTo>
                    <a:pt x="129261" y="277290"/>
                  </a:lnTo>
                  <a:lnTo>
                    <a:pt x="123151" y="276887"/>
                  </a:lnTo>
                  <a:lnTo>
                    <a:pt x="103266" y="275577"/>
                  </a:lnTo>
                  <a:lnTo>
                    <a:pt x="102185" y="275518"/>
                  </a:lnTo>
                  <a:lnTo>
                    <a:pt x="99071" y="275349"/>
                  </a:lnTo>
                  <a:lnTo>
                    <a:pt x="86045" y="274644"/>
                  </a:lnTo>
                  <a:lnTo>
                    <a:pt x="76032" y="274101"/>
                  </a:lnTo>
                  <a:lnTo>
                    <a:pt x="76040" y="273892"/>
                  </a:lnTo>
                  <a:lnTo>
                    <a:pt x="76473" y="262672"/>
                  </a:lnTo>
                  <a:lnTo>
                    <a:pt x="77413" y="238279"/>
                  </a:lnTo>
                  <a:lnTo>
                    <a:pt x="77420" y="238099"/>
                  </a:lnTo>
                  <a:lnTo>
                    <a:pt x="77497" y="236088"/>
                  </a:lnTo>
                  <a:lnTo>
                    <a:pt x="77515" y="235614"/>
                  </a:lnTo>
                  <a:lnTo>
                    <a:pt x="77542" y="234930"/>
                  </a:lnTo>
                  <a:lnTo>
                    <a:pt x="78099" y="220465"/>
                  </a:lnTo>
                  <a:lnTo>
                    <a:pt x="78312" y="214949"/>
                  </a:lnTo>
                  <a:lnTo>
                    <a:pt x="78858" y="200776"/>
                  </a:lnTo>
                  <a:lnTo>
                    <a:pt x="78957" y="198204"/>
                  </a:lnTo>
                  <a:lnTo>
                    <a:pt x="78981" y="197598"/>
                  </a:lnTo>
                  <a:lnTo>
                    <a:pt x="79029" y="196348"/>
                  </a:lnTo>
                  <a:lnTo>
                    <a:pt x="79023" y="194599"/>
                  </a:lnTo>
                  <a:lnTo>
                    <a:pt x="78368" y="194546"/>
                  </a:lnTo>
                  <a:lnTo>
                    <a:pt x="64870" y="194133"/>
                  </a:lnTo>
                  <a:lnTo>
                    <a:pt x="52895" y="193767"/>
                  </a:lnTo>
                  <a:lnTo>
                    <a:pt x="35162" y="193225"/>
                  </a:lnTo>
                  <a:lnTo>
                    <a:pt x="34734" y="193212"/>
                  </a:lnTo>
                  <a:lnTo>
                    <a:pt x="28611" y="192392"/>
                  </a:lnTo>
                  <a:lnTo>
                    <a:pt x="25833" y="191508"/>
                  </a:lnTo>
                  <a:lnTo>
                    <a:pt x="20993" y="189969"/>
                  </a:lnTo>
                  <a:lnTo>
                    <a:pt x="19578" y="189519"/>
                  </a:lnTo>
                  <a:lnTo>
                    <a:pt x="0" y="179042"/>
                  </a:lnTo>
                  <a:lnTo>
                    <a:pt x="211" y="178708"/>
                  </a:lnTo>
                  <a:lnTo>
                    <a:pt x="7403" y="167347"/>
                  </a:lnTo>
                  <a:lnTo>
                    <a:pt x="15893" y="153935"/>
                  </a:lnTo>
                  <a:lnTo>
                    <a:pt x="16376" y="153249"/>
                  </a:lnTo>
                  <a:lnTo>
                    <a:pt x="22395" y="144699"/>
                  </a:lnTo>
                  <a:lnTo>
                    <a:pt x="31498" y="128974"/>
                  </a:lnTo>
                  <a:lnTo>
                    <a:pt x="34212" y="124086"/>
                  </a:lnTo>
                  <a:lnTo>
                    <a:pt x="40370" y="112993"/>
                  </a:lnTo>
                  <a:lnTo>
                    <a:pt x="47289" y="101481"/>
                  </a:lnTo>
                  <a:lnTo>
                    <a:pt x="52356" y="96825"/>
                  </a:lnTo>
                  <a:lnTo>
                    <a:pt x="65581" y="82812"/>
                  </a:lnTo>
                  <a:lnTo>
                    <a:pt x="76082" y="69985"/>
                  </a:lnTo>
                  <a:lnTo>
                    <a:pt x="78585" y="67449"/>
                  </a:lnTo>
                  <a:lnTo>
                    <a:pt x="71566" y="61815"/>
                  </a:lnTo>
                  <a:lnTo>
                    <a:pt x="70683" y="61106"/>
                  </a:lnTo>
                  <a:lnTo>
                    <a:pt x="68747" y="59409"/>
                  </a:lnTo>
                  <a:lnTo>
                    <a:pt x="75308" y="51129"/>
                  </a:lnTo>
                  <a:lnTo>
                    <a:pt x="76392" y="49760"/>
                  </a:lnTo>
                  <a:lnTo>
                    <a:pt x="94037" y="65546"/>
                  </a:lnTo>
                  <a:lnTo>
                    <a:pt x="99518" y="71046"/>
                  </a:lnTo>
                  <a:lnTo>
                    <a:pt x="109190" y="80752"/>
                  </a:lnTo>
                  <a:lnTo>
                    <a:pt x="128354" y="90546"/>
                  </a:lnTo>
                  <a:lnTo>
                    <a:pt x="131645" y="92016"/>
                  </a:lnTo>
                  <a:lnTo>
                    <a:pt x="134400" y="102013"/>
                  </a:lnTo>
                  <a:lnTo>
                    <a:pt x="144722" y="117655"/>
                  </a:lnTo>
                  <a:lnTo>
                    <a:pt x="160022" y="115952"/>
                  </a:lnTo>
                  <a:lnTo>
                    <a:pt x="159196" y="92579"/>
                  </a:lnTo>
                  <a:lnTo>
                    <a:pt x="162502" y="78077"/>
                  </a:lnTo>
                  <a:lnTo>
                    <a:pt x="192670" y="68784"/>
                  </a:lnTo>
                  <a:lnTo>
                    <a:pt x="199420" y="96099"/>
                  </a:lnTo>
                  <a:lnTo>
                    <a:pt x="216089" y="107222"/>
                  </a:lnTo>
                  <a:lnTo>
                    <a:pt x="208926" y="118264"/>
                  </a:lnTo>
                  <a:lnTo>
                    <a:pt x="207686" y="120176"/>
                  </a:lnTo>
                  <a:lnTo>
                    <a:pt x="221324" y="131862"/>
                  </a:lnTo>
                  <a:lnTo>
                    <a:pt x="230829" y="139465"/>
                  </a:lnTo>
                  <a:lnTo>
                    <a:pt x="237028" y="144112"/>
                  </a:lnTo>
                  <a:lnTo>
                    <a:pt x="251079" y="142281"/>
                  </a:lnTo>
                  <a:lnTo>
                    <a:pt x="256727" y="140169"/>
                  </a:lnTo>
                  <a:lnTo>
                    <a:pt x="255763" y="135241"/>
                  </a:lnTo>
                  <a:lnTo>
                    <a:pt x="274773" y="116233"/>
                  </a:lnTo>
                  <a:lnTo>
                    <a:pt x="291921" y="87044"/>
                  </a:lnTo>
                  <a:lnTo>
                    <a:pt x="300947" y="81316"/>
                  </a:lnTo>
                  <a:lnTo>
                    <a:pt x="309763" y="75965"/>
                  </a:lnTo>
                  <a:lnTo>
                    <a:pt x="321059" y="63857"/>
                  </a:lnTo>
                  <a:lnTo>
                    <a:pt x="324775" y="56054"/>
                  </a:lnTo>
                  <a:lnTo>
                    <a:pt x="335386" y="47806"/>
                  </a:lnTo>
                  <a:lnTo>
                    <a:pt x="349437" y="37668"/>
                  </a:lnTo>
                  <a:lnTo>
                    <a:pt x="361835" y="26123"/>
                  </a:lnTo>
                  <a:lnTo>
                    <a:pt x="373131" y="18238"/>
                  </a:lnTo>
                  <a:lnTo>
                    <a:pt x="434579" y="0"/>
                  </a:lnTo>
                  <a:lnTo>
                    <a:pt x="468946" y="82256"/>
                  </a:lnTo>
                  <a:lnTo>
                    <a:pt x="435358" y="104891"/>
                  </a:lnTo>
                  <a:lnTo>
                    <a:pt x="425529" y="115709"/>
                  </a:lnTo>
                  <a:lnTo>
                    <a:pt x="411700" y="137074"/>
                  </a:lnTo>
                  <a:lnTo>
                    <a:pt x="406017" y="142098"/>
                  </a:lnTo>
                  <a:lnTo>
                    <a:pt x="381823" y="144431"/>
                  </a:lnTo>
                  <a:lnTo>
                    <a:pt x="363774" y="162984"/>
                  </a:lnTo>
                  <a:lnTo>
                    <a:pt x="373957" y="162979"/>
                  </a:lnTo>
                  <a:lnTo>
                    <a:pt x="386080" y="160163"/>
                  </a:lnTo>
                  <a:lnTo>
                    <a:pt x="400682" y="162415"/>
                  </a:lnTo>
                  <a:lnTo>
                    <a:pt x="409498" y="170582"/>
                  </a:lnTo>
                  <a:lnTo>
                    <a:pt x="419144" y="200397"/>
                  </a:lnTo>
                  <a:lnTo>
                    <a:pt x="420794" y="205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239268" y="3236756"/>
              <a:ext cx="289105" cy="444602"/>
            </a:xfrm>
            <a:custGeom>
              <a:avLst/>
              <a:pathLst>
                <a:path w="289105" h="444602">
                  <a:moveTo>
                    <a:pt x="202610" y="22935"/>
                  </a:moveTo>
                  <a:lnTo>
                    <a:pt x="213708" y="25124"/>
                  </a:lnTo>
                  <a:lnTo>
                    <a:pt x="226542" y="22891"/>
                  </a:lnTo>
                  <a:lnTo>
                    <a:pt x="238866" y="24746"/>
                  </a:lnTo>
                  <a:lnTo>
                    <a:pt x="243805" y="25679"/>
                  </a:lnTo>
                  <a:lnTo>
                    <a:pt x="244273" y="25768"/>
                  </a:lnTo>
                  <a:lnTo>
                    <a:pt x="249791" y="26811"/>
                  </a:lnTo>
                  <a:lnTo>
                    <a:pt x="250141" y="26877"/>
                  </a:lnTo>
                  <a:lnTo>
                    <a:pt x="250875" y="27016"/>
                  </a:lnTo>
                  <a:lnTo>
                    <a:pt x="251485" y="27131"/>
                  </a:lnTo>
                  <a:lnTo>
                    <a:pt x="256851" y="28145"/>
                  </a:lnTo>
                  <a:lnTo>
                    <a:pt x="258538" y="28464"/>
                  </a:lnTo>
                  <a:lnTo>
                    <a:pt x="261652" y="29052"/>
                  </a:lnTo>
                  <a:lnTo>
                    <a:pt x="264121" y="29519"/>
                  </a:lnTo>
                  <a:lnTo>
                    <a:pt x="264454" y="29582"/>
                  </a:lnTo>
                  <a:lnTo>
                    <a:pt x="267060" y="30074"/>
                  </a:lnTo>
                  <a:lnTo>
                    <a:pt x="270035" y="30636"/>
                  </a:lnTo>
                  <a:lnTo>
                    <a:pt x="271347" y="30884"/>
                  </a:lnTo>
                  <a:lnTo>
                    <a:pt x="274275" y="31438"/>
                  </a:lnTo>
                  <a:lnTo>
                    <a:pt x="277868" y="32117"/>
                  </a:lnTo>
                  <a:lnTo>
                    <a:pt x="278463" y="32229"/>
                  </a:lnTo>
                  <a:lnTo>
                    <a:pt x="283455" y="33172"/>
                  </a:lnTo>
                  <a:lnTo>
                    <a:pt x="284493" y="33369"/>
                  </a:lnTo>
                  <a:lnTo>
                    <a:pt x="287712" y="33977"/>
                  </a:lnTo>
                  <a:lnTo>
                    <a:pt x="287912" y="34015"/>
                  </a:lnTo>
                  <a:lnTo>
                    <a:pt x="288325" y="34093"/>
                  </a:lnTo>
                  <a:lnTo>
                    <a:pt x="288769" y="34177"/>
                  </a:lnTo>
                  <a:lnTo>
                    <a:pt x="289105" y="34240"/>
                  </a:lnTo>
                  <a:lnTo>
                    <a:pt x="288749" y="37419"/>
                  </a:lnTo>
                  <a:lnTo>
                    <a:pt x="286327" y="59081"/>
                  </a:lnTo>
                  <a:lnTo>
                    <a:pt x="284714" y="73502"/>
                  </a:lnTo>
                  <a:lnTo>
                    <a:pt x="284623" y="74209"/>
                  </a:lnTo>
                  <a:lnTo>
                    <a:pt x="283728" y="81092"/>
                  </a:lnTo>
                  <a:lnTo>
                    <a:pt x="282141" y="93304"/>
                  </a:lnTo>
                  <a:lnTo>
                    <a:pt x="281060" y="101624"/>
                  </a:lnTo>
                  <a:lnTo>
                    <a:pt x="280983" y="102219"/>
                  </a:lnTo>
                  <a:lnTo>
                    <a:pt x="278568" y="119045"/>
                  </a:lnTo>
                  <a:lnTo>
                    <a:pt x="278435" y="119735"/>
                  </a:lnTo>
                  <a:lnTo>
                    <a:pt x="278376" y="120044"/>
                  </a:lnTo>
                  <a:lnTo>
                    <a:pt x="278247" y="120712"/>
                  </a:lnTo>
                  <a:lnTo>
                    <a:pt x="277154" y="126378"/>
                  </a:lnTo>
                  <a:lnTo>
                    <a:pt x="275495" y="134974"/>
                  </a:lnTo>
                  <a:lnTo>
                    <a:pt x="273924" y="142073"/>
                  </a:lnTo>
                  <a:lnTo>
                    <a:pt x="271325" y="153819"/>
                  </a:lnTo>
                  <a:lnTo>
                    <a:pt x="271144" y="154392"/>
                  </a:lnTo>
                  <a:lnTo>
                    <a:pt x="266935" y="167729"/>
                  </a:lnTo>
                  <a:lnTo>
                    <a:pt x="266588" y="168839"/>
                  </a:lnTo>
                  <a:lnTo>
                    <a:pt x="264529" y="175433"/>
                  </a:lnTo>
                  <a:lnTo>
                    <a:pt x="264065" y="176921"/>
                  </a:lnTo>
                  <a:lnTo>
                    <a:pt x="263642" y="178274"/>
                  </a:lnTo>
                  <a:lnTo>
                    <a:pt x="261146" y="184401"/>
                  </a:lnTo>
                  <a:lnTo>
                    <a:pt x="260610" y="185720"/>
                  </a:lnTo>
                  <a:lnTo>
                    <a:pt x="260534" y="185904"/>
                  </a:lnTo>
                  <a:lnTo>
                    <a:pt x="260076" y="187029"/>
                  </a:lnTo>
                  <a:lnTo>
                    <a:pt x="252126" y="206075"/>
                  </a:lnTo>
                  <a:lnTo>
                    <a:pt x="250120" y="210766"/>
                  </a:lnTo>
                  <a:lnTo>
                    <a:pt x="249119" y="213108"/>
                  </a:lnTo>
                  <a:lnTo>
                    <a:pt x="248806" y="213839"/>
                  </a:lnTo>
                  <a:lnTo>
                    <a:pt x="245581" y="221381"/>
                  </a:lnTo>
                  <a:lnTo>
                    <a:pt x="245307" y="222021"/>
                  </a:lnTo>
                  <a:lnTo>
                    <a:pt x="244796" y="223216"/>
                  </a:lnTo>
                  <a:lnTo>
                    <a:pt x="242302" y="228466"/>
                  </a:lnTo>
                  <a:lnTo>
                    <a:pt x="228532" y="257442"/>
                  </a:lnTo>
                  <a:lnTo>
                    <a:pt x="228006" y="258549"/>
                  </a:lnTo>
                  <a:lnTo>
                    <a:pt x="227902" y="258767"/>
                  </a:lnTo>
                  <a:lnTo>
                    <a:pt x="220327" y="274251"/>
                  </a:lnTo>
                  <a:lnTo>
                    <a:pt x="217897" y="279219"/>
                  </a:lnTo>
                  <a:lnTo>
                    <a:pt x="212656" y="289932"/>
                  </a:lnTo>
                  <a:lnTo>
                    <a:pt x="211276" y="292752"/>
                  </a:lnTo>
                  <a:lnTo>
                    <a:pt x="209650" y="296076"/>
                  </a:lnTo>
                  <a:lnTo>
                    <a:pt x="207462" y="300551"/>
                  </a:lnTo>
                  <a:lnTo>
                    <a:pt x="196749" y="320085"/>
                  </a:lnTo>
                  <a:lnTo>
                    <a:pt x="194791" y="323052"/>
                  </a:lnTo>
                  <a:lnTo>
                    <a:pt x="192879" y="325949"/>
                  </a:lnTo>
                  <a:lnTo>
                    <a:pt x="186401" y="335763"/>
                  </a:lnTo>
                  <a:lnTo>
                    <a:pt x="182113" y="341293"/>
                  </a:lnTo>
                  <a:lnTo>
                    <a:pt x="179043" y="345253"/>
                  </a:lnTo>
                  <a:lnTo>
                    <a:pt x="171288" y="355254"/>
                  </a:lnTo>
                  <a:lnTo>
                    <a:pt x="170888" y="355770"/>
                  </a:lnTo>
                  <a:lnTo>
                    <a:pt x="150854" y="379934"/>
                  </a:lnTo>
                  <a:lnTo>
                    <a:pt x="149319" y="381860"/>
                  </a:lnTo>
                  <a:lnTo>
                    <a:pt x="148754" y="382568"/>
                  </a:lnTo>
                  <a:lnTo>
                    <a:pt x="147498" y="384143"/>
                  </a:lnTo>
                  <a:lnTo>
                    <a:pt x="144144" y="387899"/>
                  </a:lnTo>
                  <a:lnTo>
                    <a:pt x="137041" y="395851"/>
                  </a:lnTo>
                  <a:lnTo>
                    <a:pt x="135517" y="397655"/>
                  </a:lnTo>
                  <a:lnTo>
                    <a:pt x="135346" y="397857"/>
                  </a:lnTo>
                  <a:lnTo>
                    <a:pt x="127235" y="407453"/>
                  </a:lnTo>
                  <a:lnTo>
                    <a:pt x="123444" y="411937"/>
                  </a:lnTo>
                  <a:lnTo>
                    <a:pt x="117231" y="419288"/>
                  </a:lnTo>
                  <a:lnTo>
                    <a:pt x="116524" y="420123"/>
                  </a:lnTo>
                  <a:lnTo>
                    <a:pt x="111628" y="426060"/>
                  </a:lnTo>
                  <a:lnTo>
                    <a:pt x="96334" y="444602"/>
                  </a:lnTo>
                  <a:lnTo>
                    <a:pt x="89791" y="440347"/>
                  </a:lnTo>
                  <a:lnTo>
                    <a:pt x="72678" y="430940"/>
                  </a:lnTo>
                  <a:lnTo>
                    <a:pt x="71112" y="430079"/>
                  </a:lnTo>
                  <a:lnTo>
                    <a:pt x="35136" y="410303"/>
                  </a:lnTo>
                  <a:lnTo>
                    <a:pt x="27930" y="406342"/>
                  </a:lnTo>
                  <a:lnTo>
                    <a:pt x="18899" y="401378"/>
                  </a:lnTo>
                  <a:lnTo>
                    <a:pt x="16943" y="400303"/>
                  </a:lnTo>
                  <a:lnTo>
                    <a:pt x="11990" y="397580"/>
                  </a:lnTo>
                  <a:lnTo>
                    <a:pt x="11368" y="397238"/>
                  </a:lnTo>
                  <a:lnTo>
                    <a:pt x="3116" y="392702"/>
                  </a:lnTo>
                  <a:lnTo>
                    <a:pt x="22202" y="356416"/>
                  </a:lnTo>
                  <a:lnTo>
                    <a:pt x="24429" y="352182"/>
                  </a:lnTo>
                  <a:lnTo>
                    <a:pt x="28088" y="345225"/>
                  </a:lnTo>
                  <a:lnTo>
                    <a:pt x="45236" y="313860"/>
                  </a:lnTo>
                  <a:lnTo>
                    <a:pt x="47681" y="309389"/>
                  </a:lnTo>
                  <a:lnTo>
                    <a:pt x="45971" y="308444"/>
                  </a:lnTo>
                  <a:lnTo>
                    <a:pt x="33358" y="301478"/>
                  </a:lnTo>
                  <a:lnTo>
                    <a:pt x="15207" y="291452"/>
                  </a:lnTo>
                  <a:lnTo>
                    <a:pt x="14358" y="290983"/>
                  </a:lnTo>
                  <a:lnTo>
                    <a:pt x="0" y="283052"/>
                  </a:lnTo>
                  <a:lnTo>
                    <a:pt x="1118" y="280943"/>
                  </a:lnTo>
                  <a:lnTo>
                    <a:pt x="7110" y="269648"/>
                  </a:lnTo>
                  <a:lnTo>
                    <a:pt x="10111" y="263991"/>
                  </a:lnTo>
                  <a:lnTo>
                    <a:pt x="10585" y="263097"/>
                  </a:lnTo>
                  <a:lnTo>
                    <a:pt x="20133" y="245097"/>
                  </a:lnTo>
                  <a:lnTo>
                    <a:pt x="28066" y="230144"/>
                  </a:lnTo>
                  <a:lnTo>
                    <a:pt x="30234" y="226056"/>
                  </a:lnTo>
                  <a:lnTo>
                    <a:pt x="30809" y="224973"/>
                  </a:lnTo>
                  <a:lnTo>
                    <a:pt x="33587" y="219736"/>
                  </a:lnTo>
                  <a:lnTo>
                    <a:pt x="38632" y="210224"/>
                  </a:lnTo>
                  <a:lnTo>
                    <a:pt x="39901" y="207833"/>
                  </a:lnTo>
                  <a:lnTo>
                    <a:pt x="41662" y="204514"/>
                  </a:lnTo>
                  <a:lnTo>
                    <a:pt x="47068" y="194322"/>
                  </a:lnTo>
                  <a:lnTo>
                    <a:pt x="49119" y="190456"/>
                  </a:lnTo>
                  <a:lnTo>
                    <a:pt x="55137" y="179111"/>
                  </a:lnTo>
                  <a:lnTo>
                    <a:pt x="55560" y="178313"/>
                  </a:lnTo>
                  <a:lnTo>
                    <a:pt x="54907" y="177846"/>
                  </a:lnTo>
                  <a:lnTo>
                    <a:pt x="45701" y="172874"/>
                  </a:lnTo>
                  <a:lnTo>
                    <a:pt x="49451" y="163877"/>
                  </a:lnTo>
                  <a:lnTo>
                    <a:pt x="49518" y="163717"/>
                  </a:lnTo>
                  <a:lnTo>
                    <a:pt x="62988" y="131395"/>
                  </a:lnTo>
                  <a:lnTo>
                    <a:pt x="67878" y="119661"/>
                  </a:lnTo>
                  <a:lnTo>
                    <a:pt x="67980" y="119415"/>
                  </a:lnTo>
                  <a:lnTo>
                    <a:pt x="68285" y="118681"/>
                  </a:lnTo>
                  <a:lnTo>
                    <a:pt x="74750" y="103079"/>
                  </a:lnTo>
                  <a:lnTo>
                    <a:pt x="77400" y="96683"/>
                  </a:lnTo>
                  <a:lnTo>
                    <a:pt x="85120" y="77731"/>
                  </a:lnTo>
                  <a:lnTo>
                    <a:pt x="85767" y="76143"/>
                  </a:lnTo>
                  <a:lnTo>
                    <a:pt x="89158" y="56762"/>
                  </a:lnTo>
                  <a:lnTo>
                    <a:pt x="95469" y="20701"/>
                  </a:lnTo>
                  <a:lnTo>
                    <a:pt x="97670" y="8123"/>
                  </a:lnTo>
                  <a:lnTo>
                    <a:pt x="98278" y="4649"/>
                  </a:lnTo>
                  <a:lnTo>
                    <a:pt x="98907" y="1055"/>
                  </a:lnTo>
                  <a:lnTo>
                    <a:pt x="99183" y="0"/>
                  </a:lnTo>
                  <a:lnTo>
                    <a:pt x="99454" y="51"/>
                  </a:lnTo>
                  <a:lnTo>
                    <a:pt x="99723" y="102"/>
                  </a:lnTo>
                  <a:lnTo>
                    <a:pt x="101910" y="517"/>
                  </a:lnTo>
                  <a:lnTo>
                    <a:pt x="102773" y="681"/>
                  </a:lnTo>
                  <a:lnTo>
                    <a:pt x="103469" y="813"/>
                  </a:lnTo>
                  <a:lnTo>
                    <a:pt x="104382" y="986"/>
                  </a:lnTo>
                  <a:lnTo>
                    <a:pt x="108317" y="1733"/>
                  </a:lnTo>
                  <a:lnTo>
                    <a:pt x="114655" y="2936"/>
                  </a:lnTo>
                  <a:lnTo>
                    <a:pt x="117735" y="3521"/>
                  </a:lnTo>
                  <a:lnTo>
                    <a:pt x="119618" y="3878"/>
                  </a:lnTo>
                  <a:lnTo>
                    <a:pt x="121042" y="4148"/>
                  </a:lnTo>
                  <a:lnTo>
                    <a:pt x="121676" y="4269"/>
                  </a:lnTo>
                  <a:lnTo>
                    <a:pt x="124600" y="4824"/>
                  </a:lnTo>
                  <a:lnTo>
                    <a:pt x="126851" y="5251"/>
                  </a:lnTo>
                  <a:lnTo>
                    <a:pt x="127406" y="5356"/>
                  </a:lnTo>
                  <a:lnTo>
                    <a:pt x="128232" y="5513"/>
                  </a:lnTo>
                  <a:lnTo>
                    <a:pt x="133146" y="6446"/>
                  </a:lnTo>
                  <a:lnTo>
                    <a:pt x="133578" y="6528"/>
                  </a:lnTo>
                  <a:lnTo>
                    <a:pt x="134377" y="6679"/>
                  </a:lnTo>
                  <a:lnTo>
                    <a:pt x="136896" y="7158"/>
                  </a:lnTo>
                  <a:lnTo>
                    <a:pt x="138653" y="7491"/>
                  </a:lnTo>
                  <a:lnTo>
                    <a:pt x="141499" y="8031"/>
                  </a:lnTo>
                  <a:lnTo>
                    <a:pt x="142470" y="8216"/>
                  </a:lnTo>
                  <a:lnTo>
                    <a:pt x="146597" y="8999"/>
                  </a:lnTo>
                  <a:lnTo>
                    <a:pt x="149638" y="9576"/>
                  </a:lnTo>
                  <a:lnTo>
                    <a:pt x="152474" y="10114"/>
                  </a:lnTo>
                  <a:lnTo>
                    <a:pt x="153477" y="10305"/>
                  </a:lnTo>
                  <a:lnTo>
                    <a:pt x="153804" y="10514"/>
                  </a:lnTo>
                  <a:lnTo>
                    <a:pt x="154311" y="10837"/>
                  </a:lnTo>
                  <a:lnTo>
                    <a:pt x="156859" y="12465"/>
                  </a:lnTo>
                  <a:lnTo>
                    <a:pt x="158359" y="13423"/>
                  </a:lnTo>
                  <a:lnTo>
                    <a:pt x="159572" y="14198"/>
                  </a:lnTo>
                  <a:lnTo>
                    <a:pt x="160545" y="14819"/>
                  </a:lnTo>
                  <a:lnTo>
                    <a:pt x="164286" y="15534"/>
                  </a:lnTo>
                  <a:lnTo>
                    <a:pt x="166301" y="15919"/>
                  </a:lnTo>
                  <a:lnTo>
                    <a:pt x="173123" y="17222"/>
                  </a:lnTo>
                  <a:lnTo>
                    <a:pt x="173478" y="17290"/>
                  </a:lnTo>
                  <a:lnTo>
                    <a:pt x="180272" y="18588"/>
                  </a:lnTo>
                  <a:lnTo>
                    <a:pt x="181298" y="18784"/>
                  </a:lnTo>
                  <a:lnTo>
                    <a:pt x="187220" y="19916"/>
                  </a:lnTo>
                  <a:lnTo>
                    <a:pt x="187787" y="20024"/>
                  </a:lnTo>
                  <a:lnTo>
                    <a:pt x="188056" y="20075"/>
                  </a:lnTo>
                  <a:lnTo>
                    <a:pt x="189913" y="204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5017647" y="3307513"/>
              <a:ext cx="277181" cy="321946"/>
            </a:xfrm>
            <a:custGeom>
              <a:avLst/>
              <a:pathLst>
                <a:path w="277181" h="321946">
                  <a:moveTo>
                    <a:pt x="243823" y="285659"/>
                  </a:moveTo>
                  <a:lnTo>
                    <a:pt x="224737" y="321946"/>
                  </a:lnTo>
                  <a:lnTo>
                    <a:pt x="223967" y="321522"/>
                  </a:lnTo>
                  <a:lnTo>
                    <a:pt x="213003" y="315605"/>
                  </a:lnTo>
                  <a:lnTo>
                    <a:pt x="208842" y="313359"/>
                  </a:lnTo>
                  <a:lnTo>
                    <a:pt x="207222" y="312485"/>
                  </a:lnTo>
                  <a:lnTo>
                    <a:pt x="185622" y="300827"/>
                  </a:lnTo>
                  <a:lnTo>
                    <a:pt x="184882" y="300428"/>
                  </a:lnTo>
                  <a:lnTo>
                    <a:pt x="178393" y="296926"/>
                  </a:lnTo>
                  <a:lnTo>
                    <a:pt x="176135" y="295707"/>
                  </a:lnTo>
                  <a:lnTo>
                    <a:pt x="146178" y="279539"/>
                  </a:lnTo>
                  <a:lnTo>
                    <a:pt x="133947" y="272938"/>
                  </a:lnTo>
                  <a:lnTo>
                    <a:pt x="130750" y="271212"/>
                  </a:lnTo>
                  <a:lnTo>
                    <a:pt x="129194" y="270372"/>
                  </a:lnTo>
                  <a:lnTo>
                    <a:pt x="118414" y="264554"/>
                  </a:lnTo>
                  <a:lnTo>
                    <a:pt x="115258" y="262851"/>
                  </a:lnTo>
                  <a:lnTo>
                    <a:pt x="112139" y="261167"/>
                  </a:lnTo>
                  <a:lnTo>
                    <a:pt x="111791" y="260979"/>
                  </a:lnTo>
                  <a:lnTo>
                    <a:pt x="103012" y="256242"/>
                  </a:lnTo>
                  <a:lnTo>
                    <a:pt x="102143" y="255772"/>
                  </a:lnTo>
                  <a:lnTo>
                    <a:pt x="99861" y="254514"/>
                  </a:lnTo>
                  <a:lnTo>
                    <a:pt x="83363" y="245418"/>
                  </a:lnTo>
                  <a:lnTo>
                    <a:pt x="82571" y="244981"/>
                  </a:lnTo>
                  <a:lnTo>
                    <a:pt x="68796" y="237386"/>
                  </a:lnTo>
                  <a:lnTo>
                    <a:pt x="68197" y="237056"/>
                  </a:lnTo>
                  <a:lnTo>
                    <a:pt x="67963" y="236927"/>
                  </a:lnTo>
                  <a:lnTo>
                    <a:pt x="60741" y="232945"/>
                  </a:lnTo>
                  <a:lnTo>
                    <a:pt x="54949" y="229752"/>
                  </a:lnTo>
                  <a:lnTo>
                    <a:pt x="43228" y="223290"/>
                  </a:lnTo>
                  <a:lnTo>
                    <a:pt x="27854" y="214926"/>
                  </a:lnTo>
                  <a:lnTo>
                    <a:pt x="24276" y="212979"/>
                  </a:lnTo>
                  <a:lnTo>
                    <a:pt x="1029" y="200333"/>
                  </a:lnTo>
                  <a:lnTo>
                    <a:pt x="556" y="200075"/>
                  </a:lnTo>
                  <a:lnTo>
                    <a:pt x="0" y="199773"/>
                  </a:lnTo>
                  <a:lnTo>
                    <a:pt x="10786" y="179368"/>
                  </a:lnTo>
                  <a:lnTo>
                    <a:pt x="15697" y="170079"/>
                  </a:lnTo>
                  <a:lnTo>
                    <a:pt x="18609" y="164571"/>
                  </a:lnTo>
                  <a:lnTo>
                    <a:pt x="18987" y="163857"/>
                  </a:lnTo>
                  <a:lnTo>
                    <a:pt x="19082" y="163676"/>
                  </a:lnTo>
                  <a:lnTo>
                    <a:pt x="27482" y="147896"/>
                  </a:lnTo>
                  <a:lnTo>
                    <a:pt x="28299" y="146361"/>
                  </a:lnTo>
                  <a:lnTo>
                    <a:pt x="28494" y="145995"/>
                  </a:lnTo>
                  <a:lnTo>
                    <a:pt x="29176" y="144579"/>
                  </a:lnTo>
                  <a:lnTo>
                    <a:pt x="29422" y="144069"/>
                  </a:lnTo>
                  <a:lnTo>
                    <a:pt x="34924" y="132649"/>
                  </a:lnTo>
                  <a:lnTo>
                    <a:pt x="35410" y="131547"/>
                  </a:lnTo>
                  <a:lnTo>
                    <a:pt x="35828" y="130601"/>
                  </a:lnTo>
                  <a:lnTo>
                    <a:pt x="37708" y="126348"/>
                  </a:lnTo>
                  <a:lnTo>
                    <a:pt x="39396" y="122528"/>
                  </a:lnTo>
                  <a:lnTo>
                    <a:pt x="39563" y="122148"/>
                  </a:lnTo>
                  <a:lnTo>
                    <a:pt x="42612" y="114967"/>
                  </a:lnTo>
                  <a:lnTo>
                    <a:pt x="43448" y="112695"/>
                  </a:lnTo>
                  <a:lnTo>
                    <a:pt x="49042" y="97488"/>
                  </a:lnTo>
                  <a:lnTo>
                    <a:pt x="49522" y="96005"/>
                  </a:lnTo>
                  <a:lnTo>
                    <a:pt x="49709" y="95428"/>
                  </a:lnTo>
                  <a:lnTo>
                    <a:pt x="55371" y="77957"/>
                  </a:lnTo>
                  <a:lnTo>
                    <a:pt x="56002" y="76013"/>
                  </a:lnTo>
                  <a:lnTo>
                    <a:pt x="57074" y="72217"/>
                  </a:lnTo>
                  <a:lnTo>
                    <a:pt x="59321" y="64265"/>
                  </a:lnTo>
                  <a:lnTo>
                    <a:pt x="60442" y="60295"/>
                  </a:lnTo>
                  <a:lnTo>
                    <a:pt x="60904" y="58221"/>
                  </a:lnTo>
                  <a:lnTo>
                    <a:pt x="60940" y="58063"/>
                  </a:lnTo>
                  <a:lnTo>
                    <a:pt x="62630" y="50472"/>
                  </a:lnTo>
                  <a:lnTo>
                    <a:pt x="63491" y="45933"/>
                  </a:lnTo>
                  <a:lnTo>
                    <a:pt x="64309" y="40523"/>
                  </a:lnTo>
                  <a:lnTo>
                    <a:pt x="64402" y="40042"/>
                  </a:lnTo>
                  <a:lnTo>
                    <a:pt x="67105" y="26120"/>
                  </a:lnTo>
                  <a:lnTo>
                    <a:pt x="67156" y="25857"/>
                  </a:lnTo>
                  <a:lnTo>
                    <a:pt x="67270" y="25270"/>
                  </a:lnTo>
                  <a:lnTo>
                    <a:pt x="68033" y="20501"/>
                  </a:lnTo>
                  <a:lnTo>
                    <a:pt x="68287" y="18912"/>
                  </a:lnTo>
                  <a:lnTo>
                    <a:pt x="70088" y="7653"/>
                  </a:lnTo>
                  <a:lnTo>
                    <a:pt x="70120" y="7453"/>
                  </a:lnTo>
                  <a:lnTo>
                    <a:pt x="71217" y="0"/>
                  </a:lnTo>
                  <a:lnTo>
                    <a:pt x="85433" y="3593"/>
                  </a:lnTo>
                  <a:lnTo>
                    <a:pt x="91008" y="6126"/>
                  </a:lnTo>
                  <a:lnTo>
                    <a:pt x="118524" y="20795"/>
                  </a:lnTo>
                  <a:lnTo>
                    <a:pt x="126071" y="24985"/>
                  </a:lnTo>
                  <a:lnTo>
                    <a:pt x="127223" y="25624"/>
                  </a:lnTo>
                  <a:lnTo>
                    <a:pt x="166992" y="47705"/>
                  </a:lnTo>
                  <a:lnTo>
                    <a:pt x="167553" y="48017"/>
                  </a:lnTo>
                  <a:lnTo>
                    <a:pt x="167852" y="48180"/>
                  </a:lnTo>
                  <a:lnTo>
                    <a:pt x="168805" y="48703"/>
                  </a:lnTo>
                  <a:lnTo>
                    <a:pt x="183061" y="56519"/>
                  </a:lnTo>
                  <a:lnTo>
                    <a:pt x="184338" y="57214"/>
                  </a:lnTo>
                  <a:lnTo>
                    <a:pt x="190624" y="60638"/>
                  </a:lnTo>
                  <a:lnTo>
                    <a:pt x="198595" y="64980"/>
                  </a:lnTo>
                  <a:lnTo>
                    <a:pt x="199719" y="65586"/>
                  </a:lnTo>
                  <a:lnTo>
                    <a:pt x="216117" y="74429"/>
                  </a:lnTo>
                  <a:lnTo>
                    <a:pt x="229884" y="81853"/>
                  </a:lnTo>
                  <a:lnTo>
                    <a:pt x="231798" y="82889"/>
                  </a:lnTo>
                  <a:lnTo>
                    <a:pt x="247655" y="91472"/>
                  </a:lnTo>
                  <a:lnTo>
                    <a:pt x="247917" y="91614"/>
                  </a:lnTo>
                  <a:lnTo>
                    <a:pt x="248320" y="91832"/>
                  </a:lnTo>
                  <a:lnTo>
                    <a:pt x="267322" y="102118"/>
                  </a:lnTo>
                  <a:lnTo>
                    <a:pt x="276528" y="107089"/>
                  </a:lnTo>
                  <a:lnTo>
                    <a:pt x="277181" y="107556"/>
                  </a:lnTo>
                  <a:lnTo>
                    <a:pt x="276757" y="108355"/>
                  </a:lnTo>
                  <a:lnTo>
                    <a:pt x="270739" y="119700"/>
                  </a:lnTo>
                  <a:lnTo>
                    <a:pt x="268689" y="123565"/>
                  </a:lnTo>
                  <a:lnTo>
                    <a:pt x="263282" y="133757"/>
                  </a:lnTo>
                  <a:lnTo>
                    <a:pt x="261522" y="137076"/>
                  </a:lnTo>
                  <a:lnTo>
                    <a:pt x="260253" y="139468"/>
                  </a:lnTo>
                  <a:lnTo>
                    <a:pt x="255207" y="148979"/>
                  </a:lnTo>
                  <a:lnTo>
                    <a:pt x="252429" y="154217"/>
                  </a:lnTo>
                  <a:lnTo>
                    <a:pt x="251855" y="155299"/>
                  </a:lnTo>
                  <a:lnTo>
                    <a:pt x="249686" y="159387"/>
                  </a:lnTo>
                  <a:lnTo>
                    <a:pt x="241754" y="174341"/>
                  </a:lnTo>
                  <a:lnTo>
                    <a:pt x="232206" y="192340"/>
                  </a:lnTo>
                  <a:lnTo>
                    <a:pt x="231732" y="193234"/>
                  </a:lnTo>
                  <a:lnTo>
                    <a:pt x="228731" y="198891"/>
                  </a:lnTo>
                  <a:lnTo>
                    <a:pt x="222739" y="210186"/>
                  </a:lnTo>
                  <a:lnTo>
                    <a:pt x="221620" y="212296"/>
                  </a:lnTo>
                  <a:lnTo>
                    <a:pt x="235979" y="220227"/>
                  </a:lnTo>
                  <a:lnTo>
                    <a:pt x="236828" y="220696"/>
                  </a:lnTo>
                  <a:lnTo>
                    <a:pt x="254979" y="230721"/>
                  </a:lnTo>
                  <a:lnTo>
                    <a:pt x="267591" y="237688"/>
                  </a:lnTo>
                  <a:lnTo>
                    <a:pt x="269301" y="238632"/>
                  </a:lnTo>
                  <a:lnTo>
                    <a:pt x="266857" y="243104"/>
                  </a:lnTo>
                  <a:lnTo>
                    <a:pt x="249709" y="274469"/>
                  </a:lnTo>
                  <a:lnTo>
                    <a:pt x="246049" y="281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782746" y="3288037"/>
              <a:ext cx="337914" cy="449565"/>
            </a:xfrm>
            <a:custGeom>
              <a:avLst/>
              <a:pathLst>
                <a:path w="337914" h="449565">
                  <a:moveTo>
                    <a:pt x="222660" y="426074"/>
                  </a:moveTo>
                  <a:lnTo>
                    <a:pt x="218871" y="429411"/>
                  </a:lnTo>
                  <a:lnTo>
                    <a:pt x="214459" y="433297"/>
                  </a:lnTo>
                  <a:lnTo>
                    <a:pt x="211814" y="435626"/>
                  </a:lnTo>
                  <a:lnTo>
                    <a:pt x="208824" y="438260"/>
                  </a:lnTo>
                  <a:lnTo>
                    <a:pt x="205924" y="440813"/>
                  </a:lnTo>
                  <a:lnTo>
                    <a:pt x="196839" y="448816"/>
                  </a:lnTo>
                  <a:lnTo>
                    <a:pt x="192146" y="446171"/>
                  </a:lnTo>
                  <a:lnTo>
                    <a:pt x="158733" y="427343"/>
                  </a:lnTo>
                  <a:lnTo>
                    <a:pt x="154291" y="434863"/>
                  </a:lnTo>
                  <a:lnTo>
                    <a:pt x="149888" y="442315"/>
                  </a:lnTo>
                  <a:lnTo>
                    <a:pt x="137639" y="435752"/>
                  </a:lnTo>
                  <a:lnTo>
                    <a:pt x="122959" y="427887"/>
                  </a:lnTo>
                  <a:lnTo>
                    <a:pt x="121666" y="427194"/>
                  </a:lnTo>
                  <a:lnTo>
                    <a:pt x="116738" y="436280"/>
                  </a:lnTo>
                  <a:lnTo>
                    <a:pt x="115657" y="438272"/>
                  </a:lnTo>
                  <a:lnTo>
                    <a:pt x="109531" y="449565"/>
                  </a:lnTo>
                  <a:lnTo>
                    <a:pt x="108787" y="449148"/>
                  </a:lnTo>
                  <a:lnTo>
                    <a:pt x="108552" y="449016"/>
                  </a:lnTo>
                  <a:lnTo>
                    <a:pt x="89326" y="438618"/>
                  </a:lnTo>
                  <a:lnTo>
                    <a:pt x="78055" y="432521"/>
                  </a:lnTo>
                  <a:lnTo>
                    <a:pt x="60012" y="422762"/>
                  </a:lnTo>
                  <a:lnTo>
                    <a:pt x="56200" y="420706"/>
                  </a:lnTo>
                  <a:lnTo>
                    <a:pt x="50273" y="417509"/>
                  </a:lnTo>
                  <a:lnTo>
                    <a:pt x="8220" y="394826"/>
                  </a:lnTo>
                  <a:lnTo>
                    <a:pt x="0" y="389132"/>
                  </a:lnTo>
                  <a:lnTo>
                    <a:pt x="443" y="388299"/>
                  </a:lnTo>
                  <a:lnTo>
                    <a:pt x="1583" y="386158"/>
                  </a:lnTo>
                  <a:lnTo>
                    <a:pt x="1842" y="385671"/>
                  </a:lnTo>
                  <a:lnTo>
                    <a:pt x="9544" y="371199"/>
                  </a:lnTo>
                  <a:lnTo>
                    <a:pt x="16949" y="357287"/>
                  </a:lnTo>
                  <a:lnTo>
                    <a:pt x="17285" y="356656"/>
                  </a:lnTo>
                  <a:lnTo>
                    <a:pt x="18512" y="354351"/>
                  </a:lnTo>
                  <a:lnTo>
                    <a:pt x="22710" y="346464"/>
                  </a:lnTo>
                  <a:lnTo>
                    <a:pt x="22914" y="346081"/>
                  </a:lnTo>
                  <a:lnTo>
                    <a:pt x="33312" y="326545"/>
                  </a:lnTo>
                  <a:lnTo>
                    <a:pt x="44276" y="305947"/>
                  </a:lnTo>
                  <a:lnTo>
                    <a:pt x="44392" y="305730"/>
                  </a:lnTo>
                  <a:lnTo>
                    <a:pt x="44753" y="305051"/>
                  </a:lnTo>
                  <a:lnTo>
                    <a:pt x="50029" y="295333"/>
                  </a:lnTo>
                  <a:lnTo>
                    <a:pt x="54406" y="287269"/>
                  </a:lnTo>
                  <a:lnTo>
                    <a:pt x="64458" y="268752"/>
                  </a:lnTo>
                  <a:lnTo>
                    <a:pt x="68902" y="260567"/>
                  </a:lnTo>
                  <a:lnTo>
                    <a:pt x="71390" y="255984"/>
                  </a:lnTo>
                  <a:lnTo>
                    <a:pt x="75802" y="247856"/>
                  </a:lnTo>
                  <a:lnTo>
                    <a:pt x="78954" y="242049"/>
                  </a:lnTo>
                  <a:lnTo>
                    <a:pt x="94389" y="212603"/>
                  </a:lnTo>
                  <a:lnTo>
                    <a:pt x="97564" y="206545"/>
                  </a:lnTo>
                  <a:lnTo>
                    <a:pt x="101641" y="198767"/>
                  </a:lnTo>
                  <a:lnTo>
                    <a:pt x="111184" y="180561"/>
                  </a:lnTo>
                  <a:lnTo>
                    <a:pt x="120482" y="162822"/>
                  </a:lnTo>
                  <a:lnTo>
                    <a:pt x="121263" y="161333"/>
                  </a:lnTo>
                  <a:lnTo>
                    <a:pt x="123516" y="157890"/>
                  </a:lnTo>
                  <a:lnTo>
                    <a:pt x="123948" y="157229"/>
                  </a:lnTo>
                  <a:lnTo>
                    <a:pt x="124896" y="155780"/>
                  </a:lnTo>
                  <a:lnTo>
                    <a:pt x="128863" y="149718"/>
                  </a:lnTo>
                  <a:lnTo>
                    <a:pt x="131149" y="146225"/>
                  </a:lnTo>
                  <a:lnTo>
                    <a:pt x="136028" y="136323"/>
                  </a:lnTo>
                  <a:lnTo>
                    <a:pt x="139743" y="128785"/>
                  </a:lnTo>
                  <a:lnTo>
                    <a:pt x="140790" y="126660"/>
                  </a:lnTo>
                  <a:lnTo>
                    <a:pt x="152893" y="104124"/>
                  </a:lnTo>
                  <a:lnTo>
                    <a:pt x="153014" y="103897"/>
                  </a:lnTo>
                  <a:lnTo>
                    <a:pt x="153819" y="102398"/>
                  </a:lnTo>
                  <a:lnTo>
                    <a:pt x="161373" y="88333"/>
                  </a:lnTo>
                  <a:lnTo>
                    <a:pt x="161516" y="88065"/>
                  </a:lnTo>
                  <a:lnTo>
                    <a:pt x="162019" y="87038"/>
                  </a:lnTo>
                  <a:lnTo>
                    <a:pt x="164391" y="82189"/>
                  </a:lnTo>
                  <a:lnTo>
                    <a:pt x="165652" y="79611"/>
                  </a:lnTo>
                  <a:lnTo>
                    <a:pt x="165860" y="79186"/>
                  </a:lnTo>
                  <a:lnTo>
                    <a:pt x="166830" y="77204"/>
                  </a:lnTo>
                  <a:lnTo>
                    <a:pt x="169408" y="71933"/>
                  </a:lnTo>
                  <a:lnTo>
                    <a:pt x="169788" y="71157"/>
                  </a:lnTo>
                  <a:lnTo>
                    <a:pt x="174185" y="60100"/>
                  </a:lnTo>
                  <a:lnTo>
                    <a:pt x="176280" y="54832"/>
                  </a:lnTo>
                  <a:lnTo>
                    <a:pt x="179300" y="44105"/>
                  </a:lnTo>
                  <a:lnTo>
                    <a:pt x="179334" y="43905"/>
                  </a:lnTo>
                  <a:lnTo>
                    <a:pt x="186689" y="1283"/>
                  </a:lnTo>
                  <a:lnTo>
                    <a:pt x="186856" y="313"/>
                  </a:lnTo>
                  <a:lnTo>
                    <a:pt x="186911" y="0"/>
                  </a:lnTo>
                  <a:lnTo>
                    <a:pt x="211222" y="4045"/>
                  </a:lnTo>
                  <a:lnTo>
                    <a:pt x="218046" y="5180"/>
                  </a:lnTo>
                  <a:lnTo>
                    <a:pt x="224337" y="6227"/>
                  </a:lnTo>
                  <a:lnTo>
                    <a:pt x="240063" y="8843"/>
                  </a:lnTo>
                  <a:lnTo>
                    <a:pt x="247407" y="10025"/>
                  </a:lnTo>
                  <a:lnTo>
                    <a:pt x="264016" y="12699"/>
                  </a:lnTo>
                  <a:lnTo>
                    <a:pt x="274868" y="14445"/>
                  </a:lnTo>
                  <a:lnTo>
                    <a:pt x="301956" y="18805"/>
                  </a:lnTo>
                  <a:lnTo>
                    <a:pt x="302315" y="18863"/>
                  </a:lnTo>
                  <a:lnTo>
                    <a:pt x="306113" y="19474"/>
                  </a:lnTo>
                  <a:lnTo>
                    <a:pt x="305021" y="26929"/>
                  </a:lnTo>
                  <a:lnTo>
                    <a:pt x="304971" y="27242"/>
                  </a:lnTo>
                  <a:lnTo>
                    <a:pt x="303188" y="38388"/>
                  </a:lnTo>
                  <a:lnTo>
                    <a:pt x="302934" y="39977"/>
                  </a:lnTo>
                  <a:lnTo>
                    <a:pt x="302171" y="44746"/>
                  </a:lnTo>
                  <a:lnTo>
                    <a:pt x="302057" y="45332"/>
                  </a:lnTo>
                  <a:lnTo>
                    <a:pt x="302006" y="45596"/>
                  </a:lnTo>
                  <a:lnTo>
                    <a:pt x="299304" y="59518"/>
                  </a:lnTo>
                  <a:lnTo>
                    <a:pt x="299210" y="59999"/>
                  </a:lnTo>
                  <a:lnTo>
                    <a:pt x="298393" y="65409"/>
                  </a:lnTo>
                  <a:lnTo>
                    <a:pt x="297531" y="69948"/>
                  </a:lnTo>
                  <a:lnTo>
                    <a:pt x="295841" y="77539"/>
                  </a:lnTo>
                  <a:lnTo>
                    <a:pt x="295806" y="77696"/>
                  </a:lnTo>
                  <a:lnTo>
                    <a:pt x="295344" y="79771"/>
                  </a:lnTo>
                  <a:lnTo>
                    <a:pt x="294222" y="83741"/>
                  </a:lnTo>
                  <a:lnTo>
                    <a:pt x="291975" y="91693"/>
                  </a:lnTo>
                  <a:lnTo>
                    <a:pt x="290871" y="95586"/>
                  </a:lnTo>
                  <a:lnTo>
                    <a:pt x="290273" y="97433"/>
                  </a:lnTo>
                  <a:lnTo>
                    <a:pt x="284611" y="114904"/>
                  </a:lnTo>
                  <a:lnTo>
                    <a:pt x="284424" y="115481"/>
                  </a:lnTo>
                  <a:lnTo>
                    <a:pt x="283943" y="116964"/>
                  </a:lnTo>
                  <a:lnTo>
                    <a:pt x="278349" y="132171"/>
                  </a:lnTo>
                  <a:lnTo>
                    <a:pt x="277514" y="134443"/>
                  </a:lnTo>
                  <a:lnTo>
                    <a:pt x="274465" y="141624"/>
                  </a:lnTo>
                  <a:lnTo>
                    <a:pt x="274297" y="142004"/>
                  </a:lnTo>
                  <a:lnTo>
                    <a:pt x="272609" y="145824"/>
                  </a:lnTo>
                  <a:lnTo>
                    <a:pt x="270730" y="150077"/>
                  </a:lnTo>
                  <a:lnTo>
                    <a:pt x="270312" y="151023"/>
                  </a:lnTo>
                  <a:lnTo>
                    <a:pt x="269825" y="152124"/>
                  </a:lnTo>
                  <a:lnTo>
                    <a:pt x="264323" y="163545"/>
                  </a:lnTo>
                  <a:lnTo>
                    <a:pt x="264078" y="164055"/>
                  </a:lnTo>
                  <a:lnTo>
                    <a:pt x="263396" y="165470"/>
                  </a:lnTo>
                  <a:lnTo>
                    <a:pt x="263201" y="165837"/>
                  </a:lnTo>
                  <a:lnTo>
                    <a:pt x="262383" y="167372"/>
                  </a:lnTo>
                  <a:lnTo>
                    <a:pt x="253983" y="183152"/>
                  </a:lnTo>
                  <a:lnTo>
                    <a:pt x="253888" y="183332"/>
                  </a:lnTo>
                  <a:lnTo>
                    <a:pt x="253511" y="184047"/>
                  </a:lnTo>
                  <a:lnTo>
                    <a:pt x="250599" y="189555"/>
                  </a:lnTo>
                  <a:lnTo>
                    <a:pt x="245688" y="198844"/>
                  </a:lnTo>
                  <a:lnTo>
                    <a:pt x="234901" y="219248"/>
                  </a:lnTo>
                  <a:lnTo>
                    <a:pt x="235457" y="219551"/>
                  </a:lnTo>
                  <a:lnTo>
                    <a:pt x="235962" y="219826"/>
                  </a:lnTo>
                  <a:lnTo>
                    <a:pt x="259177" y="232455"/>
                  </a:lnTo>
                  <a:lnTo>
                    <a:pt x="262755" y="234402"/>
                  </a:lnTo>
                  <a:lnTo>
                    <a:pt x="278130" y="242765"/>
                  </a:lnTo>
                  <a:lnTo>
                    <a:pt x="289850" y="249228"/>
                  </a:lnTo>
                  <a:lnTo>
                    <a:pt x="295642" y="252421"/>
                  </a:lnTo>
                  <a:lnTo>
                    <a:pt x="302865" y="256403"/>
                  </a:lnTo>
                  <a:lnTo>
                    <a:pt x="303098" y="256532"/>
                  </a:lnTo>
                  <a:lnTo>
                    <a:pt x="303697" y="256862"/>
                  </a:lnTo>
                  <a:lnTo>
                    <a:pt x="317473" y="264457"/>
                  </a:lnTo>
                  <a:lnTo>
                    <a:pt x="318264" y="264894"/>
                  </a:lnTo>
                  <a:lnTo>
                    <a:pt x="334763" y="273990"/>
                  </a:lnTo>
                  <a:lnTo>
                    <a:pt x="337045" y="275248"/>
                  </a:lnTo>
                  <a:lnTo>
                    <a:pt x="337914" y="275717"/>
                  </a:lnTo>
                  <a:lnTo>
                    <a:pt x="329131" y="291738"/>
                  </a:lnTo>
                  <a:lnTo>
                    <a:pt x="326504" y="296531"/>
                  </a:lnTo>
                  <a:lnTo>
                    <a:pt x="317162" y="313572"/>
                  </a:lnTo>
                  <a:lnTo>
                    <a:pt x="315148" y="317710"/>
                  </a:lnTo>
                  <a:lnTo>
                    <a:pt x="314166" y="319729"/>
                  </a:lnTo>
                  <a:lnTo>
                    <a:pt x="312842" y="322448"/>
                  </a:lnTo>
                  <a:lnTo>
                    <a:pt x="309051" y="327810"/>
                  </a:lnTo>
                  <a:lnTo>
                    <a:pt x="304768" y="331701"/>
                  </a:lnTo>
                  <a:lnTo>
                    <a:pt x="295443" y="340172"/>
                  </a:lnTo>
                  <a:lnTo>
                    <a:pt x="293578" y="341867"/>
                  </a:lnTo>
                  <a:lnTo>
                    <a:pt x="292551" y="342735"/>
                  </a:lnTo>
                  <a:lnTo>
                    <a:pt x="290401" y="344552"/>
                  </a:lnTo>
                  <a:lnTo>
                    <a:pt x="285603" y="348607"/>
                  </a:lnTo>
                  <a:lnTo>
                    <a:pt x="269906" y="361872"/>
                  </a:lnTo>
                  <a:lnTo>
                    <a:pt x="266187" y="365009"/>
                  </a:lnTo>
                  <a:lnTo>
                    <a:pt x="257329" y="372481"/>
                  </a:lnTo>
                  <a:lnTo>
                    <a:pt x="257034" y="372730"/>
                  </a:lnTo>
                  <a:lnTo>
                    <a:pt x="255417" y="374133"/>
                  </a:lnTo>
                  <a:lnTo>
                    <a:pt x="251824" y="377250"/>
                  </a:lnTo>
                  <a:lnTo>
                    <a:pt x="241950" y="385813"/>
                  </a:lnTo>
                  <a:lnTo>
                    <a:pt x="239767" y="387707"/>
                  </a:lnTo>
                  <a:lnTo>
                    <a:pt x="236970" y="390133"/>
                  </a:lnTo>
                  <a:lnTo>
                    <a:pt x="230897" y="395401"/>
                  </a:lnTo>
                  <a:lnTo>
                    <a:pt x="227042" y="398745"/>
                  </a:lnTo>
                  <a:lnTo>
                    <a:pt x="208985" y="414407"/>
                  </a:lnTo>
                  <a:lnTo>
                    <a:pt x="212656" y="417047"/>
                  </a:lnTo>
                  <a:lnTo>
                    <a:pt x="219773" y="423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92336" y="3563755"/>
              <a:ext cx="443266" cy="310751"/>
            </a:xfrm>
            <a:custGeom>
              <a:avLst/>
              <a:pathLst>
                <a:path w="443266" h="310751">
                  <a:moveTo>
                    <a:pt x="405738" y="172216"/>
                  </a:moveTo>
                  <a:lnTo>
                    <a:pt x="402517" y="176960"/>
                  </a:lnTo>
                  <a:lnTo>
                    <a:pt x="401304" y="178746"/>
                  </a:lnTo>
                  <a:lnTo>
                    <a:pt x="386177" y="201019"/>
                  </a:lnTo>
                  <a:lnTo>
                    <a:pt x="382134" y="206972"/>
                  </a:lnTo>
                  <a:lnTo>
                    <a:pt x="369591" y="225439"/>
                  </a:lnTo>
                  <a:lnTo>
                    <a:pt x="368885" y="226479"/>
                  </a:lnTo>
                  <a:lnTo>
                    <a:pt x="367743" y="228161"/>
                  </a:lnTo>
                  <a:lnTo>
                    <a:pt x="367600" y="228376"/>
                  </a:lnTo>
                  <a:lnTo>
                    <a:pt x="365352" y="226892"/>
                  </a:lnTo>
                  <a:lnTo>
                    <a:pt x="349863" y="216665"/>
                  </a:lnTo>
                  <a:lnTo>
                    <a:pt x="345428" y="213732"/>
                  </a:lnTo>
                  <a:lnTo>
                    <a:pt x="344243" y="212948"/>
                  </a:lnTo>
                  <a:lnTo>
                    <a:pt x="330970" y="199462"/>
                  </a:lnTo>
                  <a:lnTo>
                    <a:pt x="324160" y="191683"/>
                  </a:lnTo>
                  <a:lnTo>
                    <a:pt x="323873" y="191355"/>
                  </a:lnTo>
                  <a:lnTo>
                    <a:pt x="310692" y="174984"/>
                  </a:lnTo>
                  <a:lnTo>
                    <a:pt x="310535" y="174789"/>
                  </a:lnTo>
                  <a:lnTo>
                    <a:pt x="302822" y="181758"/>
                  </a:lnTo>
                  <a:lnTo>
                    <a:pt x="296259" y="187689"/>
                  </a:lnTo>
                  <a:lnTo>
                    <a:pt x="292160" y="191393"/>
                  </a:lnTo>
                  <a:lnTo>
                    <a:pt x="286664" y="196359"/>
                  </a:lnTo>
                  <a:lnTo>
                    <a:pt x="273719" y="208056"/>
                  </a:lnTo>
                  <a:lnTo>
                    <a:pt x="264815" y="216102"/>
                  </a:lnTo>
                  <a:lnTo>
                    <a:pt x="264597" y="216299"/>
                  </a:lnTo>
                  <a:lnTo>
                    <a:pt x="232229" y="245547"/>
                  </a:lnTo>
                  <a:lnTo>
                    <a:pt x="231606" y="246109"/>
                  </a:lnTo>
                  <a:lnTo>
                    <a:pt x="225805" y="251204"/>
                  </a:lnTo>
                  <a:lnTo>
                    <a:pt x="200151" y="273735"/>
                  </a:lnTo>
                  <a:lnTo>
                    <a:pt x="198710" y="275001"/>
                  </a:lnTo>
                  <a:lnTo>
                    <a:pt x="194546" y="278478"/>
                  </a:lnTo>
                  <a:lnTo>
                    <a:pt x="176491" y="293556"/>
                  </a:lnTo>
                  <a:lnTo>
                    <a:pt x="172419" y="296957"/>
                  </a:lnTo>
                  <a:lnTo>
                    <a:pt x="158637" y="308465"/>
                  </a:lnTo>
                  <a:lnTo>
                    <a:pt x="155900" y="310751"/>
                  </a:lnTo>
                  <a:lnTo>
                    <a:pt x="134191" y="291513"/>
                  </a:lnTo>
                  <a:lnTo>
                    <a:pt x="131548" y="288836"/>
                  </a:lnTo>
                  <a:lnTo>
                    <a:pt x="130574" y="287850"/>
                  </a:lnTo>
                  <a:lnTo>
                    <a:pt x="129664" y="286927"/>
                  </a:lnTo>
                  <a:lnTo>
                    <a:pt x="127965" y="285207"/>
                  </a:lnTo>
                  <a:lnTo>
                    <a:pt x="123938" y="280884"/>
                  </a:lnTo>
                  <a:lnTo>
                    <a:pt x="122445" y="279281"/>
                  </a:lnTo>
                  <a:lnTo>
                    <a:pt x="108169" y="263958"/>
                  </a:lnTo>
                  <a:lnTo>
                    <a:pt x="108044" y="263817"/>
                  </a:lnTo>
                  <a:lnTo>
                    <a:pt x="92760" y="246500"/>
                  </a:lnTo>
                  <a:lnTo>
                    <a:pt x="89886" y="243244"/>
                  </a:lnTo>
                  <a:lnTo>
                    <a:pt x="80262" y="232341"/>
                  </a:lnTo>
                  <a:lnTo>
                    <a:pt x="78539" y="230390"/>
                  </a:lnTo>
                  <a:lnTo>
                    <a:pt x="77196" y="228817"/>
                  </a:lnTo>
                  <a:lnTo>
                    <a:pt x="65543" y="215172"/>
                  </a:lnTo>
                  <a:lnTo>
                    <a:pt x="64055" y="213430"/>
                  </a:lnTo>
                  <a:lnTo>
                    <a:pt x="60828" y="209651"/>
                  </a:lnTo>
                  <a:lnTo>
                    <a:pt x="60154" y="208862"/>
                  </a:lnTo>
                  <a:lnTo>
                    <a:pt x="56585" y="205578"/>
                  </a:lnTo>
                  <a:lnTo>
                    <a:pt x="52301" y="202477"/>
                  </a:lnTo>
                  <a:lnTo>
                    <a:pt x="47660" y="199746"/>
                  </a:lnTo>
                  <a:lnTo>
                    <a:pt x="46410" y="199011"/>
                  </a:lnTo>
                  <a:lnTo>
                    <a:pt x="36825" y="194112"/>
                  </a:lnTo>
                  <a:lnTo>
                    <a:pt x="28918" y="190072"/>
                  </a:lnTo>
                  <a:lnTo>
                    <a:pt x="28493" y="189834"/>
                  </a:lnTo>
                  <a:lnTo>
                    <a:pt x="3354" y="175758"/>
                  </a:lnTo>
                  <a:lnTo>
                    <a:pt x="0" y="173739"/>
                  </a:lnTo>
                  <a:lnTo>
                    <a:pt x="6066" y="162555"/>
                  </a:lnTo>
                  <a:lnTo>
                    <a:pt x="7147" y="160562"/>
                  </a:lnTo>
                  <a:lnTo>
                    <a:pt x="12076" y="151476"/>
                  </a:lnTo>
                  <a:lnTo>
                    <a:pt x="13368" y="152169"/>
                  </a:lnTo>
                  <a:lnTo>
                    <a:pt x="28048" y="160034"/>
                  </a:lnTo>
                  <a:lnTo>
                    <a:pt x="40297" y="166597"/>
                  </a:lnTo>
                  <a:lnTo>
                    <a:pt x="44700" y="159145"/>
                  </a:lnTo>
                  <a:lnTo>
                    <a:pt x="49143" y="151625"/>
                  </a:lnTo>
                  <a:lnTo>
                    <a:pt x="82555" y="170453"/>
                  </a:lnTo>
                  <a:lnTo>
                    <a:pt x="87248" y="173098"/>
                  </a:lnTo>
                  <a:lnTo>
                    <a:pt x="96334" y="165096"/>
                  </a:lnTo>
                  <a:lnTo>
                    <a:pt x="99233" y="162542"/>
                  </a:lnTo>
                  <a:lnTo>
                    <a:pt x="102223" y="159909"/>
                  </a:lnTo>
                  <a:lnTo>
                    <a:pt x="104868" y="157579"/>
                  </a:lnTo>
                  <a:lnTo>
                    <a:pt x="109280" y="153693"/>
                  </a:lnTo>
                  <a:lnTo>
                    <a:pt x="113069" y="150356"/>
                  </a:lnTo>
                  <a:lnTo>
                    <a:pt x="110182" y="147751"/>
                  </a:lnTo>
                  <a:lnTo>
                    <a:pt x="103065" y="141329"/>
                  </a:lnTo>
                  <a:lnTo>
                    <a:pt x="99394" y="138689"/>
                  </a:lnTo>
                  <a:lnTo>
                    <a:pt x="117451" y="123027"/>
                  </a:lnTo>
                  <a:lnTo>
                    <a:pt x="121306" y="119683"/>
                  </a:lnTo>
                  <a:lnTo>
                    <a:pt x="127380" y="114415"/>
                  </a:lnTo>
                  <a:lnTo>
                    <a:pt x="130177" y="111989"/>
                  </a:lnTo>
                  <a:lnTo>
                    <a:pt x="132360" y="110095"/>
                  </a:lnTo>
                  <a:lnTo>
                    <a:pt x="142233" y="101532"/>
                  </a:lnTo>
                  <a:lnTo>
                    <a:pt x="145826" y="98415"/>
                  </a:lnTo>
                  <a:lnTo>
                    <a:pt x="147444" y="97012"/>
                  </a:lnTo>
                  <a:lnTo>
                    <a:pt x="147738" y="96764"/>
                  </a:lnTo>
                  <a:lnTo>
                    <a:pt x="156596" y="89291"/>
                  </a:lnTo>
                  <a:lnTo>
                    <a:pt x="160315" y="86154"/>
                  </a:lnTo>
                  <a:lnTo>
                    <a:pt x="176013" y="72889"/>
                  </a:lnTo>
                  <a:lnTo>
                    <a:pt x="180810" y="68834"/>
                  </a:lnTo>
                  <a:lnTo>
                    <a:pt x="182960" y="67017"/>
                  </a:lnTo>
                  <a:lnTo>
                    <a:pt x="183987" y="66149"/>
                  </a:lnTo>
                  <a:lnTo>
                    <a:pt x="185853" y="64455"/>
                  </a:lnTo>
                  <a:lnTo>
                    <a:pt x="195177" y="55983"/>
                  </a:lnTo>
                  <a:lnTo>
                    <a:pt x="199460" y="52092"/>
                  </a:lnTo>
                  <a:lnTo>
                    <a:pt x="203251" y="46730"/>
                  </a:lnTo>
                  <a:lnTo>
                    <a:pt x="204575" y="44011"/>
                  </a:lnTo>
                  <a:lnTo>
                    <a:pt x="205558" y="41992"/>
                  </a:lnTo>
                  <a:lnTo>
                    <a:pt x="207571" y="37855"/>
                  </a:lnTo>
                  <a:lnTo>
                    <a:pt x="216913" y="20813"/>
                  </a:lnTo>
                  <a:lnTo>
                    <a:pt x="219541" y="16020"/>
                  </a:lnTo>
                  <a:lnTo>
                    <a:pt x="228323" y="0"/>
                  </a:lnTo>
                  <a:lnTo>
                    <a:pt x="237101" y="4737"/>
                  </a:lnTo>
                  <a:lnTo>
                    <a:pt x="237449" y="4925"/>
                  </a:lnTo>
                  <a:lnTo>
                    <a:pt x="240569" y="6609"/>
                  </a:lnTo>
                  <a:lnTo>
                    <a:pt x="243725" y="8312"/>
                  </a:lnTo>
                  <a:lnTo>
                    <a:pt x="254505" y="14130"/>
                  </a:lnTo>
                  <a:lnTo>
                    <a:pt x="256061" y="14970"/>
                  </a:lnTo>
                  <a:lnTo>
                    <a:pt x="259258" y="16695"/>
                  </a:lnTo>
                  <a:lnTo>
                    <a:pt x="271489" y="23297"/>
                  </a:lnTo>
                  <a:lnTo>
                    <a:pt x="301446" y="39465"/>
                  </a:lnTo>
                  <a:lnTo>
                    <a:pt x="303704" y="40684"/>
                  </a:lnTo>
                  <a:lnTo>
                    <a:pt x="310193" y="44186"/>
                  </a:lnTo>
                  <a:lnTo>
                    <a:pt x="310933" y="44585"/>
                  </a:lnTo>
                  <a:lnTo>
                    <a:pt x="332533" y="56243"/>
                  </a:lnTo>
                  <a:lnTo>
                    <a:pt x="334153" y="57117"/>
                  </a:lnTo>
                  <a:lnTo>
                    <a:pt x="338313" y="59363"/>
                  </a:lnTo>
                  <a:lnTo>
                    <a:pt x="349277" y="65280"/>
                  </a:lnTo>
                  <a:lnTo>
                    <a:pt x="350047" y="65704"/>
                  </a:lnTo>
                  <a:lnTo>
                    <a:pt x="358300" y="70240"/>
                  </a:lnTo>
                  <a:lnTo>
                    <a:pt x="358921" y="70581"/>
                  </a:lnTo>
                  <a:lnTo>
                    <a:pt x="363875" y="73304"/>
                  </a:lnTo>
                  <a:lnTo>
                    <a:pt x="365831" y="74379"/>
                  </a:lnTo>
                  <a:lnTo>
                    <a:pt x="374861" y="79344"/>
                  </a:lnTo>
                  <a:lnTo>
                    <a:pt x="382068" y="83305"/>
                  </a:lnTo>
                  <a:lnTo>
                    <a:pt x="418043" y="103080"/>
                  </a:lnTo>
                  <a:lnTo>
                    <a:pt x="419609" y="103941"/>
                  </a:lnTo>
                  <a:lnTo>
                    <a:pt x="436722" y="113348"/>
                  </a:lnTo>
                  <a:lnTo>
                    <a:pt x="443266" y="117604"/>
                  </a:lnTo>
                  <a:lnTo>
                    <a:pt x="439430" y="122722"/>
                  </a:lnTo>
                  <a:lnTo>
                    <a:pt x="435331" y="128452"/>
                  </a:lnTo>
                  <a:lnTo>
                    <a:pt x="433909" y="130440"/>
                  </a:lnTo>
                  <a:lnTo>
                    <a:pt x="430239" y="135570"/>
                  </a:lnTo>
                  <a:lnTo>
                    <a:pt x="429570" y="136574"/>
                  </a:lnTo>
                  <a:lnTo>
                    <a:pt x="423167" y="146189"/>
                  </a:lnTo>
                  <a:lnTo>
                    <a:pt x="413507" y="160695"/>
                  </a:lnTo>
                  <a:lnTo>
                    <a:pt x="411586" y="163581"/>
                  </a:lnTo>
                  <a:lnTo>
                    <a:pt x="410708" y="164900"/>
                  </a:lnTo>
                  <a:lnTo>
                    <a:pt x="409400" y="166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0674" y="3928011"/>
              <a:ext cx="452604" cy="595000"/>
            </a:xfrm>
            <a:custGeom>
              <a:avLst/>
              <a:pathLst>
                <a:path w="452604" h="595000">
                  <a:moveTo>
                    <a:pt x="39424" y="120922"/>
                  </a:moveTo>
                  <a:lnTo>
                    <a:pt x="53144" y="124447"/>
                  </a:lnTo>
                  <a:lnTo>
                    <a:pt x="55121" y="118734"/>
                  </a:lnTo>
                  <a:lnTo>
                    <a:pt x="76059" y="124028"/>
                  </a:lnTo>
                  <a:lnTo>
                    <a:pt x="97770" y="137207"/>
                  </a:lnTo>
                  <a:lnTo>
                    <a:pt x="94835" y="142623"/>
                  </a:lnTo>
                  <a:lnTo>
                    <a:pt x="101223" y="146074"/>
                  </a:lnTo>
                  <a:lnTo>
                    <a:pt x="105359" y="148254"/>
                  </a:lnTo>
                  <a:lnTo>
                    <a:pt x="115329" y="153508"/>
                  </a:lnTo>
                  <a:lnTo>
                    <a:pt x="130097" y="155536"/>
                  </a:lnTo>
                  <a:lnTo>
                    <a:pt x="151807" y="135374"/>
                  </a:lnTo>
                  <a:lnTo>
                    <a:pt x="169440" y="100230"/>
                  </a:lnTo>
                  <a:lnTo>
                    <a:pt x="186521" y="83222"/>
                  </a:lnTo>
                  <a:lnTo>
                    <a:pt x="217026" y="42019"/>
                  </a:lnTo>
                  <a:lnTo>
                    <a:pt x="235281" y="0"/>
                  </a:lnTo>
                  <a:lnTo>
                    <a:pt x="266227" y="9951"/>
                  </a:lnTo>
                  <a:lnTo>
                    <a:pt x="300697" y="21037"/>
                  </a:lnTo>
                  <a:lnTo>
                    <a:pt x="293858" y="59869"/>
                  </a:lnTo>
                  <a:lnTo>
                    <a:pt x="340419" y="45356"/>
                  </a:lnTo>
                  <a:lnTo>
                    <a:pt x="346599" y="74414"/>
                  </a:lnTo>
                  <a:lnTo>
                    <a:pt x="311884" y="90085"/>
                  </a:lnTo>
                  <a:lnTo>
                    <a:pt x="270996" y="132291"/>
                  </a:lnTo>
                  <a:lnTo>
                    <a:pt x="268925" y="168464"/>
                  </a:lnTo>
                  <a:lnTo>
                    <a:pt x="271131" y="174978"/>
                  </a:lnTo>
                  <a:lnTo>
                    <a:pt x="275363" y="182187"/>
                  </a:lnTo>
                  <a:lnTo>
                    <a:pt x="277258" y="183831"/>
                  </a:lnTo>
                  <a:lnTo>
                    <a:pt x="313450" y="185431"/>
                  </a:lnTo>
                  <a:lnTo>
                    <a:pt x="319092" y="201651"/>
                  </a:lnTo>
                  <a:lnTo>
                    <a:pt x="324735" y="207778"/>
                  </a:lnTo>
                  <a:lnTo>
                    <a:pt x="336725" y="212464"/>
                  </a:lnTo>
                  <a:lnTo>
                    <a:pt x="351536" y="216949"/>
                  </a:lnTo>
                  <a:lnTo>
                    <a:pt x="367591" y="217174"/>
                  </a:lnTo>
                  <a:lnTo>
                    <a:pt x="384539" y="220365"/>
                  </a:lnTo>
                  <a:lnTo>
                    <a:pt x="399163" y="224828"/>
                  </a:lnTo>
                  <a:lnTo>
                    <a:pt x="405790" y="227205"/>
                  </a:lnTo>
                  <a:lnTo>
                    <a:pt x="448697" y="242589"/>
                  </a:lnTo>
                  <a:lnTo>
                    <a:pt x="452604" y="268166"/>
                  </a:lnTo>
                  <a:lnTo>
                    <a:pt x="452331" y="281021"/>
                  </a:lnTo>
                  <a:lnTo>
                    <a:pt x="423083" y="284538"/>
                  </a:lnTo>
                  <a:lnTo>
                    <a:pt x="412992" y="305322"/>
                  </a:lnTo>
                  <a:lnTo>
                    <a:pt x="405496" y="320760"/>
                  </a:lnTo>
                  <a:lnTo>
                    <a:pt x="421495" y="359495"/>
                  </a:lnTo>
                  <a:lnTo>
                    <a:pt x="398131" y="369182"/>
                  </a:lnTo>
                  <a:lnTo>
                    <a:pt x="389976" y="372111"/>
                  </a:lnTo>
                  <a:lnTo>
                    <a:pt x="384844" y="375913"/>
                  </a:lnTo>
                  <a:lnTo>
                    <a:pt x="369698" y="406127"/>
                  </a:lnTo>
                  <a:lnTo>
                    <a:pt x="330686" y="414913"/>
                  </a:lnTo>
                  <a:lnTo>
                    <a:pt x="299967" y="393520"/>
                  </a:lnTo>
                  <a:lnTo>
                    <a:pt x="295340" y="391762"/>
                  </a:lnTo>
                  <a:lnTo>
                    <a:pt x="294237" y="391177"/>
                  </a:lnTo>
                  <a:lnTo>
                    <a:pt x="281314" y="386303"/>
                  </a:lnTo>
                  <a:lnTo>
                    <a:pt x="270955" y="382473"/>
                  </a:lnTo>
                  <a:lnTo>
                    <a:pt x="258130" y="380941"/>
                  </a:lnTo>
                  <a:lnTo>
                    <a:pt x="193452" y="387799"/>
                  </a:lnTo>
                  <a:lnTo>
                    <a:pt x="190065" y="386754"/>
                  </a:lnTo>
                  <a:lnTo>
                    <a:pt x="185436" y="384276"/>
                  </a:lnTo>
                  <a:lnTo>
                    <a:pt x="184750" y="383251"/>
                  </a:lnTo>
                  <a:lnTo>
                    <a:pt x="157679" y="420545"/>
                  </a:lnTo>
                  <a:lnTo>
                    <a:pt x="154858" y="450462"/>
                  </a:lnTo>
                  <a:lnTo>
                    <a:pt x="173901" y="458752"/>
                  </a:lnTo>
                  <a:lnTo>
                    <a:pt x="162616" y="507773"/>
                  </a:lnTo>
                  <a:lnTo>
                    <a:pt x="133699" y="496959"/>
                  </a:lnTo>
                  <a:lnTo>
                    <a:pt x="118182" y="526516"/>
                  </a:lnTo>
                  <a:lnTo>
                    <a:pt x="95612" y="540212"/>
                  </a:lnTo>
                  <a:lnTo>
                    <a:pt x="54704" y="542015"/>
                  </a:lnTo>
                  <a:lnTo>
                    <a:pt x="69163" y="589233"/>
                  </a:lnTo>
                  <a:lnTo>
                    <a:pt x="41215" y="595000"/>
                  </a:lnTo>
                  <a:lnTo>
                    <a:pt x="35572" y="584907"/>
                  </a:lnTo>
                  <a:lnTo>
                    <a:pt x="28431" y="567696"/>
                  </a:lnTo>
                  <a:lnTo>
                    <a:pt x="26835" y="560968"/>
                  </a:lnTo>
                  <a:lnTo>
                    <a:pt x="25610" y="555802"/>
                  </a:lnTo>
                  <a:lnTo>
                    <a:pt x="25035" y="553033"/>
                  </a:lnTo>
                  <a:lnTo>
                    <a:pt x="23494" y="545619"/>
                  </a:lnTo>
                  <a:lnTo>
                    <a:pt x="22348" y="536428"/>
                  </a:lnTo>
                  <a:lnTo>
                    <a:pt x="20901" y="532236"/>
                  </a:lnTo>
                  <a:lnTo>
                    <a:pt x="21774" y="530529"/>
                  </a:lnTo>
                  <a:lnTo>
                    <a:pt x="25544" y="523156"/>
                  </a:lnTo>
                  <a:lnTo>
                    <a:pt x="28683" y="518004"/>
                  </a:lnTo>
                  <a:lnTo>
                    <a:pt x="30121" y="515643"/>
                  </a:lnTo>
                  <a:lnTo>
                    <a:pt x="32879" y="511117"/>
                  </a:lnTo>
                  <a:lnTo>
                    <a:pt x="33023" y="508598"/>
                  </a:lnTo>
                  <a:lnTo>
                    <a:pt x="38044" y="505111"/>
                  </a:lnTo>
                  <a:lnTo>
                    <a:pt x="38361" y="499634"/>
                  </a:lnTo>
                  <a:lnTo>
                    <a:pt x="38645" y="494707"/>
                  </a:lnTo>
                  <a:lnTo>
                    <a:pt x="39505" y="479849"/>
                  </a:lnTo>
                  <a:lnTo>
                    <a:pt x="40332" y="462037"/>
                  </a:lnTo>
                  <a:lnTo>
                    <a:pt x="36871" y="450861"/>
                  </a:lnTo>
                  <a:lnTo>
                    <a:pt x="35038" y="440662"/>
                  </a:lnTo>
                  <a:lnTo>
                    <a:pt x="34769" y="432052"/>
                  </a:lnTo>
                  <a:lnTo>
                    <a:pt x="34623" y="427412"/>
                  </a:lnTo>
                  <a:lnTo>
                    <a:pt x="35405" y="420685"/>
                  </a:lnTo>
                  <a:lnTo>
                    <a:pt x="35524" y="419664"/>
                  </a:lnTo>
                  <a:lnTo>
                    <a:pt x="33800" y="416396"/>
                  </a:lnTo>
                  <a:lnTo>
                    <a:pt x="36242" y="411515"/>
                  </a:lnTo>
                  <a:lnTo>
                    <a:pt x="41382" y="403550"/>
                  </a:lnTo>
                  <a:lnTo>
                    <a:pt x="42780" y="400541"/>
                  </a:lnTo>
                  <a:lnTo>
                    <a:pt x="36516" y="397578"/>
                  </a:lnTo>
                  <a:lnTo>
                    <a:pt x="33327" y="395291"/>
                  </a:lnTo>
                  <a:lnTo>
                    <a:pt x="31031" y="393972"/>
                  </a:lnTo>
                  <a:lnTo>
                    <a:pt x="29853" y="390338"/>
                  </a:lnTo>
                  <a:lnTo>
                    <a:pt x="29460" y="389126"/>
                  </a:lnTo>
                  <a:lnTo>
                    <a:pt x="28505" y="386180"/>
                  </a:lnTo>
                  <a:lnTo>
                    <a:pt x="27573" y="380834"/>
                  </a:lnTo>
                  <a:lnTo>
                    <a:pt x="27507" y="380456"/>
                  </a:lnTo>
                  <a:lnTo>
                    <a:pt x="26655" y="377676"/>
                  </a:lnTo>
                  <a:lnTo>
                    <a:pt x="25719" y="376963"/>
                  </a:lnTo>
                  <a:lnTo>
                    <a:pt x="25117" y="376504"/>
                  </a:lnTo>
                  <a:lnTo>
                    <a:pt x="25470" y="376362"/>
                  </a:lnTo>
                  <a:lnTo>
                    <a:pt x="27881" y="375393"/>
                  </a:lnTo>
                  <a:lnTo>
                    <a:pt x="31481" y="375334"/>
                  </a:lnTo>
                  <a:lnTo>
                    <a:pt x="31780" y="375402"/>
                  </a:lnTo>
                  <a:lnTo>
                    <a:pt x="35478" y="376230"/>
                  </a:lnTo>
                  <a:lnTo>
                    <a:pt x="39850" y="377429"/>
                  </a:lnTo>
                  <a:lnTo>
                    <a:pt x="42954" y="377407"/>
                  </a:lnTo>
                  <a:lnTo>
                    <a:pt x="45935" y="375935"/>
                  </a:lnTo>
                  <a:lnTo>
                    <a:pt x="49929" y="372947"/>
                  </a:lnTo>
                  <a:lnTo>
                    <a:pt x="51547" y="371737"/>
                  </a:lnTo>
                  <a:lnTo>
                    <a:pt x="53309" y="370420"/>
                  </a:lnTo>
                  <a:lnTo>
                    <a:pt x="58935" y="378112"/>
                  </a:lnTo>
                  <a:lnTo>
                    <a:pt x="61794" y="375328"/>
                  </a:lnTo>
                  <a:lnTo>
                    <a:pt x="66503" y="363735"/>
                  </a:lnTo>
                  <a:lnTo>
                    <a:pt x="83839" y="307516"/>
                  </a:lnTo>
                  <a:lnTo>
                    <a:pt x="84295" y="305952"/>
                  </a:lnTo>
                  <a:lnTo>
                    <a:pt x="87576" y="294710"/>
                  </a:lnTo>
                  <a:lnTo>
                    <a:pt x="87661" y="294416"/>
                  </a:lnTo>
                  <a:lnTo>
                    <a:pt x="92989" y="276160"/>
                  </a:lnTo>
                  <a:lnTo>
                    <a:pt x="93544" y="274355"/>
                  </a:lnTo>
                  <a:lnTo>
                    <a:pt x="93586" y="274220"/>
                  </a:lnTo>
                  <a:lnTo>
                    <a:pt x="93722" y="273778"/>
                  </a:lnTo>
                  <a:lnTo>
                    <a:pt x="99682" y="254350"/>
                  </a:lnTo>
                  <a:lnTo>
                    <a:pt x="100892" y="252842"/>
                  </a:lnTo>
                  <a:lnTo>
                    <a:pt x="102398" y="250967"/>
                  </a:lnTo>
                  <a:lnTo>
                    <a:pt x="105286" y="240498"/>
                  </a:lnTo>
                  <a:lnTo>
                    <a:pt x="107784" y="231439"/>
                  </a:lnTo>
                  <a:lnTo>
                    <a:pt x="107872" y="231084"/>
                  </a:lnTo>
                  <a:lnTo>
                    <a:pt x="107936" y="230823"/>
                  </a:lnTo>
                  <a:lnTo>
                    <a:pt x="113007" y="210205"/>
                  </a:lnTo>
                  <a:lnTo>
                    <a:pt x="113198" y="209431"/>
                  </a:lnTo>
                  <a:lnTo>
                    <a:pt x="115367" y="198882"/>
                  </a:lnTo>
                  <a:lnTo>
                    <a:pt x="115798" y="196783"/>
                  </a:lnTo>
                  <a:lnTo>
                    <a:pt x="115910" y="196153"/>
                  </a:lnTo>
                  <a:lnTo>
                    <a:pt x="117100" y="189412"/>
                  </a:lnTo>
                  <a:lnTo>
                    <a:pt x="117248" y="188573"/>
                  </a:lnTo>
                  <a:lnTo>
                    <a:pt x="106560" y="186301"/>
                  </a:lnTo>
                  <a:lnTo>
                    <a:pt x="103778" y="185710"/>
                  </a:lnTo>
                  <a:lnTo>
                    <a:pt x="96547" y="184173"/>
                  </a:lnTo>
                  <a:lnTo>
                    <a:pt x="83815" y="180904"/>
                  </a:lnTo>
                  <a:lnTo>
                    <a:pt x="69015" y="177104"/>
                  </a:lnTo>
                  <a:lnTo>
                    <a:pt x="61500" y="175518"/>
                  </a:lnTo>
                  <a:lnTo>
                    <a:pt x="61242" y="175464"/>
                  </a:lnTo>
                  <a:lnTo>
                    <a:pt x="54941" y="174161"/>
                  </a:lnTo>
                  <a:lnTo>
                    <a:pt x="47698" y="172545"/>
                  </a:lnTo>
                  <a:lnTo>
                    <a:pt x="42105" y="171349"/>
                  </a:lnTo>
                  <a:lnTo>
                    <a:pt x="41485" y="171234"/>
                  </a:lnTo>
                  <a:lnTo>
                    <a:pt x="38855" y="170744"/>
                  </a:lnTo>
                  <a:lnTo>
                    <a:pt x="32376" y="169540"/>
                  </a:lnTo>
                  <a:lnTo>
                    <a:pt x="26261" y="168403"/>
                  </a:lnTo>
                  <a:lnTo>
                    <a:pt x="20708" y="166126"/>
                  </a:lnTo>
                  <a:lnTo>
                    <a:pt x="18475" y="165008"/>
                  </a:lnTo>
                  <a:lnTo>
                    <a:pt x="14225" y="162879"/>
                  </a:lnTo>
                  <a:lnTo>
                    <a:pt x="9023" y="160622"/>
                  </a:lnTo>
                  <a:lnTo>
                    <a:pt x="5435" y="159588"/>
                  </a:lnTo>
                  <a:lnTo>
                    <a:pt x="3001" y="159227"/>
                  </a:lnTo>
                  <a:lnTo>
                    <a:pt x="2548" y="159306"/>
                  </a:lnTo>
                  <a:lnTo>
                    <a:pt x="1862" y="153106"/>
                  </a:lnTo>
                  <a:lnTo>
                    <a:pt x="1727" y="151881"/>
                  </a:lnTo>
                  <a:lnTo>
                    <a:pt x="1578" y="150536"/>
                  </a:lnTo>
                  <a:lnTo>
                    <a:pt x="1476" y="149863"/>
                  </a:lnTo>
                  <a:lnTo>
                    <a:pt x="1366" y="149131"/>
                  </a:lnTo>
                  <a:lnTo>
                    <a:pt x="998" y="147596"/>
                  </a:lnTo>
                  <a:lnTo>
                    <a:pt x="836" y="146918"/>
                  </a:lnTo>
                  <a:lnTo>
                    <a:pt x="188" y="144214"/>
                  </a:lnTo>
                  <a:lnTo>
                    <a:pt x="0" y="142759"/>
                  </a:lnTo>
                  <a:lnTo>
                    <a:pt x="545" y="142436"/>
                  </a:lnTo>
                  <a:lnTo>
                    <a:pt x="1214" y="142040"/>
                  </a:lnTo>
                  <a:lnTo>
                    <a:pt x="1550" y="141841"/>
                  </a:lnTo>
                  <a:lnTo>
                    <a:pt x="6946" y="140219"/>
                  </a:lnTo>
                  <a:lnTo>
                    <a:pt x="14616" y="141084"/>
                  </a:lnTo>
                  <a:lnTo>
                    <a:pt x="19268" y="142417"/>
                  </a:lnTo>
                  <a:lnTo>
                    <a:pt x="21126" y="139606"/>
                  </a:lnTo>
                  <a:lnTo>
                    <a:pt x="24546" y="134430"/>
                  </a:lnTo>
                  <a:lnTo>
                    <a:pt x="22543" y="133536"/>
                  </a:lnTo>
                  <a:lnTo>
                    <a:pt x="22756" y="132700"/>
                  </a:lnTo>
                  <a:lnTo>
                    <a:pt x="25659" y="121308"/>
                  </a:lnTo>
                  <a:lnTo>
                    <a:pt x="26411" y="117540"/>
                  </a:lnTo>
                  <a:lnTo>
                    <a:pt x="29230" y="1183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61912" y="3923491"/>
              <a:ext cx="304224" cy="221067"/>
            </a:xfrm>
            <a:custGeom>
              <a:avLst/>
              <a:pathLst>
                <a:path w="304224" h="221067">
                  <a:moveTo>
                    <a:pt x="178019" y="3393"/>
                  </a:moveTo>
                  <a:lnTo>
                    <a:pt x="177627" y="12793"/>
                  </a:lnTo>
                  <a:lnTo>
                    <a:pt x="177587" y="13771"/>
                  </a:lnTo>
                  <a:lnTo>
                    <a:pt x="181917" y="14024"/>
                  </a:lnTo>
                  <a:lnTo>
                    <a:pt x="183133" y="14095"/>
                  </a:lnTo>
                  <a:lnTo>
                    <a:pt x="183509" y="14117"/>
                  </a:lnTo>
                  <a:lnTo>
                    <a:pt x="189618" y="14474"/>
                  </a:lnTo>
                  <a:lnTo>
                    <a:pt x="193976" y="14729"/>
                  </a:lnTo>
                  <a:lnTo>
                    <a:pt x="194105" y="13118"/>
                  </a:lnTo>
                  <a:lnTo>
                    <a:pt x="194787" y="4630"/>
                  </a:lnTo>
                  <a:lnTo>
                    <a:pt x="203610" y="5457"/>
                  </a:lnTo>
                  <a:lnTo>
                    <a:pt x="203311" y="8248"/>
                  </a:lnTo>
                  <a:lnTo>
                    <a:pt x="206456" y="8117"/>
                  </a:lnTo>
                  <a:lnTo>
                    <a:pt x="218629" y="7610"/>
                  </a:lnTo>
                  <a:lnTo>
                    <a:pt x="218289" y="10241"/>
                  </a:lnTo>
                  <a:lnTo>
                    <a:pt x="217498" y="15874"/>
                  </a:lnTo>
                  <a:lnTo>
                    <a:pt x="244058" y="43696"/>
                  </a:lnTo>
                  <a:lnTo>
                    <a:pt x="265127" y="70022"/>
                  </a:lnTo>
                  <a:lnTo>
                    <a:pt x="270722" y="74019"/>
                  </a:lnTo>
                  <a:lnTo>
                    <a:pt x="275006" y="75877"/>
                  </a:lnTo>
                  <a:lnTo>
                    <a:pt x="296951" y="97673"/>
                  </a:lnTo>
                  <a:lnTo>
                    <a:pt x="304224" y="133042"/>
                  </a:lnTo>
                  <a:lnTo>
                    <a:pt x="298956" y="137984"/>
                  </a:lnTo>
                  <a:lnTo>
                    <a:pt x="299240" y="150731"/>
                  </a:lnTo>
                  <a:lnTo>
                    <a:pt x="299906" y="157083"/>
                  </a:lnTo>
                  <a:lnTo>
                    <a:pt x="300033" y="158298"/>
                  </a:lnTo>
                  <a:lnTo>
                    <a:pt x="299681" y="163887"/>
                  </a:lnTo>
                  <a:lnTo>
                    <a:pt x="296462" y="165684"/>
                  </a:lnTo>
                  <a:lnTo>
                    <a:pt x="295822" y="166041"/>
                  </a:lnTo>
                  <a:lnTo>
                    <a:pt x="295184" y="166397"/>
                  </a:lnTo>
                  <a:lnTo>
                    <a:pt x="293959" y="166761"/>
                  </a:lnTo>
                  <a:lnTo>
                    <a:pt x="293799" y="166809"/>
                  </a:lnTo>
                  <a:lnTo>
                    <a:pt x="294235" y="167660"/>
                  </a:lnTo>
                  <a:lnTo>
                    <a:pt x="294470" y="168118"/>
                  </a:lnTo>
                  <a:lnTo>
                    <a:pt x="295182" y="172576"/>
                  </a:lnTo>
                  <a:lnTo>
                    <a:pt x="295279" y="173182"/>
                  </a:lnTo>
                  <a:lnTo>
                    <a:pt x="295978" y="177553"/>
                  </a:lnTo>
                  <a:lnTo>
                    <a:pt x="296233" y="180544"/>
                  </a:lnTo>
                  <a:lnTo>
                    <a:pt x="296361" y="182041"/>
                  </a:lnTo>
                  <a:lnTo>
                    <a:pt x="296394" y="182423"/>
                  </a:lnTo>
                  <a:lnTo>
                    <a:pt x="296732" y="184424"/>
                  </a:lnTo>
                  <a:lnTo>
                    <a:pt x="297204" y="187217"/>
                  </a:lnTo>
                  <a:lnTo>
                    <a:pt x="297407" y="188421"/>
                  </a:lnTo>
                  <a:lnTo>
                    <a:pt x="297933" y="191535"/>
                  </a:lnTo>
                  <a:lnTo>
                    <a:pt x="299101" y="191313"/>
                  </a:lnTo>
                  <a:lnTo>
                    <a:pt x="299596" y="196750"/>
                  </a:lnTo>
                  <a:lnTo>
                    <a:pt x="299594" y="199066"/>
                  </a:lnTo>
                  <a:lnTo>
                    <a:pt x="299509" y="199720"/>
                  </a:lnTo>
                  <a:lnTo>
                    <a:pt x="298657" y="200595"/>
                  </a:lnTo>
                  <a:lnTo>
                    <a:pt x="297357" y="201931"/>
                  </a:lnTo>
                  <a:lnTo>
                    <a:pt x="292945" y="204361"/>
                  </a:lnTo>
                  <a:lnTo>
                    <a:pt x="292804" y="205057"/>
                  </a:lnTo>
                  <a:lnTo>
                    <a:pt x="292436" y="206867"/>
                  </a:lnTo>
                  <a:lnTo>
                    <a:pt x="292345" y="207311"/>
                  </a:lnTo>
                  <a:lnTo>
                    <a:pt x="292109" y="208473"/>
                  </a:lnTo>
                  <a:lnTo>
                    <a:pt x="290005" y="218829"/>
                  </a:lnTo>
                  <a:lnTo>
                    <a:pt x="289518" y="221067"/>
                  </a:lnTo>
                  <a:lnTo>
                    <a:pt x="286351" y="220125"/>
                  </a:lnTo>
                  <a:lnTo>
                    <a:pt x="263983" y="214073"/>
                  </a:lnTo>
                  <a:lnTo>
                    <a:pt x="237351" y="206867"/>
                  </a:lnTo>
                  <a:lnTo>
                    <a:pt x="236899" y="206745"/>
                  </a:lnTo>
                  <a:lnTo>
                    <a:pt x="236137" y="206539"/>
                  </a:lnTo>
                  <a:lnTo>
                    <a:pt x="234383" y="206064"/>
                  </a:lnTo>
                  <a:lnTo>
                    <a:pt x="234163" y="206005"/>
                  </a:lnTo>
                  <a:lnTo>
                    <a:pt x="233260" y="205755"/>
                  </a:lnTo>
                  <a:lnTo>
                    <a:pt x="222116" y="202669"/>
                  </a:lnTo>
                  <a:lnTo>
                    <a:pt x="208618" y="198933"/>
                  </a:lnTo>
                  <a:lnTo>
                    <a:pt x="208129" y="198797"/>
                  </a:lnTo>
                  <a:lnTo>
                    <a:pt x="207283" y="198563"/>
                  </a:lnTo>
                  <a:lnTo>
                    <a:pt x="204781" y="197871"/>
                  </a:lnTo>
                  <a:lnTo>
                    <a:pt x="180831" y="191844"/>
                  </a:lnTo>
                  <a:lnTo>
                    <a:pt x="179651" y="191547"/>
                  </a:lnTo>
                  <a:lnTo>
                    <a:pt x="164843" y="187549"/>
                  </a:lnTo>
                  <a:lnTo>
                    <a:pt x="160307" y="186353"/>
                  </a:lnTo>
                  <a:lnTo>
                    <a:pt x="143611" y="181949"/>
                  </a:lnTo>
                  <a:lnTo>
                    <a:pt x="142412" y="181633"/>
                  </a:lnTo>
                  <a:lnTo>
                    <a:pt x="140311" y="181078"/>
                  </a:lnTo>
                  <a:lnTo>
                    <a:pt x="138858" y="180695"/>
                  </a:lnTo>
                  <a:lnTo>
                    <a:pt x="115562" y="174722"/>
                  </a:lnTo>
                  <a:lnTo>
                    <a:pt x="108435" y="172894"/>
                  </a:lnTo>
                  <a:lnTo>
                    <a:pt x="99353" y="170565"/>
                  </a:lnTo>
                  <a:lnTo>
                    <a:pt x="86811" y="167349"/>
                  </a:lnTo>
                  <a:lnTo>
                    <a:pt x="82868" y="166338"/>
                  </a:lnTo>
                  <a:lnTo>
                    <a:pt x="81959" y="166105"/>
                  </a:lnTo>
                  <a:lnTo>
                    <a:pt x="72600" y="163745"/>
                  </a:lnTo>
                  <a:lnTo>
                    <a:pt x="35677" y="154436"/>
                  </a:lnTo>
                  <a:lnTo>
                    <a:pt x="34564" y="154155"/>
                  </a:lnTo>
                  <a:lnTo>
                    <a:pt x="33852" y="153976"/>
                  </a:lnTo>
                  <a:lnTo>
                    <a:pt x="30386" y="153039"/>
                  </a:lnTo>
                  <a:lnTo>
                    <a:pt x="13074" y="148365"/>
                  </a:lnTo>
                  <a:lnTo>
                    <a:pt x="0" y="144834"/>
                  </a:lnTo>
                  <a:lnTo>
                    <a:pt x="7828" y="123240"/>
                  </a:lnTo>
                  <a:lnTo>
                    <a:pt x="8881" y="119784"/>
                  </a:lnTo>
                  <a:lnTo>
                    <a:pt x="11842" y="110066"/>
                  </a:lnTo>
                  <a:lnTo>
                    <a:pt x="14495" y="101359"/>
                  </a:lnTo>
                  <a:lnTo>
                    <a:pt x="14692" y="100748"/>
                  </a:lnTo>
                  <a:lnTo>
                    <a:pt x="15455" y="98383"/>
                  </a:lnTo>
                  <a:lnTo>
                    <a:pt x="19212" y="86740"/>
                  </a:lnTo>
                  <a:lnTo>
                    <a:pt x="19951" y="84447"/>
                  </a:lnTo>
                  <a:lnTo>
                    <a:pt x="22486" y="81207"/>
                  </a:lnTo>
                  <a:lnTo>
                    <a:pt x="22744" y="80363"/>
                  </a:lnTo>
                  <a:lnTo>
                    <a:pt x="24156" y="75742"/>
                  </a:lnTo>
                  <a:lnTo>
                    <a:pt x="27761" y="63947"/>
                  </a:lnTo>
                  <a:lnTo>
                    <a:pt x="29167" y="59347"/>
                  </a:lnTo>
                  <a:lnTo>
                    <a:pt x="29245" y="59091"/>
                  </a:lnTo>
                  <a:lnTo>
                    <a:pt x="30259" y="55997"/>
                  </a:lnTo>
                  <a:lnTo>
                    <a:pt x="31457" y="52341"/>
                  </a:lnTo>
                  <a:lnTo>
                    <a:pt x="32059" y="50504"/>
                  </a:lnTo>
                  <a:lnTo>
                    <a:pt x="35835" y="39104"/>
                  </a:lnTo>
                  <a:lnTo>
                    <a:pt x="36746" y="39324"/>
                  </a:lnTo>
                  <a:lnTo>
                    <a:pt x="44223" y="41132"/>
                  </a:lnTo>
                  <a:lnTo>
                    <a:pt x="63892" y="45886"/>
                  </a:lnTo>
                  <a:lnTo>
                    <a:pt x="65886" y="46368"/>
                  </a:lnTo>
                  <a:lnTo>
                    <a:pt x="71810" y="46296"/>
                  </a:lnTo>
                  <a:lnTo>
                    <a:pt x="76914" y="44743"/>
                  </a:lnTo>
                  <a:lnTo>
                    <a:pt x="80348" y="43699"/>
                  </a:lnTo>
                  <a:lnTo>
                    <a:pt x="85194" y="42225"/>
                  </a:lnTo>
                  <a:lnTo>
                    <a:pt x="86269" y="41898"/>
                  </a:lnTo>
                  <a:lnTo>
                    <a:pt x="87900" y="41402"/>
                  </a:lnTo>
                  <a:lnTo>
                    <a:pt x="87044" y="39664"/>
                  </a:lnTo>
                  <a:lnTo>
                    <a:pt x="88218" y="39207"/>
                  </a:lnTo>
                  <a:lnTo>
                    <a:pt x="93265" y="37241"/>
                  </a:lnTo>
                  <a:lnTo>
                    <a:pt x="94283" y="36844"/>
                  </a:lnTo>
                  <a:lnTo>
                    <a:pt x="117034" y="23445"/>
                  </a:lnTo>
                  <a:lnTo>
                    <a:pt x="121708" y="21769"/>
                  </a:lnTo>
                  <a:lnTo>
                    <a:pt x="132204" y="18003"/>
                  </a:lnTo>
                  <a:lnTo>
                    <a:pt x="138437" y="17092"/>
                  </a:lnTo>
                  <a:lnTo>
                    <a:pt x="141723" y="16612"/>
                  </a:lnTo>
                  <a:lnTo>
                    <a:pt x="143057" y="16417"/>
                  </a:lnTo>
                  <a:lnTo>
                    <a:pt x="152500" y="18909"/>
                  </a:lnTo>
                  <a:lnTo>
                    <a:pt x="153791" y="19249"/>
                  </a:lnTo>
                  <a:lnTo>
                    <a:pt x="154611" y="5581"/>
                  </a:lnTo>
                  <a:lnTo>
                    <a:pt x="160858" y="6544"/>
                  </a:lnTo>
                  <a:lnTo>
                    <a:pt x="162509" y="6798"/>
                  </a:lnTo>
                  <a:lnTo>
                    <a:pt x="162656" y="3393"/>
                  </a:lnTo>
                  <a:lnTo>
                    <a:pt x="162790" y="284"/>
                  </a:lnTo>
                  <a:lnTo>
                    <a:pt x="169855" y="212"/>
                  </a:lnTo>
                  <a:lnTo>
                    <a:pt x="171027" y="201"/>
                  </a:lnTo>
                  <a:lnTo>
                    <a:pt x="173625" y="127"/>
                  </a:lnTo>
                  <a:lnTo>
                    <a:pt x="1781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9014" y="4041917"/>
              <a:ext cx="198909" cy="488404"/>
            </a:xfrm>
            <a:custGeom>
              <a:avLst/>
              <a:pathLst>
                <a:path w="198909" h="488404">
                  <a:moveTo>
                    <a:pt x="102786" y="25701"/>
                  </a:moveTo>
                  <a:lnTo>
                    <a:pt x="100928" y="28512"/>
                  </a:lnTo>
                  <a:lnTo>
                    <a:pt x="96276" y="27179"/>
                  </a:lnTo>
                  <a:lnTo>
                    <a:pt x="88606" y="26314"/>
                  </a:lnTo>
                  <a:lnTo>
                    <a:pt x="83210" y="27936"/>
                  </a:lnTo>
                  <a:lnTo>
                    <a:pt x="82800" y="28179"/>
                  </a:lnTo>
                  <a:lnTo>
                    <a:pt x="82205" y="28531"/>
                  </a:lnTo>
                  <a:lnTo>
                    <a:pt x="81660" y="28853"/>
                  </a:lnTo>
                  <a:lnTo>
                    <a:pt x="81848" y="30309"/>
                  </a:lnTo>
                  <a:lnTo>
                    <a:pt x="82496" y="33013"/>
                  </a:lnTo>
                  <a:lnTo>
                    <a:pt x="82659" y="33691"/>
                  </a:lnTo>
                  <a:lnTo>
                    <a:pt x="83027" y="35226"/>
                  </a:lnTo>
                  <a:lnTo>
                    <a:pt x="83137" y="35957"/>
                  </a:lnTo>
                  <a:lnTo>
                    <a:pt x="83238" y="36631"/>
                  </a:lnTo>
                  <a:lnTo>
                    <a:pt x="83387" y="37975"/>
                  </a:lnTo>
                  <a:lnTo>
                    <a:pt x="83522" y="39201"/>
                  </a:lnTo>
                  <a:lnTo>
                    <a:pt x="84208" y="45401"/>
                  </a:lnTo>
                  <a:lnTo>
                    <a:pt x="84662" y="45322"/>
                  </a:lnTo>
                  <a:lnTo>
                    <a:pt x="87095" y="45682"/>
                  </a:lnTo>
                  <a:lnTo>
                    <a:pt x="90683" y="46717"/>
                  </a:lnTo>
                  <a:lnTo>
                    <a:pt x="95886" y="48974"/>
                  </a:lnTo>
                  <a:lnTo>
                    <a:pt x="100135" y="51102"/>
                  </a:lnTo>
                  <a:lnTo>
                    <a:pt x="102368" y="52221"/>
                  </a:lnTo>
                  <a:lnTo>
                    <a:pt x="107921" y="54497"/>
                  </a:lnTo>
                  <a:lnTo>
                    <a:pt x="114036" y="55635"/>
                  </a:lnTo>
                  <a:lnTo>
                    <a:pt x="120515" y="56839"/>
                  </a:lnTo>
                  <a:lnTo>
                    <a:pt x="123145" y="57328"/>
                  </a:lnTo>
                  <a:lnTo>
                    <a:pt x="123765" y="57444"/>
                  </a:lnTo>
                  <a:lnTo>
                    <a:pt x="129358" y="58640"/>
                  </a:lnTo>
                  <a:lnTo>
                    <a:pt x="136602" y="60255"/>
                  </a:lnTo>
                  <a:lnTo>
                    <a:pt x="142902" y="61558"/>
                  </a:lnTo>
                  <a:lnTo>
                    <a:pt x="143160" y="61613"/>
                  </a:lnTo>
                  <a:lnTo>
                    <a:pt x="150675" y="63198"/>
                  </a:lnTo>
                  <a:lnTo>
                    <a:pt x="165475" y="66999"/>
                  </a:lnTo>
                  <a:lnTo>
                    <a:pt x="178208" y="70268"/>
                  </a:lnTo>
                  <a:lnTo>
                    <a:pt x="185438" y="71805"/>
                  </a:lnTo>
                  <a:lnTo>
                    <a:pt x="188220" y="72396"/>
                  </a:lnTo>
                  <a:lnTo>
                    <a:pt x="198909" y="74668"/>
                  </a:lnTo>
                  <a:lnTo>
                    <a:pt x="198760" y="75507"/>
                  </a:lnTo>
                  <a:lnTo>
                    <a:pt x="197570" y="82248"/>
                  </a:lnTo>
                  <a:lnTo>
                    <a:pt x="197459" y="82878"/>
                  </a:lnTo>
                  <a:lnTo>
                    <a:pt x="197027" y="84977"/>
                  </a:lnTo>
                  <a:lnTo>
                    <a:pt x="194858" y="95526"/>
                  </a:lnTo>
                  <a:lnTo>
                    <a:pt x="194668" y="96300"/>
                  </a:lnTo>
                  <a:lnTo>
                    <a:pt x="189596" y="116918"/>
                  </a:lnTo>
                  <a:lnTo>
                    <a:pt x="189532" y="117179"/>
                  </a:lnTo>
                  <a:lnTo>
                    <a:pt x="189445" y="117534"/>
                  </a:lnTo>
                  <a:lnTo>
                    <a:pt x="186946" y="126593"/>
                  </a:lnTo>
                  <a:lnTo>
                    <a:pt x="184059" y="137062"/>
                  </a:lnTo>
                  <a:lnTo>
                    <a:pt x="182553" y="138937"/>
                  </a:lnTo>
                  <a:lnTo>
                    <a:pt x="181332" y="140557"/>
                  </a:lnTo>
                  <a:lnTo>
                    <a:pt x="175383" y="159872"/>
                  </a:lnTo>
                  <a:lnTo>
                    <a:pt x="175246" y="160315"/>
                  </a:lnTo>
                  <a:lnTo>
                    <a:pt x="175205" y="160450"/>
                  </a:lnTo>
                  <a:lnTo>
                    <a:pt x="174649" y="162255"/>
                  </a:lnTo>
                  <a:lnTo>
                    <a:pt x="169322" y="180511"/>
                  </a:lnTo>
                  <a:lnTo>
                    <a:pt x="169236" y="180805"/>
                  </a:lnTo>
                  <a:lnTo>
                    <a:pt x="165956" y="192046"/>
                  </a:lnTo>
                  <a:lnTo>
                    <a:pt x="165499" y="193610"/>
                  </a:lnTo>
                  <a:lnTo>
                    <a:pt x="148163" y="249830"/>
                  </a:lnTo>
                  <a:lnTo>
                    <a:pt x="143455" y="261423"/>
                  </a:lnTo>
                  <a:lnTo>
                    <a:pt x="140595" y="264207"/>
                  </a:lnTo>
                  <a:lnTo>
                    <a:pt x="134969" y="256514"/>
                  </a:lnTo>
                  <a:lnTo>
                    <a:pt x="133207" y="257832"/>
                  </a:lnTo>
                  <a:lnTo>
                    <a:pt x="131589" y="259042"/>
                  </a:lnTo>
                  <a:lnTo>
                    <a:pt x="127595" y="262030"/>
                  </a:lnTo>
                  <a:lnTo>
                    <a:pt x="124615" y="263502"/>
                  </a:lnTo>
                  <a:lnTo>
                    <a:pt x="121510" y="263524"/>
                  </a:lnTo>
                  <a:lnTo>
                    <a:pt x="117138" y="262325"/>
                  </a:lnTo>
                  <a:lnTo>
                    <a:pt x="113440" y="261496"/>
                  </a:lnTo>
                  <a:lnTo>
                    <a:pt x="113141" y="261429"/>
                  </a:lnTo>
                  <a:lnTo>
                    <a:pt x="109541" y="261488"/>
                  </a:lnTo>
                  <a:lnTo>
                    <a:pt x="107130" y="262457"/>
                  </a:lnTo>
                  <a:lnTo>
                    <a:pt x="106777" y="262599"/>
                  </a:lnTo>
                  <a:lnTo>
                    <a:pt x="107379" y="263058"/>
                  </a:lnTo>
                  <a:lnTo>
                    <a:pt x="108315" y="263771"/>
                  </a:lnTo>
                  <a:lnTo>
                    <a:pt x="109167" y="266551"/>
                  </a:lnTo>
                  <a:lnTo>
                    <a:pt x="109233" y="266929"/>
                  </a:lnTo>
                  <a:lnTo>
                    <a:pt x="110165" y="272275"/>
                  </a:lnTo>
                  <a:lnTo>
                    <a:pt x="111121" y="275221"/>
                  </a:lnTo>
                  <a:lnTo>
                    <a:pt x="111513" y="276433"/>
                  </a:lnTo>
                  <a:lnTo>
                    <a:pt x="112691" y="280067"/>
                  </a:lnTo>
                  <a:lnTo>
                    <a:pt x="114987" y="281385"/>
                  </a:lnTo>
                  <a:lnTo>
                    <a:pt x="118176" y="283673"/>
                  </a:lnTo>
                  <a:lnTo>
                    <a:pt x="124441" y="286636"/>
                  </a:lnTo>
                  <a:lnTo>
                    <a:pt x="123042" y="289645"/>
                  </a:lnTo>
                  <a:lnTo>
                    <a:pt x="117903" y="297610"/>
                  </a:lnTo>
                  <a:lnTo>
                    <a:pt x="115460" y="302491"/>
                  </a:lnTo>
                  <a:lnTo>
                    <a:pt x="117184" y="305759"/>
                  </a:lnTo>
                  <a:lnTo>
                    <a:pt x="117065" y="306779"/>
                  </a:lnTo>
                  <a:lnTo>
                    <a:pt x="116284" y="313507"/>
                  </a:lnTo>
                  <a:lnTo>
                    <a:pt x="116429" y="318147"/>
                  </a:lnTo>
                  <a:lnTo>
                    <a:pt x="116699" y="326757"/>
                  </a:lnTo>
                  <a:lnTo>
                    <a:pt x="118531" y="336956"/>
                  </a:lnTo>
                  <a:lnTo>
                    <a:pt x="121993" y="348132"/>
                  </a:lnTo>
                  <a:lnTo>
                    <a:pt x="121165" y="365944"/>
                  </a:lnTo>
                  <a:lnTo>
                    <a:pt x="120306" y="380802"/>
                  </a:lnTo>
                  <a:lnTo>
                    <a:pt x="120021" y="385729"/>
                  </a:lnTo>
                  <a:lnTo>
                    <a:pt x="119704" y="391206"/>
                  </a:lnTo>
                  <a:lnTo>
                    <a:pt x="114683" y="394693"/>
                  </a:lnTo>
                  <a:lnTo>
                    <a:pt x="114539" y="397212"/>
                  </a:lnTo>
                  <a:lnTo>
                    <a:pt x="111782" y="401738"/>
                  </a:lnTo>
                  <a:lnTo>
                    <a:pt x="110343" y="404099"/>
                  </a:lnTo>
                  <a:lnTo>
                    <a:pt x="107204" y="409251"/>
                  </a:lnTo>
                  <a:lnTo>
                    <a:pt x="103434" y="416623"/>
                  </a:lnTo>
                  <a:lnTo>
                    <a:pt x="102562" y="418331"/>
                  </a:lnTo>
                  <a:lnTo>
                    <a:pt x="104008" y="422523"/>
                  </a:lnTo>
                  <a:lnTo>
                    <a:pt x="105154" y="431714"/>
                  </a:lnTo>
                  <a:lnTo>
                    <a:pt x="106695" y="439128"/>
                  </a:lnTo>
                  <a:lnTo>
                    <a:pt x="107270" y="441897"/>
                  </a:lnTo>
                  <a:lnTo>
                    <a:pt x="108496" y="447063"/>
                  </a:lnTo>
                  <a:lnTo>
                    <a:pt x="110091" y="453791"/>
                  </a:lnTo>
                  <a:lnTo>
                    <a:pt x="117233" y="471002"/>
                  </a:lnTo>
                  <a:lnTo>
                    <a:pt x="122875" y="481095"/>
                  </a:lnTo>
                  <a:lnTo>
                    <a:pt x="94927" y="488404"/>
                  </a:lnTo>
                  <a:lnTo>
                    <a:pt x="36518" y="398293"/>
                  </a:lnTo>
                  <a:lnTo>
                    <a:pt x="21751" y="363600"/>
                  </a:lnTo>
                  <a:lnTo>
                    <a:pt x="26148" y="360794"/>
                  </a:lnTo>
                  <a:lnTo>
                    <a:pt x="7645" y="322374"/>
                  </a:lnTo>
                  <a:lnTo>
                    <a:pt x="29465" y="308632"/>
                  </a:lnTo>
                  <a:lnTo>
                    <a:pt x="28143" y="305028"/>
                  </a:lnTo>
                  <a:lnTo>
                    <a:pt x="6335" y="298784"/>
                  </a:lnTo>
                  <a:lnTo>
                    <a:pt x="7210" y="289295"/>
                  </a:lnTo>
                  <a:lnTo>
                    <a:pt x="7288" y="284014"/>
                  </a:lnTo>
                  <a:lnTo>
                    <a:pt x="7265" y="283005"/>
                  </a:lnTo>
                  <a:lnTo>
                    <a:pt x="7155" y="278259"/>
                  </a:lnTo>
                  <a:lnTo>
                    <a:pt x="7074" y="274761"/>
                  </a:lnTo>
                  <a:lnTo>
                    <a:pt x="7048" y="273646"/>
                  </a:lnTo>
                  <a:lnTo>
                    <a:pt x="7149" y="272463"/>
                  </a:lnTo>
                  <a:lnTo>
                    <a:pt x="7240" y="271405"/>
                  </a:lnTo>
                  <a:lnTo>
                    <a:pt x="7279" y="270463"/>
                  </a:lnTo>
                  <a:lnTo>
                    <a:pt x="7294" y="270106"/>
                  </a:lnTo>
                  <a:lnTo>
                    <a:pt x="7430" y="266865"/>
                  </a:lnTo>
                  <a:lnTo>
                    <a:pt x="7724" y="259865"/>
                  </a:lnTo>
                  <a:lnTo>
                    <a:pt x="10972" y="259755"/>
                  </a:lnTo>
                  <a:lnTo>
                    <a:pt x="17078" y="260072"/>
                  </a:lnTo>
                  <a:lnTo>
                    <a:pt x="23604" y="261474"/>
                  </a:lnTo>
                  <a:lnTo>
                    <a:pt x="25265" y="261831"/>
                  </a:lnTo>
                  <a:lnTo>
                    <a:pt x="33619" y="264652"/>
                  </a:lnTo>
                  <a:lnTo>
                    <a:pt x="36281" y="255503"/>
                  </a:lnTo>
                  <a:lnTo>
                    <a:pt x="26681" y="252708"/>
                  </a:lnTo>
                  <a:lnTo>
                    <a:pt x="24201" y="251986"/>
                  </a:lnTo>
                  <a:lnTo>
                    <a:pt x="23897" y="251895"/>
                  </a:lnTo>
                  <a:lnTo>
                    <a:pt x="21537" y="251187"/>
                  </a:lnTo>
                  <a:lnTo>
                    <a:pt x="0" y="245271"/>
                  </a:lnTo>
                  <a:lnTo>
                    <a:pt x="3821" y="226919"/>
                  </a:lnTo>
                  <a:lnTo>
                    <a:pt x="4233" y="225083"/>
                  </a:lnTo>
                  <a:lnTo>
                    <a:pt x="4434" y="224186"/>
                  </a:lnTo>
                  <a:lnTo>
                    <a:pt x="4645" y="223246"/>
                  </a:lnTo>
                  <a:lnTo>
                    <a:pt x="10793" y="205202"/>
                  </a:lnTo>
                  <a:lnTo>
                    <a:pt x="11041" y="204473"/>
                  </a:lnTo>
                  <a:lnTo>
                    <a:pt x="17836" y="184529"/>
                  </a:lnTo>
                  <a:lnTo>
                    <a:pt x="18076" y="183825"/>
                  </a:lnTo>
                  <a:lnTo>
                    <a:pt x="21877" y="172669"/>
                  </a:lnTo>
                  <a:lnTo>
                    <a:pt x="24203" y="165842"/>
                  </a:lnTo>
                  <a:lnTo>
                    <a:pt x="24528" y="163735"/>
                  </a:lnTo>
                  <a:lnTo>
                    <a:pt x="24704" y="162596"/>
                  </a:lnTo>
                  <a:lnTo>
                    <a:pt x="31852" y="143764"/>
                  </a:lnTo>
                  <a:lnTo>
                    <a:pt x="31916" y="143595"/>
                  </a:lnTo>
                  <a:lnTo>
                    <a:pt x="32226" y="142777"/>
                  </a:lnTo>
                  <a:lnTo>
                    <a:pt x="33796" y="137033"/>
                  </a:lnTo>
                  <a:lnTo>
                    <a:pt x="37179" y="124651"/>
                  </a:lnTo>
                  <a:lnTo>
                    <a:pt x="43135" y="102855"/>
                  </a:lnTo>
                  <a:lnTo>
                    <a:pt x="42417" y="102642"/>
                  </a:lnTo>
                  <a:lnTo>
                    <a:pt x="42903" y="100403"/>
                  </a:lnTo>
                  <a:lnTo>
                    <a:pt x="45008" y="90047"/>
                  </a:lnTo>
                  <a:lnTo>
                    <a:pt x="45244" y="88886"/>
                  </a:lnTo>
                  <a:lnTo>
                    <a:pt x="45334" y="88442"/>
                  </a:lnTo>
                  <a:lnTo>
                    <a:pt x="45702" y="86631"/>
                  </a:lnTo>
                  <a:lnTo>
                    <a:pt x="45843" y="85935"/>
                  </a:lnTo>
                  <a:lnTo>
                    <a:pt x="50255" y="83505"/>
                  </a:lnTo>
                  <a:lnTo>
                    <a:pt x="51555" y="82169"/>
                  </a:lnTo>
                  <a:lnTo>
                    <a:pt x="52492" y="81207"/>
                  </a:lnTo>
                  <a:lnTo>
                    <a:pt x="52492" y="80640"/>
                  </a:lnTo>
                  <a:lnTo>
                    <a:pt x="52494" y="78324"/>
                  </a:lnTo>
                  <a:lnTo>
                    <a:pt x="51999" y="72887"/>
                  </a:lnTo>
                  <a:lnTo>
                    <a:pt x="50832" y="73109"/>
                  </a:lnTo>
                  <a:lnTo>
                    <a:pt x="50305" y="69995"/>
                  </a:lnTo>
                  <a:lnTo>
                    <a:pt x="50102" y="68791"/>
                  </a:lnTo>
                  <a:lnTo>
                    <a:pt x="49630" y="65998"/>
                  </a:lnTo>
                  <a:lnTo>
                    <a:pt x="49292" y="63997"/>
                  </a:lnTo>
                  <a:lnTo>
                    <a:pt x="49259" y="63616"/>
                  </a:lnTo>
                  <a:lnTo>
                    <a:pt x="49131" y="62119"/>
                  </a:lnTo>
                  <a:lnTo>
                    <a:pt x="48876" y="59127"/>
                  </a:lnTo>
                  <a:lnTo>
                    <a:pt x="48177" y="54757"/>
                  </a:lnTo>
                  <a:lnTo>
                    <a:pt x="48081" y="54150"/>
                  </a:lnTo>
                  <a:lnTo>
                    <a:pt x="47368" y="49692"/>
                  </a:lnTo>
                  <a:lnTo>
                    <a:pt x="47133" y="49234"/>
                  </a:lnTo>
                  <a:lnTo>
                    <a:pt x="46697" y="48383"/>
                  </a:lnTo>
                  <a:lnTo>
                    <a:pt x="46857" y="48336"/>
                  </a:lnTo>
                  <a:lnTo>
                    <a:pt x="48082" y="47971"/>
                  </a:lnTo>
                  <a:lnTo>
                    <a:pt x="48720" y="47615"/>
                  </a:lnTo>
                  <a:lnTo>
                    <a:pt x="49361" y="47258"/>
                  </a:lnTo>
                  <a:lnTo>
                    <a:pt x="52579" y="45462"/>
                  </a:lnTo>
                  <a:lnTo>
                    <a:pt x="52931" y="39872"/>
                  </a:lnTo>
                  <a:lnTo>
                    <a:pt x="52804" y="38657"/>
                  </a:lnTo>
                  <a:lnTo>
                    <a:pt x="52138" y="32305"/>
                  </a:lnTo>
                  <a:lnTo>
                    <a:pt x="65135" y="26064"/>
                  </a:lnTo>
                  <a:lnTo>
                    <a:pt x="66024" y="25637"/>
                  </a:lnTo>
                  <a:lnTo>
                    <a:pt x="77734" y="19900"/>
                  </a:lnTo>
                  <a:lnTo>
                    <a:pt x="80659" y="18467"/>
                  </a:lnTo>
                  <a:lnTo>
                    <a:pt x="81003" y="18349"/>
                  </a:lnTo>
                  <a:lnTo>
                    <a:pt x="80924" y="15853"/>
                  </a:lnTo>
                  <a:lnTo>
                    <a:pt x="81602" y="9166"/>
                  </a:lnTo>
                  <a:lnTo>
                    <a:pt x="85950" y="3597"/>
                  </a:lnTo>
                  <a:lnTo>
                    <a:pt x="86206" y="3496"/>
                  </a:lnTo>
                  <a:lnTo>
                    <a:pt x="92042" y="1197"/>
                  </a:lnTo>
                  <a:lnTo>
                    <a:pt x="95482" y="0"/>
                  </a:lnTo>
                  <a:lnTo>
                    <a:pt x="108072" y="3634"/>
                  </a:lnTo>
                  <a:lnTo>
                    <a:pt x="107319" y="7403"/>
                  </a:lnTo>
                  <a:lnTo>
                    <a:pt x="104417" y="18795"/>
                  </a:lnTo>
                  <a:lnTo>
                    <a:pt x="104203" y="19631"/>
                  </a:lnTo>
                  <a:lnTo>
                    <a:pt x="106207" y="20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363788" y="3857586"/>
              <a:ext cx="387107" cy="407959"/>
            </a:xfrm>
            <a:custGeom>
              <a:avLst/>
              <a:pathLst>
                <a:path w="387107" h="407959">
                  <a:moveTo>
                    <a:pt x="195861" y="23537"/>
                  </a:moveTo>
                  <a:lnTo>
                    <a:pt x="205666" y="28921"/>
                  </a:lnTo>
                  <a:lnTo>
                    <a:pt x="214284" y="33654"/>
                  </a:lnTo>
                  <a:lnTo>
                    <a:pt x="214634" y="33855"/>
                  </a:lnTo>
                  <a:lnTo>
                    <a:pt x="217333" y="35408"/>
                  </a:lnTo>
                  <a:lnTo>
                    <a:pt x="218806" y="36256"/>
                  </a:lnTo>
                  <a:lnTo>
                    <a:pt x="236862" y="46969"/>
                  </a:lnTo>
                  <a:lnTo>
                    <a:pt x="246223" y="52522"/>
                  </a:lnTo>
                  <a:lnTo>
                    <a:pt x="250089" y="54747"/>
                  </a:lnTo>
                  <a:lnTo>
                    <a:pt x="271894" y="67126"/>
                  </a:lnTo>
                  <a:lnTo>
                    <a:pt x="277032" y="70042"/>
                  </a:lnTo>
                  <a:lnTo>
                    <a:pt x="281198" y="72410"/>
                  </a:lnTo>
                  <a:lnTo>
                    <a:pt x="305485" y="86209"/>
                  </a:lnTo>
                  <a:lnTo>
                    <a:pt x="316469" y="92450"/>
                  </a:lnTo>
                  <a:lnTo>
                    <a:pt x="320510" y="94845"/>
                  </a:lnTo>
                  <a:lnTo>
                    <a:pt x="339086" y="105855"/>
                  </a:lnTo>
                  <a:lnTo>
                    <a:pt x="354533" y="115011"/>
                  </a:lnTo>
                  <a:lnTo>
                    <a:pt x="355619" y="115655"/>
                  </a:lnTo>
                  <a:lnTo>
                    <a:pt x="358124" y="117064"/>
                  </a:lnTo>
                  <a:lnTo>
                    <a:pt x="382461" y="130752"/>
                  </a:lnTo>
                  <a:lnTo>
                    <a:pt x="387107" y="133366"/>
                  </a:lnTo>
                  <a:lnTo>
                    <a:pt x="383910" y="138784"/>
                  </a:lnTo>
                  <a:lnTo>
                    <a:pt x="382639" y="141007"/>
                  </a:lnTo>
                  <a:lnTo>
                    <a:pt x="376352" y="152009"/>
                  </a:lnTo>
                  <a:lnTo>
                    <a:pt x="371427" y="161824"/>
                  </a:lnTo>
                  <a:lnTo>
                    <a:pt x="366716" y="171213"/>
                  </a:lnTo>
                  <a:lnTo>
                    <a:pt x="365429" y="173980"/>
                  </a:lnTo>
                  <a:lnTo>
                    <a:pt x="361708" y="182453"/>
                  </a:lnTo>
                  <a:lnTo>
                    <a:pt x="360767" y="184609"/>
                  </a:lnTo>
                  <a:lnTo>
                    <a:pt x="359290" y="187990"/>
                  </a:lnTo>
                  <a:lnTo>
                    <a:pt x="358840" y="189272"/>
                  </a:lnTo>
                  <a:lnTo>
                    <a:pt x="356431" y="196138"/>
                  </a:lnTo>
                  <a:lnTo>
                    <a:pt x="344682" y="229622"/>
                  </a:lnTo>
                  <a:lnTo>
                    <a:pt x="344580" y="229912"/>
                  </a:lnTo>
                  <a:lnTo>
                    <a:pt x="343689" y="232451"/>
                  </a:lnTo>
                  <a:lnTo>
                    <a:pt x="343632" y="232655"/>
                  </a:lnTo>
                  <a:lnTo>
                    <a:pt x="343152" y="234354"/>
                  </a:lnTo>
                  <a:lnTo>
                    <a:pt x="343090" y="234573"/>
                  </a:lnTo>
                  <a:lnTo>
                    <a:pt x="343047" y="234725"/>
                  </a:lnTo>
                  <a:lnTo>
                    <a:pt x="342570" y="236413"/>
                  </a:lnTo>
                  <a:lnTo>
                    <a:pt x="342430" y="236909"/>
                  </a:lnTo>
                  <a:lnTo>
                    <a:pt x="342308" y="237342"/>
                  </a:lnTo>
                  <a:lnTo>
                    <a:pt x="341427" y="240459"/>
                  </a:lnTo>
                  <a:lnTo>
                    <a:pt x="340679" y="243107"/>
                  </a:lnTo>
                  <a:lnTo>
                    <a:pt x="340559" y="243533"/>
                  </a:lnTo>
                  <a:lnTo>
                    <a:pt x="339971" y="245612"/>
                  </a:lnTo>
                  <a:lnTo>
                    <a:pt x="339070" y="248803"/>
                  </a:lnTo>
                  <a:lnTo>
                    <a:pt x="338182" y="251946"/>
                  </a:lnTo>
                  <a:lnTo>
                    <a:pt x="337659" y="254054"/>
                  </a:lnTo>
                  <a:lnTo>
                    <a:pt x="335480" y="262846"/>
                  </a:lnTo>
                  <a:lnTo>
                    <a:pt x="333110" y="272406"/>
                  </a:lnTo>
                  <a:lnTo>
                    <a:pt x="332792" y="273393"/>
                  </a:lnTo>
                  <a:lnTo>
                    <a:pt x="330707" y="279867"/>
                  </a:lnTo>
                  <a:lnTo>
                    <a:pt x="327622" y="295073"/>
                  </a:lnTo>
                  <a:lnTo>
                    <a:pt x="325528" y="313320"/>
                  </a:lnTo>
                  <a:lnTo>
                    <a:pt x="324103" y="329290"/>
                  </a:lnTo>
                  <a:lnTo>
                    <a:pt x="324082" y="329528"/>
                  </a:lnTo>
                  <a:lnTo>
                    <a:pt x="323617" y="336925"/>
                  </a:lnTo>
                  <a:lnTo>
                    <a:pt x="323552" y="337969"/>
                  </a:lnTo>
                  <a:lnTo>
                    <a:pt x="323187" y="347153"/>
                  </a:lnTo>
                  <a:lnTo>
                    <a:pt x="323394" y="352728"/>
                  </a:lnTo>
                  <a:lnTo>
                    <a:pt x="323263" y="360589"/>
                  </a:lnTo>
                  <a:lnTo>
                    <a:pt x="323258" y="360886"/>
                  </a:lnTo>
                  <a:lnTo>
                    <a:pt x="323606" y="367734"/>
                  </a:lnTo>
                  <a:lnTo>
                    <a:pt x="325114" y="397459"/>
                  </a:lnTo>
                  <a:lnTo>
                    <a:pt x="326720" y="407433"/>
                  </a:lnTo>
                  <a:lnTo>
                    <a:pt x="326805" y="407959"/>
                  </a:lnTo>
                  <a:lnTo>
                    <a:pt x="304081" y="402432"/>
                  </a:lnTo>
                  <a:lnTo>
                    <a:pt x="297215" y="400761"/>
                  </a:lnTo>
                  <a:lnTo>
                    <a:pt x="270411" y="394242"/>
                  </a:lnTo>
                  <a:lnTo>
                    <a:pt x="252242" y="389823"/>
                  </a:lnTo>
                  <a:lnTo>
                    <a:pt x="229273" y="384237"/>
                  </a:lnTo>
                  <a:lnTo>
                    <a:pt x="226356" y="383528"/>
                  </a:lnTo>
                  <a:lnTo>
                    <a:pt x="211327" y="379873"/>
                  </a:lnTo>
                  <a:lnTo>
                    <a:pt x="204519" y="378218"/>
                  </a:lnTo>
                  <a:lnTo>
                    <a:pt x="203943" y="378114"/>
                  </a:lnTo>
                  <a:lnTo>
                    <a:pt x="181593" y="374090"/>
                  </a:lnTo>
                  <a:lnTo>
                    <a:pt x="179825" y="373872"/>
                  </a:lnTo>
                  <a:lnTo>
                    <a:pt x="168779" y="372506"/>
                  </a:lnTo>
                  <a:lnTo>
                    <a:pt x="157611" y="371408"/>
                  </a:lnTo>
                  <a:lnTo>
                    <a:pt x="156388" y="371288"/>
                  </a:lnTo>
                  <a:lnTo>
                    <a:pt x="154227" y="371076"/>
                  </a:lnTo>
                  <a:lnTo>
                    <a:pt x="153475" y="371031"/>
                  </a:lnTo>
                  <a:lnTo>
                    <a:pt x="134161" y="369883"/>
                  </a:lnTo>
                  <a:lnTo>
                    <a:pt x="132694" y="369796"/>
                  </a:lnTo>
                  <a:lnTo>
                    <a:pt x="115887" y="369851"/>
                  </a:lnTo>
                  <a:lnTo>
                    <a:pt x="114028" y="369857"/>
                  </a:lnTo>
                  <a:lnTo>
                    <a:pt x="104089" y="370376"/>
                  </a:lnTo>
                  <a:lnTo>
                    <a:pt x="90047" y="371110"/>
                  </a:lnTo>
                  <a:lnTo>
                    <a:pt x="80381" y="372136"/>
                  </a:lnTo>
                  <a:lnTo>
                    <a:pt x="73391" y="372877"/>
                  </a:lnTo>
                  <a:lnTo>
                    <a:pt x="64386" y="374549"/>
                  </a:lnTo>
                  <a:lnTo>
                    <a:pt x="63948" y="374630"/>
                  </a:lnTo>
                  <a:lnTo>
                    <a:pt x="62731" y="369675"/>
                  </a:lnTo>
                  <a:lnTo>
                    <a:pt x="62030" y="366824"/>
                  </a:lnTo>
                  <a:lnTo>
                    <a:pt x="61292" y="363818"/>
                  </a:lnTo>
                  <a:lnTo>
                    <a:pt x="61040" y="362791"/>
                  </a:lnTo>
                  <a:lnTo>
                    <a:pt x="60820" y="361899"/>
                  </a:lnTo>
                  <a:lnTo>
                    <a:pt x="59630" y="357052"/>
                  </a:lnTo>
                  <a:lnTo>
                    <a:pt x="58295" y="351618"/>
                  </a:lnTo>
                  <a:lnTo>
                    <a:pt x="57100" y="346753"/>
                  </a:lnTo>
                  <a:lnTo>
                    <a:pt x="57010" y="346387"/>
                  </a:lnTo>
                  <a:lnTo>
                    <a:pt x="56796" y="345302"/>
                  </a:lnTo>
                  <a:lnTo>
                    <a:pt x="56405" y="343319"/>
                  </a:lnTo>
                  <a:lnTo>
                    <a:pt x="54060" y="331432"/>
                  </a:lnTo>
                  <a:lnTo>
                    <a:pt x="53522" y="328703"/>
                  </a:lnTo>
                  <a:lnTo>
                    <a:pt x="52995" y="326035"/>
                  </a:lnTo>
                  <a:lnTo>
                    <a:pt x="51952" y="320743"/>
                  </a:lnTo>
                  <a:lnTo>
                    <a:pt x="50073" y="311218"/>
                  </a:lnTo>
                  <a:lnTo>
                    <a:pt x="49949" y="310591"/>
                  </a:lnTo>
                  <a:lnTo>
                    <a:pt x="49473" y="307427"/>
                  </a:lnTo>
                  <a:lnTo>
                    <a:pt x="48456" y="300668"/>
                  </a:lnTo>
                  <a:lnTo>
                    <a:pt x="47690" y="295580"/>
                  </a:lnTo>
                  <a:lnTo>
                    <a:pt x="47690" y="292558"/>
                  </a:lnTo>
                  <a:lnTo>
                    <a:pt x="47690" y="283953"/>
                  </a:lnTo>
                  <a:lnTo>
                    <a:pt x="47690" y="283167"/>
                  </a:lnTo>
                  <a:lnTo>
                    <a:pt x="47948" y="276474"/>
                  </a:lnTo>
                  <a:lnTo>
                    <a:pt x="48147" y="271310"/>
                  </a:lnTo>
                  <a:lnTo>
                    <a:pt x="48411" y="264478"/>
                  </a:lnTo>
                  <a:lnTo>
                    <a:pt x="48430" y="263994"/>
                  </a:lnTo>
                  <a:lnTo>
                    <a:pt x="48537" y="261228"/>
                  </a:lnTo>
                  <a:lnTo>
                    <a:pt x="47739" y="253949"/>
                  </a:lnTo>
                  <a:lnTo>
                    <a:pt x="47444" y="251266"/>
                  </a:lnTo>
                  <a:lnTo>
                    <a:pt x="47012" y="247323"/>
                  </a:lnTo>
                  <a:lnTo>
                    <a:pt x="46692" y="244408"/>
                  </a:lnTo>
                  <a:lnTo>
                    <a:pt x="41513" y="245393"/>
                  </a:lnTo>
                  <a:lnTo>
                    <a:pt x="38226" y="226640"/>
                  </a:lnTo>
                  <a:lnTo>
                    <a:pt x="35060" y="209372"/>
                  </a:lnTo>
                  <a:lnTo>
                    <a:pt x="33598" y="201398"/>
                  </a:lnTo>
                  <a:lnTo>
                    <a:pt x="33046" y="198391"/>
                  </a:lnTo>
                  <a:lnTo>
                    <a:pt x="27279" y="167058"/>
                  </a:lnTo>
                  <a:lnTo>
                    <a:pt x="23119" y="146908"/>
                  </a:lnTo>
                  <a:lnTo>
                    <a:pt x="20124" y="132399"/>
                  </a:lnTo>
                  <a:lnTo>
                    <a:pt x="10635" y="79740"/>
                  </a:lnTo>
                  <a:lnTo>
                    <a:pt x="1415" y="31720"/>
                  </a:lnTo>
                  <a:lnTo>
                    <a:pt x="84" y="24153"/>
                  </a:lnTo>
                  <a:lnTo>
                    <a:pt x="0" y="23672"/>
                  </a:lnTo>
                  <a:lnTo>
                    <a:pt x="6884" y="22241"/>
                  </a:lnTo>
                  <a:lnTo>
                    <a:pt x="7321" y="22150"/>
                  </a:lnTo>
                  <a:lnTo>
                    <a:pt x="8709" y="21871"/>
                  </a:lnTo>
                  <a:lnTo>
                    <a:pt x="11277" y="21356"/>
                  </a:lnTo>
                  <a:lnTo>
                    <a:pt x="30344" y="17529"/>
                  </a:lnTo>
                  <a:lnTo>
                    <a:pt x="32749" y="17046"/>
                  </a:lnTo>
                  <a:lnTo>
                    <a:pt x="45783" y="14430"/>
                  </a:lnTo>
                  <a:lnTo>
                    <a:pt x="53663" y="12728"/>
                  </a:lnTo>
                  <a:lnTo>
                    <a:pt x="61308" y="11151"/>
                  </a:lnTo>
                  <a:lnTo>
                    <a:pt x="67333" y="9907"/>
                  </a:lnTo>
                  <a:lnTo>
                    <a:pt x="68889" y="9585"/>
                  </a:lnTo>
                  <a:lnTo>
                    <a:pt x="69578" y="9443"/>
                  </a:lnTo>
                  <a:lnTo>
                    <a:pt x="70057" y="9344"/>
                  </a:lnTo>
                  <a:lnTo>
                    <a:pt x="70349" y="9284"/>
                  </a:lnTo>
                  <a:lnTo>
                    <a:pt x="79476" y="7307"/>
                  </a:lnTo>
                  <a:lnTo>
                    <a:pt x="80922" y="6994"/>
                  </a:lnTo>
                  <a:lnTo>
                    <a:pt x="86492" y="5961"/>
                  </a:lnTo>
                  <a:lnTo>
                    <a:pt x="106876" y="2179"/>
                  </a:lnTo>
                  <a:lnTo>
                    <a:pt x="111079" y="1538"/>
                  </a:lnTo>
                  <a:lnTo>
                    <a:pt x="112833" y="1271"/>
                  </a:lnTo>
                  <a:lnTo>
                    <a:pt x="123875" y="243"/>
                  </a:lnTo>
                  <a:lnTo>
                    <a:pt x="126636" y="156"/>
                  </a:lnTo>
                  <a:lnTo>
                    <a:pt x="131609" y="0"/>
                  </a:lnTo>
                  <a:lnTo>
                    <a:pt x="136752" y="198"/>
                  </a:lnTo>
                  <a:lnTo>
                    <a:pt x="138691" y="273"/>
                  </a:lnTo>
                  <a:lnTo>
                    <a:pt x="145373" y="1092"/>
                  </a:lnTo>
                  <a:lnTo>
                    <a:pt x="152459" y="3183"/>
                  </a:lnTo>
                  <a:lnTo>
                    <a:pt x="154963" y="4041"/>
                  </a:lnTo>
                  <a:lnTo>
                    <a:pt x="155380" y="4184"/>
                  </a:lnTo>
                  <a:lnTo>
                    <a:pt x="162685" y="6687"/>
                  </a:lnTo>
                  <a:lnTo>
                    <a:pt x="164964" y="7547"/>
                  </a:lnTo>
                  <a:lnTo>
                    <a:pt x="170281" y="9553"/>
                  </a:lnTo>
                  <a:lnTo>
                    <a:pt x="180241" y="14319"/>
                  </a:lnTo>
                  <a:lnTo>
                    <a:pt x="191663" y="21117"/>
                  </a:lnTo>
                  <a:lnTo>
                    <a:pt x="191860" y="2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560812" y="4090038"/>
              <a:ext cx="474487" cy="360147"/>
            </a:xfrm>
            <a:custGeom>
              <a:avLst/>
              <a:pathLst>
                <a:path w="474487" h="360147">
                  <a:moveTo>
                    <a:pt x="294842" y="122812"/>
                  </a:moveTo>
                  <a:lnTo>
                    <a:pt x="295281" y="122344"/>
                  </a:lnTo>
                  <a:lnTo>
                    <a:pt x="295577" y="122030"/>
                  </a:lnTo>
                  <a:lnTo>
                    <a:pt x="295958" y="121625"/>
                  </a:lnTo>
                  <a:lnTo>
                    <a:pt x="296135" y="121436"/>
                  </a:lnTo>
                  <a:lnTo>
                    <a:pt x="296565" y="120978"/>
                  </a:lnTo>
                  <a:lnTo>
                    <a:pt x="297111" y="120397"/>
                  </a:lnTo>
                  <a:lnTo>
                    <a:pt x="297551" y="119929"/>
                  </a:lnTo>
                  <a:lnTo>
                    <a:pt x="297701" y="119770"/>
                  </a:lnTo>
                  <a:lnTo>
                    <a:pt x="298017" y="119434"/>
                  </a:lnTo>
                  <a:lnTo>
                    <a:pt x="298475" y="118946"/>
                  </a:lnTo>
                  <a:lnTo>
                    <a:pt x="299313" y="118054"/>
                  </a:lnTo>
                  <a:lnTo>
                    <a:pt x="299873" y="117459"/>
                  </a:lnTo>
                  <a:lnTo>
                    <a:pt x="300609" y="116676"/>
                  </a:lnTo>
                  <a:lnTo>
                    <a:pt x="301426" y="115806"/>
                  </a:lnTo>
                  <a:lnTo>
                    <a:pt x="301988" y="115208"/>
                  </a:lnTo>
                  <a:lnTo>
                    <a:pt x="302281" y="114896"/>
                  </a:lnTo>
                  <a:lnTo>
                    <a:pt x="302858" y="114283"/>
                  </a:lnTo>
                  <a:lnTo>
                    <a:pt x="303556" y="113540"/>
                  </a:lnTo>
                  <a:lnTo>
                    <a:pt x="304270" y="112780"/>
                  </a:lnTo>
                  <a:lnTo>
                    <a:pt x="304641" y="112385"/>
                  </a:lnTo>
                  <a:lnTo>
                    <a:pt x="304828" y="112186"/>
                  </a:lnTo>
                  <a:lnTo>
                    <a:pt x="305663" y="111298"/>
                  </a:lnTo>
                  <a:lnTo>
                    <a:pt x="306127" y="110804"/>
                  </a:lnTo>
                  <a:lnTo>
                    <a:pt x="306360" y="110557"/>
                  </a:lnTo>
                  <a:lnTo>
                    <a:pt x="307050" y="109822"/>
                  </a:lnTo>
                  <a:lnTo>
                    <a:pt x="307599" y="109238"/>
                  </a:lnTo>
                  <a:lnTo>
                    <a:pt x="308453" y="108330"/>
                  </a:lnTo>
                  <a:lnTo>
                    <a:pt x="308795" y="107966"/>
                  </a:lnTo>
                  <a:lnTo>
                    <a:pt x="309076" y="107666"/>
                  </a:lnTo>
                  <a:lnTo>
                    <a:pt x="309442" y="107277"/>
                  </a:lnTo>
                  <a:lnTo>
                    <a:pt x="310192" y="106479"/>
                  </a:lnTo>
                  <a:lnTo>
                    <a:pt x="311178" y="105430"/>
                  </a:lnTo>
                  <a:lnTo>
                    <a:pt x="313453" y="103009"/>
                  </a:lnTo>
                  <a:lnTo>
                    <a:pt x="313677" y="102771"/>
                  </a:lnTo>
                  <a:lnTo>
                    <a:pt x="313803" y="102637"/>
                  </a:lnTo>
                  <a:lnTo>
                    <a:pt x="315530" y="100799"/>
                  </a:lnTo>
                  <a:lnTo>
                    <a:pt x="317391" y="98819"/>
                  </a:lnTo>
                  <a:lnTo>
                    <a:pt x="317623" y="98573"/>
                  </a:lnTo>
                  <a:lnTo>
                    <a:pt x="317823" y="98359"/>
                  </a:lnTo>
                  <a:lnTo>
                    <a:pt x="319307" y="96780"/>
                  </a:lnTo>
                  <a:lnTo>
                    <a:pt x="320562" y="95445"/>
                  </a:lnTo>
                  <a:lnTo>
                    <a:pt x="321166" y="94802"/>
                  </a:lnTo>
                  <a:lnTo>
                    <a:pt x="323505" y="92314"/>
                  </a:lnTo>
                  <a:lnTo>
                    <a:pt x="324495" y="91260"/>
                  </a:lnTo>
                  <a:lnTo>
                    <a:pt x="324641" y="91104"/>
                  </a:lnTo>
                  <a:lnTo>
                    <a:pt x="325276" y="90430"/>
                  </a:lnTo>
                  <a:lnTo>
                    <a:pt x="327050" y="88542"/>
                  </a:lnTo>
                  <a:lnTo>
                    <a:pt x="328117" y="87406"/>
                  </a:lnTo>
                  <a:lnTo>
                    <a:pt x="328273" y="87240"/>
                  </a:lnTo>
                  <a:lnTo>
                    <a:pt x="328765" y="86717"/>
                  </a:lnTo>
                  <a:lnTo>
                    <a:pt x="330568" y="84799"/>
                  </a:lnTo>
                  <a:lnTo>
                    <a:pt x="331850" y="83434"/>
                  </a:lnTo>
                  <a:lnTo>
                    <a:pt x="332777" y="82448"/>
                  </a:lnTo>
                  <a:lnTo>
                    <a:pt x="333399" y="81786"/>
                  </a:lnTo>
                  <a:lnTo>
                    <a:pt x="334152" y="80985"/>
                  </a:lnTo>
                  <a:lnTo>
                    <a:pt x="335821" y="79210"/>
                  </a:lnTo>
                  <a:lnTo>
                    <a:pt x="337832" y="77070"/>
                  </a:lnTo>
                  <a:lnTo>
                    <a:pt x="338277" y="76596"/>
                  </a:lnTo>
                  <a:lnTo>
                    <a:pt x="340211" y="74538"/>
                  </a:lnTo>
                  <a:lnTo>
                    <a:pt x="341153" y="73536"/>
                  </a:lnTo>
                  <a:lnTo>
                    <a:pt x="342379" y="72231"/>
                  </a:lnTo>
                  <a:lnTo>
                    <a:pt x="342850" y="71730"/>
                  </a:lnTo>
                  <a:lnTo>
                    <a:pt x="344743" y="69715"/>
                  </a:lnTo>
                  <a:lnTo>
                    <a:pt x="345838" y="68551"/>
                  </a:lnTo>
                  <a:lnTo>
                    <a:pt x="346739" y="67592"/>
                  </a:lnTo>
                  <a:lnTo>
                    <a:pt x="349421" y="64738"/>
                  </a:lnTo>
                  <a:lnTo>
                    <a:pt x="350527" y="63561"/>
                  </a:lnTo>
                  <a:lnTo>
                    <a:pt x="350879" y="63187"/>
                  </a:lnTo>
                  <a:lnTo>
                    <a:pt x="351302" y="62737"/>
                  </a:lnTo>
                  <a:lnTo>
                    <a:pt x="354025" y="59839"/>
                  </a:lnTo>
                  <a:lnTo>
                    <a:pt x="354970" y="58834"/>
                  </a:lnTo>
                  <a:lnTo>
                    <a:pt x="355699" y="58059"/>
                  </a:lnTo>
                  <a:lnTo>
                    <a:pt x="355872" y="57874"/>
                  </a:lnTo>
                  <a:lnTo>
                    <a:pt x="359493" y="54022"/>
                  </a:lnTo>
                  <a:lnTo>
                    <a:pt x="359901" y="53587"/>
                  </a:lnTo>
                  <a:lnTo>
                    <a:pt x="360584" y="52861"/>
                  </a:lnTo>
                  <a:lnTo>
                    <a:pt x="363412" y="49851"/>
                  </a:lnTo>
                  <a:lnTo>
                    <a:pt x="363922" y="49309"/>
                  </a:lnTo>
                  <a:lnTo>
                    <a:pt x="364232" y="48979"/>
                  </a:lnTo>
                  <a:lnTo>
                    <a:pt x="365489" y="47642"/>
                  </a:lnTo>
                  <a:lnTo>
                    <a:pt x="367667" y="45324"/>
                  </a:lnTo>
                  <a:lnTo>
                    <a:pt x="368223" y="44732"/>
                  </a:lnTo>
                  <a:lnTo>
                    <a:pt x="368345" y="44603"/>
                  </a:lnTo>
                  <a:lnTo>
                    <a:pt x="369899" y="42949"/>
                  </a:lnTo>
                  <a:lnTo>
                    <a:pt x="371214" y="41550"/>
                  </a:lnTo>
                  <a:lnTo>
                    <a:pt x="372632" y="40042"/>
                  </a:lnTo>
                  <a:lnTo>
                    <a:pt x="373304" y="39326"/>
                  </a:lnTo>
                  <a:lnTo>
                    <a:pt x="373532" y="39083"/>
                  </a:lnTo>
                  <a:lnTo>
                    <a:pt x="375315" y="37186"/>
                  </a:lnTo>
                  <a:lnTo>
                    <a:pt x="375691" y="36787"/>
                  </a:lnTo>
                  <a:lnTo>
                    <a:pt x="377262" y="35115"/>
                  </a:lnTo>
                  <a:lnTo>
                    <a:pt x="377791" y="34552"/>
                  </a:lnTo>
                  <a:lnTo>
                    <a:pt x="378182" y="34135"/>
                  </a:lnTo>
                  <a:lnTo>
                    <a:pt x="378459" y="33842"/>
                  </a:lnTo>
                  <a:lnTo>
                    <a:pt x="378588" y="33704"/>
                  </a:lnTo>
                  <a:lnTo>
                    <a:pt x="379072" y="33200"/>
                  </a:lnTo>
                  <a:lnTo>
                    <a:pt x="379411" y="33468"/>
                  </a:lnTo>
                  <a:lnTo>
                    <a:pt x="382750" y="36107"/>
                  </a:lnTo>
                  <a:lnTo>
                    <a:pt x="389743" y="41632"/>
                  </a:lnTo>
                  <a:lnTo>
                    <a:pt x="414240" y="60989"/>
                  </a:lnTo>
                  <a:lnTo>
                    <a:pt x="418938" y="64701"/>
                  </a:lnTo>
                  <a:lnTo>
                    <a:pt x="419736" y="65331"/>
                  </a:lnTo>
                  <a:lnTo>
                    <a:pt x="435993" y="78177"/>
                  </a:lnTo>
                  <a:lnTo>
                    <a:pt x="445363" y="85581"/>
                  </a:lnTo>
                  <a:lnTo>
                    <a:pt x="459844" y="97023"/>
                  </a:lnTo>
                  <a:lnTo>
                    <a:pt x="460416" y="97718"/>
                  </a:lnTo>
                  <a:lnTo>
                    <a:pt x="460563" y="97898"/>
                  </a:lnTo>
                  <a:lnTo>
                    <a:pt x="461000" y="98428"/>
                  </a:lnTo>
                  <a:lnTo>
                    <a:pt x="461677" y="99252"/>
                  </a:lnTo>
                  <a:lnTo>
                    <a:pt x="463210" y="101116"/>
                  </a:lnTo>
                  <a:lnTo>
                    <a:pt x="474487" y="120606"/>
                  </a:lnTo>
                  <a:lnTo>
                    <a:pt x="469087" y="124112"/>
                  </a:lnTo>
                  <a:lnTo>
                    <a:pt x="460379" y="130238"/>
                  </a:lnTo>
                  <a:lnTo>
                    <a:pt x="453754" y="135711"/>
                  </a:lnTo>
                  <a:lnTo>
                    <a:pt x="452123" y="137058"/>
                  </a:lnTo>
                  <a:lnTo>
                    <a:pt x="444311" y="144656"/>
                  </a:lnTo>
                  <a:lnTo>
                    <a:pt x="437534" y="153472"/>
                  </a:lnTo>
                  <a:lnTo>
                    <a:pt x="431301" y="163608"/>
                  </a:lnTo>
                  <a:lnTo>
                    <a:pt x="425619" y="175988"/>
                  </a:lnTo>
                  <a:lnTo>
                    <a:pt x="424610" y="178904"/>
                  </a:lnTo>
                  <a:lnTo>
                    <a:pt x="419488" y="193718"/>
                  </a:lnTo>
                  <a:lnTo>
                    <a:pt x="416423" y="200929"/>
                  </a:lnTo>
                  <a:lnTo>
                    <a:pt x="415598" y="202871"/>
                  </a:lnTo>
                  <a:lnTo>
                    <a:pt x="415519" y="203055"/>
                  </a:lnTo>
                  <a:lnTo>
                    <a:pt x="411636" y="212192"/>
                  </a:lnTo>
                  <a:lnTo>
                    <a:pt x="406578" y="228767"/>
                  </a:lnTo>
                  <a:lnTo>
                    <a:pt x="406238" y="229882"/>
                  </a:lnTo>
                  <a:lnTo>
                    <a:pt x="404511" y="235541"/>
                  </a:lnTo>
                  <a:lnTo>
                    <a:pt x="396481" y="259584"/>
                  </a:lnTo>
                  <a:lnTo>
                    <a:pt x="390909" y="276187"/>
                  </a:lnTo>
                  <a:lnTo>
                    <a:pt x="381874" y="303111"/>
                  </a:lnTo>
                  <a:lnTo>
                    <a:pt x="378773" y="312353"/>
                  </a:lnTo>
                  <a:lnTo>
                    <a:pt x="378679" y="312633"/>
                  </a:lnTo>
                  <a:lnTo>
                    <a:pt x="374339" y="325565"/>
                  </a:lnTo>
                  <a:lnTo>
                    <a:pt x="351018" y="318304"/>
                  </a:lnTo>
                  <a:lnTo>
                    <a:pt x="350104" y="318071"/>
                  </a:lnTo>
                  <a:lnTo>
                    <a:pt x="345589" y="316917"/>
                  </a:lnTo>
                  <a:lnTo>
                    <a:pt x="341179" y="314143"/>
                  </a:lnTo>
                  <a:lnTo>
                    <a:pt x="337786" y="310791"/>
                  </a:lnTo>
                  <a:lnTo>
                    <a:pt x="333373" y="303529"/>
                  </a:lnTo>
                  <a:lnTo>
                    <a:pt x="329638" y="305440"/>
                  </a:lnTo>
                  <a:lnTo>
                    <a:pt x="313039" y="313931"/>
                  </a:lnTo>
                  <a:lnTo>
                    <a:pt x="292849" y="324260"/>
                  </a:lnTo>
                  <a:lnTo>
                    <a:pt x="275362" y="333205"/>
                  </a:lnTo>
                  <a:lnTo>
                    <a:pt x="264083" y="338975"/>
                  </a:lnTo>
                  <a:lnTo>
                    <a:pt x="263591" y="338138"/>
                  </a:lnTo>
                  <a:lnTo>
                    <a:pt x="260939" y="332550"/>
                  </a:lnTo>
                  <a:lnTo>
                    <a:pt x="257931" y="324479"/>
                  </a:lnTo>
                  <a:lnTo>
                    <a:pt x="248623" y="326317"/>
                  </a:lnTo>
                  <a:lnTo>
                    <a:pt x="236755" y="328660"/>
                  </a:lnTo>
                  <a:lnTo>
                    <a:pt x="229571" y="330078"/>
                  </a:lnTo>
                  <a:lnTo>
                    <a:pt x="211495" y="333647"/>
                  </a:lnTo>
                  <a:lnTo>
                    <a:pt x="205857" y="334760"/>
                  </a:lnTo>
                  <a:lnTo>
                    <a:pt x="205144" y="334900"/>
                  </a:lnTo>
                  <a:lnTo>
                    <a:pt x="193500" y="337199"/>
                  </a:lnTo>
                  <a:lnTo>
                    <a:pt x="181415" y="339585"/>
                  </a:lnTo>
                  <a:lnTo>
                    <a:pt x="170554" y="341730"/>
                  </a:lnTo>
                  <a:lnTo>
                    <a:pt x="167094" y="342413"/>
                  </a:lnTo>
                  <a:lnTo>
                    <a:pt x="165676" y="342693"/>
                  </a:lnTo>
                  <a:lnTo>
                    <a:pt x="161452" y="343527"/>
                  </a:lnTo>
                  <a:lnTo>
                    <a:pt x="151829" y="345426"/>
                  </a:lnTo>
                  <a:lnTo>
                    <a:pt x="151725" y="344650"/>
                  </a:lnTo>
                  <a:lnTo>
                    <a:pt x="137559" y="346293"/>
                  </a:lnTo>
                  <a:lnTo>
                    <a:pt x="114418" y="348977"/>
                  </a:lnTo>
                  <a:lnTo>
                    <a:pt x="85319" y="352353"/>
                  </a:lnTo>
                  <a:lnTo>
                    <a:pt x="57150" y="355620"/>
                  </a:lnTo>
                  <a:lnTo>
                    <a:pt x="54670" y="355908"/>
                  </a:lnTo>
                  <a:lnTo>
                    <a:pt x="48493" y="357197"/>
                  </a:lnTo>
                  <a:lnTo>
                    <a:pt x="34356" y="360147"/>
                  </a:lnTo>
                  <a:lnTo>
                    <a:pt x="32251" y="350795"/>
                  </a:lnTo>
                  <a:lnTo>
                    <a:pt x="32054" y="349920"/>
                  </a:lnTo>
                  <a:lnTo>
                    <a:pt x="29399" y="338124"/>
                  </a:lnTo>
                  <a:lnTo>
                    <a:pt x="28329" y="333368"/>
                  </a:lnTo>
                  <a:lnTo>
                    <a:pt x="28087" y="332129"/>
                  </a:lnTo>
                  <a:lnTo>
                    <a:pt x="20655" y="294052"/>
                  </a:lnTo>
                  <a:lnTo>
                    <a:pt x="16478" y="272656"/>
                  </a:lnTo>
                  <a:lnTo>
                    <a:pt x="16330" y="271895"/>
                  </a:lnTo>
                  <a:lnTo>
                    <a:pt x="16283" y="271655"/>
                  </a:lnTo>
                  <a:lnTo>
                    <a:pt x="12089" y="250170"/>
                  </a:lnTo>
                  <a:lnTo>
                    <a:pt x="11995" y="249685"/>
                  </a:lnTo>
                  <a:lnTo>
                    <a:pt x="11168" y="245452"/>
                  </a:lnTo>
                  <a:lnTo>
                    <a:pt x="11053" y="244861"/>
                  </a:lnTo>
                  <a:lnTo>
                    <a:pt x="9154" y="235135"/>
                  </a:lnTo>
                  <a:lnTo>
                    <a:pt x="2841" y="204805"/>
                  </a:lnTo>
                  <a:lnTo>
                    <a:pt x="2240" y="201561"/>
                  </a:lnTo>
                  <a:lnTo>
                    <a:pt x="631" y="192866"/>
                  </a:lnTo>
                  <a:lnTo>
                    <a:pt x="0" y="183025"/>
                  </a:lnTo>
                  <a:lnTo>
                    <a:pt x="900" y="175776"/>
                  </a:lnTo>
                  <a:lnTo>
                    <a:pt x="1262" y="172861"/>
                  </a:lnTo>
                  <a:lnTo>
                    <a:pt x="5951" y="150315"/>
                  </a:lnTo>
                  <a:lnTo>
                    <a:pt x="6919" y="145662"/>
                  </a:lnTo>
                  <a:lnTo>
                    <a:pt x="7495" y="145766"/>
                  </a:lnTo>
                  <a:lnTo>
                    <a:pt x="14303" y="147421"/>
                  </a:lnTo>
                  <a:lnTo>
                    <a:pt x="29331" y="151076"/>
                  </a:lnTo>
                  <a:lnTo>
                    <a:pt x="32249" y="151785"/>
                  </a:lnTo>
                  <a:lnTo>
                    <a:pt x="55217" y="157371"/>
                  </a:lnTo>
                  <a:lnTo>
                    <a:pt x="73387" y="161790"/>
                  </a:lnTo>
                  <a:lnTo>
                    <a:pt x="100190" y="168310"/>
                  </a:lnTo>
                  <a:lnTo>
                    <a:pt x="107056" y="169980"/>
                  </a:lnTo>
                  <a:lnTo>
                    <a:pt x="129781" y="175507"/>
                  </a:lnTo>
                  <a:lnTo>
                    <a:pt x="129696" y="174982"/>
                  </a:lnTo>
                  <a:lnTo>
                    <a:pt x="128089" y="165008"/>
                  </a:lnTo>
                  <a:lnTo>
                    <a:pt x="126581" y="135282"/>
                  </a:lnTo>
                  <a:lnTo>
                    <a:pt x="126234" y="128434"/>
                  </a:lnTo>
                  <a:lnTo>
                    <a:pt x="126239" y="128137"/>
                  </a:lnTo>
                  <a:lnTo>
                    <a:pt x="126370" y="120277"/>
                  </a:lnTo>
                  <a:lnTo>
                    <a:pt x="126162" y="114701"/>
                  </a:lnTo>
                  <a:lnTo>
                    <a:pt x="126527" y="105517"/>
                  </a:lnTo>
                  <a:lnTo>
                    <a:pt x="126593" y="104473"/>
                  </a:lnTo>
                  <a:lnTo>
                    <a:pt x="127058" y="97076"/>
                  </a:lnTo>
                  <a:lnTo>
                    <a:pt x="127084" y="96776"/>
                  </a:lnTo>
                  <a:lnTo>
                    <a:pt x="128503" y="80869"/>
                  </a:lnTo>
                  <a:lnTo>
                    <a:pt x="130597" y="62621"/>
                  </a:lnTo>
                  <a:lnTo>
                    <a:pt x="133683" y="47415"/>
                  </a:lnTo>
                  <a:lnTo>
                    <a:pt x="135768" y="40941"/>
                  </a:lnTo>
                  <a:lnTo>
                    <a:pt x="136086" y="39954"/>
                  </a:lnTo>
                  <a:lnTo>
                    <a:pt x="138455" y="30394"/>
                  </a:lnTo>
                  <a:lnTo>
                    <a:pt x="140635" y="21602"/>
                  </a:lnTo>
                  <a:lnTo>
                    <a:pt x="141157" y="19495"/>
                  </a:lnTo>
                  <a:lnTo>
                    <a:pt x="142045" y="16351"/>
                  </a:lnTo>
                  <a:lnTo>
                    <a:pt x="142947" y="13160"/>
                  </a:lnTo>
                  <a:lnTo>
                    <a:pt x="143534" y="11081"/>
                  </a:lnTo>
                  <a:lnTo>
                    <a:pt x="143654" y="10655"/>
                  </a:lnTo>
                  <a:lnTo>
                    <a:pt x="144402" y="8008"/>
                  </a:lnTo>
                  <a:lnTo>
                    <a:pt x="145283" y="4890"/>
                  </a:lnTo>
                  <a:lnTo>
                    <a:pt x="145406" y="4457"/>
                  </a:lnTo>
                  <a:lnTo>
                    <a:pt x="145546" y="3961"/>
                  </a:lnTo>
                  <a:lnTo>
                    <a:pt x="146023" y="2273"/>
                  </a:lnTo>
                  <a:lnTo>
                    <a:pt x="146065" y="2121"/>
                  </a:lnTo>
                  <a:lnTo>
                    <a:pt x="146127" y="1902"/>
                  </a:lnTo>
                  <a:lnTo>
                    <a:pt x="146607" y="204"/>
                  </a:lnTo>
                  <a:lnTo>
                    <a:pt x="146665" y="0"/>
                  </a:lnTo>
                  <a:lnTo>
                    <a:pt x="147673" y="560"/>
                  </a:lnTo>
                  <a:lnTo>
                    <a:pt x="152527" y="3257"/>
                  </a:lnTo>
                  <a:lnTo>
                    <a:pt x="159363" y="6968"/>
                  </a:lnTo>
                  <a:lnTo>
                    <a:pt x="159638" y="7155"/>
                  </a:lnTo>
                  <a:lnTo>
                    <a:pt x="163123" y="9530"/>
                  </a:lnTo>
                  <a:lnTo>
                    <a:pt x="165036" y="10833"/>
                  </a:lnTo>
                  <a:lnTo>
                    <a:pt x="170551" y="14591"/>
                  </a:lnTo>
                  <a:lnTo>
                    <a:pt x="171787" y="15433"/>
                  </a:lnTo>
                  <a:lnTo>
                    <a:pt x="172040" y="15606"/>
                  </a:lnTo>
                  <a:lnTo>
                    <a:pt x="173209" y="16403"/>
                  </a:lnTo>
                  <a:lnTo>
                    <a:pt x="182672" y="22850"/>
                  </a:lnTo>
                  <a:lnTo>
                    <a:pt x="186032" y="24936"/>
                  </a:lnTo>
                  <a:lnTo>
                    <a:pt x="188178" y="26267"/>
                  </a:lnTo>
                  <a:lnTo>
                    <a:pt x="191966" y="28900"/>
                  </a:lnTo>
                  <a:lnTo>
                    <a:pt x="200246" y="34900"/>
                  </a:lnTo>
                  <a:lnTo>
                    <a:pt x="202214" y="36326"/>
                  </a:lnTo>
                  <a:lnTo>
                    <a:pt x="211993" y="45018"/>
                  </a:lnTo>
                  <a:lnTo>
                    <a:pt x="223212" y="55485"/>
                  </a:lnTo>
                  <a:lnTo>
                    <a:pt x="224873" y="57034"/>
                  </a:lnTo>
                  <a:lnTo>
                    <a:pt x="238222" y="69500"/>
                  </a:lnTo>
                  <a:lnTo>
                    <a:pt x="253077" y="83396"/>
                  </a:lnTo>
                  <a:lnTo>
                    <a:pt x="258732" y="88680"/>
                  </a:lnTo>
                  <a:lnTo>
                    <a:pt x="265677" y="95170"/>
                  </a:lnTo>
                  <a:lnTo>
                    <a:pt x="266407" y="95853"/>
                  </a:lnTo>
                  <a:lnTo>
                    <a:pt x="276298" y="105096"/>
                  </a:lnTo>
                  <a:lnTo>
                    <a:pt x="279702" y="108349"/>
                  </a:lnTo>
                  <a:lnTo>
                    <a:pt x="285941" y="114313"/>
                  </a:lnTo>
                  <a:lnTo>
                    <a:pt x="290300" y="118483"/>
                  </a:lnTo>
                  <a:lnTo>
                    <a:pt x="293399" y="121447"/>
                  </a:lnTo>
                  <a:lnTo>
                    <a:pt x="293602" y="121640"/>
                  </a:lnTo>
                  <a:lnTo>
                    <a:pt x="294090" y="122102"/>
                  </a:lnTo>
                  <a:lnTo>
                    <a:pt x="294395" y="122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824896" y="4180501"/>
              <a:ext cx="390947" cy="395786"/>
            </a:xfrm>
            <a:custGeom>
              <a:avLst/>
              <a:pathLst>
                <a:path w="390947" h="395786">
                  <a:moveTo>
                    <a:pt x="335199" y="9790"/>
                  </a:moveTo>
                  <a:lnTo>
                    <a:pt x="336830" y="22292"/>
                  </a:lnTo>
                  <a:lnTo>
                    <a:pt x="338410" y="29211"/>
                  </a:lnTo>
                  <a:lnTo>
                    <a:pt x="338733" y="30627"/>
                  </a:lnTo>
                  <a:lnTo>
                    <a:pt x="338936" y="31448"/>
                  </a:lnTo>
                  <a:lnTo>
                    <a:pt x="340205" y="36587"/>
                  </a:lnTo>
                  <a:lnTo>
                    <a:pt x="344769" y="55074"/>
                  </a:lnTo>
                  <a:lnTo>
                    <a:pt x="346693" y="62869"/>
                  </a:lnTo>
                  <a:lnTo>
                    <a:pt x="347508" y="66167"/>
                  </a:lnTo>
                  <a:lnTo>
                    <a:pt x="349662" y="74892"/>
                  </a:lnTo>
                  <a:lnTo>
                    <a:pt x="349812" y="75501"/>
                  </a:lnTo>
                  <a:lnTo>
                    <a:pt x="350067" y="76540"/>
                  </a:lnTo>
                  <a:lnTo>
                    <a:pt x="354587" y="94935"/>
                  </a:lnTo>
                  <a:lnTo>
                    <a:pt x="358958" y="112724"/>
                  </a:lnTo>
                  <a:lnTo>
                    <a:pt x="360183" y="117711"/>
                  </a:lnTo>
                  <a:lnTo>
                    <a:pt x="363533" y="130672"/>
                  </a:lnTo>
                  <a:lnTo>
                    <a:pt x="364404" y="134042"/>
                  </a:lnTo>
                  <a:lnTo>
                    <a:pt x="367762" y="147032"/>
                  </a:lnTo>
                  <a:lnTo>
                    <a:pt x="368036" y="148090"/>
                  </a:lnTo>
                  <a:lnTo>
                    <a:pt x="368458" y="149721"/>
                  </a:lnTo>
                  <a:lnTo>
                    <a:pt x="369382" y="153299"/>
                  </a:lnTo>
                  <a:lnTo>
                    <a:pt x="369809" y="154947"/>
                  </a:lnTo>
                  <a:lnTo>
                    <a:pt x="370846" y="158954"/>
                  </a:lnTo>
                  <a:lnTo>
                    <a:pt x="373487" y="169160"/>
                  </a:lnTo>
                  <a:lnTo>
                    <a:pt x="374187" y="171915"/>
                  </a:lnTo>
                  <a:lnTo>
                    <a:pt x="375545" y="177259"/>
                  </a:lnTo>
                  <a:lnTo>
                    <a:pt x="379726" y="193713"/>
                  </a:lnTo>
                  <a:lnTo>
                    <a:pt x="379930" y="194517"/>
                  </a:lnTo>
                  <a:lnTo>
                    <a:pt x="380157" y="195412"/>
                  </a:lnTo>
                  <a:lnTo>
                    <a:pt x="380286" y="195918"/>
                  </a:lnTo>
                  <a:lnTo>
                    <a:pt x="381343" y="200077"/>
                  </a:lnTo>
                  <a:lnTo>
                    <a:pt x="383576" y="208866"/>
                  </a:lnTo>
                  <a:lnTo>
                    <a:pt x="384491" y="212468"/>
                  </a:lnTo>
                  <a:lnTo>
                    <a:pt x="385527" y="216546"/>
                  </a:lnTo>
                  <a:lnTo>
                    <a:pt x="387422" y="223462"/>
                  </a:lnTo>
                  <a:lnTo>
                    <a:pt x="388379" y="227546"/>
                  </a:lnTo>
                  <a:lnTo>
                    <a:pt x="388574" y="228381"/>
                  </a:lnTo>
                  <a:lnTo>
                    <a:pt x="389187" y="231598"/>
                  </a:lnTo>
                  <a:lnTo>
                    <a:pt x="390065" y="236210"/>
                  </a:lnTo>
                  <a:lnTo>
                    <a:pt x="390403" y="238479"/>
                  </a:lnTo>
                  <a:lnTo>
                    <a:pt x="390879" y="241683"/>
                  </a:lnTo>
                  <a:lnTo>
                    <a:pt x="390947" y="247225"/>
                  </a:lnTo>
                  <a:lnTo>
                    <a:pt x="390608" y="253876"/>
                  </a:lnTo>
                  <a:lnTo>
                    <a:pt x="390339" y="255849"/>
                  </a:lnTo>
                  <a:lnTo>
                    <a:pt x="389862" y="259349"/>
                  </a:lnTo>
                  <a:lnTo>
                    <a:pt x="389365" y="261503"/>
                  </a:lnTo>
                  <a:lnTo>
                    <a:pt x="389029" y="262959"/>
                  </a:lnTo>
                  <a:lnTo>
                    <a:pt x="387896" y="267871"/>
                  </a:lnTo>
                  <a:lnTo>
                    <a:pt x="386337" y="272097"/>
                  </a:lnTo>
                  <a:lnTo>
                    <a:pt x="384453" y="276459"/>
                  </a:lnTo>
                  <a:lnTo>
                    <a:pt x="384033" y="277432"/>
                  </a:lnTo>
                  <a:lnTo>
                    <a:pt x="383802" y="277832"/>
                  </a:lnTo>
                  <a:lnTo>
                    <a:pt x="381525" y="281796"/>
                  </a:lnTo>
                  <a:lnTo>
                    <a:pt x="377322" y="287893"/>
                  </a:lnTo>
                  <a:lnTo>
                    <a:pt x="374882" y="290595"/>
                  </a:lnTo>
                  <a:lnTo>
                    <a:pt x="366951" y="298701"/>
                  </a:lnTo>
                  <a:lnTo>
                    <a:pt x="363570" y="301704"/>
                  </a:lnTo>
                  <a:lnTo>
                    <a:pt x="357123" y="307430"/>
                  </a:lnTo>
                  <a:lnTo>
                    <a:pt x="337601" y="325166"/>
                  </a:lnTo>
                  <a:lnTo>
                    <a:pt x="333331" y="329184"/>
                  </a:lnTo>
                  <a:lnTo>
                    <a:pt x="328836" y="333540"/>
                  </a:lnTo>
                  <a:lnTo>
                    <a:pt x="328111" y="334241"/>
                  </a:lnTo>
                  <a:lnTo>
                    <a:pt x="323773" y="338675"/>
                  </a:lnTo>
                  <a:lnTo>
                    <a:pt x="322671" y="339957"/>
                  </a:lnTo>
                  <a:lnTo>
                    <a:pt x="322439" y="340226"/>
                  </a:lnTo>
                  <a:lnTo>
                    <a:pt x="320272" y="342753"/>
                  </a:lnTo>
                  <a:lnTo>
                    <a:pt x="317469" y="346504"/>
                  </a:lnTo>
                  <a:lnTo>
                    <a:pt x="314148" y="351284"/>
                  </a:lnTo>
                  <a:lnTo>
                    <a:pt x="311352" y="356154"/>
                  </a:lnTo>
                  <a:lnTo>
                    <a:pt x="309607" y="360230"/>
                  </a:lnTo>
                  <a:lnTo>
                    <a:pt x="306990" y="366344"/>
                  </a:lnTo>
                  <a:lnTo>
                    <a:pt x="303750" y="375132"/>
                  </a:lnTo>
                  <a:lnTo>
                    <a:pt x="297278" y="394844"/>
                  </a:lnTo>
                  <a:lnTo>
                    <a:pt x="296994" y="395786"/>
                  </a:lnTo>
                  <a:lnTo>
                    <a:pt x="287863" y="392536"/>
                  </a:lnTo>
                  <a:lnTo>
                    <a:pt x="267334" y="385231"/>
                  </a:lnTo>
                  <a:lnTo>
                    <a:pt x="246663" y="377874"/>
                  </a:lnTo>
                  <a:lnTo>
                    <a:pt x="236818" y="374371"/>
                  </a:lnTo>
                  <a:lnTo>
                    <a:pt x="231460" y="372464"/>
                  </a:lnTo>
                  <a:lnTo>
                    <a:pt x="223573" y="368815"/>
                  </a:lnTo>
                  <a:lnTo>
                    <a:pt x="222252" y="368204"/>
                  </a:lnTo>
                  <a:lnTo>
                    <a:pt x="221902" y="368052"/>
                  </a:lnTo>
                  <a:lnTo>
                    <a:pt x="200859" y="358930"/>
                  </a:lnTo>
                  <a:lnTo>
                    <a:pt x="199036" y="358140"/>
                  </a:lnTo>
                  <a:lnTo>
                    <a:pt x="196898" y="357213"/>
                  </a:lnTo>
                  <a:lnTo>
                    <a:pt x="166845" y="345132"/>
                  </a:lnTo>
                  <a:lnTo>
                    <a:pt x="165881" y="344708"/>
                  </a:lnTo>
                  <a:lnTo>
                    <a:pt x="160745" y="342453"/>
                  </a:lnTo>
                  <a:lnTo>
                    <a:pt x="146234" y="336079"/>
                  </a:lnTo>
                  <a:lnTo>
                    <a:pt x="144987" y="335532"/>
                  </a:lnTo>
                  <a:lnTo>
                    <a:pt x="140247" y="333673"/>
                  </a:lnTo>
                  <a:lnTo>
                    <a:pt x="139139" y="333239"/>
                  </a:lnTo>
                  <a:lnTo>
                    <a:pt x="110133" y="321870"/>
                  </a:lnTo>
                  <a:lnTo>
                    <a:pt x="109473" y="321604"/>
                  </a:lnTo>
                  <a:lnTo>
                    <a:pt x="107336" y="320745"/>
                  </a:lnTo>
                  <a:lnTo>
                    <a:pt x="86441" y="312336"/>
                  </a:lnTo>
                  <a:lnTo>
                    <a:pt x="85999" y="312152"/>
                  </a:lnTo>
                  <a:lnTo>
                    <a:pt x="84756" y="311632"/>
                  </a:lnTo>
                  <a:lnTo>
                    <a:pt x="84237" y="311415"/>
                  </a:lnTo>
                  <a:lnTo>
                    <a:pt x="61508" y="301914"/>
                  </a:lnTo>
                  <a:lnTo>
                    <a:pt x="58476" y="300647"/>
                  </a:lnTo>
                  <a:lnTo>
                    <a:pt x="47264" y="296320"/>
                  </a:lnTo>
                  <a:lnTo>
                    <a:pt x="41455" y="293236"/>
                  </a:lnTo>
                  <a:lnTo>
                    <a:pt x="32043" y="286733"/>
                  </a:lnTo>
                  <a:lnTo>
                    <a:pt x="18509" y="275068"/>
                  </a:lnTo>
                  <a:lnTo>
                    <a:pt x="14547" y="270259"/>
                  </a:lnTo>
                  <a:lnTo>
                    <a:pt x="8405" y="262803"/>
                  </a:lnTo>
                  <a:lnTo>
                    <a:pt x="0" y="248513"/>
                  </a:lnTo>
                  <a:lnTo>
                    <a:pt x="11278" y="242743"/>
                  </a:lnTo>
                  <a:lnTo>
                    <a:pt x="28765" y="233797"/>
                  </a:lnTo>
                  <a:lnTo>
                    <a:pt x="48956" y="223468"/>
                  </a:lnTo>
                  <a:lnTo>
                    <a:pt x="65554" y="214977"/>
                  </a:lnTo>
                  <a:lnTo>
                    <a:pt x="69289" y="213067"/>
                  </a:lnTo>
                  <a:lnTo>
                    <a:pt x="73702" y="220328"/>
                  </a:lnTo>
                  <a:lnTo>
                    <a:pt x="77095" y="223680"/>
                  </a:lnTo>
                  <a:lnTo>
                    <a:pt x="81506" y="226454"/>
                  </a:lnTo>
                  <a:lnTo>
                    <a:pt x="86020" y="227608"/>
                  </a:lnTo>
                  <a:lnTo>
                    <a:pt x="86934" y="227842"/>
                  </a:lnTo>
                  <a:lnTo>
                    <a:pt x="110255" y="235102"/>
                  </a:lnTo>
                  <a:lnTo>
                    <a:pt x="114595" y="222171"/>
                  </a:lnTo>
                  <a:lnTo>
                    <a:pt x="114689" y="221890"/>
                  </a:lnTo>
                  <a:lnTo>
                    <a:pt x="117790" y="212648"/>
                  </a:lnTo>
                  <a:lnTo>
                    <a:pt x="126826" y="185725"/>
                  </a:lnTo>
                  <a:lnTo>
                    <a:pt x="132398" y="169121"/>
                  </a:lnTo>
                  <a:lnTo>
                    <a:pt x="140427" y="145079"/>
                  </a:lnTo>
                  <a:lnTo>
                    <a:pt x="142154" y="139419"/>
                  </a:lnTo>
                  <a:lnTo>
                    <a:pt x="142494" y="138304"/>
                  </a:lnTo>
                  <a:lnTo>
                    <a:pt x="147552" y="121729"/>
                  </a:lnTo>
                  <a:lnTo>
                    <a:pt x="151435" y="112593"/>
                  </a:lnTo>
                  <a:lnTo>
                    <a:pt x="151514" y="112408"/>
                  </a:lnTo>
                  <a:lnTo>
                    <a:pt x="152339" y="110466"/>
                  </a:lnTo>
                  <a:lnTo>
                    <a:pt x="155404" y="103255"/>
                  </a:lnTo>
                  <a:lnTo>
                    <a:pt x="160527" y="88441"/>
                  </a:lnTo>
                  <a:lnTo>
                    <a:pt x="161535" y="85526"/>
                  </a:lnTo>
                  <a:lnTo>
                    <a:pt x="167217" y="73145"/>
                  </a:lnTo>
                  <a:lnTo>
                    <a:pt x="173450" y="63009"/>
                  </a:lnTo>
                  <a:lnTo>
                    <a:pt x="180227" y="54193"/>
                  </a:lnTo>
                  <a:lnTo>
                    <a:pt x="188039" y="46595"/>
                  </a:lnTo>
                  <a:lnTo>
                    <a:pt x="189670" y="45248"/>
                  </a:lnTo>
                  <a:lnTo>
                    <a:pt x="196295" y="39775"/>
                  </a:lnTo>
                  <a:lnTo>
                    <a:pt x="205003" y="33649"/>
                  </a:lnTo>
                  <a:lnTo>
                    <a:pt x="210403" y="30143"/>
                  </a:lnTo>
                  <a:lnTo>
                    <a:pt x="223556" y="24542"/>
                  </a:lnTo>
                  <a:lnTo>
                    <a:pt x="234845" y="20684"/>
                  </a:lnTo>
                  <a:lnTo>
                    <a:pt x="236162" y="20234"/>
                  </a:lnTo>
                  <a:lnTo>
                    <a:pt x="243192" y="18494"/>
                  </a:lnTo>
                  <a:lnTo>
                    <a:pt x="243332" y="18460"/>
                  </a:lnTo>
                  <a:lnTo>
                    <a:pt x="244500" y="18171"/>
                  </a:lnTo>
                  <a:lnTo>
                    <a:pt x="245771" y="17861"/>
                  </a:lnTo>
                  <a:lnTo>
                    <a:pt x="271512" y="11593"/>
                  </a:lnTo>
                  <a:lnTo>
                    <a:pt x="271954" y="14713"/>
                  </a:lnTo>
                  <a:lnTo>
                    <a:pt x="273640" y="14296"/>
                  </a:lnTo>
                  <a:lnTo>
                    <a:pt x="288637" y="10589"/>
                  </a:lnTo>
                  <a:lnTo>
                    <a:pt x="288899" y="10525"/>
                  </a:lnTo>
                  <a:lnTo>
                    <a:pt x="290553" y="10116"/>
                  </a:lnTo>
                  <a:lnTo>
                    <a:pt x="295017" y="9012"/>
                  </a:lnTo>
                  <a:lnTo>
                    <a:pt x="302246" y="7226"/>
                  </a:lnTo>
                  <a:lnTo>
                    <a:pt x="307087" y="6029"/>
                  </a:lnTo>
                  <a:lnTo>
                    <a:pt x="307886" y="5832"/>
                  </a:lnTo>
                  <a:lnTo>
                    <a:pt x="310144" y="5274"/>
                  </a:lnTo>
                  <a:lnTo>
                    <a:pt x="313713" y="4460"/>
                  </a:lnTo>
                  <a:lnTo>
                    <a:pt x="321212" y="2752"/>
                  </a:lnTo>
                  <a:lnTo>
                    <a:pt x="324750" y="1946"/>
                  </a:lnTo>
                  <a:lnTo>
                    <a:pt x="325543" y="1765"/>
                  </a:lnTo>
                  <a:lnTo>
                    <a:pt x="332648" y="146"/>
                  </a:lnTo>
                  <a:lnTo>
                    <a:pt x="3338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563671" y="4732207"/>
              <a:ext cx="484798" cy="484270"/>
            </a:xfrm>
            <a:custGeom>
              <a:avLst/>
              <a:pathLst>
                <a:path w="484798" h="484270">
                  <a:moveTo>
                    <a:pt x="484798" y="62725"/>
                  </a:moveTo>
                  <a:lnTo>
                    <a:pt x="484735" y="62917"/>
                  </a:lnTo>
                  <a:lnTo>
                    <a:pt x="477456" y="85154"/>
                  </a:lnTo>
                  <a:lnTo>
                    <a:pt x="477253" y="85773"/>
                  </a:lnTo>
                  <a:lnTo>
                    <a:pt x="476507" y="88054"/>
                  </a:lnTo>
                  <a:lnTo>
                    <a:pt x="476068" y="89346"/>
                  </a:lnTo>
                  <a:lnTo>
                    <a:pt x="475711" y="90398"/>
                  </a:lnTo>
                  <a:lnTo>
                    <a:pt x="465590" y="120217"/>
                  </a:lnTo>
                  <a:lnTo>
                    <a:pt x="462254" y="130204"/>
                  </a:lnTo>
                  <a:lnTo>
                    <a:pt x="461824" y="131492"/>
                  </a:lnTo>
                  <a:lnTo>
                    <a:pt x="458324" y="141970"/>
                  </a:lnTo>
                  <a:lnTo>
                    <a:pt x="442909" y="188118"/>
                  </a:lnTo>
                  <a:lnTo>
                    <a:pt x="442726" y="188667"/>
                  </a:lnTo>
                  <a:lnTo>
                    <a:pt x="437213" y="205862"/>
                  </a:lnTo>
                  <a:lnTo>
                    <a:pt x="435616" y="210844"/>
                  </a:lnTo>
                  <a:lnTo>
                    <a:pt x="435506" y="211186"/>
                  </a:lnTo>
                  <a:lnTo>
                    <a:pt x="432468" y="220664"/>
                  </a:lnTo>
                  <a:lnTo>
                    <a:pt x="428405" y="233336"/>
                  </a:lnTo>
                  <a:lnTo>
                    <a:pt x="427343" y="236650"/>
                  </a:lnTo>
                  <a:lnTo>
                    <a:pt x="427116" y="237626"/>
                  </a:lnTo>
                  <a:lnTo>
                    <a:pt x="426241" y="241405"/>
                  </a:lnTo>
                  <a:lnTo>
                    <a:pt x="425889" y="242653"/>
                  </a:lnTo>
                  <a:lnTo>
                    <a:pt x="425788" y="243013"/>
                  </a:lnTo>
                  <a:lnTo>
                    <a:pt x="422485" y="254741"/>
                  </a:lnTo>
                  <a:lnTo>
                    <a:pt x="413880" y="279691"/>
                  </a:lnTo>
                  <a:lnTo>
                    <a:pt x="413088" y="281986"/>
                  </a:lnTo>
                  <a:lnTo>
                    <a:pt x="411967" y="285238"/>
                  </a:lnTo>
                  <a:lnTo>
                    <a:pt x="409465" y="292491"/>
                  </a:lnTo>
                  <a:lnTo>
                    <a:pt x="409333" y="292873"/>
                  </a:lnTo>
                  <a:lnTo>
                    <a:pt x="406689" y="300675"/>
                  </a:lnTo>
                  <a:lnTo>
                    <a:pt x="403096" y="311278"/>
                  </a:lnTo>
                  <a:lnTo>
                    <a:pt x="395100" y="334871"/>
                  </a:lnTo>
                  <a:lnTo>
                    <a:pt x="392205" y="343416"/>
                  </a:lnTo>
                  <a:lnTo>
                    <a:pt x="391011" y="347234"/>
                  </a:lnTo>
                  <a:lnTo>
                    <a:pt x="385685" y="364284"/>
                  </a:lnTo>
                  <a:lnTo>
                    <a:pt x="378804" y="386308"/>
                  </a:lnTo>
                  <a:lnTo>
                    <a:pt x="378502" y="387340"/>
                  </a:lnTo>
                  <a:lnTo>
                    <a:pt x="378070" y="388819"/>
                  </a:lnTo>
                  <a:lnTo>
                    <a:pt x="373842" y="403283"/>
                  </a:lnTo>
                  <a:lnTo>
                    <a:pt x="370916" y="413289"/>
                  </a:lnTo>
                  <a:lnTo>
                    <a:pt x="370535" y="414595"/>
                  </a:lnTo>
                  <a:lnTo>
                    <a:pt x="370164" y="415865"/>
                  </a:lnTo>
                  <a:lnTo>
                    <a:pt x="365614" y="429481"/>
                  </a:lnTo>
                  <a:lnTo>
                    <a:pt x="362881" y="437998"/>
                  </a:lnTo>
                  <a:lnTo>
                    <a:pt x="360980" y="443923"/>
                  </a:lnTo>
                  <a:lnTo>
                    <a:pt x="355352" y="461461"/>
                  </a:lnTo>
                  <a:lnTo>
                    <a:pt x="355222" y="461833"/>
                  </a:lnTo>
                  <a:lnTo>
                    <a:pt x="347367" y="484270"/>
                  </a:lnTo>
                  <a:lnTo>
                    <a:pt x="347185" y="484160"/>
                  </a:lnTo>
                  <a:lnTo>
                    <a:pt x="321606" y="468729"/>
                  </a:lnTo>
                  <a:lnTo>
                    <a:pt x="302790" y="457310"/>
                  </a:lnTo>
                  <a:lnTo>
                    <a:pt x="283690" y="445836"/>
                  </a:lnTo>
                  <a:lnTo>
                    <a:pt x="264086" y="433940"/>
                  </a:lnTo>
                  <a:lnTo>
                    <a:pt x="244365" y="422058"/>
                  </a:lnTo>
                  <a:lnTo>
                    <a:pt x="235517" y="417395"/>
                  </a:lnTo>
                  <a:lnTo>
                    <a:pt x="223138" y="410872"/>
                  </a:lnTo>
                  <a:lnTo>
                    <a:pt x="220639" y="409555"/>
                  </a:lnTo>
                  <a:lnTo>
                    <a:pt x="217796" y="408057"/>
                  </a:lnTo>
                  <a:lnTo>
                    <a:pt x="205690" y="401677"/>
                  </a:lnTo>
                  <a:lnTo>
                    <a:pt x="176480" y="400166"/>
                  </a:lnTo>
                  <a:lnTo>
                    <a:pt x="163351" y="402819"/>
                  </a:lnTo>
                  <a:lnTo>
                    <a:pt x="162886" y="402913"/>
                  </a:lnTo>
                  <a:lnTo>
                    <a:pt x="162003" y="403092"/>
                  </a:lnTo>
                  <a:lnTo>
                    <a:pt x="152634" y="404985"/>
                  </a:lnTo>
                  <a:lnTo>
                    <a:pt x="129512" y="409880"/>
                  </a:lnTo>
                  <a:lnTo>
                    <a:pt x="106556" y="414797"/>
                  </a:lnTo>
                  <a:lnTo>
                    <a:pt x="84192" y="419601"/>
                  </a:lnTo>
                  <a:lnTo>
                    <a:pt x="83044" y="419853"/>
                  </a:lnTo>
                  <a:lnTo>
                    <a:pt x="75697" y="421467"/>
                  </a:lnTo>
                  <a:lnTo>
                    <a:pt x="69222" y="422889"/>
                  </a:lnTo>
                  <a:lnTo>
                    <a:pt x="63804" y="424079"/>
                  </a:lnTo>
                  <a:lnTo>
                    <a:pt x="30743" y="431336"/>
                  </a:lnTo>
                  <a:lnTo>
                    <a:pt x="25714" y="406614"/>
                  </a:lnTo>
                  <a:lnTo>
                    <a:pt x="20090" y="378964"/>
                  </a:lnTo>
                  <a:lnTo>
                    <a:pt x="2678" y="293277"/>
                  </a:lnTo>
                  <a:lnTo>
                    <a:pt x="1283" y="284706"/>
                  </a:lnTo>
                  <a:lnTo>
                    <a:pt x="242" y="278317"/>
                  </a:lnTo>
                  <a:lnTo>
                    <a:pt x="0" y="276826"/>
                  </a:lnTo>
                  <a:lnTo>
                    <a:pt x="14906" y="273805"/>
                  </a:lnTo>
                  <a:lnTo>
                    <a:pt x="18948" y="272691"/>
                  </a:lnTo>
                  <a:lnTo>
                    <a:pt x="24911" y="270922"/>
                  </a:lnTo>
                  <a:lnTo>
                    <a:pt x="29911" y="269438"/>
                  </a:lnTo>
                  <a:lnTo>
                    <a:pt x="31751" y="268892"/>
                  </a:lnTo>
                  <a:lnTo>
                    <a:pt x="34174" y="267819"/>
                  </a:lnTo>
                  <a:lnTo>
                    <a:pt x="35447" y="267254"/>
                  </a:lnTo>
                  <a:lnTo>
                    <a:pt x="39271" y="265971"/>
                  </a:lnTo>
                  <a:lnTo>
                    <a:pt x="40390" y="265595"/>
                  </a:lnTo>
                  <a:lnTo>
                    <a:pt x="45122" y="263036"/>
                  </a:lnTo>
                  <a:lnTo>
                    <a:pt x="48526" y="261196"/>
                  </a:lnTo>
                  <a:lnTo>
                    <a:pt x="51325" y="259682"/>
                  </a:lnTo>
                  <a:lnTo>
                    <a:pt x="62892" y="252374"/>
                  </a:lnTo>
                  <a:lnTo>
                    <a:pt x="74386" y="241384"/>
                  </a:lnTo>
                  <a:lnTo>
                    <a:pt x="75931" y="239907"/>
                  </a:lnTo>
                  <a:lnTo>
                    <a:pt x="91569" y="219459"/>
                  </a:lnTo>
                  <a:lnTo>
                    <a:pt x="98903" y="224613"/>
                  </a:lnTo>
                  <a:lnTo>
                    <a:pt x="103316" y="227714"/>
                  </a:lnTo>
                  <a:lnTo>
                    <a:pt x="118449" y="236812"/>
                  </a:lnTo>
                  <a:lnTo>
                    <a:pt x="119889" y="237678"/>
                  </a:lnTo>
                  <a:lnTo>
                    <a:pt x="120149" y="237835"/>
                  </a:lnTo>
                  <a:lnTo>
                    <a:pt x="121808" y="238832"/>
                  </a:lnTo>
                  <a:lnTo>
                    <a:pt x="122039" y="238970"/>
                  </a:lnTo>
                  <a:lnTo>
                    <a:pt x="178329" y="258482"/>
                  </a:lnTo>
                  <a:lnTo>
                    <a:pt x="185713" y="236812"/>
                  </a:lnTo>
                  <a:lnTo>
                    <a:pt x="186731" y="233823"/>
                  </a:lnTo>
                  <a:lnTo>
                    <a:pt x="190220" y="223585"/>
                  </a:lnTo>
                  <a:lnTo>
                    <a:pt x="199533" y="195644"/>
                  </a:lnTo>
                  <a:lnTo>
                    <a:pt x="201312" y="190340"/>
                  </a:lnTo>
                  <a:lnTo>
                    <a:pt x="210890" y="161792"/>
                  </a:lnTo>
                  <a:lnTo>
                    <a:pt x="221958" y="128805"/>
                  </a:lnTo>
                  <a:lnTo>
                    <a:pt x="222124" y="128322"/>
                  </a:lnTo>
                  <a:lnTo>
                    <a:pt x="222294" y="127824"/>
                  </a:lnTo>
                  <a:lnTo>
                    <a:pt x="230703" y="103268"/>
                  </a:lnTo>
                  <a:lnTo>
                    <a:pt x="230972" y="102455"/>
                  </a:lnTo>
                  <a:lnTo>
                    <a:pt x="231176" y="101841"/>
                  </a:lnTo>
                  <a:lnTo>
                    <a:pt x="237517" y="82726"/>
                  </a:lnTo>
                  <a:lnTo>
                    <a:pt x="242074" y="68988"/>
                  </a:lnTo>
                  <a:lnTo>
                    <a:pt x="254957" y="30153"/>
                  </a:lnTo>
                  <a:lnTo>
                    <a:pt x="255207" y="29401"/>
                  </a:lnTo>
                  <a:lnTo>
                    <a:pt x="264960" y="0"/>
                  </a:lnTo>
                  <a:lnTo>
                    <a:pt x="265755" y="277"/>
                  </a:lnTo>
                  <a:lnTo>
                    <a:pt x="289742" y="8644"/>
                  </a:lnTo>
                  <a:lnTo>
                    <a:pt x="291563" y="9078"/>
                  </a:lnTo>
                  <a:lnTo>
                    <a:pt x="298104" y="10638"/>
                  </a:lnTo>
                  <a:lnTo>
                    <a:pt x="298850" y="10755"/>
                  </a:lnTo>
                  <a:lnTo>
                    <a:pt x="305351" y="11778"/>
                  </a:lnTo>
                  <a:lnTo>
                    <a:pt x="316361" y="13202"/>
                  </a:lnTo>
                  <a:lnTo>
                    <a:pt x="329321" y="14199"/>
                  </a:lnTo>
                  <a:lnTo>
                    <a:pt x="342422" y="16051"/>
                  </a:lnTo>
                  <a:lnTo>
                    <a:pt x="344375" y="16439"/>
                  </a:lnTo>
                  <a:lnTo>
                    <a:pt x="346406" y="16843"/>
                  </a:lnTo>
                  <a:lnTo>
                    <a:pt x="347439" y="17048"/>
                  </a:lnTo>
                  <a:lnTo>
                    <a:pt x="362351" y="21891"/>
                  </a:lnTo>
                  <a:lnTo>
                    <a:pt x="363064" y="22139"/>
                  </a:lnTo>
                  <a:lnTo>
                    <a:pt x="364417" y="22490"/>
                  </a:lnTo>
                  <a:lnTo>
                    <a:pt x="365440" y="22851"/>
                  </a:lnTo>
                  <a:lnTo>
                    <a:pt x="367355" y="23527"/>
                  </a:lnTo>
                  <a:lnTo>
                    <a:pt x="367882" y="23713"/>
                  </a:lnTo>
                  <a:lnTo>
                    <a:pt x="374394" y="26012"/>
                  </a:lnTo>
                  <a:lnTo>
                    <a:pt x="380620" y="28211"/>
                  </a:lnTo>
                  <a:lnTo>
                    <a:pt x="389544" y="31167"/>
                  </a:lnTo>
                  <a:lnTo>
                    <a:pt x="391304" y="31750"/>
                  </a:lnTo>
                  <a:lnTo>
                    <a:pt x="392214" y="32052"/>
                  </a:lnTo>
                  <a:lnTo>
                    <a:pt x="439481" y="4771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594419" y="5132374"/>
              <a:ext cx="316618" cy="596719"/>
            </a:xfrm>
            <a:custGeom>
              <a:avLst/>
              <a:pathLst>
                <a:path w="316618" h="596719">
                  <a:moveTo>
                    <a:pt x="148697" y="584875"/>
                  </a:moveTo>
                  <a:lnTo>
                    <a:pt x="144836" y="596719"/>
                  </a:lnTo>
                  <a:lnTo>
                    <a:pt x="122037" y="589999"/>
                  </a:lnTo>
                  <a:lnTo>
                    <a:pt x="119920" y="578376"/>
                  </a:lnTo>
                  <a:lnTo>
                    <a:pt x="91845" y="447236"/>
                  </a:lnTo>
                  <a:lnTo>
                    <a:pt x="87315" y="426322"/>
                  </a:lnTo>
                  <a:lnTo>
                    <a:pt x="68391" y="338953"/>
                  </a:lnTo>
                  <a:lnTo>
                    <a:pt x="34292" y="187235"/>
                  </a:lnTo>
                  <a:lnTo>
                    <a:pt x="15050" y="100933"/>
                  </a:lnTo>
                  <a:lnTo>
                    <a:pt x="0" y="31193"/>
                  </a:lnTo>
                  <a:lnTo>
                    <a:pt x="33055" y="23912"/>
                  </a:lnTo>
                  <a:lnTo>
                    <a:pt x="38474" y="22722"/>
                  </a:lnTo>
                  <a:lnTo>
                    <a:pt x="44948" y="21300"/>
                  </a:lnTo>
                  <a:lnTo>
                    <a:pt x="52295" y="19687"/>
                  </a:lnTo>
                  <a:lnTo>
                    <a:pt x="53444" y="19434"/>
                  </a:lnTo>
                  <a:lnTo>
                    <a:pt x="75807" y="14630"/>
                  </a:lnTo>
                  <a:lnTo>
                    <a:pt x="98764" y="9713"/>
                  </a:lnTo>
                  <a:lnTo>
                    <a:pt x="121888" y="4817"/>
                  </a:lnTo>
                  <a:lnTo>
                    <a:pt x="131255" y="2925"/>
                  </a:lnTo>
                  <a:lnTo>
                    <a:pt x="132138" y="2746"/>
                  </a:lnTo>
                  <a:lnTo>
                    <a:pt x="132602" y="2652"/>
                  </a:lnTo>
                  <a:lnTo>
                    <a:pt x="145732" y="0"/>
                  </a:lnTo>
                  <a:lnTo>
                    <a:pt x="174942" y="1510"/>
                  </a:lnTo>
                  <a:lnTo>
                    <a:pt x="187047" y="7890"/>
                  </a:lnTo>
                  <a:lnTo>
                    <a:pt x="189891" y="9388"/>
                  </a:lnTo>
                  <a:lnTo>
                    <a:pt x="192389" y="10705"/>
                  </a:lnTo>
                  <a:lnTo>
                    <a:pt x="204769" y="17229"/>
                  </a:lnTo>
                  <a:lnTo>
                    <a:pt x="213616" y="21891"/>
                  </a:lnTo>
                  <a:lnTo>
                    <a:pt x="233338" y="33773"/>
                  </a:lnTo>
                  <a:lnTo>
                    <a:pt x="252942" y="45669"/>
                  </a:lnTo>
                  <a:lnTo>
                    <a:pt x="272042" y="57143"/>
                  </a:lnTo>
                  <a:lnTo>
                    <a:pt x="290887" y="68580"/>
                  </a:lnTo>
                  <a:lnTo>
                    <a:pt x="316436" y="83993"/>
                  </a:lnTo>
                  <a:lnTo>
                    <a:pt x="316618" y="84103"/>
                  </a:lnTo>
                  <a:lnTo>
                    <a:pt x="315579" y="85869"/>
                  </a:lnTo>
                  <a:lnTo>
                    <a:pt x="278672" y="148596"/>
                  </a:lnTo>
                  <a:lnTo>
                    <a:pt x="267786" y="166454"/>
                  </a:lnTo>
                  <a:lnTo>
                    <a:pt x="266816" y="168045"/>
                  </a:lnTo>
                  <a:lnTo>
                    <a:pt x="256048" y="185993"/>
                  </a:lnTo>
                  <a:lnTo>
                    <a:pt x="255027" y="187685"/>
                  </a:lnTo>
                  <a:lnTo>
                    <a:pt x="252983" y="191072"/>
                  </a:lnTo>
                  <a:lnTo>
                    <a:pt x="248676" y="199031"/>
                  </a:lnTo>
                  <a:lnTo>
                    <a:pt x="246776" y="203801"/>
                  </a:lnTo>
                  <a:lnTo>
                    <a:pt x="245776" y="206312"/>
                  </a:lnTo>
                  <a:lnTo>
                    <a:pt x="244123" y="211962"/>
                  </a:lnTo>
                  <a:lnTo>
                    <a:pt x="243880" y="212794"/>
                  </a:lnTo>
                  <a:lnTo>
                    <a:pt x="243126" y="215370"/>
                  </a:lnTo>
                  <a:lnTo>
                    <a:pt x="241801" y="222651"/>
                  </a:lnTo>
                  <a:lnTo>
                    <a:pt x="241304" y="229424"/>
                  </a:lnTo>
                  <a:lnTo>
                    <a:pt x="241138" y="238991"/>
                  </a:lnTo>
                  <a:lnTo>
                    <a:pt x="241146" y="239174"/>
                  </a:lnTo>
                  <a:lnTo>
                    <a:pt x="241319" y="243162"/>
                  </a:lnTo>
                  <a:lnTo>
                    <a:pt x="241599" y="249631"/>
                  </a:lnTo>
                  <a:lnTo>
                    <a:pt x="241779" y="253767"/>
                  </a:lnTo>
                  <a:lnTo>
                    <a:pt x="241811" y="254516"/>
                  </a:lnTo>
                  <a:lnTo>
                    <a:pt x="242014" y="259195"/>
                  </a:lnTo>
                  <a:lnTo>
                    <a:pt x="242444" y="286307"/>
                  </a:lnTo>
                  <a:lnTo>
                    <a:pt x="242455" y="287011"/>
                  </a:lnTo>
                  <a:lnTo>
                    <a:pt x="242465" y="287604"/>
                  </a:lnTo>
                  <a:lnTo>
                    <a:pt x="242495" y="288421"/>
                  </a:lnTo>
                  <a:lnTo>
                    <a:pt x="242856" y="298325"/>
                  </a:lnTo>
                  <a:lnTo>
                    <a:pt x="243694" y="315148"/>
                  </a:lnTo>
                  <a:lnTo>
                    <a:pt x="243877" y="318812"/>
                  </a:lnTo>
                  <a:lnTo>
                    <a:pt x="244026" y="322093"/>
                  </a:lnTo>
                  <a:lnTo>
                    <a:pt x="244643" y="335646"/>
                  </a:lnTo>
                  <a:lnTo>
                    <a:pt x="244706" y="338456"/>
                  </a:lnTo>
                  <a:lnTo>
                    <a:pt x="244835" y="344271"/>
                  </a:lnTo>
                  <a:lnTo>
                    <a:pt x="244988" y="351139"/>
                  </a:lnTo>
                  <a:lnTo>
                    <a:pt x="245026" y="352870"/>
                  </a:lnTo>
                  <a:lnTo>
                    <a:pt x="244372" y="366368"/>
                  </a:lnTo>
                  <a:lnTo>
                    <a:pt x="243597" y="376454"/>
                  </a:lnTo>
                  <a:lnTo>
                    <a:pt x="242271" y="385348"/>
                  </a:lnTo>
                  <a:lnTo>
                    <a:pt x="241976" y="387331"/>
                  </a:lnTo>
                  <a:lnTo>
                    <a:pt x="241286" y="390390"/>
                  </a:lnTo>
                  <a:lnTo>
                    <a:pt x="239153" y="399847"/>
                  </a:lnTo>
                  <a:lnTo>
                    <a:pt x="236728" y="409242"/>
                  </a:lnTo>
                  <a:lnTo>
                    <a:pt x="235119" y="414871"/>
                  </a:lnTo>
                  <a:lnTo>
                    <a:pt x="233408" y="420856"/>
                  </a:lnTo>
                  <a:lnTo>
                    <a:pt x="232975" y="422167"/>
                  </a:lnTo>
                  <a:lnTo>
                    <a:pt x="231863" y="425527"/>
                  </a:lnTo>
                  <a:lnTo>
                    <a:pt x="230315" y="430194"/>
                  </a:lnTo>
                  <a:lnTo>
                    <a:pt x="223780" y="446577"/>
                  </a:lnTo>
                  <a:lnTo>
                    <a:pt x="223578" y="447084"/>
                  </a:lnTo>
                  <a:lnTo>
                    <a:pt x="219444" y="456355"/>
                  </a:lnTo>
                  <a:lnTo>
                    <a:pt x="218981" y="457393"/>
                  </a:lnTo>
                  <a:lnTo>
                    <a:pt x="215446" y="464407"/>
                  </a:lnTo>
                  <a:lnTo>
                    <a:pt x="214641" y="466005"/>
                  </a:lnTo>
                  <a:lnTo>
                    <a:pt x="209023" y="475792"/>
                  </a:lnTo>
                  <a:lnTo>
                    <a:pt x="201967" y="487812"/>
                  </a:lnTo>
                  <a:lnTo>
                    <a:pt x="195235" y="499280"/>
                  </a:lnTo>
                  <a:lnTo>
                    <a:pt x="194528" y="500460"/>
                  </a:lnTo>
                  <a:lnTo>
                    <a:pt x="187353" y="512423"/>
                  </a:lnTo>
                  <a:lnTo>
                    <a:pt x="177659" y="528590"/>
                  </a:lnTo>
                  <a:lnTo>
                    <a:pt x="176611" y="530337"/>
                  </a:lnTo>
                  <a:lnTo>
                    <a:pt x="169777" y="541582"/>
                  </a:lnTo>
                  <a:lnTo>
                    <a:pt x="165193" y="549126"/>
                  </a:lnTo>
                  <a:lnTo>
                    <a:pt x="158633" y="560810"/>
                  </a:lnTo>
                  <a:lnTo>
                    <a:pt x="152638" y="573290"/>
                  </a:lnTo>
                  <a:lnTo>
                    <a:pt x="151330" y="577039"/>
                  </a:lnTo>
                  <a:lnTo>
                    <a:pt x="150128" y="58048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31308" y="3572647"/>
              <a:ext cx="141102" cy="373330"/>
            </a:xfrm>
            <a:custGeom>
              <a:avLst/>
              <a:pathLst>
                <a:path w="141102" h="373330">
                  <a:moveTo>
                    <a:pt x="54887" y="4388"/>
                  </a:moveTo>
                  <a:lnTo>
                    <a:pt x="68492" y="2916"/>
                  </a:lnTo>
                  <a:lnTo>
                    <a:pt x="74081" y="34681"/>
                  </a:lnTo>
                  <a:lnTo>
                    <a:pt x="61398" y="41262"/>
                  </a:lnTo>
                  <a:lnTo>
                    <a:pt x="62453" y="56828"/>
                  </a:lnTo>
                  <a:lnTo>
                    <a:pt x="42400" y="118149"/>
                  </a:lnTo>
                  <a:lnTo>
                    <a:pt x="49294" y="117778"/>
                  </a:lnTo>
                  <a:lnTo>
                    <a:pt x="63156" y="147196"/>
                  </a:lnTo>
                  <a:lnTo>
                    <a:pt x="66942" y="145588"/>
                  </a:lnTo>
                  <a:lnTo>
                    <a:pt x="86921" y="152183"/>
                  </a:lnTo>
                  <a:lnTo>
                    <a:pt x="107822" y="178716"/>
                  </a:lnTo>
                  <a:lnTo>
                    <a:pt x="134917" y="204008"/>
                  </a:lnTo>
                  <a:lnTo>
                    <a:pt x="141102" y="237080"/>
                  </a:lnTo>
                  <a:lnTo>
                    <a:pt x="140297" y="316639"/>
                  </a:lnTo>
                  <a:lnTo>
                    <a:pt x="114158" y="361607"/>
                  </a:lnTo>
                  <a:lnTo>
                    <a:pt x="91410" y="355111"/>
                  </a:lnTo>
                  <a:lnTo>
                    <a:pt x="88864" y="369224"/>
                  </a:lnTo>
                  <a:lnTo>
                    <a:pt x="72009" y="361133"/>
                  </a:lnTo>
                  <a:lnTo>
                    <a:pt x="71825" y="373330"/>
                  </a:lnTo>
                  <a:lnTo>
                    <a:pt x="68290" y="372644"/>
                  </a:lnTo>
                  <a:lnTo>
                    <a:pt x="59653" y="363530"/>
                  </a:lnTo>
                  <a:lnTo>
                    <a:pt x="48893" y="361084"/>
                  </a:lnTo>
                  <a:lnTo>
                    <a:pt x="49233" y="358453"/>
                  </a:lnTo>
                  <a:lnTo>
                    <a:pt x="49697" y="356302"/>
                  </a:lnTo>
                  <a:lnTo>
                    <a:pt x="51616" y="347399"/>
                  </a:lnTo>
                  <a:lnTo>
                    <a:pt x="52026" y="345501"/>
                  </a:lnTo>
                  <a:lnTo>
                    <a:pt x="63639" y="347774"/>
                  </a:lnTo>
                  <a:lnTo>
                    <a:pt x="72189" y="350434"/>
                  </a:lnTo>
                  <a:lnTo>
                    <a:pt x="83305" y="353893"/>
                  </a:lnTo>
                  <a:lnTo>
                    <a:pt x="87752" y="348711"/>
                  </a:lnTo>
                  <a:lnTo>
                    <a:pt x="79847" y="343993"/>
                  </a:lnTo>
                  <a:lnTo>
                    <a:pt x="75121" y="341172"/>
                  </a:lnTo>
                  <a:lnTo>
                    <a:pt x="85565" y="330694"/>
                  </a:lnTo>
                  <a:lnTo>
                    <a:pt x="87488" y="325328"/>
                  </a:lnTo>
                  <a:lnTo>
                    <a:pt x="90928" y="315725"/>
                  </a:lnTo>
                  <a:lnTo>
                    <a:pt x="90313" y="309095"/>
                  </a:lnTo>
                  <a:lnTo>
                    <a:pt x="89708" y="302566"/>
                  </a:lnTo>
                  <a:lnTo>
                    <a:pt x="90605" y="298115"/>
                  </a:lnTo>
                  <a:lnTo>
                    <a:pt x="91506" y="285875"/>
                  </a:lnTo>
                  <a:lnTo>
                    <a:pt x="91400" y="272705"/>
                  </a:lnTo>
                  <a:lnTo>
                    <a:pt x="91379" y="270158"/>
                  </a:lnTo>
                  <a:lnTo>
                    <a:pt x="91358" y="267530"/>
                  </a:lnTo>
                  <a:lnTo>
                    <a:pt x="91259" y="265870"/>
                  </a:lnTo>
                  <a:lnTo>
                    <a:pt x="90474" y="252731"/>
                  </a:lnTo>
                  <a:lnTo>
                    <a:pt x="89984" y="238721"/>
                  </a:lnTo>
                  <a:lnTo>
                    <a:pt x="89916" y="236789"/>
                  </a:lnTo>
                  <a:lnTo>
                    <a:pt x="89653" y="234044"/>
                  </a:lnTo>
                  <a:lnTo>
                    <a:pt x="88479" y="221796"/>
                  </a:lnTo>
                  <a:lnTo>
                    <a:pt x="87243" y="208572"/>
                  </a:lnTo>
                  <a:lnTo>
                    <a:pt x="87068" y="206694"/>
                  </a:lnTo>
                  <a:lnTo>
                    <a:pt x="85931" y="206001"/>
                  </a:lnTo>
                  <a:lnTo>
                    <a:pt x="81638" y="203383"/>
                  </a:lnTo>
                  <a:lnTo>
                    <a:pt x="78210" y="203700"/>
                  </a:lnTo>
                  <a:lnTo>
                    <a:pt x="77399" y="203776"/>
                  </a:lnTo>
                  <a:lnTo>
                    <a:pt x="58087" y="190649"/>
                  </a:lnTo>
                  <a:lnTo>
                    <a:pt x="53327" y="180198"/>
                  </a:lnTo>
                  <a:lnTo>
                    <a:pt x="53230" y="179983"/>
                  </a:lnTo>
                  <a:lnTo>
                    <a:pt x="52936" y="179338"/>
                  </a:lnTo>
                  <a:lnTo>
                    <a:pt x="51649" y="176514"/>
                  </a:lnTo>
                  <a:lnTo>
                    <a:pt x="50135" y="173690"/>
                  </a:lnTo>
                  <a:lnTo>
                    <a:pt x="45613" y="165258"/>
                  </a:lnTo>
                  <a:lnTo>
                    <a:pt x="44816" y="163772"/>
                  </a:lnTo>
                  <a:lnTo>
                    <a:pt x="44527" y="163233"/>
                  </a:lnTo>
                  <a:lnTo>
                    <a:pt x="39352" y="155057"/>
                  </a:lnTo>
                  <a:lnTo>
                    <a:pt x="37046" y="151414"/>
                  </a:lnTo>
                  <a:lnTo>
                    <a:pt x="31857" y="141889"/>
                  </a:lnTo>
                  <a:lnTo>
                    <a:pt x="27576" y="143827"/>
                  </a:lnTo>
                  <a:lnTo>
                    <a:pt x="12429" y="150687"/>
                  </a:lnTo>
                  <a:lnTo>
                    <a:pt x="9817" y="151401"/>
                  </a:lnTo>
                  <a:lnTo>
                    <a:pt x="9028" y="149900"/>
                  </a:lnTo>
                  <a:lnTo>
                    <a:pt x="8739" y="149351"/>
                  </a:lnTo>
                  <a:lnTo>
                    <a:pt x="3013" y="138287"/>
                  </a:lnTo>
                  <a:lnTo>
                    <a:pt x="633" y="130684"/>
                  </a:lnTo>
                  <a:lnTo>
                    <a:pt x="386" y="129896"/>
                  </a:lnTo>
                  <a:lnTo>
                    <a:pt x="65" y="128869"/>
                  </a:lnTo>
                  <a:lnTo>
                    <a:pt x="39" y="127425"/>
                  </a:lnTo>
                  <a:lnTo>
                    <a:pt x="0" y="125148"/>
                  </a:lnTo>
                  <a:lnTo>
                    <a:pt x="588" y="124230"/>
                  </a:lnTo>
                  <a:lnTo>
                    <a:pt x="3019" y="118462"/>
                  </a:lnTo>
                  <a:lnTo>
                    <a:pt x="5923" y="111573"/>
                  </a:lnTo>
                  <a:lnTo>
                    <a:pt x="6219" y="110869"/>
                  </a:lnTo>
                  <a:lnTo>
                    <a:pt x="8949" y="103645"/>
                  </a:lnTo>
                  <a:lnTo>
                    <a:pt x="11233" y="97603"/>
                  </a:lnTo>
                  <a:lnTo>
                    <a:pt x="11361" y="97262"/>
                  </a:lnTo>
                  <a:lnTo>
                    <a:pt x="17083" y="83834"/>
                  </a:lnTo>
                  <a:lnTo>
                    <a:pt x="22521" y="70115"/>
                  </a:lnTo>
                  <a:lnTo>
                    <a:pt x="22698" y="69668"/>
                  </a:lnTo>
                  <a:lnTo>
                    <a:pt x="28288" y="56419"/>
                  </a:lnTo>
                  <a:lnTo>
                    <a:pt x="28363" y="56239"/>
                  </a:lnTo>
                  <a:lnTo>
                    <a:pt x="31775" y="47689"/>
                  </a:lnTo>
                  <a:lnTo>
                    <a:pt x="32259" y="46476"/>
                  </a:lnTo>
                  <a:lnTo>
                    <a:pt x="16805" y="39025"/>
                  </a:lnTo>
                  <a:lnTo>
                    <a:pt x="4960" y="33313"/>
                  </a:lnTo>
                  <a:lnTo>
                    <a:pt x="3988" y="32845"/>
                  </a:lnTo>
                  <a:lnTo>
                    <a:pt x="5856" y="25449"/>
                  </a:lnTo>
                  <a:lnTo>
                    <a:pt x="12282" y="0"/>
                  </a:lnTo>
                  <a:lnTo>
                    <a:pt x="27056" y="1765"/>
                  </a:lnTo>
                  <a:lnTo>
                    <a:pt x="28342" y="1988"/>
                  </a:lnTo>
                  <a:lnTo>
                    <a:pt x="34934" y="3132"/>
                  </a:lnTo>
                  <a:lnTo>
                    <a:pt x="40779" y="4459"/>
                  </a:lnTo>
                  <a:lnTo>
                    <a:pt x="48432" y="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57396" y="3225035"/>
              <a:ext cx="99355" cy="99419"/>
            </a:xfrm>
            <a:custGeom>
              <a:avLst/>
              <a:pathLst>
                <a:path w="99355" h="99419">
                  <a:moveTo>
                    <a:pt x="3983" y="37447"/>
                  </a:moveTo>
                  <a:lnTo>
                    <a:pt x="4484" y="36128"/>
                  </a:lnTo>
                  <a:lnTo>
                    <a:pt x="16019" y="5765"/>
                  </a:lnTo>
                  <a:lnTo>
                    <a:pt x="16793" y="5730"/>
                  </a:lnTo>
                  <a:lnTo>
                    <a:pt x="17262" y="5709"/>
                  </a:lnTo>
                  <a:lnTo>
                    <a:pt x="19674" y="5599"/>
                  </a:lnTo>
                  <a:lnTo>
                    <a:pt x="34711" y="4914"/>
                  </a:lnTo>
                  <a:lnTo>
                    <a:pt x="40326" y="4914"/>
                  </a:lnTo>
                  <a:lnTo>
                    <a:pt x="42772" y="4914"/>
                  </a:lnTo>
                  <a:lnTo>
                    <a:pt x="44365" y="4914"/>
                  </a:lnTo>
                  <a:lnTo>
                    <a:pt x="58271" y="942"/>
                  </a:lnTo>
                  <a:lnTo>
                    <a:pt x="60593" y="279"/>
                  </a:lnTo>
                  <a:lnTo>
                    <a:pt x="68961" y="18724"/>
                  </a:lnTo>
                  <a:lnTo>
                    <a:pt x="69131" y="19109"/>
                  </a:lnTo>
                  <a:lnTo>
                    <a:pt x="79574" y="17787"/>
                  </a:lnTo>
                  <a:lnTo>
                    <a:pt x="71615" y="1300"/>
                  </a:lnTo>
                  <a:lnTo>
                    <a:pt x="71289" y="625"/>
                  </a:lnTo>
                  <a:lnTo>
                    <a:pt x="75864" y="459"/>
                  </a:lnTo>
                  <a:lnTo>
                    <a:pt x="76205" y="431"/>
                  </a:lnTo>
                  <a:lnTo>
                    <a:pt x="78176" y="325"/>
                  </a:lnTo>
                  <a:lnTo>
                    <a:pt x="80425" y="89"/>
                  </a:lnTo>
                  <a:lnTo>
                    <a:pt x="81280" y="0"/>
                  </a:lnTo>
                  <a:lnTo>
                    <a:pt x="85552" y="8485"/>
                  </a:lnTo>
                  <a:lnTo>
                    <a:pt x="88892" y="15478"/>
                  </a:lnTo>
                  <a:lnTo>
                    <a:pt x="89267" y="16264"/>
                  </a:lnTo>
                  <a:lnTo>
                    <a:pt x="89446" y="16639"/>
                  </a:lnTo>
                  <a:lnTo>
                    <a:pt x="92558" y="16316"/>
                  </a:lnTo>
                  <a:lnTo>
                    <a:pt x="92864" y="16284"/>
                  </a:lnTo>
                  <a:lnTo>
                    <a:pt x="94930" y="16069"/>
                  </a:lnTo>
                  <a:lnTo>
                    <a:pt x="99090" y="19848"/>
                  </a:lnTo>
                  <a:lnTo>
                    <a:pt x="99130" y="21385"/>
                  </a:lnTo>
                  <a:lnTo>
                    <a:pt x="99355" y="30229"/>
                  </a:lnTo>
                  <a:lnTo>
                    <a:pt x="86183" y="37149"/>
                  </a:lnTo>
                  <a:lnTo>
                    <a:pt x="93920" y="54837"/>
                  </a:lnTo>
                  <a:lnTo>
                    <a:pt x="87816" y="71277"/>
                  </a:lnTo>
                  <a:lnTo>
                    <a:pt x="82327" y="86061"/>
                  </a:lnTo>
                  <a:lnTo>
                    <a:pt x="67383" y="79573"/>
                  </a:lnTo>
                  <a:lnTo>
                    <a:pt x="66004" y="79954"/>
                  </a:lnTo>
                  <a:lnTo>
                    <a:pt x="64604" y="80247"/>
                  </a:lnTo>
                  <a:lnTo>
                    <a:pt x="63189" y="80452"/>
                  </a:lnTo>
                  <a:lnTo>
                    <a:pt x="61765" y="80567"/>
                  </a:lnTo>
                  <a:lnTo>
                    <a:pt x="60570" y="80594"/>
                  </a:lnTo>
                  <a:lnTo>
                    <a:pt x="59375" y="80559"/>
                  </a:lnTo>
                  <a:lnTo>
                    <a:pt x="57924" y="80431"/>
                  </a:lnTo>
                  <a:lnTo>
                    <a:pt x="56119" y="80166"/>
                  </a:lnTo>
                  <a:lnTo>
                    <a:pt x="55539" y="80146"/>
                  </a:lnTo>
                  <a:lnTo>
                    <a:pt x="54961" y="80185"/>
                  </a:lnTo>
                  <a:lnTo>
                    <a:pt x="54180" y="80334"/>
                  </a:lnTo>
                  <a:lnTo>
                    <a:pt x="53427" y="80589"/>
                  </a:lnTo>
                  <a:lnTo>
                    <a:pt x="52715" y="80946"/>
                  </a:lnTo>
                  <a:lnTo>
                    <a:pt x="52056" y="81398"/>
                  </a:lnTo>
                  <a:lnTo>
                    <a:pt x="51657" y="81745"/>
                  </a:lnTo>
                  <a:lnTo>
                    <a:pt x="51290" y="82126"/>
                  </a:lnTo>
                  <a:lnTo>
                    <a:pt x="50958" y="82540"/>
                  </a:lnTo>
                  <a:lnTo>
                    <a:pt x="50664" y="82982"/>
                  </a:lnTo>
                  <a:lnTo>
                    <a:pt x="48428" y="87412"/>
                  </a:lnTo>
                  <a:lnTo>
                    <a:pt x="45695" y="96514"/>
                  </a:lnTo>
                  <a:lnTo>
                    <a:pt x="45487" y="96956"/>
                  </a:lnTo>
                  <a:lnTo>
                    <a:pt x="45234" y="97377"/>
                  </a:lnTo>
                  <a:lnTo>
                    <a:pt x="44939" y="97769"/>
                  </a:lnTo>
                  <a:lnTo>
                    <a:pt x="44606" y="98127"/>
                  </a:lnTo>
                  <a:lnTo>
                    <a:pt x="44238" y="98448"/>
                  </a:lnTo>
                  <a:lnTo>
                    <a:pt x="43840" y="98728"/>
                  </a:lnTo>
                  <a:lnTo>
                    <a:pt x="43415" y="98965"/>
                  </a:lnTo>
                  <a:lnTo>
                    <a:pt x="42968" y="99155"/>
                  </a:lnTo>
                  <a:lnTo>
                    <a:pt x="42505" y="99296"/>
                  </a:lnTo>
                  <a:lnTo>
                    <a:pt x="41734" y="99419"/>
                  </a:lnTo>
                  <a:lnTo>
                    <a:pt x="40953" y="99407"/>
                  </a:lnTo>
                  <a:lnTo>
                    <a:pt x="40186" y="99263"/>
                  </a:lnTo>
                  <a:lnTo>
                    <a:pt x="39453" y="98989"/>
                  </a:lnTo>
                  <a:lnTo>
                    <a:pt x="39079" y="98790"/>
                  </a:lnTo>
                  <a:lnTo>
                    <a:pt x="38723" y="98556"/>
                  </a:lnTo>
                  <a:lnTo>
                    <a:pt x="31236" y="92999"/>
                  </a:lnTo>
                  <a:lnTo>
                    <a:pt x="30980" y="92854"/>
                  </a:lnTo>
                  <a:lnTo>
                    <a:pt x="30296" y="92498"/>
                  </a:lnTo>
                  <a:lnTo>
                    <a:pt x="29595" y="92178"/>
                  </a:lnTo>
                  <a:lnTo>
                    <a:pt x="28879" y="91895"/>
                  </a:lnTo>
                  <a:lnTo>
                    <a:pt x="28150" y="91650"/>
                  </a:lnTo>
                  <a:lnTo>
                    <a:pt x="27409" y="91443"/>
                  </a:lnTo>
                  <a:lnTo>
                    <a:pt x="26659" y="91276"/>
                  </a:lnTo>
                  <a:lnTo>
                    <a:pt x="25902" y="91148"/>
                  </a:lnTo>
                  <a:lnTo>
                    <a:pt x="25139" y="91059"/>
                  </a:lnTo>
                  <a:lnTo>
                    <a:pt x="24371" y="91011"/>
                  </a:lnTo>
                  <a:lnTo>
                    <a:pt x="23602" y="91002"/>
                  </a:lnTo>
                  <a:lnTo>
                    <a:pt x="22833" y="91035"/>
                  </a:lnTo>
                  <a:lnTo>
                    <a:pt x="22067" y="91107"/>
                  </a:lnTo>
                  <a:lnTo>
                    <a:pt x="15194" y="92711"/>
                  </a:lnTo>
                  <a:lnTo>
                    <a:pt x="2380" y="95703"/>
                  </a:lnTo>
                  <a:lnTo>
                    <a:pt x="1052" y="71277"/>
                  </a:lnTo>
                  <a:lnTo>
                    <a:pt x="238" y="56299"/>
                  </a:lnTo>
                  <a:lnTo>
                    <a:pt x="0" y="51909"/>
                  </a:lnTo>
                  <a:lnTo>
                    <a:pt x="50" y="47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67170" y="3408553"/>
              <a:ext cx="447726" cy="313899"/>
            </a:xfrm>
            <a:custGeom>
              <a:avLst/>
              <a:pathLst>
                <a:path w="447726" h="313899">
                  <a:moveTo>
                    <a:pt x="243530" y="257278"/>
                  </a:moveTo>
                  <a:lnTo>
                    <a:pt x="243082" y="256603"/>
                  </a:lnTo>
                  <a:lnTo>
                    <a:pt x="241863" y="254768"/>
                  </a:lnTo>
                  <a:lnTo>
                    <a:pt x="234997" y="251576"/>
                  </a:lnTo>
                  <a:lnTo>
                    <a:pt x="233506" y="250883"/>
                  </a:lnTo>
                  <a:lnTo>
                    <a:pt x="231750" y="251814"/>
                  </a:lnTo>
                  <a:lnTo>
                    <a:pt x="228507" y="249744"/>
                  </a:lnTo>
                  <a:lnTo>
                    <a:pt x="228279" y="249687"/>
                  </a:lnTo>
                  <a:lnTo>
                    <a:pt x="219328" y="247420"/>
                  </a:lnTo>
                  <a:lnTo>
                    <a:pt x="219367" y="246573"/>
                  </a:lnTo>
                  <a:lnTo>
                    <a:pt x="219410" y="245663"/>
                  </a:lnTo>
                  <a:lnTo>
                    <a:pt x="222830" y="244263"/>
                  </a:lnTo>
                  <a:lnTo>
                    <a:pt x="223352" y="243757"/>
                  </a:lnTo>
                  <a:lnTo>
                    <a:pt x="226681" y="240530"/>
                  </a:lnTo>
                  <a:lnTo>
                    <a:pt x="227450" y="239785"/>
                  </a:lnTo>
                  <a:lnTo>
                    <a:pt x="234277" y="233076"/>
                  </a:lnTo>
                  <a:lnTo>
                    <a:pt x="234992" y="232374"/>
                  </a:lnTo>
                  <a:lnTo>
                    <a:pt x="235644" y="232058"/>
                  </a:lnTo>
                  <a:lnTo>
                    <a:pt x="236421" y="231682"/>
                  </a:lnTo>
                  <a:lnTo>
                    <a:pt x="246882" y="226611"/>
                  </a:lnTo>
                  <a:lnTo>
                    <a:pt x="248268" y="225172"/>
                  </a:lnTo>
                  <a:lnTo>
                    <a:pt x="249651" y="223736"/>
                  </a:lnTo>
                  <a:lnTo>
                    <a:pt x="250500" y="222855"/>
                  </a:lnTo>
                  <a:lnTo>
                    <a:pt x="251269" y="222057"/>
                  </a:lnTo>
                  <a:lnTo>
                    <a:pt x="253395" y="218165"/>
                  </a:lnTo>
                  <a:lnTo>
                    <a:pt x="256965" y="206871"/>
                  </a:lnTo>
                  <a:lnTo>
                    <a:pt x="259341" y="200276"/>
                  </a:lnTo>
                  <a:lnTo>
                    <a:pt x="260554" y="196909"/>
                  </a:lnTo>
                  <a:lnTo>
                    <a:pt x="262175" y="192411"/>
                  </a:lnTo>
                  <a:lnTo>
                    <a:pt x="263191" y="189589"/>
                  </a:lnTo>
                  <a:lnTo>
                    <a:pt x="271695" y="165987"/>
                  </a:lnTo>
                  <a:lnTo>
                    <a:pt x="272843" y="162800"/>
                  </a:lnTo>
                  <a:lnTo>
                    <a:pt x="273380" y="161310"/>
                  </a:lnTo>
                  <a:lnTo>
                    <a:pt x="274285" y="158800"/>
                  </a:lnTo>
                  <a:lnTo>
                    <a:pt x="256600" y="152282"/>
                  </a:lnTo>
                  <a:lnTo>
                    <a:pt x="243875" y="147428"/>
                  </a:lnTo>
                  <a:lnTo>
                    <a:pt x="242559" y="146869"/>
                  </a:lnTo>
                  <a:lnTo>
                    <a:pt x="240519" y="146002"/>
                  </a:lnTo>
                  <a:lnTo>
                    <a:pt x="239830" y="145710"/>
                  </a:lnTo>
                  <a:lnTo>
                    <a:pt x="233296" y="152083"/>
                  </a:lnTo>
                  <a:lnTo>
                    <a:pt x="229837" y="152277"/>
                  </a:lnTo>
                  <a:lnTo>
                    <a:pt x="218375" y="148041"/>
                  </a:lnTo>
                  <a:lnTo>
                    <a:pt x="215745" y="147069"/>
                  </a:lnTo>
                  <a:lnTo>
                    <a:pt x="177954" y="133102"/>
                  </a:lnTo>
                  <a:lnTo>
                    <a:pt x="159713" y="126361"/>
                  </a:lnTo>
                  <a:lnTo>
                    <a:pt x="162927" y="121919"/>
                  </a:lnTo>
                  <a:lnTo>
                    <a:pt x="170074" y="110392"/>
                  </a:lnTo>
                  <a:lnTo>
                    <a:pt x="170617" y="109515"/>
                  </a:lnTo>
                  <a:lnTo>
                    <a:pt x="174671" y="102347"/>
                  </a:lnTo>
                  <a:lnTo>
                    <a:pt x="178017" y="91662"/>
                  </a:lnTo>
                  <a:lnTo>
                    <a:pt x="178528" y="90028"/>
                  </a:lnTo>
                  <a:lnTo>
                    <a:pt x="173070" y="96115"/>
                  </a:lnTo>
                  <a:lnTo>
                    <a:pt x="162617" y="107770"/>
                  </a:lnTo>
                  <a:lnTo>
                    <a:pt x="159383" y="111376"/>
                  </a:lnTo>
                  <a:lnTo>
                    <a:pt x="156737" y="114182"/>
                  </a:lnTo>
                  <a:lnTo>
                    <a:pt x="149715" y="121628"/>
                  </a:lnTo>
                  <a:lnTo>
                    <a:pt x="149491" y="121865"/>
                  </a:lnTo>
                  <a:lnTo>
                    <a:pt x="143772" y="126117"/>
                  </a:lnTo>
                  <a:lnTo>
                    <a:pt x="141927" y="127488"/>
                  </a:lnTo>
                  <a:lnTo>
                    <a:pt x="141102" y="128128"/>
                  </a:lnTo>
                  <a:lnTo>
                    <a:pt x="140762" y="128392"/>
                  </a:lnTo>
                  <a:lnTo>
                    <a:pt x="139551" y="129253"/>
                  </a:lnTo>
                  <a:lnTo>
                    <a:pt x="138279" y="130080"/>
                  </a:lnTo>
                  <a:lnTo>
                    <a:pt x="136975" y="130850"/>
                  </a:lnTo>
                  <a:lnTo>
                    <a:pt x="135639" y="131564"/>
                  </a:lnTo>
                  <a:lnTo>
                    <a:pt x="134275" y="132220"/>
                  </a:lnTo>
                  <a:lnTo>
                    <a:pt x="132201" y="133084"/>
                  </a:lnTo>
                  <a:lnTo>
                    <a:pt x="130078" y="133814"/>
                  </a:lnTo>
                  <a:lnTo>
                    <a:pt x="120876" y="134875"/>
                  </a:lnTo>
                  <a:lnTo>
                    <a:pt x="112142" y="134047"/>
                  </a:lnTo>
                  <a:lnTo>
                    <a:pt x="111143" y="133839"/>
                  </a:lnTo>
                  <a:lnTo>
                    <a:pt x="107124" y="133004"/>
                  </a:lnTo>
                  <a:lnTo>
                    <a:pt x="102133" y="131826"/>
                  </a:lnTo>
                  <a:lnTo>
                    <a:pt x="99158" y="131054"/>
                  </a:lnTo>
                  <a:lnTo>
                    <a:pt x="96196" y="130235"/>
                  </a:lnTo>
                  <a:lnTo>
                    <a:pt x="93247" y="129367"/>
                  </a:lnTo>
                  <a:lnTo>
                    <a:pt x="91903" y="128947"/>
                  </a:lnTo>
                  <a:lnTo>
                    <a:pt x="90312" y="128451"/>
                  </a:lnTo>
                  <a:lnTo>
                    <a:pt x="87392" y="127487"/>
                  </a:lnTo>
                  <a:lnTo>
                    <a:pt x="84487" y="126476"/>
                  </a:lnTo>
                  <a:lnTo>
                    <a:pt x="81598" y="125417"/>
                  </a:lnTo>
                  <a:lnTo>
                    <a:pt x="78726" y="124312"/>
                  </a:lnTo>
                  <a:lnTo>
                    <a:pt x="75769" y="123117"/>
                  </a:lnTo>
                  <a:lnTo>
                    <a:pt x="72832" y="121872"/>
                  </a:lnTo>
                  <a:lnTo>
                    <a:pt x="69915" y="120578"/>
                  </a:lnTo>
                  <a:lnTo>
                    <a:pt x="67020" y="119234"/>
                  </a:lnTo>
                  <a:lnTo>
                    <a:pt x="62645" y="117091"/>
                  </a:lnTo>
                  <a:lnTo>
                    <a:pt x="60336" y="115981"/>
                  </a:lnTo>
                  <a:lnTo>
                    <a:pt x="55565" y="113687"/>
                  </a:lnTo>
                  <a:lnTo>
                    <a:pt x="52662" y="112291"/>
                  </a:lnTo>
                  <a:lnTo>
                    <a:pt x="35405" y="103993"/>
                  </a:lnTo>
                  <a:lnTo>
                    <a:pt x="13626" y="93522"/>
                  </a:lnTo>
                  <a:lnTo>
                    <a:pt x="2576" y="88209"/>
                  </a:lnTo>
                  <a:lnTo>
                    <a:pt x="1561" y="87721"/>
                  </a:lnTo>
                  <a:lnTo>
                    <a:pt x="0" y="86970"/>
                  </a:lnTo>
                  <a:lnTo>
                    <a:pt x="103" y="86752"/>
                  </a:lnTo>
                  <a:lnTo>
                    <a:pt x="629" y="85645"/>
                  </a:lnTo>
                  <a:lnTo>
                    <a:pt x="14399" y="56669"/>
                  </a:lnTo>
                  <a:lnTo>
                    <a:pt x="16894" y="51419"/>
                  </a:lnTo>
                  <a:lnTo>
                    <a:pt x="17405" y="50224"/>
                  </a:lnTo>
                  <a:lnTo>
                    <a:pt x="17679" y="49584"/>
                  </a:lnTo>
                  <a:lnTo>
                    <a:pt x="20904" y="42042"/>
                  </a:lnTo>
                  <a:lnTo>
                    <a:pt x="21216" y="41311"/>
                  </a:lnTo>
                  <a:lnTo>
                    <a:pt x="22217" y="38970"/>
                  </a:lnTo>
                  <a:lnTo>
                    <a:pt x="24223" y="34278"/>
                  </a:lnTo>
                  <a:lnTo>
                    <a:pt x="32174" y="15233"/>
                  </a:lnTo>
                  <a:lnTo>
                    <a:pt x="32632" y="14108"/>
                  </a:lnTo>
                  <a:lnTo>
                    <a:pt x="32707" y="13923"/>
                  </a:lnTo>
                  <a:lnTo>
                    <a:pt x="33244" y="12605"/>
                  </a:lnTo>
                  <a:lnTo>
                    <a:pt x="35740" y="6477"/>
                  </a:lnTo>
                  <a:lnTo>
                    <a:pt x="37451" y="6956"/>
                  </a:lnTo>
                  <a:lnTo>
                    <a:pt x="48333" y="10001"/>
                  </a:lnTo>
                  <a:lnTo>
                    <a:pt x="58267" y="11439"/>
                  </a:lnTo>
                  <a:lnTo>
                    <a:pt x="58610" y="11489"/>
                  </a:lnTo>
                  <a:lnTo>
                    <a:pt x="94390" y="16669"/>
                  </a:lnTo>
                  <a:lnTo>
                    <a:pt x="94968" y="16737"/>
                  </a:lnTo>
                  <a:lnTo>
                    <a:pt x="112088" y="18747"/>
                  </a:lnTo>
                  <a:lnTo>
                    <a:pt x="140350" y="22065"/>
                  </a:lnTo>
                  <a:lnTo>
                    <a:pt x="212220" y="30503"/>
                  </a:lnTo>
                  <a:lnTo>
                    <a:pt x="212129" y="32242"/>
                  </a:lnTo>
                  <a:lnTo>
                    <a:pt x="222715" y="25114"/>
                  </a:lnTo>
                  <a:lnTo>
                    <a:pt x="231658" y="33747"/>
                  </a:lnTo>
                  <a:lnTo>
                    <a:pt x="243281" y="44967"/>
                  </a:lnTo>
                  <a:lnTo>
                    <a:pt x="253894" y="33072"/>
                  </a:lnTo>
                  <a:lnTo>
                    <a:pt x="254627" y="33897"/>
                  </a:lnTo>
                  <a:lnTo>
                    <a:pt x="266550" y="45902"/>
                  </a:lnTo>
                  <a:lnTo>
                    <a:pt x="283519" y="62989"/>
                  </a:lnTo>
                  <a:lnTo>
                    <a:pt x="283488" y="63948"/>
                  </a:lnTo>
                  <a:lnTo>
                    <a:pt x="290961" y="61837"/>
                  </a:lnTo>
                  <a:lnTo>
                    <a:pt x="295504" y="51257"/>
                  </a:lnTo>
                  <a:lnTo>
                    <a:pt x="296841" y="50046"/>
                  </a:lnTo>
                  <a:lnTo>
                    <a:pt x="292703" y="44725"/>
                  </a:lnTo>
                  <a:lnTo>
                    <a:pt x="282536" y="33389"/>
                  </a:lnTo>
                  <a:lnTo>
                    <a:pt x="282549" y="31448"/>
                  </a:lnTo>
                  <a:lnTo>
                    <a:pt x="286196" y="28260"/>
                  </a:lnTo>
                  <a:lnTo>
                    <a:pt x="295942" y="19808"/>
                  </a:lnTo>
                  <a:lnTo>
                    <a:pt x="303214" y="13502"/>
                  </a:lnTo>
                  <a:lnTo>
                    <a:pt x="311321" y="10054"/>
                  </a:lnTo>
                  <a:lnTo>
                    <a:pt x="316583" y="7816"/>
                  </a:lnTo>
                  <a:lnTo>
                    <a:pt x="323768" y="0"/>
                  </a:lnTo>
                  <a:lnTo>
                    <a:pt x="330794" y="1337"/>
                  </a:lnTo>
                  <a:lnTo>
                    <a:pt x="339786" y="11034"/>
                  </a:lnTo>
                  <a:lnTo>
                    <a:pt x="356914" y="29504"/>
                  </a:lnTo>
                  <a:lnTo>
                    <a:pt x="361972" y="23792"/>
                  </a:lnTo>
                  <a:lnTo>
                    <a:pt x="376637" y="28266"/>
                  </a:lnTo>
                  <a:lnTo>
                    <a:pt x="377361" y="28487"/>
                  </a:lnTo>
                  <a:lnTo>
                    <a:pt x="377810" y="29175"/>
                  </a:lnTo>
                  <a:lnTo>
                    <a:pt x="383460" y="37851"/>
                  </a:lnTo>
                  <a:lnTo>
                    <a:pt x="383814" y="39108"/>
                  </a:lnTo>
                  <a:lnTo>
                    <a:pt x="387826" y="34152"/>
                  </a:lnTo>
                  <a:lnTo>
                    <a:pt x="395907" y="42138"/>
                  </a:lnTo>
                  <a:lnTo>
                    <a:pt x="397402" y="43615"/>
                  </a:lnTo>
                  <a:lnTo>
                    <a:pt x="402022" y="47856"/>
                  </a:lnTo>
                  <a:lnTo>
                    <a:pt x="390225" y="53420"/>
                  </a:lnTo>
                  <a:lnTo>
                    <a:pt x="389945" y="53551"/>
                  </a:lnTo>
                  <a:lnTo>
                    <a:pt x="382738" y="56951"/>
                  </a:lnTo>
                  <a:lnTo>
                    <a:pt x="367659" y="68755"/>
                  </a:lnTo>
                  <a:lnTo>
                    <a:pt x="373118" y="73617"/>
                  </a:lnTo>
                  <a:lnTo>
                    <a:pt x="381526" y="81637"/>
                  </a:lnTo>
                  <a:lnTo>
                    <a:pt x="387283" y="88378"/>
                  </a:lnTo>
                  <a:lnTo>
                    <a:pt x="401417" y="78391"/>
                  </a:lnTo>
                  <a:lnTo>
                    <a:pt x="415314" y="95331"/>
                  </a:lnTo>
                  <a:lnTo>
                    <a:pt x="415005" y="96470"/>
                  </a:lnTo>
                  <a:lnTo>
                    <a:pt x="414752" y="97812"/>
                  </a:lnTo>
                  <a:lnTo>
                    <a:pt x="414605" y="99170"/>
                  </a:lnTo>
                  <a:lnTo>
                    <a:pt x="414565" y="100536"/>
                  </a:lnTo>
                  <a:lnTo>
                    <a:pt x="414632" y="101900"/>
                  </a:lnTo>
                  <a:lnTo>
                    <a:pt x="436988" y="109274"/>
                  </a:lnTo>
                  <a:lnTo>
                    <a:pt x="445257" y="113757"/>
                  </a:lnTo>
                  <a:lnTo>
                    <a:pt x="447726" y="116143"/>
                  </a:lnTo>
                  <a:lnTo>
                    <a:pt x="434169" y="137826"/>
                  </a:lnTo>
                  <a:lnTo>
                    <a:pt x="434602" y="140872"/>
                  </a:lnTo>
                  <a:lnTo>
                    <a:pt x="434901" y="142979"/>
                  </a:lnTo>
                  <a:lnTo>
                    <a:pt x="419025" y="168483"/>
                  </a:lnTo>
                  <a:lnTo>
                    <a:pt x="412570" y="170290"/>
                  </a:lnTo>
                  <a:lnTo>
                    <a:pt x="404917" y="168553"/>
                  </a:lnTo>
                  <a:lnTo>
                    <a:pt x="399071" y="167227"/>
                  </a:lnTo>
                  <a:lnTo>
                    <a:pt x="392480" y="166083"/>
                  </a:lnTo>
                  <a:lnTo>
                    <a:pt x="391194" y="165860"/>
                  </a:lnTo>
                  <a:lnTo>
                    <a:pt x="376419" y="164094"/>
                  </a:lnTo>
                  <a:lnTo>
                    <a:pt x="369993" y="189543"/>
                  </a:lnTo>
                  <a:lnTo>
                    <a:pt x="368126" y="196939"/>
                  </a:lnTo>
                  <a:lnTo>
                    <a:pt x="369098" y="197408"/>
                  </a:lnTo>
                  <a:lnTo>
                    <a:pt x="380943" y="203119"/>
                  </a:lnTo>
                  <a:lnTo>
                    <a:pt x="396397" y="210571"/>
                  </a:lnTo>
                  <a:lnTo>
                    <a:pt x="395913" y="211784"/>
                  </a:lnTo>
                  <a:lnTo>
                    <a:pt x="392501" y="220334"/>
                  </a:lnTo>
                  <a:lnTo>
                    <a:pt x="392426" y="220513"/>
                  </a:lnTo>
                  <a:lnTo>
                    <a:pt x="386836" y="233763"/>
                  </a:lnTo>
                  <a:lnTo>
                    <a:pt x="386659" y="234210"/>
                  </a:lnTo>
                  <a:lnTo>
                    <a:pt x="381221" y="247928"/>
                  </a:lnTo>
                  <a:lnTo>
                    <a:pt x="375499" y="261357"/>
                  </a:lnTo>
                  <a:lnTo>
                    <a:pt x="375370" y="261697"/>
                  </a:lnTo>
                  <a:lnTo>
                    <a:pt x="373087" y="267740"/>
                  </a:lnTo>
                  <a:lnTo>
                    <a:pt x="370357" y="274964"/>
                  </a:lnTo>
                  <a:lnTo>
                    <a:pt x="370060" y="275667"/>
                  </a:lnTo>
                  <a:lnTo>
                    <a:pt x="367157" y="282556"/>
                  </a:lnTo>
                  <a:lnTo>
                    <a:pt x="364725" y="288325"/>
                  </a:lnTo>
                  <a:lnTo>
                    <a:pt x="364137" y="289243"/>
                  </a:lnTo>
                  <a:lnTo>
                    <a:pt x="362828" y="291288"/>
                  </a:lnTo>
                  <a:lnTo>
                    <a:pt x="358815" y="298570"/>
                  </a:lnTo>
                  <a:lnTo>
                    <a:pt x="356883" y="302076"/>
                  </a:lnTo>
                  <a:lnTo>
                    <a:pt x="336346" y="301470"/>
                  </a:lnTo>
                  <a:lnTo>
                    <a:pt x="320822" y="312167"/>
                  </a:lnTo>
                  <a:lnTo>
                    <a:pt x="313493" y="303671"/>
                  </a:lnTo>
                  <a:lnTo>
                    <a:pt x="310561" y="305751"/>
                  </a:lnTo>
                  <a:lnTo>
                    <a:pt x="302614" y="310442"/>
                  </a:lnTo>
                  <a:lnTo>
                    <a:pt x="297751" y="313899"/>
                  </a:lnTo>
                  <a:lnTo>
                    <a:pt x="290999" y="303240"/>
                  </a:lnTo>
                  <a:lnTo>
                    <a:pt x="283347" y="305194"/>
                  </a:lnTo>
                  <a:lnTo>
                    <a:pt x="265413" y="293713"/>
                  </a:lnTo>
                  <a:lnTo>
                    <a:pt x="265572" y="292056"/>
                  </a:lnTo>
                  <a:lnTo>
                    <a:pt x="264249" y="284453"/>
                  </a:lnTo>
                  <a:lnTo>
                    <a:pt x="266426" y="275404"/>
                  </a:lnTo>
                  <a:lnTo>
                    <a:pt x="263937" y="273497"/>
                  </a:lnTo>
                  <a:lnTo>
                    <a:pt x="261424" y="271870"/>
                  </a:lnTo>
                  <a:lnTo>
                    <a:pt x="257456" y="269300"/>
                  </a:lnTo>
                  <a:lnTo>
                    <a:pt x="254542" y="267412"/>
                  </a:lnTo>
                  <a:lnTo>
                    <a:pt x="247808" y="263050"/>
                  </a:lnTo>
                  <a:lnTo>
                    <a:pt x="242389" y="259540"/>
                  </a:lnTo>
                  <a:lnTo>
                    <a:pt x="244135" y="2581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55793" y="3495524"/>
              <a:ext cx="272651" cy="279800"/>
            </a:xfrm>
            <a:custGeom>
              <a:avLst/>
              <a:pathLst>
                <a:path w="272651" h="279800">
                  <a:moveTo>
                    <a:pt x="245144" y="132496"/>
                  </a:moveTo>
                  <a:lnTo>
                    <a:pt x="247508" y="133541"/>
                  </a:lnTo>
                  <a:lnTo>
                    <a:pt x="253750" y="134897"/>
                  </a:lnTo>
                  <a:lnTo>
                    <a:pt x="253307" y="136102"/>
                  </a:lnTo>
                  <a:lnTo>
                    <a:pt x="252923" y="137150"/>
                  </a:lnTo>
                  <a:lnTo>
                    <a:pt x="250720" y="144694"/>
                  </a:lnTo>
                  <a:lnTo>
                    <a:pt x="250749" y="144939"/>
                  </a:lnTo>
                  <a:lnTo>
                    <a:pt x="252806" y="162395"/>
                  </a:lnTo>
                  <a:lnTo>
                    <a:pt x="253610" y="169223"/>
                  </a:lnTo>
                  <a:lnTo>
                    <a:pt x="254035" y="172827"/>
                  </a:lnTo>
                  <a:lnTo>
                    <a:pt x="254083" y="172974"/>
                  </a:lnTo>
                  <a:lnTo>
                    <a:pt x="256867" y="181397"/>
                  </a:lnTo>
                  <a:lnTo>
                    <a:pt x="261621" y="192616"/>
                  </a:lnTo>
                  <a:lnTo>
                    <a:pt x="265954" y="204013"/>
                  </a:lnTo>
                  <a:lnTo>
                    <a:pt x="267382" y="211945"/>
                  </a:lnTo>
                  <a:lnTo>
                    <a:pt x="267454" y="212344"/>
                  </a:lnTo>
                  <a:lnTo>
                    <a:pt x="270519" y="230455"/>
                  </a:lnTo>
                  <a:lnTo>
                    <a:pt x="270966" y="231305"/>
                  </a:lnTo>
                  <a:lnTo>
                    <a:pt x="271363" y="232180"/>
                  </a:lnTo>
                  <a:lnTo>
                    <a:pt x="271709" y="233077"/>
                  </a:lnTo>
                  <a:lnTo>
                    <a:pt x="272003" y="233994"/>
                  </a:lnTo>
                  <a:lnTo>
                    <a:pt x="272243" y="234927"/>
                  </a:lnTo>
                  <a:lnTo>
                    <a:pt x="272429" y="235872"/>
                  </a:lnTo>
                  <a:lnTo>
                    <a:pt x="272560" y="236828"/>
                  </a:lnTo>
                  <a:lnTo>
                    <a:pt x="272635" y="237789"/>
                  </a:lnTo>
                  <a:lnTo>
                    <a:pt x="272651" y="239027"/>
                  </a:lnTo>
                  <a:lnTo>
                    <a:pt x="272574" y="240262"/>
                  </a:lnTo>
                  <a:lnTo>
                    <a:pt x="272407" y="241488"/>
                  </a:lnTo>
                  <a:lnTo>
                    <a:pt x="272149" y="242698"/>
                  </a:lnTo>
                  <a:lnTo>
                    <a:pt x="272085" y="242943"/>
                  </a:lnTo>
                  <a:lnTo>
                    <a:pt x="269359" y="250769"/>
                  </a:lnTo>
                  <a:lnTo>
                    <a:pt x="253094" y="245656"/>
                  </a:lnTo>
                  <a:lnTo>
                    <a:pt x="249021" y="258276"/>
                  </a:lnTo>
                  <a:lnTo>
                    <a:pt x="243644" y="274932"/>
                  </a:lnTo>
                  <a:lnTo>
                    <a:pt x="242588" y="278203"/>
                  </a:lnTo>
                  <a:lnTo>
                    <a:pt x="242072" y="279800"/>
                  </a:lnTo>
                  <a:lnTo>
                    <a:pt x="205045" y="269515"/>
                  </a:lnTo>
                  <a:lnTo>
                    <a:pt x="204225" y="269286"/>
                  </a:lnTo>
                  <a:lnTo>
                    <a:pt x="203442" y="269067"/>
                  </a:lnTo>
                  <a:lnTo>
                    <a:pt x="201811" y="268611"/>
                  </a:lnTo>
                  <a:lnTo>
                    <a:pt x="159080" y="256665"/>
                  </a:lnTo>
                  <a:lnTo>
                    <a:pt x="158649" y="256544"/>
                  </a:lnTo>
                  <a:lnTo>
                    <a:pt x="113329" y="242059"/>
                  </a:lnTo>
                  <a:lnTo>
                    <a:pt x="101582" y="231983"/>
                  </a:lnTo>
                  <a:lnTo>
                    <a:pt x="87724" y="220097"/>
                  </a:lnTo>
                  <a:lnTo>
                    <a:pt x="86861" y="219559"/>
                  </a:lnTo>
                  <a:lnTo>
                    <a:pt x="84614" y="218157"/>
                  </a:lnTo>
                  <a:lnTo>
                    <a:pt x="83464" y="217439"/>
                  </a:lnTo>
                  <a:lnTo>
                    <a:pt x="83279" y="217323"/>
                  </a:lnTo>
                  <a:lnTo>
                    <a:pt x="75500" y="212469"/>
                  </a:lnTo>
                  <a:lnTo>
                    <a:pt x="62453" y="203740"/>
                  </a:lnTo>
                  <a:lnTo>
                    <a:pt x="42768" y="190569"/>
                  </a:lnTo>
                  <a:lnTo>
                    <a:pt x="23939" y="177971"/>
                  </a:lnTo>
                  <a:lnTo>
                    <a:pt x="11423" y="169597"/>
                  </a:lnTo>
                  <a:lnTo>
                    <a:pt x="2751" y="163341"/>
                  </a:lnTo>
                  <a:lnTo>
                    <a:pt x="1322" y="162310"/>
                  </a:lnTo>
                  <a:lnTo>
                    <a:pt x="0" y="161356"/>
                  </a:lnTo>
                  <a:lnTo>
                    <a:pt x="706" y="160520"/>
                  </a:lnTo>
                  <a:lnTo>
                    <a:pt x="7017" y="153053"/>
                  </a:lnTo>
                  <a:lnTo>
                    <a:pt x="10710" y="148685"/>
                  </a:lnTo>
                  <a:lnTo>
                    <a:pt x="18821" y="139089"/>
                  </a:lnTo>
                  <a:lnTo>
                    <a:pt x="18992" y="138887"/>
                  </a:lnTo>
                  <a:lnTo>
                    <a:pt x="20517" y="137083"/>
                  </a:lnTo>
                  <a:lnTo>
                    <a:pt x="27619" y="129131"/>
                  </a:lnTo>
                  <a:lnTo>
                    <a:pt x="30973" y="125375"/>
                  </a:lnTo>
                  <a:lnTo>
                    <a:pt x="32229" y="123801"/>
                  </a:lnTo>
                  <a:lnTo>
                    <a:pt x="32794" y="123092"/>
                  </a:lnTo>
                  <a:lnTo>
                    <a:pt x="34329" y="121166"/>
                  </a:lnTo>
                  <a:lnTo>
                    <a:pt x="54363" y="97002"/>
                  </a:lnTo>
                  <a:lnTo>
                    <a:pt x="54763" y="96487"/>
                  </a:lnTo>
                  <a:lnTo>
                    <a:pt x="62518" y="86485"/>
                  </a:lnTo>
                  <a:lnTo>
                    <a:pt x="65588" y="82526"/>
                  </a:lnTo>
                  <a:lnTo>
                    <a:pt x="69876" y="76995"/>
                  </a:lnTo>
                  <a:lnTo>
                    <a:pt x="76354" y="67182"/>
                  </a:lnTo>
                  <a:lnTo>
                    <a:pt x="78266" y="64284"/>
                  </a:lnTo>
                  <a:lnTo>
                    <a:pt x="80224" y="61318"/>
                  </a:lnTo>
                  <a:lnTo>
                    <a:pt x="90937" y="41783"/>
                  </a:lnTo>
                  <a:lnTo>
                    <a:pt x="93125" y="37309"/>
                  </a:lnTo>
                  <a:lnTo>
                    <a:pt x="94752" y="33985"/>
                  </a:lnTo>
                  <a:lnTo>
                    <a:pt x="96131" y="31165"/>
                  </a:lnTo>
                  <a:lnTo>
                    <a:pt x="101372" y="20451"/>
                  </a:lnTo>
                  <a:lnTo>
                    <a:pt x="103802" y="15483"/>
                  </a:lnTo>
                  <a:lnTo>
                    <a:pt x="111377" y="0"/>
                  </a:lnTo>
                  <a:lnTo>
                    <a:pt x="112938" y="750"/>
                  </a:lnTo>
                  <a:lnTo>
                    <a:pt x="113953" y="1238"/>
                  </a:lnTo>
                  <a:lnTo>
                    <a:pt x="125004" y="6551"/>
                  </a:lnTo>
                  <a:lnTo>
                    <a:pt x="146782" y="17023"/>
                  </a:lnTo>
                  <a:lnTo>
                    <a:pt x="164040" y="25320"/>
                  </a:lnTo>
                  <a:lnTo>
                    <a:pt x="166943" y="26716"/>
                  </a:lnTo>
                  <a:lnTo>
                    <a:pt x="171714" y="29010"/>
                  </a:lnTo>
                  <a:lnTo>
                    <a:pt x="174023" y="30120"/>
                  </a:lnTo>
                  <a:lnTo>
                    <a:pt x="178397" y="32264"/>
                  </a:lnTo>
                  <a:lnTo>
                    <a:pt x="181293" y="33607"/>
                  </a:lnTo>
                  <a:lnTo>
                    <a:pt x="184209" y="34901"/>
                  </a:lnTo>
                  <a:lnTo>
                    <a:pt x="187147" y="36146"/>
                  </a:lnTo>
                  <a:lnTo>
                    <a:pt x="190104" y="37341"/>
                  </a:lnTo>
                  <a:lnTo>
                    <a:pt x="192976" y="38446"/>
                  </a:lnTo>
                  <a:lnTo>
                    <a:pt x="195864" y="39505"/>
                  </a:lnTo>
                  <a:lnTo>
                    <a:pt x="198769" y="40516"/>
                  </a:lnTo>
                  <a:lnTo>
                    <a:pt x="201690" y="41480"/>
                  </a:lnTo>
                  <a:lnTo>
                    <a:pt x="203281" y="41976"/>
                  </a:lnTo>
                  <a:lnTo>
                    <a:pt x="204625" y="42396"/>
                  </a:lnTo>
                  <a:lnTo>
                    <a:pt x="207574" y="43264"/>
                  </a:lnTo>
                  <a:lnTo>
                    <a:pt x="210536" y="44083"/>
                  </a:lnTo>
                  <a:lnTo>
                    <a:pt x="213510" y="44855"/>
                  </a:lnTo>
                  <a:lnTo>
                    <a:pt x="218501" y="46034"/>
                  </a:lnTo>
                  <a:lnTo>
                    <a:pt x="222613" y="46888"/>
                  </a:lnTo>
                  <a:lnTo>
                    <a:pt x="223520" y="47076"/>
                  </a:lnTo>
                  <a:lnTo>
                    <a:pt x="232253" y="47904"/>
                  </a:lnTo>
                  <a:lnTo>
                    <a:pt x="234868" y="48933"/>
                  </a:lnTo>
                  <a:lnTo>
                    <a:pt x="247871" y="54051"/>
                  </a:lnTo>
                  <a:lnTo>
                    <a:pt x="257667" y="57852"/>
                  </a:lnTo>
                  <a:lnTo>
                    <a:pt x="262897" y="59881"/>
                  </a:lnTo>
                  <a:lnTo>
                    <a:pt x="263137" y="59965"/>
                  </a:lnTo>
                  <a:lnTo>
                    <a:pt x="257195" y="75336"/>
                  </a:lnTo>
                  <a:lnTo>
                    <a:pt x="255825" y="78882"/>
                  </a:lnTo>
                  <a:lnTo>
                    <a:pt x="253742" y="84269"/>
                  </a:lnTo>
                  <a:lnTo>
                    <a:pt x="252234" y="88171"/>
                  </a:lnTo>
                  <a:lnTo>
                    <a:pt x="252055" y="88633"/>
                  </a:lnTo>
                  <a:lnTo>
                    <a:pt x="251590" y="89837"/>
                  </a:lnTo>
                  <a:lnTo>
                    <a:pt x="249611" y="94958"/>
                  </a:lnTo>
                  <a:lnTo>
                    <a:pt x="248463" y="97927"/>
                  </a:lnTo>
                  <a:lnTo>
                    <a:pt x="248155" y="99301"/>
                  </a:lnTo>
                  <a:lnTo>
                    <a:pt x="245395" y="111624"/>
                  </a:lnTo>
                  <a:lnTo>
                    <a:pt x="244289" y="118120"/>
                  </a:lnTo>
                  <a:lnTo>
                    <a:pt x="244266" y="118256"/>
                  </a:lnTo>
                  <a:lnTo>
                    <a:pt x="241233" y="129898"/>
                  </a:lnTo>
                  <a:lnTo>
                    <a:pt x="242609" y="131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67777" y="3656880"/>
              <a:ext cx="393061" cy="373660"/>
            </a:xfrm>
            <a:custGeom>
              <a:avLst/>
              <a:pathLst>
                <a:path w="393061" h="373660">
                  <a:moveTo>
                    <a:pt x="348325" y="242803"/>
                  </a:moveTo>
                  <a:lnTo>
                    <a:pt x="344366" y="254890"/>
                  </a:lnTo>
                  <a:lnTo>
                    <a:pt x="344257" y="255231"/>
                  </a:lnTo>
                  <a:lnTo>
                    <a:pt x="343434" y="257804"/>
                  </a:lnTo>
                  <a:lnTo>
                    <a:pt x="341831" y="262817"/>
                  </a:lnTo>
                  <a:lnTo>
                    <a:pt x="338691" y="272637"/>
                  </a:lnTo>
                  <a:lnTo>
                    <a:pt x="337303" y="276977"/>
                  </a:lnTo>
                  <a:lnTo>
                    <a:pt x="337184" y="277348"/>
                  </a:lnTo>
                  <a:lnTo>
                    <a:pt x="336452" y="279491"/>
                  </a:lnTo>
                  <a:lnTo>
                    <a:pt x="332978" y="289665"/>
                  </a:lnTo>
                  <a:lnTo>
                    <a:pt x="331600" y="293698"/>
                  </a:lnTo>
                  <a:lnTo>
                    <a:pt x="330291" y="297534"/>
                  </a:lnTo>
                  <a:lnTo>
                    <a:pt x="330082" y="298143"/>
                  </a:lnTo>
                  <a:lnTo>
                    <a:pt x="330006" y="298551"/>
                  </a:lnTo>
                  <a:lnTo>
                    <a:pt x="326034" y="297501"/>
                  </a:lnTo>
                  <a:lnTo>
                    <a:pt x="309703" y="293182"/>
                  </a:lnTo>
                  <a:lnTo>
                    <a:pt x="285621" y="286813"/>
                  </a:lnTo>
                  <a:lnTo>
                    <a:pt x="285043" y="286660"/>
                  </a:lnTo>
                  <a:lnTo>
                    <a:pt x="284509" y="286518"/>
                  </a:lnTo>
                  <a:lnTo>
                    <a:pt x="263017" y="281260"/>
                  </a:lnTo>
                  <a:lnTo>
                    <a:pt x="255426" y="279402"/>
                  </a:lnTo>
                  <a:lnTo>
                    <a:pt x="253498" y="278931"/>
                  </a:lnTo>
                  <a:lnTo>
                    <a:pt x="239930" y="275611"/>
                  </a:lnTo>
                  <a:lnTo>
                    <a:pt x="239657" y="275544"/>
                  </a:lnTo>
                  <a:lnTo>
                    <a:pt x="204979" y="265826"/>
                  </a:lnTo>
                  <a:lnTo>
                    <a:pt x="199865" y="264394"/>
                  </a:lnTo>
                  <a:lnTo>
                    <a:pt x="199689" y="264344"/>
                  </a:lnTo>
                  <a:lnTo>
                    <a:pt x="189536" y="261499"/>
                  </a:lnTo>
                  <a:lnTo>
                    <a:pt x="157416" y="252498"/>
                  </a:lnTo>
                  <a:lnTo>
                    <a:pt x="156565" y="252259"/>
                  </a:lnTo>
                  <a:lnTo>
                    <a:pt x="156203" y="253621"/>
                  </a:lnTo>
                  <a:lnTo>
                    <a:pt x="150614" y="274623"/>
                  </a:lnTo>
                  <a:lnTo>
                    <a:pt x="145341" y="295533"/>
                  </a:lnTo>
                  <a:lnTo>
                    <a:pt x="143597" y="301567"/>
                  </a:lnTo>
                  <a:lnTo>
                    <a:pt x="142755" y="304479"/>
                  </a:lnTo>
                  <a:lnTo>
                    <a:pt x="142320" y="305987"/>
                  </a:lnTo>
                  <a:lnTo>
                    <a:pt x="141713" y="308230"/>
                  </a:lnTo>
                  <a:lnTo>
                    <a:pt x="140246" y="313661"/>
                  </a:lnTo>
                  <a:lnTo>
                    <a:pt x="138421" y="320412"/>
                  </a:lnTo>
                  <a:lnTo>
                    <a:pt x="136490" y="326103"/>
                  </a:lnTo>
                  <a:lnTo>
                    <a:pt x="134795" y="331097"/>
                  </a:lnTo>
                  <a:lnTo>
                    <a:pt x="132112" y="339005"/>
                  </a:lnTo>
                  <a:lnTo>
                    <a:pt x="129467" y="346799"/>
                  </a:lnTo>
                  <a:lnTo>
                    <a:pt x="129398" y="347028"/>
                  </a:lnTo>
                  <a:lnTo>
                    <a:pt x="129230" y="347577"/>
                  </a:lnTo>
                  <a:lnTo>
                    <a:pt x="125307" y="359418"/>
                  </a:lnTo>
                  <a:lnTo>
                    <a:pt x="124506" y="361837"/>
                  </a:lnTo>
                  <a:lnTo>
                    <a:pt x="124039" y="363246"/>
                  </a:lnTo>
                  <a:lnTo>
                    <a:pt x="123205" y="365614"/>
                  </a:lnTo>
                  <a:lnTo>
                    <a:pt x="123010" y="365717"/>
                  </a:lnTo>
                  <a:lnTo>
                    <a:pt x="121988" y="366258"/>
                  </a:lnTo>
                  <a:lnTo>
                    <a:pt x="117081" y="368854"/>
                  </a:lnTo>
                  <a:lnTo>
                    <a:pt x="111421" y="371848"/>
                  </a:lnTo>
                  <a:lnTo>
                    <a:pt x="110169" y="372444"/>
                  </a:lnTo>
                  <a:lnTo>
                    <a:pt x="108923" y="372693"/>
                  </a:lnTo>
                  <a:lnTo>
                    <a:pt x="108393" y="372799"/>
                  </a:lnTo>
                  <a:lnTo>
                    <a:pt x="106605" y="373157"/>
                  </a:lnTo>
                  <a:lnTo>
                    <a:pt x="105975" y="373283"/>
                  </a:lnTo>
                  <a:lnTo>
                    <a:pt x="104382" y="373601"/>
                  </a:lnTo>
                  <a:lnTo>
                    <a:pt x="101400" y="373628"/>
                  </a:lnTo>
                  <a:lnTo>
                    <a:pt x="98191" y="373657"/>
                  </a:lnTo>
                  <a:lnTo>
                    <a:pt x="97579" y="373660"/>
                  </a:lnTo>
                  <a:lnTo>
                    <a:pt x="96773" y="373602"/>
                  </a:lnTo>
                  <a:lnTo>
                    <a:pt x="88724" y="373027"/>
                  </a:lnTo>
                  <a:lnTo>
                    <a:pt x="86700" y="372882"/>
                  </a:lnTo>
                  <a:lnTo>
                    <a:pt x="67483" y="371507"/>
                  </a:lnTo>
                  <a:lnTo>
                    <a:pt x="62730" y="371167"/>
                  </a:lnTo>
                  <a:lnTo>
                    <a:pt x="60978" y="371041"/>
                  </a:lnTo>
                  <a:lnTo>
                    <a:pt x="59556" y="370939"/>
                  </a:lnTo>
                  <a:lnTo>
                    <a:pt x="58201" y="370843"/>
                  </a:lnTo>
                  <a:lnTo>
                    <a:pt x="37929" y="369392"/>
                  </a:lnTo>
                  <a:lnTo>
                    <a:pt x="31466" y="368930"/>
                  </a:lnTo>
                  <a:lnTo>
                    <a:pt x="13558" y="367648"/>
                  </a:lnTo>
                  <a:lnTo>
                    <a:pt x="7287" y="367200"/>
                  </a:lnTo>
                  <a:lnTo>
                    <a:pt x="5444" y="367068"/>
                  </a:lnTo>
                  <a:lnTo>
                    <a:pt x="3055" y="366897"/>
                  </a:lnTo>
                  <a:lnTo>
                    <a:pt x="2200" y="366836"/>
                  </a:lnTo>
                  <a:lnTo>
                    <a:pt x="1498" y="366785"/>
                  </a:lnTo>
                  <a:lnTo>
                    <a:pt x="0" y="366540"/>
                  </a:lnTo>
                  <a:lnTo>
                    <a:pt x="356" y="358255"/>
                  </a:lnTo>
                  <a:lnTo>
                    <a:pt x="590" y="352820"/>
                  </a:lnTo>
                  <a:lnTo>
                    <a:pt x="924" y="345058"/>
                  </a:lnTo>
                  <a:lnTo>
                    <a:pt x="999" y="344182"/>
                  </a:lnTo>
                  <a:lnTo>
                    <a:pt x="1752" y="335450"/>
                  </a:lnTo>
                  <a:lnTo>
                    <a:pt x="2382" y="328136"/>
                  </a:lnTo>
                  <a:lnTo>
                    <a:pt x="4152" y="312491"/>
                  </a:lnTo>
                  <a:lnTo>
                    <a:pt x="4958" y="307824"/>
                  </a:lnTo>
                  <a:lnTo>
                    <a:pt x="6651" y="298017"/>
                  </a:lnTo>
                  <a:lnTo>
                    <a:pt x="8646" y="290076"/>
                  </a:lnTo>
                  <a:lnTo>
                    <a:pt x="10377" y="283190"/>
                  </a:lnTo>
                  <a:lnTo>
                    <a:pt x="11545" y="278541"/>
                  </a:lnTo>
                  <a:lnTo>
                    <a:pt x="13565" y="271774"/>
                  </a:lnTo>
                  <a:lnTo>
                    <a:pt x="14731" y="267867"/>
                  </a:lnTo>
                  <a:lnTo>
                    <a:pt x="15294" y="265982"/>
                  </a:lnTo>
                  <a:lnTo>
                    <a:pt x="19250" y="255233"/>
                  </a:lnTo>
                  <a:lnTo>
                    <a:pt x="20509" y="251888"/>
                  </a:lnTo>
                  <a:lnTo>
                    <a:pt x="23415" y="244164"/>
                  </a:lnTo>
                  <a:lnTo>
                    <a:pt x="23926" y="243129"/>
                  </a:lnTo>
                  <a:lnTo>
                    <a:pt x="28076" y="234711"/>
                  </a:lnTo>
                  <a:lnTo>
                    <a:pt x="33578" y="224363"/>
                  </a:lnTo>
                  <a:lnTo>
                    <a:pt x="34003" y="223564"/>
                  </a:lnTo>
                  <a:lnTo>
                    <a:pt x="36742" y="219114"/>
                  </a:lnTo>
                  <a:lnTo>
                    <a:pt x="40685" y="212707"/>
                  </a:lnTo>
                  <a:lnTo>
                    <a:pt x="43250" y="208540"/>
                  </a:lnTo>
                  <a:lnTo>
                    <a:pt x="53038" y="192947"/>
                  </a:lnTo>
                  <a:lnTo>
                    <a:pt x="54571" y="190713"/>
                  </a:lnTo>
                  <a:lnTo>
                    <a:pt x="55624" y="189178"/>
                  </a:lnTo>
                  <a:lnTo>
                    <a:pt x="56815" y="187443"/>
                  </a:lnTo>
                  <a:lnTo>
                    <a:pt x="60099" y="182659"/>
                  </a:lnTo>
                  <a:lnTo>
                    <a:pt x="62718" y="178843"/>
                  </a:lnTo>
                  <a:lnTo>
                    <a:pt x="67962" y="171202"/>
                  </a:lnTo>
                  <a:lnTo>
                    <a:pt x="68134" y="170953"/>
                  </a:lnTo>
                  <a:lnTo>
                    <a:pt x="76364" y="159070"/>
                  </a:lnTo>
                  <a:lnTo>
                    <a:pt x="77165" y="157863"/>
                  </a:lnTo>
                  <a:lnTo>
                    <a:pt x="80243" y="153220"/>
                  </a:lnTo>
                  <a:lnTo>
                    <a:pt x="82727" y="149475"/>
                  </a:lnTo>
                  <a:lnTo>
                    <a:pt x="92159" y="135251"/>
                  </a:lnTo>
                  <a:lnTo>
                    <a:pt x="92302" y="135036"/>
                  </a:lnTo>
                  <a:lnTo>
                    <a:pt x="93444" y="133354"/>
                  </a:lnTo>
                  <a:lnTo>
                    <a:pt x="94150" y="132314"/>
                  </a:lnTo>
                  <a:lnTo>
                    <a:pt x="106693" y="113847"/>
                  </a:lnTo>
                  <a:lnTo>
                    <a:pt x="110735" y="107894"/>
                  </a:lnTo>
                  <a:lnTo>
                    <a:pt x="125862" y="85621"/>
                  </a:lnTo>
                  <a:lnTo>
                    <a:pt x="127075" y="83835"/>
                  </a:lnTo>
                  <a:lnTo>
                    <a:pt x="130297" y="79091"/>
                  </a:lnTo>
                  <a:lnTo>
                    <a:pt x="133959" y="73700"/>
                  </a:lnTo>
                  <a:lnTo>
                    <a:pt x="135266" y="71775"/>
                  </a:lnTo>
                  <a:lnTo>
                    <a:pt x="136144" y="70456"/>
                  </a:lnTo>
                  <a:lnTo>
                    <a:pt x="138066" y="67570"/>
                  </a:lnTo>
                  <a:lnTo>
                    <a:pt x="147726" y="53064"/>
                  </a:lnTo>
                  <a:lnTo>
                    <a:pt x="154129" y="43449"/>
                  </a:lnTo>
                  <a:lnTo>
                    <a:pt x="154798" y="42445"/>
                  </a:lnTo>
                  <a:lnTo>
                    <a:pt x="158467" y="37315"/>
                  </a:lnTo>
                  <a:lnTo>
                    <a:pt x="159890" y="35327"/>
                  </a:lnTo>
                  <a:lnTo>
                    <a:pt x="163989" y="29597"/>
                  </a:lnTo>
                  <a:lnTo>
                    <a:pt x="167824" y="24479"/>
                  </a:lnTo>
                  <a:lnTo>
                    <a:pt x="183118" y="5936"/>
                  </a:lnTo>
                  <a:lnTo>
                    <a:pt x="188015" y="0"/>
                  </a:lnTo>
                  <a:lnTo>
                    <a:pt x="189337" y="953"/>
                  </a:lnTo>
                  <a:lnTo>
                    <a:pt x="190766" y="1985"/>
                  </a:lnTo>
                  <a:lnTo>
                    <a:pt x="199438" y="8241"/>
                  </a:lnTo>
                  <a:lnTo>
                    <a:pt x="211954" y="16615"/>
                  </a:lnTo>
                  <a:lnTo>
                    <a:pt x="230784" y="29213"/>
                  </a:lnTo>
                  <a:lnTo>
                    <a:pt x="250469" y="42384"/>
                  </a:lnTo>
                  <a:lnTo>
                    <a:pt x="263516" y="51113"/>
                  </a:lnTo>
                  <a:lnTo>
                    <a:pt x="271294" y="55967"/>
                  </a:lnTo>
                  <a:lnTo>
                    <a:pt x="271479" y="56083"/>
                  </a:lnTo>
                  <a:lnTo>
                    <a:pt x="272629" y="56800"/>
                  </a:lnTo>
                  <a:lnTo>
                    <a:pt x="274876" y="58202"/>
                  </a:lnTo>
                  <a:lnTo>
                    <a:pt x="275739" y="58741"/>
                  </a:lnTo>
                  <a:lnTo>
                    <a:pt x="289597" y="70627"/>
                  </a:lnTo>
                  <a:lnTo>
                    <a:pt x="301344" y="80703"/>
                  </a:lnTo>
                  <a:lnTo>
                    <a:pt x="346664" y="95188"/>
                  </a:lnTo>
                  <a:lnTo>
                    <a:pt x="347095" y="95308"/>
                  </a:lnTo>
                  <a:lnTo>
                    <a:pt x="389827" y="107255"/>
                  </a:lnTo>
                  <a:lnTo>
                    <a:pt x="391457" y="107711"/>
                  </a:lnTo>
                  <a:lnTo>
                    <a:pt x="392240" y="107930"/>
                  </a:lnTo>
                  <a:lnTo>
                    <a:pt x="393061" y="108159"/>
                  </a:lnTo>
                  <a:lnTo>
                    <a:pt x="386522" y="127820"/>
                  </a:lnTo>
                  <a:lnTo>
                    <a:pt x="379228" y="149753"/>
                  </a:lnTo>
                  <a:lnTo>
                    <a:pt x="372456" y="170115"/>
                  </a:lnTo>
                  <a:lnTo>
                    <a:pt x="365453" y="191171"/>
                  </a:lnTo>
                  <a:lnTo>
                    <a:pt x="359270" y="209764"/>
                  </a:lnTo>
                  <a:lnTo>
                    <a:pt x="358092" y="213305"/>
                  </a:lnTo>
                  <a:lnTo>
                    <a:pt x="351155" y="234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425659" y="2250708"/>
              <a:ext cx="469083" cy="417719"/>
            </a:xfrm>
            <a:custGeom>
              <a:avLst/>
              <a:pathLst>
                <a:path w="469083" h="417719">
                  <a:moveTo>
                    <a:pt x="332974" y="310200"/>
                  </a:moveTo>
                  <a:lnTo>
                    <a:pt x="327921" y="316914"/>
                  </a:lnTo>
                  <a:lnTo>
                    <a:pt x="325554" y="320748"/>
                  </a:lnTo>
                  <a:lnTo>
                    <a:pt x="325470" y="320884"/>
                  </a:lnTo>
                  <a:lnTo>
                    <a:pt x="322981" y="324917"/>
                  </a:lnTo>
                  <a:lnTo>
                    <a:pt x="321826" y="326789"/>
                  </a:lnTo>
                  <a:lnTo>
                    <a:pt x="317834" y="334266"/>
                  </a:lnTo>
                  <a:lnTo>
                    <a:pt x="315393" y="338838"/>
                  </a:lnTo>
                  <a:lnTo>
                    <a:pt x="313204" y="342939"/>
                  </a:lnTo>
                  <a:lnTo>
                    <a:pt x="311936" y="345314"/>
                  </a:lnTo>
                  <a:lnTo>
                    <a:pt x="311868" y="345442"/>
                  </a:lnTo>
                  <a:lnTo>
                    <a:pt x="310133" y="348691"/>
                  </a:lnTo>
                  <a:lnTo>
                    <a:pt x="304001" y="360393"/>
                  </a:lnTo>
                  <a:lnTo>
                    <a:pt x="294838" y="377878"/>
                  </a:lnTo>
                  <a:lnTo>
                    <a:pt x="293851" y="379764"/>
                  </a:lnTo>
                  <a:lnTo>
                    <a:pt x="293143" y="381114"/>
                  </a:lnTo>
                  <a:lnTo>
                    <a:pt x="283415" y="399681"/>
                  </a:lnTo>
                  <a:lnTo>
                    <a:pt x="276961" y="411999"/>
                  </a:lnTo>
                  <a:lnTo>
                    <a:pt x="274057" y="417541"/>
                  </a:lnTo>
                  <a:lnTo>
                    <a:pt x="273961" y="417719"/>
                  </a:lnTo>
                  <a:lnTo>
                    <a:pt x="271174" y="416205"/>
                  </a:lnTo>
                  <a:lnTo>
                    <a:pt x="262681" y="411591"/>
                  </a:lnTo>
                  <a:lnTo>
                    <a:pt x="259289" y="409749"/>
                  </a:lnTo>
                  <a:lnTo>
                    <a:pt x="254553" y="407177"/>
                  </a:lnTo>
                  <a:lnTo>
                    <a:pt x="251727" y="405641"/>
                  </a:lnTo>
                  <a:lnTo>
                    <a:pt x="249308" y="404328"/>
                  </a:lnTo>
                  <a:lnTo>
                    <a:pt x="249174" y="404025"/>
                  </a:lnTo>
                  <a:lnTo>
                    <a:pt x="248958" y="403535"/>
                  </a:lnTo>
                  <a:lnTo>
                    <a:pt x="248639" y="402814"/>
                  </a:lnTo>
                  <a:lnTo>
                    <a:pt x="248204" y="401831"/>
                  </a:lnTo>
                  <a:lnTo>
                    <a:pt x="248449" y="401402"/>
                  </a:lnTo>
                  <a:lnTo>
                    <a:pt x="248958" y="400514"/>
                  </a:lnTo>
                  <a:lnTo>
                    <a:pt x="249393" y="399752"/>
                  </a:lnTo>
                  <a:lnTo>
                    <a:pt x="248958" y="399395"/>
                  </a:lnTo>
                  <a:lnTo>
                    <a:pt x="248683" y="399169"/>
                  </a:lnTo>
                  <a:lnTo>
                    <a:pt x="246031" y="396993"/>
                  </a:lnTo>
                  <a:lnTo>
                    <a:pt x="245200" y="396270"/>
                  </a:lnTo>
                  <a:lnTo>
                    <a:pt x="241347" y="392919"/>
                  </a:lnTo>
                  <a:lnTo>
                    <a:pt x="239087" y="390953"/>
                  </a:lnTo>
                  <a:lnTo>
                    <a:pt x="237591" y="389652"/>
                  </a:lnTo>
                  <a:lnTo>
                    <a:pt x="237050" y="389182"/>
                  </a:lnTo>
                  <a:lnTo>
                    <a:pt x="236865" y="389021"/>
                  </a:lnTo>
                  <a:lnTo>
                    <a:pt x="233958" y="386492"/>
                  </a:lnTo>
                  <a:lnTo>
                    <a:pt x="225702" y="379289"/>
                  </a:lnTo>
                  <a:lnTo>
                    <a:pt x="225032" y="378704"/>
                  </a:lnTo>
                  <a:lnTo>
                    <a:pt x="224648" y="378369"/>
                  </a:lnTo>
                  <a:lnTo>
                    <a:pt x="215643" y="370512"/>
                  </a:lnTo>
                  <a:lnTo>
                    <a:pt x="207423" y="363340"/>
                  </a:lnTo>
                  <a:lnTo>
                    <a:pt x="206945" y="362972"/>
                  </a:lnTo>
                  <a:lnTo>
                    <a:pt x="204286" y="360928"/>
                  </a:lnTo>
                  <a:lnTo>
                    <a:pt x="202758" y="359753"/>
                  </a:lnTo>
                  <a:lnTo>
                    <a:pt x="201872" y="359072"/>
                  </a:lnTo>
                  <a:lnTo>
                    <a:pt x="192458" y="351835"/>
                  </a:lnTo>
                  <a:lnTo>
                    <a:pt x="190365" y="350226"/>
                  </a:lnTo>
                  <a:lnTo>
                    <a:pt x="188472" y="348770"/>
                  </a:lnTo>
                  <a:lnTo>
                    <a:pt x="185062" y="346149"/>
                  </a:lnTo>
                  <a:lnTo>
                    <a:pt x="183805" y="345182"/>
                  </a:lnTo>
                  <a:lnTo>
                    <a:pt x="183046" y="344598"/>
                  </a:lnTo>
                  <a:lnTo>
                    <a:pt x="182146" y="344150"/>
                  </a:lnTo>
                  <a:lnTo>
                    <a:pt x="181582" y="343870"/>
                  </a:lnTo>
                  <a:lnTo>
                    <a:pt x="180674" y="343418"/>
                  </a:lnTo>
                  <a:lnTo>
                    <a:pt x="174847" y="340518"/>
                  </a:lnTo>
                  <a:lnTo>
                    <a:pt x="166650" y="336440"/>
                  </a:lnTo>
                  <a:lnTo>
                    <a:pt x="165478" y="335869"/>
                  </a:lnTo>
                  <a:lnTo>
                    <a:pt x="164662" y="335472"/>
                  </a:lnTo>
                  <a:lnTo>
                    <a:pt x="162348" y="334347"/>
                  </a:lnTo>
                  <a:lnTo>
                    <a:pt x="157440" y="331959"/>
                  </a:lnTo>
                  <a:lnTo>
                    <a:pt x="156911" y="331702"/>
                  </a:lnTo>
                  <a:lnTo>
                    <a:pt x="156558" y="331530"/>
                  </a:lnTo>
                  <a:lnTo>
                    <a:pt x="155247" y="330892"/>
                  </a:lnTo>
                  <a:lnTo>
                    <a:pt x="129753" y="318490"/>
                  </a:lnTo>
                  <a:lnTo>
                    <a:pt x="123996" y="315690"/>
                  </a:lnTo>
                  <a:lnTo>
                    <a:pt x="121778" y="314610"/>
                  </a:lnTo>
                  <a:lnTo>
                    <a:pt x="121021" y="316036"/>
                  </a:lnTo>
                  <a:lnTo>
                    <a:pt x="115829" y="325816"/>
                  </a:lnTo>
                  <a:lnTo>
                    <a:pt x="113465" y="330271"/>
                  </a:lnTo>
                  <a:lnTo>
                    <a:pt x="110775" y="335337"/>
                  </a:lnTo>
                  <a:lnTo>
                    <a:pt x="104542" y="344991"/>
                  </a:lnTo>
                  <a:lnTo>
                    <a:pt x="103656" y="346362"/>
                  </a:lnTo>
                  <a:lnTo>
                    <a:pt x="100996" y="350409"/>
                  </a:lnTo>
                  <a:lnTo>
                    <a:pt x="100460" y="351225"/>
                  </a:lnTo>
                  <a:lnTo>
                    <a:pt x="98253" y="350005"/>
                  </a:lnTo>
                  <a:lnTo>
                    <a:pt x="95549" y="348509"/>
                  </a:lnTo>
                  <a:lnTo>
                    <a:pt x="92887" y="347036"/>
                  </a:lnTo>
                  <a:lnTo>
                    <a:pt x="88562" y="344644"/>
                  </a:lnTo>
                  <a:lnTo>
                    <a:pt x="88408" y="344559"/>
                  </a:lnTo>
                  <a:lnTo>
                    <a:pt x="79944" y="339877"/>
                  </a:lnTo>
                  <a:lnTo>
                    <a:pt x="79542" y="339654"/>
                  </a:lnTo>
                  <a:lnTo>
                    <a:pt x="79364" y="339555"/>
                  </a:lnTo>
                  <a:lnTo>
                    <a:pt x="76594" y="338023"/>
                  </a:lnTo>
                  <a:lnTo>
                    <a:pt x="75711" y="337535"/>
                  </a:lnTo>
                  <a:lnTo>
                    <a:pt x="71441" y="335173"/>
                  </a:lnTo>
                  <a:lnTo>
                    <a:pt x="66138" y="332239"/>
                  </a:lnTo>
                  <a:lnTo>
                    <a:pt x="61143" y="329476"/>
                  </a:lnTo>
                  <a:lnTo>
                    <a:pt x="55958" y="326608"/>
                  </a:lnTo>
                  <a:lnTo>
                    <a:pt x="55314" y="326252"/>
                  </a:lnTo>
                  <a:lnTo>
                    <a:pt x="49814" y="323209"/>
                  </a:lnTo>
                  <a:lnTo>
                    <a:pt x="48763" y="322628"/>
                  </a:lnTo>
                  <a:lnTo>
                    <a:pt x="43159" y="319527"/>
                  </a:lnTo>
                  <a:lnTo>
                    <a:pt x="38992" y="317222"/>
                  </a:lnTo>
                  <a:lnTo>
                    <a:pt x="37571" y="316436"/>
                  </a:lnTo>
                  <a:lnTo>
                    <a:pt x="33394" y="314126"/>
                  </a:lnTo>
                  <a:lnTo>
                    <a:pt x="32578" y="313674"/>
                  </a:lnTo>
                  <a:lnTo>
                    <a:pt x="31895" y="313296"/>
                  </a:lnTo>
                  <a:lnTo>
                    <a:pt x="31722" y="313201"/>
                  </a:lnTo>
                  <a:lnTo>
                    <a:pt x="27817" y="311041"/>
                  </a:lnTo>
                  <a:lnTo>
                    <a:pt x="27509" y="310870"/>
                  </a:lnTo>
                  <a:lnTo>
                    <a:pt x="25635" y="309834"/>
                  </a:lnTo>
                  <a:lnTo>
                    <a:pt x="18718" y="306007"/>
                  </a:lnTo>
                  <a:lnTo>
                    <a:pt x="9851" y="301102"/>
                  </a:lnTo>
                  <a:lnTo>
                    <a:pt x="8865" y="300557"/>
                  </a:lnTo>
                  <a:lnTo>
                    <a:pt x="6009" y="298977"/>
                  </a:lnTo>
                  <a:lnTo>
                    <a:pt x="5141" y="298497"/>
                  </a:lnTo>
                  <a:lnTo>
                    <a:pt x="4250" y="298004"/>
                  </a:lnTo>
                  <a:lnTo>
                    <a:pt x="3180" y="297412"/>
                  </a:lnTo>
                  <a:lnTo>
                    <a:pt x="0" y="295653"/>
                  </a:lnTo>
                  <a:lnTo>
                    <a:pt x="93" y="295483"/>
                  </a:lnTo>
                  <a:lnTo>
                    <a:pt x="1575" y="292775"/>
                  </a:lnTo>
                  <a:lnTo>
                    <a:pt x="2835" y="290474"/>
                  </a:lnTo>
                  <a:lnTo>
                    <a:pt x="4105" y="288154"/>
                  </a:lnTo>
                  <a:lnTo>
                    <a:pt x="6399" y="283965"/>
                  </a:lnTo>
                  <a:lnTo>
                    <a:pt x="7833" y="281345"/>
                  </a:lnTo>
                  <a:lnTo>
                    <a:pt x="10048" y="277300"/>
                  </a:lnTo>
                  <a:lnTo>
                    <a:pt x="13775" y="270494"/>
                  </a:lnTo>
                  <a:lnTo>
                    <a:pt x="18905" y="261125"/>
                  </a:lnTo>
                  <a:lnTo>
                    <a:pt x="21275" y="256797"/>
                  </a:lnTo>
                  <a:lnTo>
                    <a:pt x="24232" y="251396"/>
                  </a:lnTo>
                  <a:lnTo>
                    <a:pt x="27245" y="245893"/>
                  </a:lnTo>
                  <a:lnTo>
                    <a:pt x="30204" y="240488"/>
                  </a:lnTo>
                  <a:lnTo>
                    <a:pt x="33944" y="233658"/>
                  </a:lnTo>
                  <a:lnTo>
                    <a:pt x="34392" y="232839"/>
                  </a:lnTo>
                  <a:lnTo>
                    <a:pt x="37749" y="226708"/>
                  </a:lnTo>
                  <a:lnTo>
                    <a:pt x="38964" y="224489"/>
                  </a:lnTo>
                  <a:lnTo>
                    <a:pt x="41585" y="219703"/>
                  </a:lnTo>
                  <a:lnTo>
                    <a:pt x="41738" y="219425"/>
                  </a:lnTo>
                  <a:lnTo>
                    <a:pt x="42927" y="217271"/>
                  </a:lnTo>
                  <a:lnTo>
                    <a:pt x="45405" y="212778"/>
                  </a:lnTo>
                  <a:lnTo>
                    <a:pt x="47497" y="208987"/>
                  </a:lnTo>
                  <a:lnTo>
                    <a:pt x="51148" y="202370"/>
                  </a:lnTo>
                  <a:lnTo>
                    <a:pt x="53495" y="198116"/>
                  </a:lnTo>
                  <a:lnTo>
                    <a:pt x="54634" y="196051"/>
                  </a:lnTo>
                  <a:lnTo>
                    <a:pt x="55068" y="195265"/>
                  </a:lnTo>
                  <a:lnTo>
                    <a:pt x="57685" y="190520"/>
                  </a:lnTo>
                  <a:lnTo>
                    <a:pt x="63463" y="180049"/>
                  </a:lnTo>
                  <a:lnTo>
                    <a:pt x="65008" y="177248"/>
                  </a:lnTo>
                  <a:lnTo>
                    <a:pt x="65391" y="176553"/>
                  </a:lnTo>
                  <a:lnTo>
                    <a:pt x="65941" y="175556"/>
                  </a:lnTo>
                  <a:lnTo>
                    <a:pt x="68193" y="171420"/>
                  </a:lnTo>
                  <a:lnTo>
                    <a:pt x="69625" y="168790"/>
                  </a:lnTo>
                  <a:lnTo>
                    <a:pt x="73538" y="161602"/>
                  </a:lnTo>
                  <a:lnTo>
                    <a:pt x="77301" y="154690"/>
                  </a:lnTo>
                  <a:lnTo>
                    <a:pt x="83073" y="144086"/>
                  </a:lnTo>
                  <a:lnTo>
                    <a:pt x="85240" y="140107"/>
                  </a:lnTo>
                  <a:lnTo>
                    <a:pt x="87322" y="136281"/>
                  </a:lnTo>
                  <a:lnTo>
                    <a:pt x="89879" y="131585"/>
                  </a:lnTo>
                  <a:lnTo>
                    <a:pt x="96692" y="119070"/>
                  </a:lnTo>
                  <a:lnTo>
                    <a:pt x="97534" y="117523"/>
                  </a:lnTo>
                  <a:lnTo>
                    <a:pt x="101883" y="109536"/>
                  </a:lnTo>
                  <a:lnTo>
                    <a:pt x="104249" y="105189"/>
                  </a:lnTo>
                  <a:lnTo>
                    <a:pt x="104373" y="104961"/>
                  </a:lnTo>
                  <a:lnTo>
                    <a:pt x="109918" y="94774"/>
                  </a:lnTo>
                  <a:lnTo>
                    <a:pt x="110519" y="93671"/>
                  </a:lnTo>
                  <a:lnTo>
                    <a:pt x="113113" y="88906"/>
                  </a:lnTo>
                  <a:lnTo>
                    <a:pt x="119885" y="76466"/>
                  </a:lnTo>
                  <a:lnTo>
                    <a:pt x="120845" y="74703"/>
                  </a:lnTo>
                  <a:lnTo>
                    <a:pt x="131625" y="54901"/>
                  </a:lnTo>
                  <a:lnTo>
                    <a:pt x="131747" y="54678"/>
                  </a:lnTo>
                  <a:lnTo>
                    <a:pt x="133301" y="51912"/>
                  </a:lnTo>
                  <a:lnTo>
                    <a:pt x="133761" y="51093"/>
                  </a:lnTo>
                  <a:lnTo>
                    <a:pt x="134158" y="50387"/>
                  </a:lnTo>
                  <a:lnTo>
                    <a:pt x="141594" y="37153"/>
                  </a:lnTo>
                  <a:lnTo>
                    <a:pt x="150303" y="21652"/>
                  </a:lnTo>
                  <a:lnTo>
                    <a:pt x="157323" y="9158"/>
                  </a:lnTo>
                  <a:lnTo>
                    <a:pt x="160742" y="3072"/>
                  </a:lnTo>
                  <a:lnTo>
                    <a:pt x="162469" y="0"/>
                  </a:lnTo>
                  <a:lnTo>
                    <a:pt x="171186" y="13123"/>
                  </a:lnTo>
                  <a:lnTo>
                    <a:pt x="180254" y="26775"/>
                  </a:lnTo>
                  <a:lnTo>
                    <a:pt x="184167" y="32666"/>
                  </a:lnTo>
                  <a:lnTo>
                    <a:pt x="190519" y="41241"/>
                  </a:lnTo>
                  <a:lnTo>
                    <a:pt x="200500" y="54715"/>
                  </a:lnTo>
                  <a:lnTo>
                    <a:pt x="203793" y="58361"/>
                  </a:lnTo>
                  <a:lnTo>
                    <a:pt x="215293" y="71094"/>
                  </a:lnTo>
                  <a:lnTo>
                    <a:pt x="219384" y="75198"/>
                  </a:lnTo>
                  <a:lnTo>
                    <a:pt x="231934" y="87788"/>
                  </a:lnTo>
                  <a:lnTo>
                    <a:pt x="232540" y="88360"/>
                  </a:lnTo>
                  <a:lnTo>
                    <a:pt x="245918" y="100994"/>
                  </a:lnTo>
                  <a:lnTo>
                    <a:pt x="256280" y="110781"/>
                  </a:lnTo>
                  <a:lnTo>
                    <a:pt x="258991" y="113373"/>
                  </a:lnTo>
                  <a:lnTo>
                    <a:pt x="259443" y="113805"/>
                  </a:lnTo>
                  <a:lnTo>
                    <a:pt x="273436" y="127182"/>
                  </a:lnTo>
                  <a:lnTo>
                    <a:pt x="285586" y="138797"/>
                  </a:lnTo>
                  <a:lnTo>
                    <a:pt x="310446" y="162563"/>
                  </a:lnTo>
                  <a:lnTo>
                    <a:pt x="318223" y="169998"/>
                  </a:lnTo>
                  <a:lnTo>
                    <a:pt x="324857" y="175674"/>
                  </a:lnTo>
                  <a:lnTo>
                    <a:pt x="331475" y="181337"/>
                  </a:lnTo>
                  <a:lnTo>
                    <a:pt x="333736" y="182282"/>
                  </a:lnTo>
                  <a:lnTo>
                    <a:pt x="342847" y="186086"/>
                  </a:lnTo>
                  <a:lnTo>
                    <a:pt x="352946" y="190304"/>
                  </a:lnTo>
                  <a:lnTo>
                    <a:pt x="359859" y="193191"/>
                  </a:lnTo>
                  <a:lnTo>
                    <a:pt x="360135" y="193306"/>
                  </a:lnTo>
                  <a:lnTo>
                    <a:pt x="376712" y="200814"/>
                  </a:lnTo>
                  <a:lnTo>
                    <a:pt x="396082" y="209587"/>
                  </a:lnTo>
                  <a:lnTo>
                    <a:pt x="411600" y="216615"/>
                  </a:lnTo>
                  <a:lnTo>
                    <a:pt x="412781" y="217133"/>
                  </a:lnTo>
                  <a:lnTo>
                    <a:pt x="457518" y="236774"/>
                  </a:lnTo>
                  <a:lnTo>
                    <a:pt x="469083" y="242405"/>
                  </a:lnTo>
                  <a:lnTo>
                    <a:pt x="467006" y="243318"/>
                  </a:lnTo>
                  <a:lnTo>
                    <a:pt x="464050" y="244618"/>
                  </a:lnTo>
                  <a:lnTo>
                    <a:pt x="454271" y="248919"/>
                  </a:lnTo>
                  <a:lnTo>
                    <a:pt x="449397" y="251063"/>
                  </a:lnTo>
                  <a:lnTo>
                    <a:pt x="449136" y="251177"/>
                  </a:lnTo>
                  <a:lnTo>
                    <a:pt x="446899" y="252161"/>
                  </a:lnTo>
                  <a:lnTo>
                    <a:pt x="443850" y="253235"/>
                  </a:lnTo>
                  <a:lnTo>
                    <a:pt x="442127" y="253842"/>
                  </a:lnTo>
                  <a:lnTo>
                    <a:pt x="439135" y="254897"/>
                  </a:lnTo>
                  <a:lnTo>
                    <a:pt x="438443" y="255141"/>
                  </a:lnTo>
                  <a:lnTo>
                    <a:pt x="430089" y="258084"/>
                  </a:lnTo>
                  <a:lnTo>
                    <a:pt x="423754" y="260316"/>
                  </a:lnTo>
                  <a:lnTo>
                    <a:pt x="416801" y="262766"/>
                  </a:lnTo>
                  <a:lnTo>
                    <a:pt x="415591" y="263192"/>
                  </a:lnTo>
                  <a:lnTo>
                    <a:pt x="410754" y="264896"/>
                  </a:lnTo>
                  <a:lnTo>
                    <a:pt x="407437" y="266064"/>
                  </a:lnTo>
                  <a:lnTo>
                    <a:pt x="384812" y="274034"/>
                  </a:lnTo>
                  <a:lnTo>
                    <a:pt x="381052" y="275358"/>
                  </a:lnTo>
                  <a:lnTo>
                    <a:pt x="379671" y="275845"/>
                  </a:lnTo>
                  <a:lnTo>
                    <a:pt x="371804" y="279299"/>
                  </a:lnTo>
                  <a:lnTo>
                    <a:pt x="370889" y="279700"/>
                  </a:lnTo>
                  <a:lnTo>
                    <a:pt x="367078" y="281765"/>
                  </a:lnTo>
                  <a:lnTo>
                    <a:pt x="363334" y="283792"/>
                  </a:lnTo>
                  <a:lnTo>
                    <a:pt x="360391" y="285386"/>
                  </a:lnTo>
                  <a:lnTo>
                    <a:pt x="348824" y="293683"/>
                  </a:lnTo>
                  <a:lnTo>
                    <a:pt x="341973" y="299955"/>
                  </a:lnTo>
                  <a:lnTo>
                    <a:pt x="340356" y="301436"/>
                  </a:lnTo>
                  <a:lnTo>
                    <a:pt x="339083" y="302602"/>
                  </a:lnTo>
                  <a:lnTo>
                    <a:pt x="334009" y="308824"/>
                  </a:lnTo>
                  <a:lnTo>
                    <a:pt x="333579" y="309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5026367" y="2028603"/>
              <a:ext cx="570722" cy="471757"/>
            </a:xfrm>
            <a:custGeom>
              <a:avLst/>
              <a:pathLst>
                <a:path w="570722" h="471757">
                  <a:moveTo>
                    <a:pt x="440028" y="441117"/>
                  </a:moveTo>
                  <a:lnTo>
                    <a:pt x="435580" y="439283"/>
                  </a:lnTo>
                  <a:lnTo>
                    <a:pt x="426843" y="435680"/>
                  </a:lnTo>
                  <a:lnTo>
                    <a:pt x="425988" y="435327"/>
                  </a:lnTo>
                  <a:lnTo>
                    <a:pt x="424033" y="434234"/>
                  </a:lnTo>
                  <a:lnTo>
                    <a:pt x="423766" y="434085"/>
                  </a:lnTo>
                  <a:lnTo>
                    <a:pt x="406757" y="424580"/>
                  </a:lnTo>
                  <a:lnTo>
                    <a:pt x="388171" y="414193"/>
                  </a:lnTo>
                  <a:lnTo>
                    <a:pt x="386913" y="413491"/>
                  </a:lnTo>
                  <a:lnTo>
                    <a:pt x="365540" y="401546"/>
                  </a:lnTo>
                  <a:lnTo>
                    <a:pt x="374816" y="386898"/>
                  </a:lnTo>
                  <a:lnTo>
                    <a:pt x="391325" y="360827"/>
                  </a:lnTo>
                  <a:lnTo>
                    <a:pt x="390463" y="360345"/>
                  </a:lnTo>
                  <a:lnTo>
                    <a:pt x="381121" y="355114"/>
                  </a:lnTo>
                  <a:lnTo>
                    <a:pt x="372848" y="350482"/>
                  </a:lnTo>
                  <a:lnTo>
                    <a:pt x="357765" y="367234"/>
                  </a:lnTo>
                  <a:lnTo>
                    <a:pt x="357221" y="366535"/>
                  </a:lnTo>
                  <a:lnTo>
                    <a:pt x="352933" y="361025"/>
                  </a:lnTo>
                  <a:lnTo>
                    <a:pt x="346127" y="352279"/>
                  </a:lnTo>
                  <a:lnTo>
                    <a:pt x="345972" y="352080"/>
                  </a:lnTo>
                  <a:lnTo>
                    <a:pt x="358449" y="338994"/>
                  </a:lnTo>
                  <a:lnTo>
                    <a:pt x="365676" y="331414"/>
                  </a:lnTo>
                  <a:lnTo>
                    <a:pt x="375471" y="320895"/>
                  </a:lnTo>
                  <a:lnTo>
                    <a:pt x="380043" y="315984"/>
                  </a:lnTo>
                  <a:lnTo>
                    <a:pt x="379707" y="315723"/>
                  </a:lnTo>
                  <a:lnTo>
                    <a:pt x="378513" y="314798"/>
                  </a:lnTo>
                  <a:lnTo>
                    <a:pt x="378019" y="314416"/>
                  </a:lnTo>
                  <a:lnTo>
                    <a:pt x="366830" y="305751"/>
                  </a:lnTo>
                  <a:lnTo>
                    <a:pt x="366046" y="305146"/>
                  </a:lnTo>
                  <a:lnTo>
                    <a:pt x="350517" y="293187"/>
                  </a:lnTo>
                  <a:lnTo>
                    <a:pt x="322603" y="323115"/>
                  </a:lnTo>
                  <a:lnTo>
                    <a:pt x="322026" y="322372"/>
                  </a:lnTo>
                  <a:lnTo>
                    <a:pt x="314769" y="313624"/>
                  </a:lnTo>
                  <a:lnTo>
                    <a:pt x="301554" y="331338"/>
                  </a:lnTo>
                  <a:lnTo>
                    <a:pt x="286315" y="349105"/>
                  </a:lnTo>
                  <a:lnTo>
                    <a:pt x="273515" y="364055"/>
                  </a:lnTo>
                  <a:lnTo>
                    <a:pt x="272570" y="365160"/>
                  </a:lnTo>
                  <a:lnTo>
                    <a:pt x="265955" y="372880"/>
                  </a:lnTo>
                  <a:lnTo>
                    <a:pt x="265341" y="373564"/>
                  </a:lnTo>
                  <a:lnTo>
                    <a:pt x="260822" y="378604"/>
                  </a:lnTo>
                  <a:lnTo>
                    <a:pt x="260664" y="378780"/>
                  </a:lnTo>
                  <a:lnTo>
                    <a:pt x="229705" y="413309"/>
                  </a:lnTo>
                  <a:lnTo>
                    <a:pt x="188982" y="458728"/>
                  </a:lnTo>
                  <a:lnTo>
                    <a:pt x="177299" y="471757"/>
                  </a:lnTo>
                  <a:lnTo>
                    <a:pt x="175782" y="470518"/>
                  </a:lnTo>
                  <a:lnTo>
                    <a:pt x="165325" y="461868"/>
                  </a:lnTo>
                  <a:lnTo>
                    <a:pt x="150992" y="450013"/>
                  </a:lnTo>
                  <a:lnTo>
                    <a:pt x="149783" y="449013"/>
                  </a:lnTo>
                  <a:lnTo>
                    <a:pt x="135314" y="437045"/>
                  </a:lnTo>
                  <a:lnTo>
                    <a:pt x="131153" y="433603"/>
                  </a:lnTo>
                  <a:lnTo>
                    <a:pt x="130586" y="433134"/>
                  </a:lnTo>
                  <a:lnTo>
                    <a:pt x="130449" y="433021"/>
                  </a:lnTo>
                  <a:lnTo>
                    <a:pt x="129200" y="431987"/>
                  </a:lnTo>
                  <a:lnTo>
                    <a:pt x="113133" y="418761"/>
                  </a:lnTo>
                  <a:lnTo>
                    <a:pt x="108849" y="415234"/>
                  </a:lnTo>
                  <a:lnTo>
                    <a:pt x="94266" y="403229"/>
                  </a:lnTo>
                  <a:lnTo>
                    <a:pt x="78393" y="390162"/>
                  </a:lnTo>
                  <a:lnTo>
                    <a:pt x="64608" y="378814"/>
                  </a:lnTo>
                  <a:lnTo>
                    <a:pt x="45862" y="363381"/>
                  </a:lnTo>
                  <a:lnTo>
                    <a:pt x="45032" y="362698"/>
                  </a:lnTo>
                  <a:lnTo>
                    <a:pt x="27293" y="348483"/>
                  </a:lnTo>
                  <a:lnTo>
                    <a:pt x="19429" y="342180"/>
                  </a:lnTo>
                  <a:lnTo>
                    <a:pt x="12921" y="336965"/>
                  </a:lnTo>
                  <a:lnTo>
                    <a:pt x="6779" y="332042"/>
                  </a:lnTo>
                  <a:lnTo>
                    <a:pt x="0" y="326610"/>
                  </a:lnTo>
                  <a:lnTo>
                    <a:pt x="3022" y="321030"/>
                  </a:lnTo>
                  <a:lnTo>
                    <a:pt x="27483" y="275880"/>
                  </a:lnTo>
                  <a:lnTo>
                    <a:pt x="33718" y="264372"/>
                  </a:lnTo>
                  <a:lnTo>
                    <a:pt x="48386" y="237297"/>
                  </a:lnTo>
                  <a:lnTo>
                    <a:pt x="49529" y="235522"/>
                  </a:lnTo>
                  <a:lnTo>
                    <a:pt x="49650" y="235335"/>
                  </a:lnTo>
                  <a:lnTo>
                    <a:pt x="50910" y="233378"/>
                  </a:lnTo>
                  <a:lnTo>
                    <a:pt x="51657" y="232220"/>
                  </a:lnTo>
                  <a:lnTo>
                    <a:pt x="52346" y="230966"/>
                  </a:lnTo>
                  <a:lnTo>
                    <a:pt x="54177" y="227635"/>
                  </a:lnTo>
                  <a:lnTo>
                    <a:pt x="56194" y="223964"/>
                  </a:lnTo>
                  <a:lnTo>
                    <a:pt x="57821" y="221004"/>
                  </a:lnTo>
                  <a:lnTo>
                    <a:pt x="58054" y="220580"/>
                  </a:lnTo>
                  <a:lnTo>
                    <a:pt x="62226" y="212988"/>
                  </a:lnTo>
                  <a:lnTo>
                    <a:pt x="62927" y="211713"/>
                  </a:lnTo>
                  <a:lnTo>
                    <a:pt x="87813" y="166430"/>
                  </a:lnTo>
                  <a:lnTo>
                    <a:pt x="88057" y="165987"/>
                  </a:lnTo>
                  <a:lnTo>
                    <a:pt x="88301" y="165543"/>
                  </a:lnTo>
                  <a:lnTo>
                    <a:pt x="90207" y="162075"/>
                  </a:lnTo>
                  <a:lnTo>
                    <a:pt x="92438" y="158015"/>
                  </a:lnTo>
                  <a:lnTo>
                    <a:pt x="97394" y="148998"/>
                  </a:lnTo>
                  <a:lnTo>
                    <a:pt x="115304" y="116408"/>
                  </a:lnTo>
                  <a:lnTo>
                    <a:pt x="120384" y="107166"/>
                  </a:lnTo>
                  <a:lnTo>
                    <a:pt x="124051" y="100492"/>
                  </a:lnTo>
                  <a:lnTo>
                    <a:pt x="134106" y="82197"/>
                  </a:lnTo>
                  <a:lnTo>
                    <a:pt x="134922" y="80712"/>
                  </a:lnTo>
                  <a:lnTo>
                    <a:pt x="135273" y="80073"/>
                  </a:lnTo>
                  <a:lnTo>
                    <a:pt x="139697" y="72023"/>
                  </a:lnTo>
                  <a:lnTo>
                    <a:pt x="147825" y="57233"/>
                  </a:lnTo>
                  <a:lnTo>
                    <a:pt x="152004" y="49630"/>
                  </a:lnTo>
                  <a:lnTo>
                    <a:pt x="159505" y="35980"/>
                  </a:lnTo>
                  <a:lnTo>
                    <a:pt x="162671" y="30220"/>
                  </a:lnTo>
                  <a:lnTo>
                    <a:pt x="164553" y="26795"/>
                  </a:lnTo>
                  <a:lnTo>
                    <a:pt x="165367" y="25302"/>
                  </a:lnTo>
                  <a:lnTo>
                    <a:pt x="165784" y="24534"/>
                  </a:lnTo>
                  <a:lnTo>
                    <a:pt x="166113" y="23930"/>
                  </a:lnTo>
                  <a:lnTo>
                    <a:pt x="166835" y="22605"/>
                  </a:lnTo>
                  <a:lnTo>
                    <a:pt x="170075" y="16655"/>
                  </a:lnTo>
                  <a:lnTo>
                    <a:pt x="173376" y="10594"/>
                  </a:lnTo>
                  <a:lnTo>
                    <a:pt x="176016" y="5746"/>
                  </a:lnTo>
                  <a:lnTo>
                    <a:pt x="179146" y="0"/>
                  </a:lnTo>
                  <a:lnTo>
                    <a:pt x="185478" y="3395"/>
                  </a:lnTo>
                  <a:lnTo>
                    <a:pt x="193633" y="7768"/>
                  </a:lnTo>
                  <a:lnTo>
                    <a:pt x="212324" y="17791"/>
                  </a:lnTo>
                  <a:lnTo>
                    <a:pt x="212680" y="17982"/>
                  </a:lnTo>
                  <a:lnTo>
                    <a:pt x="227647" y="26474"/>
                  </a:lnTo>
                  <a:lnTo>
                    <a:pt x="234295" y="30247"/>
                  </a:lnTo>
                  <a:lnTo>
                    <a:pt x="234471" y="30346"/>
                  </a:lnTo>
                  <a:lnTo>
                    <a:pt x="234658" y="30452"/>
                  </a:lnTo>
                  <a:lnTo>
                    <a:pt x="235812" y="31033"/>
                  </a:lnTo>
                  <a:lnTo>
                    <a:pt x="249414" y="37886"/>
                  </a:lnTo>
                  <a:lnTo>
                    <a:pt x="254230" y="40313"/>
                  </a:lnTo>
                  <a:lnTo>
                    <a:pt x="255205" y="40804"/>
                  </a:lnTo>
                  <a:lnTo>
                    <a:pt x="268453" y="47479"/>
                  </a:lnTo>
                  <a:lnTo>
                    <a:pt x="270150" y="48334"/>
                  </a:lnTo>
                  <a:lnTo>
                    <a:pt x="275106" y="50832"/>
                  </a:lnTo>
                  <a:lnTo>
                    <a:pt x="292943" y="62566"/>
                  </a:lnTo>
                  <a:lnTo>
                    <a:pt x="278352" y="81293"/>
                  </a:lnTo>
                  <a:lnTo>
                    <a:pt x="287270" y="89014"/>
                  </a:lnTo>
                  <a:lnTo>
                    <a:pt x="290536" y="92070"/>
                  </a:lnTo>
                  <a:lnTo>
                    <a:pt x="291542" y="93012"/>
                  </a:lnTo>
                  <a:lnTo>
                    <a:pt x="298732" y="99643"/>
                  </a:lnTo>
                  <a:lnTo>
                    <a:pt x="302777" y="103374"/>
                  </a:lnTo>
                  <a:lnTo>
                    <a:pt x="303048" y="103622"/>
                  </a:lnTo>
                  <a:lnTo>
                    <a:pt x="303353" y="103374"/>
                  </a:lnTo>
                  <a:lnTo>
                    <a:pt x="304022" y="102830"/>
                  </a:lnTo>
                  <a:lnTo>
                    <a:pt x="304414" y="102510"/>
                  </a:lnTo>
                  <a:lnTo>
                    <a:pt x="305634" y="101518"/>
                  </a:lnTo>
                  <a:lnTo>
                    <a:pt x="306248" y="101099"/>
                  </a:lnTo>
                  <a:lnTo>
                    <a:pt x="306578" y="100932"/>
                  </a:lnTo>
                  <a:lnTo>
                    <a:pt x="309501" y="99455"/>
                  </a:lnTo>
                  <a:lnTo>
                    <a:pt x="310742" y="99130"/>
                  </a:lnTo>
                  <a:lnTo>
                    <a:pt x="313982" y="98675"/>
                  </a:lnTo>
                  <a:lnTo>
                    <a:pt x="314952" y="98675"/>
                  </a:lnTo>
                  <a:lnTo>
                    <a:pt x="316384" y="99048"/>
                  </a:lnTo>
                  <a:lnTo>
                    <a:pt x="317599" y="99574"/>
                  </a:lnTo>
                  <a:lnTo>
                    <a:pt x="319272" y="100298"/>
                  </a:lnTo>
                  <a:lnTo>
                    <a:pt x="320198" y="100797"/>
                  </a:lnTo>
                  <a:lnTo>
                    <a:pt x="321282" y="101474"/>
                  </a:lnTo>
                  <a:lnTo>
                    <a:pt x="324576" y="103929"/>
                  </a:lnTo>
                  <a:lnTo>
                    <a:pt x="325845" y="104965"/>
                  </a:lnTo>
                  <a:lnTo>
                    <a:pt x="326264" y="105308"/>
                  </a:lnTo>
                  <a:lnTo>
                    <a:pt x="332265" y="111028"/>
                  </a:lnTo>
                  <a:lnTo>
                    <a:pt x="333338" y="112051"/>
                  </a:lnTo>
                  <a:lnTo>
                    <a:pt x="342591" y="120870"/>
                  </a:lnTo>
                  <a:lnTo>
                    <a:pt x="343177" y="121446"/>
                  </a:lnTo>
                  <a:lnTo>
                    <a:pt x="357230" y="135256"/>
                  </a:lnTo>
                  <a:lnTo>
                    <a:pt x="376578" y="154269"/>
                  </a:lnTo>
                  <a:lnTo>
                    <a:pt x="377436" y="155074"/>
                  </a:lnTo>
                  <a:lnTo>
                    <a:pt x="379689" y="152247"/>
                  </a:lnTo>
                  <a:lnTo>
                    <a:pt x="390903" y="138174"/>
                  </a:lnTo>
                  <a:lnTo>
                    <a:pt x="401760" y="124549"/>
                  </a:lnTo>
                  <a:lnTo>
                    <a:pt x="419355" y="144864"/>
                  </a:lnTo>
                  <a:lnTo>
                    <a:pt x="420192" y="145991"/>
                  </a:lnTo>
                  <a:lnTo>
                    <a:pt x="433571" y="164012"/>
                  </a:lnTo>
                  <a:lnTo>
                    <a:pt x="434613" y="165314"/>
                  </a:lnTo>
                  <a:lnTo>
                    <a:pt x="450140" y="150183"/>
                  </a:lnTo>
                  <a:lnTo>
                    <a:pt x="466716" y="131298"/>
                  </a:lnTo>
                  <a:lnTo>
                    <a:pt x="467341" y="130661"/>
                  </a:lnTo>
                  <a:lnTo>
                    <a:pt x="470768" y="127169"/>
                  </a:lnTo>
                  <a:lnTo>
                    <a:pt x="473765" y="125457"/>
                  </a:lnTo>
                  <a:lnTo>
                    <a:pt x="477857" y="123675"/>
                  </a:lnTo>
                  <a:lnTo>
                    <a:pt x="478319" y="123617"/>
                  </a:lnTo>
                  <a:lnTo>
                    <a:pt x="478504" y="123549"/>
                  </a:lnTo>
                  <a:lnTo>
                    <a:pt x="495132" y="120902"/>
                  </a:lnTo>
                  <a:lnTo>
                    <a:pt x="495099" y="120662"/>
                  </a:lnTo>
                  <a:lnTo>
                    <a:pt x="510739" y="118419"/>
                  </a:lnTo>
                  <a:lnTo>
                    <a:pt x="511973" y="118242"/>
                  </a:lnTo>
                  <a:lnTo>
                    <a:pt x="512236" y="118204"/>
                  </a:lnTo>
                  <a:lnTo>
                    <a:pt x="512974" y="118099"/>
                  </a:lnTo>
                  <a:lnTo>
                    <a:pt x="513535" y="118018"/>
                  </a:lnTo>
                  <a:lnTo>
                    <a:pt x="513695" y="117995"/>
                  </a:lnTo>
                  <a:lnTo>
                    <a:pt x="513772" y="118506"/>
                  </a:lnTo>
                  <a:lnTo>
                    <a:pt x="513846" y="118918"/>
                  </a:lnTo>
                  <a:lnTo>
                    <a:pt x="514092" y="120291"/>
                  </a:lnTo>
                  <a:lnTo>
                    <a:pt x="516675" y="134692"/>
                  </a:lnTo>
                  <a:lnTo>
                    <a:pt x="517010" y="136561"/>
                  </a:lnTo>
                  <a:lnTo>
                    <a:pt x="517595" y="140309"/>
                  </a:lnTo>
                  <a:lnTo>
                    <a:pt x="517721" y="141114"/>
                  </a:lnTo>
                  <a:lnTo>
                    <a:pt x="519102" y="149968"/>
                  </a:lnTo>
                  <a:lnTo>
                    <a:pt x="519805" y="154475"/>
                  </a:lnTo>
                  <a:lnTo>
                    <a:pt x="522404" y="159749"/>
                  </a:lnTo>
                  <a:lnTo>
                    <a:pt x="529875" y="174913"/>
                  </a:lnTo>
                  <a:lnTo>
                    <a:pt x="541664" y="188932"/>
                  </a:lnTo>
                  <a:lnTo>
                    <a:pt x="545359" y="193328"/>
                  </a:lnTo>
                  <a:lnTo>
                    <a:pt x="546173" y="194297"/>
                  </a:lnTo>
                  <a:lnTo>
                    <a:pt x="555325" y="198582"/>
                  </a:lnTo>
                  <a:lnTo>
                    <a:pt x="557709" y="199698"/>
                  </a:lnTo>
                  <a:lnTo>
                    <a:pt x="559854" y="200702"/>
                  </a:lnTo>
                  <a:lnTo>
                    <a:pt x="563272" y="202302"/>
                  </a:lnTo>
                  <a:lnTo>
                    <a:pt x="570077" y="205488"/>
                  </a:lnTo>
                  <a:lnTo>
                    <a:pt x="570722" y="205790"/>
                  </a:lnTo>
                  <a:lnTo>
                    <a:pt x="569702" y="207673"/>
                  </a:lnTo>
                  <a:lnTo>
                    <a:pt x="568290" y="210237"/>
                  </a:lnTo>
                  <a:lnTo>
                    <a:pt x="561761" y="222105"/>
                  </a:lnTo>
                  <a:lnTo>
                    <a:pt x="560035" y="225177"/>
                  </a:lnTo>
                  <a:lnTo>
                    <a:pt x="556615" y="231264"/>
                  </a:lnTo>
                  <a:lnTo>
                    <a:pt x="549595" y="243757"/>
                  </a:lnTo>
                  <a:lnTo>
                    <a:pt x="540886" y="259258"/>
                  </a:lnTo>
                  <a:lnTo>
                    <a:pt x="533450" y="272492"/>
                  </a:lnTo>
                  <a:lnTo>
                    <a:pt x="533053" y="273199"/>
                  </a:lnTo>
                  <a:lnTo>
                    <a:pt x="532593" y="274017"/>
                  </a:lnTo>
                  <a:lnTo>
                    <a:pt x="531039" y="276783"/>
                  </a:lnTo>
                  <a:lnTo>
                    <a:pt x="530917" y="277007"/>
                  </a:lnTo>
                  <a:lnTo>
                    <a:pt x="520138" y="296808"/>
                  </a:lnTo>
                  <a:lnTo>
                    <a:pt x="519178" y="298571"/>
                  </a:lnTo>
                  <a:lnTo>
                    <a:pt x="512406" y="311011"/>
                  </a:lnTo>
                  <a:lnTo>
                    <a:pt x="509811" y="315777"/>
                  </a:lnTo>
                  <a:lnTo>
                    <a:pt x="509211" y="316879"/>
                  </a:lnTo>
                  <a:lnTo>
                    <a:pt x="503665" y="327066"/>
                  </a:lnTo>
                  <a:lnTo>
                    <a:pt x="503541" y="327294"/>
                  </a:lnTo>
                  <a:lnTo>
                    <a:pt x="501175" y="331641"/>
                  </a:lnTo>
                  <a:lnTo>
                    <a:pt x="496827" y="339628"/>
                  </a:lnTo>
                  <a:lnTo>
                    <a:pt x="495984" y="341175"/>
                  </a:lnTo>
                  <a:lnTo>
                    <a:pt x="489171" y="353690"/>
                  </a:lnTo>
                  <a:lnTo>
                    <a:pt x="486614" y="358387"/>
                  </a:lnTo>
                  <a:lnTo>
                    <a:pt x="484532" y="362212"/>
                  </a:lnTo>
                  <a:lnTo>
                    <a:pt x="482366" y="366192"/>
                  </a:lnTo>
                  <a:lnTo>
                    <a:pt x="476593" y="376795"/>
                  </a:lnTo>
                  <a:lnTo>
                    <a:pt x="472830" y="383707"/>
                  </a:lnTo>
                  <a:lnTo>
                    <a:pt x="468917" y="390896"/>
                  </a:lnTo>
                  <a:lnTo>
                    <a:pt x="467485" y="393526"/>
                  </a:lnTo>
                  <a:lnTo>
                    <a:pt x="465233" y="397662"/>
                  </a:lnTo>
                  <a:lnTo>
                    <a:pt x="464684" y="398658"/>
                  </a:lnTo>
                  <a:lnTo>
                    <a:pt x="464300" y="399353"/>
                  </a:lnTo>
                  <a:lnTo>
                    <a:pt x="462755" y="402154"/>
                  </a:lnTo>
                  <a:lnTo>
                    <a:pt x="456978" y="412625"/>
                  </a:lnTo>
                  <a:lnTo>
                    <a:pt x="454360" y="417370"/>
                  </a:lnTo>
                  <a:lnTo>
                    <a:pt x="453926" y="418156"/>
                  </a:lnTo>
                  <a:lnTo>
                    <a:pt x="452787" y="420221"/>
                  </a:lnTo>
                  <a:lnTo>
                    <a:pt x="450440" y="424475"/>
                  </a:lnTo>
                  <a:lnTo>
                    <a:pt x="446789" y="431092"/>
                  </a:lnTo>
                  <a:lnTo>
                    <a:pt x="444698" y="434883"/>
                  </a:lnTo>
                  <a:lnTo>
                    <a:pt x="442219" y="439376"/>
                  </a:lnTo>
                  <a:lnTo>
                    <a:pt x="441030" y="441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205513" y="1914170"/>
              <a:ext cx="350874" cy="279724"/>
            </a:xfrm>
            <a:custGeom>
              <a:avLst/>
              <a:pathLst>
                <a:path w="350874" h="279724">
                  <a:moveTo>
                    <a:pt x="278766" y="37907"/>
                  </a:moveTo>
                  <a:lnTo>
                    <a:pt x="278860" y="39962"/>
                  </a:lnTo>
                  <a:lnTo>
                    <a:pt x="279151" y="46317"/>
                  </a:lnTo>
                  <a:lnTo>
                    <a:pt x="279537" y="54727"/>
                  </a:lnTo>
                  <a:lnTo>
                    <a:pt x="279566" y="55027"/>
                  </a:lnTo>
                  <a:lnTo>
                    <a:pt x="280039" y="59909"/>
                  </a:lnTo>
                  <a:lnTo>
                    <a:pt x="280541" y="65046"/>
                  </a:lnTo>
                  <a:lnTo>
                    <a:pt x="281572" y="69191"/>
                  </a:lnTo>
                  <a:lnTo>
                    <a:pt x="283257" y="75963"/>
                  </a:lnTo>
                  <a:lnTo>
                    <a:pt x="293262" y="107507"/>
                  </a:lnTo>
                  <a:lnTo>
                    <a:pt x="293344" y="107766"/>
                  </a:lnTo>
                  <a:lnTo>
                    <a:pt x="298681" y="124592"/>
                  </a:lnTo>
                  <a:lnTo>
                    <a:pt x="302162" y="135569"/>
                  </a:lnTo>
                  <a:lnTo>
                    <a:pt x="302252" y="135852"/>
                  </a:lnTo>
                  <a:lnTo>
                    <a:pt x="302407" y="135938"/>
                  </a:lnTo>
                  <a:lnTo>
                    <a:pt x="304882" y="137321"/>
                  </a:lnTo>
                  <a:lnTo>
                    <a:pt x="305028" y="137403"/>
                  </a:lnTo>
                  <a:lnTo>
                    <a:pt x="306649" y="138308"/>
                  </a:lnTo>
                  <a:lnTo>
                    <a:pt x="306875" y="138435"/>
                  </a:lnTo>
                  <a:lnTo>
                    <a:pt x="310648" y="140543"/>
                  </a:lnTo>
                  <a:lnTo>
                    <a:pt x="312675" y="141675"/>
                  </a:lnTo>
                  <a:lnTo>
                    <a:pt x="313601" y="142192"/>
                  </a:lnTo>
                  <a:lnTo>
                    <a:pt x="317686" y="144475"/>
                  </a:lnTo>
                  <a:lnTo>
                    <a:pt x="319176" y="145308"/>
                  </a:lnTo>
                  <a:lnTo>
                    <a:pt x="320310" y="145941"/>
                  </a:lnTo>
                  <a:lnTo>
                    <a:pt x="321919" y="146840"/>
                  </a:lnTo>
                  <a:lnTo>
                    <a:pt x="323745" y="147860"/>
                  </a:lnTo>
                  <a:lnTo>
                    <a:pt x="325116" y="148626"/>
                  </a:lnTo>
                  <a:lnTo>
                    <a:pt x="328944" y="150765"/>
                  </a:lnTo>
                  <a:lnTo>
                    <a:pt x="330584" y="151681"/>
                  </a:lnTo>
                  <a:lnTo>
                    <a:pt x="333096" y="153085"/>
                  </a:lnTo>
                  <a:lnTo>
                    <a:pt x="335551" y="154457"/>
                  </a:lnTo>
                  <a:lnTo>
                    <a:pt x="339506" y="156666"/>
                  </a:lnTo>
                  <a:lnTo>
                    <a:pt x="341599" y="157836"/>
                  </a:lnTo>
                  <a:lnTo>
                    <a:pt x="346212" y="160413"/>
                  </a:lnTo>
                  <a:lnTo>
                    <a:pt x="347825" y="161314"/>
                  </a:lnTo>
                  <a:lnTo>
                    <a:pt x="348920" y="161926"/>
                  </a:lnTo>
                  <a:lnTo>
                    <a:pt x="350874" y="163018"/>
                  </a:lnTo>
                  <a:lnTo>
                    <a:pt x="340619" y="182600"/>
                  </a:lnTo>
                  <a:lnTo>
                    <a:pt x="332580" y="197950"/>
                  </a:lnTo>
                  <a:lnTo>
                    <a:pt x="332386" y="198321"/>
                  </a:lnTo>
                  <a:lnTo>
                    <a:pt x="331764" y="199509"/>
                  </a:lnTo>
                  <a:lnTo>
                    <a:pt x="330787" y="203424"/>
                  </a:lnTo>
                  <a:lnTo>
                    <a:pt x="331188" y="210106"/>
                  </a:lnTo>
                  <a:lnTo>
                    <a:pt x="334549" y="232429"/>
                  </a:lnTo>
                  <a:lnTo>
                    <a:pt x="334389" y="232452"/>
                  </a:lnTo>
                  <a:lnTo>
                    <a:pt x="333828" y="232532"/>
                  </a:lnTo>
                  <a:lnTo>
                    <a:pt x="333090" y="232638"/>
                  </a:lnTo>
                  <a:lnTo>
                    <a:pt x="332827" y="232676"/>
                  </a:lnTo>
                  <a:lnTo>
                    <a:pt x="331593" y="232853"/>
                  </a:lnTo>
                  <a:lnTo>
                    <a:pt x="315953" y="235096"/>
                  </a:lnTo>
                  <a:lnTo>
                    <a:pt x="315986" y="235335"/>
                  </a:lnTo>
                  <a:lnTo>
                    <a:pt x="299358" y="237982"/>
                  </a:lnTo>
                  <a:lnTo>
                    <a:pt x="299173" y="238051"/>
                  </a:lnTo>
                  <a:lnTo>
                    <a:pt x="298711" y="238109"/>
                  </a:lnTo>
                  <a:lnTo>
                    <a:pt x="294619" y="239890"/>
                  </a:lnTo>
                  <a:lnTo>
                    <a:pt x="291622" y="241602"/>
                  </a:lnTo>
                  <a:lnTo>
                    <a:pt x="288195" y="245095"/>
                  </a:lnTo>
                  <a:lnTo>
                    <a:pt x="287569" y="245732"/>
                  </a:lnTo>
                  <a:lnTo>
                    <a:pt x="270994" y="264617"/>
                  </a:lnTo>
                  <a:lnTo>
                    <a:pt x="255448" y="279724"/>
                  </a:lnTo>
                  <a:lnTo>
                    <a:pt x="254425" y="278445"/>
                  </a:lnTo>
                  <a:lnTo>
                    <a:pt x="241046" y="260425"/>
                  </a:lnTo>
                  <a:lnTo>
                    <a:pt x="240209" y="259297"/>
                  </a:lnTo>
                  <a:lnTo>
                    <a:pt x="222614" y="238982"/>
                  </a:lnTo>
                  <a:lnTo>
                    <a:pt x="211757" y="252607"/>
                  </a:lnTo>
                  <a:lnTo>
                    <a:pt x="200542" y="266680"/>
                  </a:lnTo>
                  <a:lnTo>
                    <a:pt x="198273" y="269529"/>
                  </a:lnTo>
                  <a:lnTo>
                    <a:pt x="197432" y="268702"/>
                  </a:lnTo>
                  <a:lnTo>
                    <a:pt x="178084" y="249689"/>
                  </a:lnTo>
                  <a:lnTo>
                    <a:pt x="164031" y="235879"/>
                  </a:lnTo>
                  <a:lnTo>
                    <a:pt x="163445" y="235303"/>
                  </a:lnTo>
                  <a:lnTo>
                    <a:pt x="154192" y="226484"/>
                  </a:lnTo>
                  <a:lnTo>
                    <a:pt x="153119" y="225461"/>
                  </a:lnTo>
                  <a:lnTo>
                    <a:pt x="147118" y="219741"/>
                  </a:lnTo>
                  <a:lnTo>
                    <a:pt x="146698" y="219399"/>
                  </a:lnTo>
                  <a:lnTo>
                    <a:pt x="145429" y="218363"/>
                  </a:lnTo>
                  <a:lnTo>
                    <a:pt x="142136" y="215908"/>
                  </a:lnTo>
                  <a:lnTo>
                    <a:pt x="141052" y="215230"/>
                  </a:lnTo>
                  <a:lnTo>
                    <a:pt x="140126" y="214731"/>
                  </a:lnTo>
                  <a:lnTo>
                    <a:pt x="138452" y="214007"/>
                  </a:lnTo>
                  <a:lnTo>
                    <a:pt x="137238" y="213481"/>
                  </a:lnTo>
                  <a:lnTo>
                    <a:pt x="135806" y="213109"/>
                  </a:lnTo>
                  <a:lnTo>
                    <a:pt x="134836" y="213109"/>
                  </a:lnTo>
                  <a:lnTo>
                    <a:pt x="131596" y="213564"/>
                  </a:lnTo>
                  <a:lnTo>
                    <a:pt x="130270" y="213923"/>
                  </a:lnTo>
                  <a:lnTo>
                    <a:pt x="127432" y="215365"/>
                  </a:lnTo>
                  <a:lnTo>
                    <a:pt x="127102" y="215533"/>
                  </a:lnTo>
                  <a:lnTo>
                    <a:pt x="126488" y="215951"/>
                  </a:lnTo>
                  <a:lnTo>
                    <a:pt x="125268" y="216944"/>
                  </a:lnTo>
                  <a:lnTo>
                    <a:pt x="124876" y="217263"/>
                  </a:lnTo>
                  <a:lnTo>
                    <a:pt x="124207" y="217808"/>
                  </a:lnTo>
                  <a:lnTo>
                    <a:pt x="123901" y="218057"/>
                  </a:lnTo>
                  <a:lnTo>
                    <a:pt x="123631" y="217808"/>
                  </a:lnTo>
                  <a:lnTo>
                    <a:pt x="119586" y="214077"/>
                  </a:lnTo>
                  <a:lnTo>
                    <a:pt x="112392" y="207442"/>
                  </a:lnTo>
                  <a:lnTo>
                    <a:pt x="111390" y="206504"/>
                  </a:lnTo>
                  <a:lnTo>
                    <a:pt x="108124" y="203448"/>
                  </a:lnTo>
                  <a:lnTo>
                    <a:pt x="99364" y="195523"/>
                  </a:lnTo>
                  <a:lnTo>
                    <a:pt x="113797" y="176999"/>
                  </a:lnTo>
                  <a:lnTo>
                    <a:pt x="95955" y="165262"/>
                  </a:lnTo>
                  <a:lnTo>
                    <a:pt x="91004" y="162767"/>
                  </a:lnTo>
                  <a:lnTo>
                    <a:pt x="89307" y="161912"/>
                  </a:lnTo>
                  <a:lnTo>
                    <a:pt x="76059" y="155238"/>
                  </a:lnTo>
                  <a:lnTo>
                    <a:pt x="75084" y="154746"/>
                  </a:lnTo>
                  <a:lnTo>
                    <a:pt x="70268" y="152320"/>
                  </a:lnTo>
                  <a:lnTo>
                    <a:pt x="56666" y="145466"/>
                  </a:lnTo>
                  <a:lnTo>
                    <a:pt x="55500" y="144879"/>
                  </a:lnTo>
                  <a:lnTo>
                    <a:pt x="55325" y="144780"/>
                  </a:lnTo>
                  <a:lnTo>
                    <a:pt x="55149" y="144680"/>
                  </a:lnTo>
                  <a:lnTo>
                    <a:pt x="48501" y="140908"/>
                  </a:lnTo>
                  <a:lnTo>
                    <a:pt x="33534" y="132415"/>
                  </a:lnTo>
                  <a:lnTo>
                    <a:pt x="33155" y="132212"/>
                  </a:lnTo>
                  <a:lnTo>
                    <a:pt x="14486" y="122201"/>
                  </a:lnTo>
                  <a:lnTo>
                    <a:pt x="6332" y="117828"/>
                  </a:lnTo>
                  <a:lnTo>
                    <a:pt x="0" y="114433"/>
                  </a:lnTo>
                  <a:lnTo>
                    <a:pt x="774" y="113011"/>
                  </a:lnTo>
                  <a:lnTo>
                    <a:pt x="22738" y="72750"/>
                  </a:lnTo>
                  <a:lnTo>
                    <a:pt x="35512" y="49337"/>
                  </a:lnTo>
                  <a:lnTo>
                    <a:pt x="35717" y="48960"/>
                  </a:lnTo>
                  <a:lnTo>
                    <a:pt x="35905" y="48615"/>
                  </a:lnTo>
                  <a:lnTo>
                    <a:pt x="42740" y="36088"/>
                  </a:lnTo>
                  <a:lnTo>
                    <a:pt x="53877" y="15674"/>
                  </a:lnTo>
                  <a:lnTo>
                    <a:pt x="60578" y="3390"/>
                  </a:lnTo>
                  <a:lnTo>
                    <a:pt x="62422" y="0"/>
                  </a:lnTo>
                  <a:lnTo>
                    <a:pt x="69540" y="3504"/>
                  </a:lnTo>
                  <a:lnTo>
                    <a:pt x="74484" y="6224"/>
                  </a:lnTo>
                  <a:lnTo>
                    <a:pt x="83348" y="10967"/>
                  </a:lnTo>
                  <a:lnTo>
                    <a:pt x="97410" y="18490"/>
                  </a:lnTo>
                  <a:lnTo>
                    <a:pt x="98957" y="19317"/>
                  </a:lnTo>
                  <a:lnTo>
                    <a:pt x="119387" y="30645"/>
                  </a:lnTo>
                  <a:lnTo>
                    <a:pt x="164598" y="55715"/>
                  </a:lnTo>
                  <a:lnTo>
                    <a:pt x="187350" y="68330"/>
                  </a:lnTo>
                  <a:lnTo>
                    <a:pt x="188254" y="66737"/>
                  </a:lnTo>
                  <a:lnTo>
                    <a:pt x="190609" y="62586"/>
                  </a:lnTo>
                  <a:lnTo>
                    <a:pt x="193885" y="56811"/>
                  </a:lnTo>
                  <a:lnTo>
                    <a:pt x="197135" y="51082"/>
                  </a:lnTo>
                  <a:lnTo>
                    <a:pt x="209342" y="27542"/>
                  </a:lnTo>
                  <a:lnTo>
                    <a:pt x="211627" y="25928"/>
                  </a:lnTo>
                  <a:lnTo>
                    <a:pt x="228488" y="36066"/>
                  </a:lnTo>
                  <a:lnTo>
                    <a:pt x="231193" y="37692"/>
                  </a:lnTo>
                  <a:lnTo>
                    <a:pt x="241011" y="18680"/>
                  </a:lnTo>
                  <a:lnTo>
                    <a:pt x="242128" y="16517"/>
                  </a:lnTo>
                  <a:lnTo>
                    <a:pt x="251898" y="22221"/>
                  </a:lnTo>
                  <a:lnTo>
                    <a:pt x="260500" y="27243"/>
                  </a:lnTo>
                  <a:lnTo>
                    <a:pt x="271039" y="3339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73013" y="2755227"/>
              <a:ext cx="341242" cy="216614"/>
            </a:xfrm>
            <a:custGeom>
              <a:avLst/>
              <a:pathLst>
                <a:path w="341242" h="216614">
                  <a:moveTo>
                    <a:pt x="234742" y="18596"/>
                  </a:moveTo>
                  <a:lnTo>
                    <a:pt x="235524" y="21621"/>
                  </a:lnTo>
                  <a:lnTo>
                    <a:pt x="239380" y="20934"/>
                  </a:lnTo>
                  <a:lnTo>
                    <a:pt x="251930" y="17971"/>
                  </a:lnTo>
                  <a:lnTo>
                    <a:pt x="254431" y="25377"/>
                  </a:lnTo>
                  <a:lnTo>
                    <a:pt x="255258" y="27704"/>
                  </a:lnTo>
                  <a:lnTo>
                    <a:pt x="256833" y="31423"/>
                  </a:lnTo>
                  <a:lnTo>
                    <a:pt x="258274" y="34376"/>
                  </a:lnTo>
                  <a:lnTo>
                    <a:pt x="259469" y="36245"/>
                  </a:lnTo>
                  <a:lnTo>
                    <a:pt x="260595" y="38008"/>
                  </a:lnTo>
                  <a:lnTo>
                    <a:pt x="262555" y="39990"/>
                  </a:lnTo>
                  <a:lnTo>
                    <a:pt x="267826" y="44312"/>
                  </a:lnTo>
                  <a:lnTo>
                    <a:pt x="268825" y="45131"/>
                  </a:lnTo>
                  <a:lnTo>
                    <a:pt x="274309" y="49628"/>
                  </a:lnTo>
                  <a:lnTo>
                    <a:pt x="280617" y="54018"/>
                  </a:lnTo>
                  <a:lnTo>
                    <a:pt x="280736" y="55260"/>
                  </a:lnTo>
                  <a:lnTo>
                    <a:pt x="280986" y="57490"/>
                  </a:lnTo>
                  <a:lnTo>
                    <a:pt x="285510" y="60630"/>
                  </a:lnTo>
                  <a:lnTo>
                    <a:pt x="282670" y="64424"/>
                  </a:lnTo>
                  <a:lnTo>
                    <a:pt x="278646" y="69792"/>
                  </a:lnTo>
                  <a:lnTo>
                    <a:pt x="278517" y="72491"/>
                  </a:lnTo>
                  <a:lnTo>
                    <a:pt x="278228" y="75530"/>
                  </a:lnTo>
                  <a:lnTo>
                    <a:pt x="277950" y="79347"/>
                  </a:lnTo>
                  <a:lnTo>
                    <a:pt x="278941" y="81572"/>
                  </a:lnTo>
                  <a:lnTo>
                    <a:pt x="281629" y="87411"/>
                  </a:lnTo>
                  <a:lnTo>
                    <a:pt x="283116" y="90639"/>
                  </a:lnTo>
                  <a:lnTo>
                    <a:pt x="284327" y="93269"/>
                  </a:lnTo>
                  <a:lnTo>
                    <a:pt x="285671" y="92435"/>
                  </a:lnTo>
                  <a:lnTo>
                    <a:pt x="299144" y="98402"/>
                  </a:lnTo>
                  <a:lnTo>
                    <a:pt x="304957" y="100580"/>
                  </a:lnTo>
                  <a:lnTo>
                    <a:pt x="312368" y="103358"/>
                  </a:lnTo>
                  <a:lnTo>
                    <a:pt x="313506" y="104387"/>
                  </a:lnTo>
                  <a:lnTo>
                    <a:pt x="319091" y="109440"/>
                  </a:lnTo>
                  <a:lnTo>
                    <a:pt x="318335" y="111555"/>
                  </a:lnTo>
                  <a:lnTo>
                    <a:pt x="316997" y="115298"/>
                  </a:lnTo>
                  <a:lnTo>
                    <a:pt x="320744" y="118114"/>
                  </a:lnTo>
                  <a:lnTo>
                    <a:pt x="316887" y="123295"/>
                  </a:lnTo>
                  <a:lnTo>
                    <a:pt x="322448" y="125995"/>
                  </a:lnTo>
                  <a:lnTo>
                    <a:pt x="327450" y="128423"/>
                  </a:lnTo>
                  <a:lnTo>
                    <a:pt x="330111" y="129715"/>
                  </a:lnTo>
                  <a:lnTo>
                    <a:pt x="327356" y="137262"/>
                  </a:lnTo>
                  <a:lnTo>
                    <a:pt x="341242" y="145372"/>
                  </a:lnTo>
                  <a:lnTo>
                    <a:pt x="337495" y="153707"/>
                  </a:lnTo>
                  <a:lnTo>
                    <a:pt x="311156" y="140303"/>
                  </a:lnTo>
                  <a:lnTo>
                    <a:pt x="300797" y="137037"/>
                  </a:lnTo>
                  <a:lnTo>
                    <a:pt x="299034" y="138952"/>
                  </a:lnTo>
                  <a:lnTo>
                    <a:pt x="296058" y="138726"/>
                  </a:lnTo>
                  <a:lnTo>
                    <a:pt x="290658" y="138726"/>
                  </a:lnTo>
                  <a:lnTo>
                    <a:pt x="288013" y="140641"/>
                  </a:lnTo>
                  <a:lnTo>
                    <a:pt x="283274" y="150666"/>
                  </a:lnTo>
                  <a:lnTo>
                    <a:pt x="283054" y="153933"/>
                  </a:lnTo>
                  <a:lnTo>
                    <a:pt x="281952" y="159339"/>
                  </a:lnTo>
                  <a:lnTo>
                    <a:pt x="278977" y="162831"/>
                  </a:lnTo>
                  <a:lnTo>
                    <a:pt x="281291" y="166999"/>
                  </a:lnTo>
                  <a:lnTo>
                    <a:pt x="276772" y="172067"/>
                  </a:lnTo>
                  <a:lnTo>
                    <a:pt x="277544" y="180065"/>
                  </a:lnTo>
                  <a:lnTo>
                    <a:pt x="275670" y="180966"/>
                  </a:lnTo>
                  <a:lnTo>
                    <a:pt x="278536" y="196397"/>
                  </a:lnTo>
                  <a:lnTo>
                    <a:pt x="252197" y="196623"/>
                  </a:lnTo>
                  <a:lnTo>
                    <a:pt x="248009" y="189977"/>
                  </a:lnTo>
                  <a:lnTo>
                    <a:pt x="234564" y="188513"/>
                  </a:lnTo>
                  <a:lnTo>
                    <a:pt x="229715" y="186147"/>
                  </a:lnTo>
                  <a:lnTo>
                    <a:pt x="234123" y="164633"/>
                  </a:lnTo>
                  <a:lnTo>
                    <a:pt x="230370" y="163291"/>
                  </a:lnTo>
                  <a:lnTo>
                    <a:pt x="229636" y="163424"/>
                  </a:lnTo>
                  <a:lnTo>
                    <a:pt x="223984" y="163282"/>
                  </a:lnTo>
                  <a:lnTo>
                    <a:pt x="220458" y="163732"/>
                  </a:lnTo>
                  <a:lnTo>
                    <a:pt x="212854" y="164633"/>
                  </a:lnTo>
                  <a:lnTo>
                    <a:pt x="205911" y="165985"/>
                  </a:lnTo>
                  <a:lnTo>
                    <a:pt x="200290" y="167224"/>
                  </a:lnTo>
                  <a:lnTo>
                    <a:pt x="192873" y="169126"/>
                  </a:lnTo>
                  <a:lnTo>
                    <a:pt x="183708" y="171191"/>
                  </a:lnTo>
                  <a:lnTo>
                    <a:pt x="184728" y="178444"/>
                  </a:lnTo>
                  <a:lnTo>
                    <a:pt x="196022" y="194330"/>
                  </a:lnTo>
                  <a:lnTo>
                    <a:pt x="200893" y="201629"/>
                  </a:lnTo>
                  <a:lnTo>
                    <a:pt x="208889" y="214637"/>
                  </a:lnTo>
                  <a:lnTo>
                    <a:pt x="205405" y="216614"/>
                  </a:lnTo>
                  <a:lnTo>
                    <a:pt x="196146" y="201386"/>
                  </a:lnTo>
                  <a:lnTo>
                    <a:pt x="192813" y="199575"/>
                  </a:lnTo>
                  <a:lnTo>
                    <a:pt x="185965" y="190127"/>
                  </a:lnTo>
                  <a:lnTo>
                    <a:pt x="179509" y="181219"/>
                  </a:lnTo>
                  <a:lnTo>
                    <a:pt x="177369" y="172619"/>
                  </a:lnTo>
                  <a:lnTo>
                    <a:pt x="175849" y="166508"/>
                  </a:lnTo>
                  <a:lnTo>
                    <a:pt x="175251" y="164107"/>
                  </a:lnTo>
                  <a:lnTo>
                    <a:pt x="170811" y="162571"/>
                  </a:lnTo>
                  <a:lnTo>
                    <a:pt x="169450" y="162156"/>
                  </a:lnTo>
                  <a:lnTo>
                    <a:pt x="168076" y="161788"/>
                  </a:lnTo>
                  <a:lnTo>
                    <a:pt x="166480" y="161422"/>
                  </a:lnTo>
                  <a:lnTo>
                    <a:pt x="164872" y="161119"/>
                  </a:lnTo>
                  <a:lnTo>
                    <a:pt x="163254" y="160879"/>
                  </a:lnTo>
                  <a:lnTo>
                    <a:pt x="161627" y="160703"/>
                  </a:lnTo>
                  <a:lnTo>
                    <a:pt x="160592" y="159629"/>
                  </a:lnTo>
                  <a:lnTo>
                    <a:pt x="159504" y="158612"/>
                  </a:lnTo>
                  <a:lnTo>
                    <a:pt x="158367" y="157653"/>
                  </a:lnTo>
                  <a:lnTo>
                    <a:pt x="157183" y="156755"/>
                  </a:lnTo>
                  <a:lnTo>
                    <a:pt x="155955" y="155920"/>
                  </a:lnTo>
                  <a:lnTo>
                    <a:pt x="154687" y="155151"/>
                  </a:lnTo>
                  <a:lnTo>
                    <a:pt x="153382" y="154450"/>
                  </a:lnTo>
                  <a:lnTo>
                    <a:pt x="152043" y="153818"/>
                  </a:lnTo>
                  <a:lnTo>
                    <a:pt x="150609" y="153232"/>
                  </a:lnTo>
                  <a:lnTo>
                    <a:pt x="149146" y="152726"/>
                  </a:lnTo>
                  <a:lnTo>
                    <a:pt x="143830" y="152861"/>
                  </a:lnTo>
                  <a:lnTo>
                    <a:pt x="144372" y="153908"/>
                  </a:lnTo>
                  <a:lnTo>
                    <a:pt x="144955" y="154931"/>
                  </a:lnTo>
                  <a:lnTo>
                    <a:pt x="145578" y="155929"/>
                  </a:lnTo>
                  <a:lnTo>
                    <a:pt x="146241" y="156900"/>
                  </a:lnTo>
                  <a:lnTo>
                    <a:pt x="147107" y="158054"/>
                  </a:lnTo>
                  <a:lnTo>
                    <a:pt x="148028" y="159163"/>
                  </a:lnTo>
                  <a:lnTo>
                    <a:pt x="152365" y="164847"/>
                  </a:lnTo>
                  <a:lnTo>
                    <a:pt x="155786" y="169359"/>
                  </a:lnTo>
                  <a:lnTo>
                    <a:pt x="175109" y="204107"/>
                  </a:lnTo>
                  <a:lnTo>
                    <a:pt x="176382" y="206395"/>
                  </a:lnTo>
                  <a:lnTo>
                    <a:pt x="169047" y="210697"/>
                  </a:lnTo>
                  <a:lnTo>
                    <a:pt x="168779" y="210316"/>
                  </a:lnTo>
                  <a:lnTo>
                    <a:pt x="164934" y="203310"/>
                  </a:lnTo>
                  <a:lnTo>
                    <a:pt x="160632" y="195472"/>
                  </a:lnTo>
                  <a:lnTo>
                    <a:pt x="157591" y="189965"/>
                  </a:lnTo>
                  <a:lnTo>
                    <a:pt x="157352" y="189534"/>
                  </a:lnTo>
                  <a:lnTo>
                    <a:pt x="152772" y="181241"/>
                  </a:lnTo>
                  <a:lnTo>
                    <a:pt x="151517" y="178777"/>
                  </a:lnTo>
                  <a:lnTo>
                    <a:pt x="151110" y="178036"/>
                  </a:lnTo>
                  <a:lnTo>
                    <a:pt x="150186" y="176354"/>
                  </a:lnTo>
                  <a:lnTo>
                    <a:pt x="148782" y="173974"/>
                  </a:lnTo>
                  <a:lnTo>
                    <a:pt x="147306" y="171641"/>
                  </a:lnTo>
                  <a:lnTo>
                    <a:pt x="145760" y="169356"/>
                  </a:lnTo>
                  <a:lnTo>
                    <a:pt x="144144" y="167122"/>
                  </a:lnTo>
                  <a:lnTo>
                    <a:pt x="142461" y="164940"/>
                  </a:lnTo>
                  <a:lnTo>
                    <a:pt x="141927" y="164290"/>
                  </a:lnTo>
                  <a:lnTo>
                    <a:pt x="140712" y="162813"/>
                  </a:lnTo>
                  <a:lnTo>
                    <a:pt x="135775" y="158704"/>
                  </a:lnTo>
                  <a:lnTo>
                    <a:pt x="135339" y="158421"/>
                  </a:lnTo>
                  <a:lnTo>
                    <a:pt x="129044" y="167015"/>
                  </a:lnTo>
                  <a:lnTo>
                    <a:pt x="126105" y="164227"/>
                  </a:lnTo>
                  <a:lnTo>
                    <a:pt x="123828" y="163179"/>
                  </a:lnTo>
                  <a:lnTo>
                    <a:pt x="121801" y="163527"/>
                  </a:lnTo>
                  <a:lnTo>
                    <a:pt x="120086" y="164148"/>
                  </a:lnTo>
                  <a:lnTo>
                    <a:pt x="114005" y="169602"/>
                  </a:lnTo>
                  <a:lnTo>
                    <a:pt x="102983" y="179487"/>
                  </a:lnTo>
                  <a:lnTo>
                    <a:pt x="102671" y="179766"/>
                  </a:lnTo>
                  <a:lnTo>
                    <a:pt x="102983" y="180166"/>
                  </a:lnTo>
                  <a:lnTo>
                    <a:pt x="103809" y="181409"/>
                  </a:lnTo>
                  <a:lnTo>
                    <a:pt x="102983" y="182127"/>
                  </a:lnTo>
                  <a:lnTo>
                    <a:pt x="83850" y="198742"/>
                  </a:lnTo>
                  <a:lnTo>
                    <a:pt x="82982" y="197614"/>
                  </a:lnTo>
                  <a:lnTo>
                    <a:pt x="67737" y="179455"/>
                  </a:lnTo>
                  <a:lnTo>
                    <a:pt x="65730" y="177064"/>
                  </a:lnTo>
                  <a:lnTo>
                    <a:pt x="50346" y="158755"/>
                  </a:lnTo>
                  <a:lnTo>
                    <a:pt x="41578" y="148028"/>
                  </a:lnTo>
                  <a:lnTo>
                    <a:pt x="31513" y="135716"/>
                  </a:lnTo>
                  <a:lnTo>
                    <a:pt x="29308" y="123096"/>
                  </a:lnTo>
                  <a:lnTo>
                    <a:pt x="27245" y="111285"/>
                  </a:lnTo>
                  <a:lnTo>
                    <a:pt x="26943" y="109558"/>
                  </a:lnTo>
                  <a:lnTo>
                    <a:pt x="25220" y="99695"/>
                  </a:lnTo>
                  <a:lnTo>
                    <a:pt x="19784" y="89385"/>
                  </a:lnTo>
                  <a:lnTo>
                    <a:pt x="17446" y="84951"/>
                  </a:lnTo>
                  <a:lnTo>
                    <a:pt x="13466" y="77404"/>
                  </a:lnTo>
                  <a:lnTo>
                    <a:pt x="13318" y="77123"/>
                  </a:lnTo>
                  <a:lnTo>
                    <a:pt x="9981" y="71416"/>
                  </a:lnTo>
                  <a:lnTo>
                    <a:pt x="1339" y="56634"/>
                  </a:lnTo>
                  <a:lnTo>
                    <a:pt x="0" y="54343"/>
                  </a:lnTo>
                  <a:lnTo>
                    <a:pt x="450" y="54238"/>
                  </a:lnTo>
                  <a:lnTo>
                    <a:pt x="11468" y="51634"/>
                  </a:lnTo>
                  <a:lnTo>
                    <a:pt x="11660" y="51589"/>
                  </a:lnTo>
                  <a:lnTo>
                    <a:pt x="60076" y="40146"/>
                  </a:lnTo>
                  <a:lnTo>
                    <a:pt x="76793" y="36195"/>
                  </a:lnTo>
                  <a:lnTo>
                    <a:pt x="102310" y="30163"/>
                  </a:lnTo>
                  <a:lnTo>
                    <a:pt x="143270" y="20483"/>
                  </a:lnTo>
                  <a:lnTo>
                    <a:pt x="158819" y="16808"/>
                  </a:lnTo>
                  <a:lnTo>
                    <a:pt x="181316" y="11490"/>
                  </a:lnTo>
                  <a:lnTo>
                    <a:pt x="227434" y="590"/>
                  </a:lnTo>
                  <a:lnTo>
                    <a:pt x="228862" y="253"/>
                  </a:lnTo>
                  <a:lnTo>
                    <a:pt x="2299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44208" y="2363546"/>
              <a:ext cx="238059" cy="515779"/>
            </a:xfrm>
            <a:custGeom>
              <a:avLst/>
              <a:pathLst>
                <a:path w="238059" h="515779">
                  <a:moveTo>
                    <a:pt x="101154" y="66749"/>
                  </a:moveTo>
                  <a:lnTo>
                    <a:pt x="125691" y="73950"/>
                  </a:lnTo>
                  <a:lnTo>
                    <a:pt x="127166" y="69261"/>
                  </a:lnTo>
                  <a:lnTo>
                    <a:pt x="148586" y="61354"/>
                  </a:lnTo>
                  <a:lnTo>
                    <a:pt x="149890" y="42692"/>
                  </a:lnTo>
                  <a:lnTo>
                    <a:pt x="161582" y="30389"/>
                  </a:lnTo>
                  <a:lnTo>
                    <a:pt x="199669" y="35976"/>
                  </a:lnTo>
                  <a:lnTo>
                    <a:pt x="195923" y="67856"/>
                  </a:lnTo>
                  <a:lnTo>
                    <a:pt x="211446" y="71196"/>
                  </a:lnTo>
                  <a:lnTo>
                    <a:pt x="221475" y="71990"/>
                  </a:lnTo>
                  <a:lnTo>
                    <a:pt x="226552" y="75835"/>
                  </a:lnTo>
                  <a:lnTo>
                    <a:pt x="232727" y="87517"/>
                  </a:lnTo>
                  <a:lnTo>
                    <a:pt x="233486" y="88953"/>
                  </a:lnTo>
                  <a:lnTo>
                    <a:pt x="238059" y="97167"/>
                  </a:lnTo>
                  <a:lnTo>
                    <a:pt x="237858" y="97227"/>
                  </a:lnTo>
                  <a:lnTo>
                    <a:pt x="235633" y="97892"/>
                  </a:lnTo>
                  <a:lnTo>
                    <a:pt x="230140" y="99534"/>
                  </a:lnTo>
                  <a:lnTo>
                    <a:pt x="230125" y="100318"/>
                  </a:lnTo>
                  <a:lnTo>
                    <a:pt x="229998" y="107104"/>
                  </a:lnTo>
                  <a:lnTo>
                    <a:pt x="233332" y="109891"/>
                  </a:lnTo>
                  <a:lnTo>
                    <a:pt x="230193" y="111415"/>
                  </a:lnTo>
                  <a:lnTo>
                    <a:pt x="226557" y="108215"/>
                  </a:lnTo>
                  <a:lnTo>
                    <a:pt x="226074" y="107708"/>
                  </a:lnTo>
                  <a:lnTo>
                    <a:pt x="225362" y="106809"/>
                  </a:lnTo>
                  <a:lnTo>
                    <a:pt x="216020" y="94181"/>
                  </a:lnTo>
                  <a:lnTo>
                    <a:pt x="215818" y="94945"/>
                  </a:lnTo>
                  <a:lnTo>
                    <a:pt x="212705" y="106677"/>
                  </a:lnTo>
                  <a:lnTo>
                    <a:pt x="210992" y="106127"/>
                  </a:lnTo>
                  <a:lnTo>
                    <a:pt x="210828" y="106734"/>
                  </a:lnTo>
                  <a:lnTo>
                    <a:pt x="209807" y="110528"/>
                  </a:lnTo>
                  <a:lnTo>
                    <a:pt x="206439" y="123040"/>
                  </a:lnTo>
                  <a:lnTo>
                    <a:pt x="205283" y="119911"/>
                  </a:lnTo>
                  <a:lnTo>
                    <a:pt x="203364" y="119020"/>
                  </a:lnTo>
                  <a:lnTo>
                    <a:pt x="201104" y="121965"/>
                  </a:lnTo>
                  <a:lnTo>
                    <a:pt x="197983" y="126034"/>
                  </a:lnTo>
                  <a:lnTo>
                    <a:pt x="197307" y="126915"/>
                  </a:lnTo>
                  <a:lnTo>
                    <a:pt x="195547" y="129209"/>
                  </a:lnTo>
                  <a:lnTo>
                    <a:pt x="194909" y="130063"/>
                  </a:lnTo>
                  <a:lnTo>
                    <a:pt x="192692" y="142956"/>
                  </a:lnTo>
                  <a:lnTo>
                    <a:pt x="192664" y="146772"/>
                  </a:lnTo>
                  <a:lnTo>
                    <a:pt x="192644" y="149578"/>
                  </a:lnTo>
                  <a:lnTo>
                    <a:pt x="192810" y="154379"/>
                  </a:lnTo>
                  <a:lnTo>
                    <a:pt x="192901" y="157019"/>
                  </a:lnTo>
                  <a:lnTo>
                    <a:pt x="194551" y="157407"/>
                  </a:lnTo>
                  <a:lnTo>
                    <a:pt x="195260" y="157573"/>
                  </a:lnTo>
                  <a:lnTo>
                    <a:pt x="197780" y="159369"/>
                  </a:lnTo>
                  <a:lnTo>
                    <a:pt x="200894" y="161161"/>
                  </a:lnTo>
                  <a:lnTo>
                    <a:pt x="202251" y="161942"/>
                  </a:lnTo>
                  <a:lnTo>
                    <a:pt x="208072" y="162604"/>
                  </a:lnTo>
                  <a:lnTo>
                    <a:pt x="209205" y="162732"/>
                  </a:lnTo>
                  <a:lnTo>
                    <a:pt x="211884" y="162732"/>
                  </a:lnTo>
                  <a:lnTo>
                    <a:pt x="213749" y="162732"/>
                  </a:lnTo>
                  <a:lnTo>
                    <a:pt x="216335" y="162818"/>
                  </a:lnTo>
                  <a:lnTo>
                    <a:pt x="216636" y="162828"/>
                  </a:lnTo>
                  <a:lnTo>
                    <a:pt x="215578" y="178437"/>
                  </a:lnTo>
                  <a:lnTo>
                    <a:pt x="216771" y="178590"/>
                  </a:lnTo>
                  <a:lnTo>
                    <a:pt x="220189" y="179066"/>
                  </a:lnTo>
                  <a:lnTo>
                    <a:pt x="222726" y="179110"/>
                  </a:lnTo>
                  <a:lnTo>
                    <a:pt x="226292" y="179243"/>
                  </a:lnTo>
                  <a:lnTo>
                    <a:pt x="226142" y="181128"/>
                  </a:lnTo>
                  <a:lnTo>
                    <a:pt x="225038" y="194997"/>
                  </a:lnTo>
                  <a:lnTo>
                    <a:pt x="224563" y="200728"/>
                  </a:lnTo>
                  <a:lnTo>
                    <a:pt x="224539" y="201269"/>
                  </a:lnTo>
                  <a:lnTo>
                    <a:pt x="224108" y="211094"/>
                  </a:lnTo>
                  <a:lnTo>
                    <a:pt x="224047" y="212468"/>
                  </a:lnTo>
                  <a:lnTo>
                    <a:pt x="222876" y="239155"/>
                  </a:lnTo>
                  <a:lnTo>
                    <a:pt x="222788" y="241154"/>
                  </a:lnTo>
                  <a:lnTo>
                    <a:pt x="222647" y="244373"/>
                  </a:lnTo>
                  <a:lnTo>
                    <a:pt x="222506" y="247589"/>
                  </a:lnTo>
                  <a:lnTo>
                    <a:pt x="222069" y="257538"/>
                  </a:lnTo>
                  <a:lnTo>
                    <a:pt x="221910" y="261160"/>
                  </a:lnTo>
                  <a:lnTo>
                    <a:pt x="221890" y="261617"/>
                  </a:lnTo>
                  <a:lnTo>
                    <a:pt x="221804" y="263573"/>
                  </a:lnTo>
                  <a:lnTo>
                    <a:pt x="221789" y="263906"/>
                  </a:lnTo>
                  <a:lnTo>
                    <a:pt x="221776" y="264211"/>
                  </a:lnTo>
                  <a:lnTo>
                    <a:pt x="221759" y="264595"/>
                  </a:lnTo>
                  <a:lnTo>
                    <a:pt x="221246" y="274185"/>
                  </a:lnTo>
                  <a:lnTo>
                    <a:pt x="220658" y="285184"/>
                  </a:lnTo>
                  <a:lnTo>
                    <a:pt x="220618" y="286196"/>
                  </a:lnTo>
                  <a:lnTo>
                    <a:pt x="220567" y="287485"/>
                  </a:lnTo>
                  <a:lnTo>
                    <a:pt x="219858" y="305262"/>
                  </a:lnTo>
                  <a:lnTo>
                    <a:pt x="219754" y="309802"/>
                  </a:lnTo>
                  <a:lnTo>
                    <a:pt x="219593" y="316818"/>
                  </a:lnTo>
                  <a:lnTo>
                    <a:pt x="219341" y="327781"/>
                  </a:lnTo>
                  <a:lnTo>
                    <a:pt x="219233" y="332463"/>
                  </a:lnTo>
                  <a:lnTo>
                    <a:pt x="218883" y="347727"/>
                  </a:lnTo>
                  <a:lnTo>
                    <a:pt x="218879" y="347898"/>
                  </a:lnTo>
                  <a:lnTo>
                    <a:pt x="218700" y="355701"/>
                  </a:lnTo>
                  <a:lnTo>
                    <a:pt x="218643" y="358158"/>
                  </a:lnTo>
                  <a:lnTo>
                    <a:pt x="218631" y="358713"/>
                  </a:lnTo>
                  <a:lnTo>
                    <a:pt x="216812" y="358604"/>
                  </a:lnTo>
                  <a:lnTo>
                    <a:pt x="207576" y="358054"/>
                  </a:lnTo>
                  <a:lnTo>
                    <a:pt x="200281" y="357619"/>
                  </a:lnTo>
                  <a:lnTo>
                    <a:pt x="192458" y="357153"/>
                  </a:lnTo>
                  <a:lnTo>
                    <a:pt x="190468" y="357035"/>
                  </a:lnTo>
                  <a:lnTo>
                    <a:pt x="184861" y="356701"/>
                  </a:lnTo>
                  <a:lnTo>
                    <a:pt x="178905" y="356408"/>
                  </a:lnTo>
                  <a:lnTo>
                    <a:pt x="178743" y="359723"/>
                  </a:lnTo>
                  <a:lnTo>
                    <a:pt x="177625" y="382584"/>
                  </a:lnTo>
                  <a:lnTo>
                    <a:pt x="177051" y="394325"/>
                  </a:lnTo>
                  <a:lnTo>
                    <a:pt x="176826" y="398932"/>
                  </a:lnTo>
                  <a:lnTo>
                    <a:pt x="176604" y="403459"/>
                  </a:lnTo>
                  <a:lnTo>
                    <a:pt x="175595" y="424090"/>
                  </a:lnTo>
                  <a:lnTo>
                    <a:pt x="155584" y="422921"/>
                  </a:lnTo>
                  <a:lnTo>
                    <a:pt x="152687" y="422752"/>
                  </a:lnTo>
                  <a:lnTo>
                    <a:pt x="151020" y="422550"/>
                  </a:lnTo>
                  <a:lnTo>
                    <a:pt x="156514" y="425681"/>
                  </a:lnTo>
                  <a:lnTo>
                    <a:pt x="169530" y="436095"/>
                  </a:lnTo>
                  <a:lnTo>
                    <a:pt x="172115" y="437517"/>
                  </a:lnTo>
                  <a:lnTo>
                    <a:pt x="169748" y="443228"/>
                  </a:lnTo>
                  <a:lnTo>
                    <a:pt x="165990" y="453316"/>
                  </a:lnTo>
                  <a:lnTo>
                    <a:pt x="163035" y="461442"/>
                  </a:lnTo>
                  <a:lnTo>
                    <a:pt x="162893" y="461833"/>
                  </a:lnTo>
                  <a:lnTo>
                    <a:pt x="162474" y="463503"/>
                  </a:lnTo>
                  <a:lnTo>
                    <a:pt x="162738" y="464652"/>
                  </a:lnTo>
                  <a:lnTo>
                    <a:pt x="165626" y="471176"/>
                  </a:lnTo>
                  <a:lnTo>
                    <a:pt x="169417" y="476074"/>
                  </a:lnTo>
                  <a:lnTo>
                    <a:pt x="171721" y="478228"/>
                  </a:lnTo>
                  <a:lnTo>
                    <a:pt x="176960" y="480662"/>
                  </a:lnTo>
                  <a:lnTo>
                    <a:pt x="182491" y="483232"/>
                  </a:lnTo>
                  <a:lnTo>
                    <a:pt x="182827" y="483370"/>
                  </a:lnTo>
                  <a:lnTo>
                    <a:pt x="183229" y="483535"/>
                  </a:lnTo>
                  <a:lnTo>
                    <a:pt x="183123" y="483820"/>
                  </a:lnTo>
                  <a:lnTo>
                    <a:pt x="179575" y="493346"/>
                  </a:lnTo>
                  <a:lnTo>
                    <a:pt x="179440" y="493699"/>
                  </a:lnTo>
                  <a:lnTo>
                    <a:pt x="178896" y="493529"/>
                  </a:lnTo>
                  <a:lnTo>
                    <a:pt x="177370" y="492839"/>
                  </a:lnTo>
                  <a:lnTo>
                    <a:pt x="177224" y="492774"/>
                  </a:lnTo>
                  <a:lnTo>
                    <a:pt x="171818" y="490332"/>
                  </a:lnTo>
                  <a:lnTo>
                    <a:pt x="167509" y="487901"/>
                  </a:lnTo>
                  <a:lnTo>
                    <a:pt x="166778" y="487488"/>
                  </a:lnTo>
                  <a:lnTo>
                    <a:pt x="161089" y="484279"/>
                  </a:lnTo>
                  <a:lnTo>
                    <a:pt x="153529" y="492479"/>
                  </a:lnTo>
                  <a:lnTo>
                    <a:pt x="153765" y="492648"/>
                  </a:lnTo>
                  <a:lnTo>
                    <a:pt x="153588" y="492883"/>
                  </a:lnTo>
                  <a:lnTo>
                    <a:pt x="150755" y="496628"/>
                  </a:lnTo>
                  <a:lnTo>
                    <a:pt x="148163" y="500055"/>
                  </a:lnTo>
                  <a:lnTo>
                    <a:pt x="146857" y="501782"/>
                  </a:lnTo>
                  <a:lnTo>
                    <a:pt x="145193" y="503984"/>
                  </a:lnTo>
                  <a:lnTo>
                    <a:pt x="145080" y="504112"/>
                  </a:lnTo>
                  <a:lnTo>
                    <a:pt x="143529" y="505890"/>
                  </a:lnTo>
                  <a:lnTo>
                    <a:pt x="140250" y="509648"/>
                  </a:lnTo>
                  <a:lnTo>
                    <a:pt x="135980" y="514842"/>
                  </a:lnTo>
                  <a:lnTo>
                    <a:pt x="135419" y="515779"/>
                  </a:lnTo>
                  <a:lnTo>
                    <a:pt x="130381" y="510963"/>
                  </a:lnTo>
                  <a:lnTo>
                    <a:pt x="120381" y="501404"/>
                  </a:lnTo>
                  <a:lnTo>
                    <a:pt x="117109" y="476874"/>
                  </a:lnTo>
                  <a:lnTo>
                    <a:pt x="115479" y="476414"/>
                  </a:lnTo>
                  <a:lnTo>
                    <a:pt x="61292" y="458670"/>
                  </a:lnTo>
                  <a:lnTo>
                    <a:pt x="60687" y="458472"/>
                  </a:lnTo>
                  <a:lnTo>
                    <a:pt x="60699" y="457756"/>
                  </a:lnTo>
                  <a:lnTo>
                    <a:pt x="60711" y="457004"/>
                  </a:lnTo>
                  <a:lnTo>
                    <a:pt x="60733" y="455567"/>
                  </a:lnTo>
                  <a:lnTo>
                    <a:pt x="60778" y="452780"/>
                  </a:lnTo>
                  <a:lnTo>
                    <a:pt x="60780" y="452642"/>
                  </a:lnTo>
                  <a:lnTo>
                    <a:pt x="60847" y="448386"/>
                  </a:lnTo>
                  <a:lnTo>
                    <a:pt x="60856" y="447847"/>
                  </a:lnTo>
                  <a:lnTo>
                    <a:pt x="60899" y="445042"/>
                  </a:lnTo>
                  <a:lnTo>
                    <a:pt x="60892" y="444040"/>
                  </a:lnTo>
                  <a:lnTo>
                    <a:pt x="60886" y="443170"/>
                  </a:lnTo>
                  <a:lnTo>
                    <a:pt x="60876" y="441524"/>
                  </a:lnTo>
                  <a:lnTo>
                    <a:pt x="60867" y="440234"/>
                  </a:lnTo>
                  <a:lnTo>
                    <a:pt x="60857" y="438729"/>
                  </a:lnTo>
                  <a:lnTo>
                    <a:pt x="60848" y="437231"/>
                  </a:lnTo>
                  <a:lnTo>
                    <a:pt x="60846" y="436990"/>
                  </a:lnTo>
                  <a:lnTo>
                    <a:pt x="60839" y="435869"/>
                  </a:lnTo>
                  <a:lnTo>
                    <a:pt x="60832" y="434959"/>
                  </a:lnTo>
                  <a:lnTo>
                    <a:pt x="61054" y="429978"/>
                  </a:lnTo>
                  <a:lnTo>
                    <a:pt x="61201" y="426692"/>
                  </a:lnTo>
                  <a:lnTo>
                    <a:pt x="61590" y="426956"/>
                  </a:lnTo>
                  <a:lnTo>
                    <a:pt x="64553" y="428972"/>
                  </a:lnTo>
                  <a:lnTo>
                    <a:pt x="63973" y="427635"/>
                  </a:lnTo>
                  <a:lnTo>
                    <a:pt x="63651" y="426893"/>
                  </a:lnTo>
                  <a:lnTo>
                    <a:pt x="62791" y="424912"/>
                  </a:lnTo>
                  <a:lnTo>
                    <a:pt x="62297" y="423773"/>
                  </a:lnTo>
                  <a:lnTo>
                    <a:pt x="61874" y="422798"/>
                  </a:lnTo>
                  <a:lnTo>
                    <a:pt x="61681" y="422354"/>
                  </a:lnTo>
                  <a:lnTo>
                    <a:pt x="61045" y="420894"/>
                  </a:lnTo>
                  <a:lnTo>
                    <a:pt x="60873" y="420499"/>
                  </a:lnTo>
                  <a:lnTo>
                    <a:pt x="60229" y="419018"/>
                  </a:lnTo>
                  <a:lnTo>
                    <a:pt x="59674" y="417746"/>
                  </a:lnTo>
                  <a:lnTo>
                    <a:pt x="63501" y="415761"/>
                  </a:lnTo>
                  <a:lnTo>
                    <a:pt x="59479" y="407575"/>
                  </a:lnTo>
                  <a:lnTo>
                    <a:pt x="59399" y="407410"/>
                  </a:lnTo>
                  <a:lnTo>
                    <a:pt x="56182" y="404532"/>
                  </a:lnTo>
                  <a:lnTo>
                    <a:pt x="56090" y="404317"/>
                  </a:lnTo>
                  <a:lnTo>
                    <a:pt x="55922" y="403922"/>
                  </a:lnTo>
                  <a:lnTo>
                    <a:pt x="55344" y="402572"/>
                  </a:lnTo>
                  <a:lnTo>
                    <a:pt x="55158" y="402136"/>
                  </a:lnTo>
                  <a:lnTo>
                    <a:pt x="55102" y="402004"/>
                  </a:lnTo>
                  <a:lnTo>
                    <a:pt x="54839" y="401391"/>
                  </a:lnTo>
                  <a:lnTo>
                    <a:pt x="54634" y="400912"/>
                  </a:lnTo>
                  <a:lnTo>
                    <a:pt x="54492" y="400579"/>
                  </a:lnTo>
                  <a:lnTo>
                    <a:pt x="54356" y="400261"/>
                  </a:lnTo>
                  <a:lnTo>
                    <a:pt x="54263" y="400043"/>
                  </a:lnTo>
                  <a:lnTo>
                    <a:pt x="54123" y="399717"/>
                  </a:lnTo>
                  <a:lnTo>
                    <a:pt x="54009" y="399448"/>
                  </a:lnTo>
                  <a:lnTo>
                    <a:pt x="53872" y="399129"/>
                  </a:lnTo>
                  <a:lnTo>
                    <a:pt x="53751" y="398845"/>
                  </a:lnTo>
                  <a:lnTo>
                    <a:pt x="53641" y="398589"/>
                  </a:lnTo>
                  <a:lnTo>
                    <a:pt x="53456" y="398155"/>
                  </a:lnTo>
                  <a:lnTo>
                    <a:pt x="52669" y="396304"/>
                  </a:lnTo>
                  <a:lnTo>
                    <a:pt x="53448" y="396047"/>
                  </a:lnTo>
                  <a:lnTo>
                    <a:pt x="56665" y="394982"/>
                  </a:lnTo>
                  <a:lnTo>
                    <a:pt x="57962" y="394553"/>
                  </a:lnTo>
                  <a:lnTo>
                    <a:pt x="59699" y="393978"/>
                  </a:lnTo>
                  <a:lnTo>
                    <a:pt x="60661" y="393660"/>
                  </a:lnTo>
                  <a:lnTo>
                    <a:pt x="61627" y="393340"/>
                  </a:lnTo>
                  <a:lnTo>
                    <a:pt x="62850" y="392417"/>
                  </a:lnTo>
                  <a:lnTo>
                    <a:pt x="63667" y="391801"/>
                  </a:lnTo>
                  <a:lnTo>
                    <a:pt x="65335" y="390543"/>
                  </a:lnTo>
                  <a:lnTo>
                    <a:pt x="65872" y="390137"/>
                  </a:lnTo>
                  <a:lnTo>
                    <a:pt x="67166" y="389160"/>
                  </a:lnTo>
                  <a:lnTo>
                    <a:pt x="68148" y="388420"/>
                  </a:lnTo>
                  <a:lnTo>
                    <a:pt x="68523" y="388137"/>
                  </a:lnTo>
                  <a:lnTo>
                    <a:pt x="69242" y="387594"/>
                  </a:lnTo>
                  <a:lnTo>
                    <a:pt x="70425" y="386701"/>
                  </a:lnTo>
                  <a:lnTo>
                    <a:pt x="71015" y="386256"/>
                  </a:lnTo>
                  <a:lnTo>
                    <a:pt x="72170" y="385385"/>
                  </a:lnTo>
                  <a:lnTo>
                    <a:pt x="73842" y="384123"/>
                  </a:lnTo>
                  <a:lnTo>
                    <a:pt x="74483" y="383420"/>
                  </a:lnTo>
                  <a:lnTo>
                    <a:pt x="74901" y="382963"/>
                  </a:lnTo>
                  <a:lnTo>
                    <a:pt x="75232" y="382600"/>
                  </a:lnTo>
                  <a:lnTo>
                    <a:pt x="75637" y="382157"/>
                  </a:lnTo>
                  <a:lnTo>
                    <a:pt x="75921" y="381845"/>
                  </a:lnTo>
                  <a:lnTo>
                    <a:pt x="76595" y="381770"/>
                  </a:lnTo>
                  <a:lnTo>
                    <a:pt x="76759" y="381936"/>
                  </a:lnTo>
                  <a:lnTo>
                    <a:pt x="77078" y="382257"/>
                  </a:lnTo>
                  <a:lnTo>
                    <a:pt x="77632" y="382497"/>
                  </a:lnTo>
                  <a:lnTo>
                    <a:pt x="77729" y="382258"/>
                  </a:lnTo>
                  <a:lnTo>
                    <a:pt x="77856" y="381949"/>
                  </a:lnTo>
                  <a:lnTo>
                    <a:pt x="77924" y="381782"/>
                  </a:lnTo>
                  <a:lnTo>
                    <a:pt x="78046" y="381484"/>
                  </a:lnTo>
                  <a:lnTo>
                    <a:pt x="78132" y="381273"/>
                  </a:lnTo>
                  <a:lnTo>
                    <a:pt x="78257" y="380967"/>
                  </a:lnTo>
                  <a:lnTo>
                    <a:pt x="78341" y="380762"/>
                  </a:lnTo>
                  <a:lnTo>
                    <a:pt x="78484" y="380411"/>
                  </a:lnTo>
                  <a:lnTo>
                    <a:pt x="78634" y="380045"/>
                  </a:lnTo>
                  <a:lnTo>
                    <a:pt x="78812" y="379611"/>
                  </a:lnTo>
                  <a:lnTo>
                    <a:pt x="79212" y="378631"/>
                  </a:lnTo>
                  <a:lnTo>
                    <a:pt x="79544" y="377820"/>
                  </a:lnTo>
                  <a:lnTo>
                    <a:pt x="79802" y="377123"/>
                  </a:lnTo>
                  <a:lnTo>
                    <a:pt x="80019" y="376538"/>
                  </a:lnTo>
                  <a:lnTo>
                    <a:pt x="80199" y="376053"/>
                  </a:lnTo>
                  <a:lnTo>
                    <a:pt x="80318" y="375713"/>
                  </a:lnTo>
                  <a:lnTo>
                    <a:pt x="80503" y="375124"/>
                  </a:lnTo>
                  <a:lnTo>
                    <a:pt x="80577" y="374888"/>
                  </a:lnTo>
                  <a:lnTo>
                    <a:pt x="80747" y="374330"/>
                  </a:lnTo>
                  <a:lnTo>
                    <a:pt x="80915" y="373782"/>
                  </a:lnTo>
                  <a:lnTo>
                    <a:pt x="81251" y="372683"/>
                  </a:lnTo>
                  <a:lnTo>
                    <a:pt x="81386" y="372241"/>
                  </a:lnTo>
                  <a:lnTo>
                    <a:pt x="81768" y="370991"/>
                  </a:lnTo>
                  <a:lnTo>
                    <a:pt x="81849" y="370725"/>
                  </a:lnTo>
                  <a:lnTo>
                    <a:pt x="82234" y="369466"/>
                  </a:lnTo>
                  <a:lnTo>
                    <a:pt x="82413" y="368883"/>
                  </a:lnTo>
                  <a:lnTo>
                    <a:pt x="82691" y="367973"/>
                  </a:lnTo>
                  <a:lnTo>
                    <a:pt x="82901" y="367286"/>
                  </a:lnTo>
                  <a:lnTo>
                    <a:pt x="83175" y="366389"/>
                  </a:lnTo>
                  <a:lnTo>
                    <a:pt x="83352" y="365810"/>
                  </a:lnTo>
                  <a:lnTo>
                    <a:pt x="83750" y="364508"/>
                  </a:lnTo>
                  <a:lnTo>
                    <a:pt x="83841" y="364208"/>
                  </a:lnTo>
                  <a:lnTo>
                    <a:pt x="84202" y="363028"/>
                  </a:lnTo>
                  <a:lnTo>
                    <a:pt x="84417" y="362327"/>
                  </a:lnTo>
                  <a:lnTo>
                    <a:pt x="84484" y="362108"/>
                  </a:lnTo>
                  <a:lnTo>
                    <a:pt x="84711" y="361363"/>
                  </a:lnTo>
                  <a:lnTo>
                    <a:pt x="84848" y="360917"/>
                  </a:lnTo>
                  <a:lnTo>
                    <a:pt x="85004" y="360404"/>
                  </a:lnTo>
                  <a:lnTo>
                    <a:pt x="85617" y="358400"/>
                  </a:lnTo>
                  <a:lnTo>
                    <a:pt x="85781" y="357863"/>
                  </a:lnTo>
                  <a:lnTo>
                    <a:pt x="86430" y="355742"/>
                  </a:lnTo>
                  <a:lnTo>
                    <a:pt x="86923" y="354128"/>
                  </a:lnTo>
                  <a:lnTo>
                    <a:pt x="87361" y="352696"/>
                  </a:lnTo>
                  <a:lnTo>
                    <a:pt x="87740" y="351456"/>
                  </a:lnTo>
                  <a:lnTo>
                    <a:pt x="85360" y="351078"/>
                  </a:lnTo>
                  <a:lnTo>
                    <a:pt x="79660" y="350319"/>
                  </a:lnTo>
                  <a:lnTo>
                    <a:pt x="79413" y="350286"/>
                  </a:lnTo>
                  <a:lnTo>
                    <a:pt x="66826" y="348610"/>
                  </a:lnTo>
                  <a:lnTo>
                    <a:pt x="63380" y="348152"/>
                  </a:lnTo>
                  <a:lnTo>
                    <a:pt x="54398" y="346956"/>
                  </a:lnTo>
                  <a:lnTo>
                    <a:pt x="50756" y="346471"/>
                  </a:lnTo>
                  <a:lnTo>
                    <a:pt x="50372" y="346420"/>
                  </a:lnTo>
                  <a:lnTo>
                    <a:pt x="47317" y="346014"/>
                  </a:lnTo>
                  <a:lnTo>
                    <a:pt x="45865" y="345750"/>
                  </a:lnTo>
                  <a:lnTo>
                    <a:pt x="45333" y="345653"/>
                  </a:lnTo>
                  <a:lnTo>
                    <a:pt x="44409" y="345484"/>
                  </a:lnTo>
                  <a:lnTo>
                    <a:pt x="36208" y="343986"/>
                  </a:lnTo>
                  <a:lnTo>
                    <a:pt x="30893" y="343223"/>
                  </a:lnTo>
                  <a:lnTo>
                    <a:pt x="25452" y="342442"/>
                  </a:lnTo>
                  <a:lnTo>
                    <a:pt x="24976" y="342374"/>
                  </a:lnTo>
                  <a:lnTo>
                    <a:pt x="18710" y="341475"/>
                  </a:lnTo>
                  <a:lnTo>
                    <a:pt x="15869" y="341067"/>
                  </a:lnTo>
                  <a:lnTo>
                    <a:pt x="898" y="338919"/>
                  </a:lnTo>
                  <a:lnTo>
                    <a:pt x="0" y="338920"/>
                  </a:lnTo>
                  <a:lnTo>
                    <a:pt x="10" y="338242"/>
                  </a:lnTo>
                  <a:lnTo>
                    <a:pt x="33" y="334418"/>
                  </a:lnTo>
                  <a:lnTo>
                    <a:pt x="46" y="332399"/>
                  </a:lnTo>
                  <a:lnTo>
                    <a:pt x="132" y="318174"/>
                  </a:lnTo>
                  <a:lnTo>
                    <a:pt x="165" y="312918"/>
                  </a:lnTo>
                  <a:lnTo>
                    <a:pt x="167" y="312459"/>
                  </a:lnTo>
                  <a:lnTo>
                    <a:pt x="181" y="309951"/>
                  </a:lnTo>
                  <a:lnTo>
                    <a:pt x="183" y="309496"/>
                  </a:lnTo>
                  <a:lnTo>
                    <a:pt x="184" y="309341"/>
                  </a:lnTo>
                  <a:lnTo>
                    <a:pt x="188" y="308555"/>
                  </a:lnTo>
                  <a:lnTo>
                    <a:pt x="211" y="304347"/>
                  </a:lnTo>
                  <a:lnTo>
                    <a:pt x="224" y="301914"/>
                  </a:lnTo>
                  <a:lnTo>
                    <a:pt x="226" y="301604"/>
                  </a:lnTo>
                  <a:lnTo>
                    <a:pt x="232" y="300413"/>
                  </a:lnTo>
                  <a:lnTo>
                    <a:pt x="266" y="294170"/>
                  </a:lnTo>
                  <a:lnTo>
                    <a:pt x="274" y="292634"/>
                  </a:lnTo>
                  <a:lnTo>
                    <a:pt x="287" y="290264"/>
                  </a:lnTo>
                  <a:lnTo>
                    <a:pt x="296" y="288554"/>
                  </a:lnTo>
                  <a:lnTo>
                    <a:pt x="300" y="287817"/>
                  </a:lnTo>
                  <a:lnTo>
                    <a:pt x="320" y="286478"/>
                  </a:lnTo>
                  <a:lnTo>
                    <a:pt x="337" y="285272"/>
                  </a:lnTo>
                  <a:lnTo>
                    <a:pt x="355" y="284034"/>
                  </a:lnTo>
                  <a:lnTo>
                    <a:pt x="457" y="276970"/>
                  </a:lnTo>
                  <a:lnTo>
                    <a:pt x="472" y="275917"/>
                  </a:lnTo>
                  <a:lnTo>
                    <a:pt x="570" y="269131"/>
                  </a:lnTo>
                  <a:lnTo>
                    <a:pt x="605" y="266769"/>
                  </a:lnTo>
                  <a:lnTo>
                    <a:pt x="624" y="265409"/>
                  </a:lnTo>
                  <a:lnTo>
                    <a:pt x="695" y="263014"/>
                  </a:lnTo>
                  <a:lnTo>
                    <a:pt x="787" y="259937"/>
                  </a:lnTo>
                  <a:lnTo>
                    <a:pt x="883" y="256707"/>
                  </a:lnTo>
                  <a:lnTo>
                    <a:pt x="958" y="254167"/>
                  </a:lnTo>
                  <a:lnTo>
                    <a:pt x="978" y="253492"/>
                  </a:lnTo>
                  <a:lnTo>
                    <a:pt x="1104" y="249250"/>
                  </a:lnTo>
                  <a:lnTo>
                    <a:pt x="1126" y="248536"/>
                  </a:lnTo>
                  <a:lnTo>
                    <a:pt x="1185" y="246556"/>
                  </a:lnTo>
                  <a:lnTo>
                    <a:pt x="1258" y="244103"/>
                  </a:lnTo>
                  <a:lnTo>
                    <a:pt x="1322" y="241928"/>
                  </a:lnTo>
                  <a:lnTo>
                    <a:pt x="1386" y="239793"/>
                  </a:lnTo>
                  <a:lnTo>
                    <a:pt x="1464" y="237156"/>
                  </a:lnTo>
                  <a:lnTo>
                    <a:pt x="1505" y="235776"/>
                  </a:lnTo>
                  <a:lnTo>
                    <a:pt x="1749" y="227572"/>
                  </a:lnTo>
                  <a:lnTo>
                    <a:pt x="1759" y="227215"/>
                  </a:lnTo>
                  <a:lnTo>
                    <a:pt x="1782" y="226456"/>
                  </a:lnTo>
                  <a:lnTo>
                    <a:pt x="1857" y="223936"/>
                  </a:lnTo>
                  <a:lnTo>
                    <a:pt x="1869" y="223537"/>
                  </a:lnTo>
                  <a:lnTo>
                    <a:pt x="9205" y="223204"/>
                  </a:lnTo>
                  <a:lnTo>
                    <a:pt x="9185" y="222447"/>
                  </a:lnTo>
                  <a:lnTo>
                    <a:pt x="9181" y="222305"/>
                  </a:lnTo>
                  <a:lnTo>
                    <a:pt x="9169" y="221849"/>
                  </a:lnTo>
                  <a:lnTo>
                    <a:pt x="9133" y="220526"/>
                  </a:lnTo>
                  <a:lnTo>
                    <a:pt x="9120" y="220077"/>
                  </a:lnTo>
                  <a:lnTo>
                    <a:pt x="9085" y="218782"/>
                  </a:lnTo>
                  <a:lnTo>
                    <a:pt x="9070" y="218203"/>
                  </a:lnTo>
                  <a:lnTo>
                    <a:pt x="9064" y="217993"/>
                  </a:lnTo>
                  <a:lnTo>
                    <a:pt x="9040" y="217097"/>
                  </a:lnTo>
                  <a:lnTo>
                    <a:pt x="9020" y="216364"/>
                  </a:lnTo>
                  <a:lnTo>
                    <a:pt x="8960" y="214153"/>
                  </a:lnTo>
                  <a:lnTo>
                    <a:pt x="8949" y="213741"/>
                  </a:lnTo>
                  <a:lnTo>
                    <a:pt x="8929" y="213010"/>
                  </a:lnTo>
                  <a:lnTo>
                    <a:pt x="8902" y="212000"/>
                  </a:lnTo>
                  <a:lnTo>
                    <a:pt x="8840" y="209729"/>
                  </a:lnTo>
                  <a:lnTo>
                    <a:pt x="8822" y="209069"/>
                  </a:lnTo>
                  <a:lnTo>
                    <a:pt x="8808" y="208559"/>
                  </a:lnTo>
                  <a:lnTo>
                    <a:pt x="8741" y="206089"/>
                  </a:lnTo>
                  <a:lnTo>
                    <a:pt x="8727" y="205544"/>
                  </a:lnTo>
                  <a:lnTo>
                    <a:pt x="8694" y="204330"/>
                  </a:lnTo>
                  <a:lnTo>
                    <a:pt x="8685" y="203989"/>
                  </a:lnTo>
                  <a:lnTo>
                    <a:pt x="8649" y="202680"/>
                  </a:lnTo>
                  <a:lnTo>
                    <a:pt x="8629" y="201918"/>
                  </a:lnTo>
                  <a:lnTo>
                    <a:pt x="8606" y="201078"/>
                  </a:lnTo>
                  <a:lnTo>
                    <a:pt x="8600" y="200869"/>
                  </a:lnTo>
                  <a:lnTo>
                    <a:pt x="8536" y="198518"/>
                  </a:lnTo>
                  <a:lnTo>
                    <a:pt x="8526" y="198119"/>
                  </a:lnTo>
                  <a:lnTo>
                    <a:pt x="8505" y="197369"/>
                  </a:lnTo>
                  <a:lnTo>
                    <a:pt x="8490" y="196782"/>
                  </a:lnTo>
                  <a:lnTo>
                    <a:pt x="8412" y="193923"/>
                  </a:lnTo>
                  <a:lnTo>
                    <a:pt x="8400" y="193457"/>
                  </a:lnTo>
                  <a:lnTo>
                    <a:pt x="8342" y="191353"/>
                  </a:lnTo>
                  <a:lnTo>
                    <a:pt x="8338" y="191175"/>
                  </a:lnTo>
                  <a:lnTo>
                    <a:pt x="8304" y="189948"/>
                  </a:lnTo>
                  <a:lnTo>
                    <a:pt x="8284" y="189210"/>
                  </a:lnTo>
                  <a:lnTo>
                    <a:pt x="8265" y="188481"/>
                  </a:lnTo>
                  <a:lnTo>
                    <a:pt x="8244" y="187698"/>
                  </a:lnTo>
                  <a:lnTo>
                    <a:pt x="8234" y="187341"/>
                  </a:lnTo>
                  <a:lnTo>
                    <a:pt x="8086" y="181899"/>
                  </a:lnTo>
                  <a:lnTo>
                    <a:pt x="8079" y="181623"/>
                  </a:lnTo>
                  <a:lnTo>
                    <a:pt x="8027" y="179719"/>
                  </a:lnTo>
                  <a:lnTo>
                    <a:pt x="7875" y="174107"/>
                  </a:lnTo>
                  <a:lnTo>
                    <a:pt x="7843" y="172901"/>
                  </a:lnTo>
                  <a:lnTo>
                    <a:pt x="7783" y="170688"/>
                  </a:lnTo>
                  <a:lnTo>
                    <a:pt x="7752" y="170132"/>
                  </a:lnTo>
                  <a:lnTo>
                    <a:pt x="7220" y="160537"/>
                  </a:lnTo>
                  <a:lnTo>
                    <a:pt x="7018" y="156897"/>
                  </a:lnTo>
                  <a:lnTo>
                    <a:pt x="6918" y="155091"/>
                  </a:lnTo>
                  <a:lnTo>
                    <a:pt x="6733" y="151755"/>
                  </a:lnTo>
                  <a:lnTo>
                    <a:pt x="6575" y="148899"/>
                  </a:lnTo>
                  <a:lnTo>
                    <a:pt x="6452" y="146680"/>
                  </a:lnTo>
                  <a:lnTo>
                    <a:pt x="6415" y="146014"/>
                  </a:lnTo>
                  <a:lnTo>
                    <a:pt x="6020" y="138893"/>
                  </a:lnTo>
                  <a:lnTo>
                    <a:pt x="5834" y="135522"/>
                  </a:lnTo>
                  <a:lnTo>
                    <a:pt x="5646" y="132136"/>
                  </a:lnTo>
                  <a:lnTo>
                    <a:pt x="5368" y="127116"/>
                  </a:lnTo>
                  <a:lnTo>
                    <a:pt x="5517" y="126107"/>
                  </a:lnTo>
                  <a:lnTo>
                    <a:pt x="5979" y="122998"/>
                  </a:lnTo>
                  <a:lnTo>
                    <a:pt x="6040" y="122587"/>
                  </a:lnTo>
                  <a:lnTo>
                    <a:pt x="6061" y="122446"/>
                  </a:lnTo>
                  <a:lnTo>
                    <a:pt x="6443" y="119865"/>
                  </a:lnTo>
                  <a:lnTo>
                    <a:pt x="6713" y="118043"/>
                  </a:lnTo>
                  <a:lnTo>
                    <a:pt x="6963" y="116359"/>
                  </a:lnTo>
                  <a:lnTo>
                    <a:pt x="7518" y="112617"/>
                  </a:lnTo>
                  <a:lnTo>
                    <a:pt x="8045" y="109065"/>
                  </a:lnTo>
                  <a:lnTo>
                    <a:pt x="8521" y="105854"/>
                  </a:lnTo>
                  <a:lnTo>
                    <a:pt x="8639" y="105060"/>
                  </a:lnTo>
                  <a:lnTo>
                    <a:pt x="8857" y="103588"/>
                  </a:lnTo>
                  <a:lnTo>
                    <a:pt x="9113" y="101861"/>
                  </a:lnTo>
                  <a:lnTo>
                    <a:pt x="8312" y="101544"/>
                  </a:lnTo>
                  <a:lnTo>
                    <a:pt x="10403" y="93094"/>
                  </a:lnTo>
                  <a:lnTo>
                    <a:pt x="10539" y="92542"/>
                  </a:lnTo>
                  <a:lnTo>
                    <a:pt x="11011" y="90633"/>
                  </a:lnTo>
                  <a:lnTo>
                    <a:pt x="15122" y="81029"/>
                  </a:lnTo>
                  <a:lnTo>
                    <a:pt x="17064" y="77181"/>
                  </a:lnTo>
                  <a:lnTo>
                    <a:pt x="17295" y="76733"/>
                  </a:lnTo>
                  <a:lnTo>
                    <a:pt x="20582" y="70361"/>
                  </a:lnTo>
                  <a:lnTo>
                    <a:pt x="24483" y="62801"/>
                  </a:lnTo>
                  <a:lnTo>
                    <a:pt x="26571" y="58135"/>
                  </a:lnTo>
                  <a:lnTo>
                    <a:pt x="26821" y="57576"/>
                  </a:lnTo>
                  <a:lnTo>
                    <a:pt x="27276" y="56240"/>
                  </a:lnTo>
                  <a:lnTo>
                    <a:pt x="27512" y="55544"/>
                  </a:lnTo>
                  <a:lnTo>
                    <a:pt x="23785" y="53157"/>
                  </a:lnTo>
                  <a:lnTo>
                    <a:pt x="22352" y="51642"/>
                  </a:lnTo>
                  <a:lnTo>
                    <a:pt x="22107" y="49718"/>
                  </a:lnTo>
                  <a:lnTo>
                    <a:pt x="23518" y="46384"/>
                  </a:lnTo>
                  <a:lnTo>
                    <a:pt x="26471" y="44221"/>
                  </a:lnTo>
                  <a:lnTo>
                    <a:pt x="28512" y="41854"/>
                  </a:lnTo>
                  <a:lnTo>
                    <a:pt x="40335" y="30630"/>
                  </a:lnTo>
                  <a:lnTo>
                    <a:pt x="71293" y="0"/>
                  </a:lnTo>
                  <a:lnTo>
                    <a:pt x="116664" y="31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36853" y="2345880"/>
              <a:ext cx="363921" cy="285723"/>
            </a:xfrm>
            <a:custGeom>
              <a:avLst/>
              <a:pathLst>
                <a:path w="363921" h="285723">
                  <a:moveTo>
                    <a:pt x="339271" y="142004"/>
                  </a:moveTo>
                  <a:lnTo>
                    <a:pt x="337981" y="148993"/>
                  </a:lnTo>
                  <a:lnTo>
                    <a:pt x="337734" y="153125"/>
                  </a:lnTo>
                  <a:lnTo>
                    <a:pt x="337697" y="153757"/>
                  </a:lnTo>
                  <a:lnTo>
                    <a:pt x="337609" y="155232"/>
                  </a:lnTo>
                  <a:lnTo>
                    <a:pt x="337140" y="163084"/>
                  </a:lnTo>
                  <a:lnTo>
                    <a:pt x="337108" y="163621"/>
                  </a:lnTo>
                  <a:lnTo>
                    <a:pt x="337055" y="164499"/>
                  </a:lnTo>
                  <a:lnTo>
                    <a:pt x="337001" y="165406"/>
                  </a:lnTo>
                  <a:lnTo>
                    <a:pt x="336932" y="166557"/>
                  </a:lnTo>
                  <a:lnTo>
                    <a:pt x="336893" y="167215"/>
                  </a:lnTo>
                  <a:lnTo>
                    <a:pt x="336641" y="172430"/>
                  </a:lnTo>
                  <a:lnTo>
                    <a:pt x="336520" y="174933"/>
                  </a:lnTo>
                  <a:lnTo>
                    <a:pt x="336485" y="175656"/>
                  </a:lnTo>
                  <a:lnTo>
                    <a:pt x="336389" y="177645"/>
                  </a:lnTo>
                  <a:lnTo>
                    <a:pt x="335689" y="177668"/>
                  </a:lnTo>
                  <a:lnTo>
                    <a:pt x="311530" y="176080"/>
                  </a:lnTo>
                  <a:lnTo>
                    <a:pt x="310506" y="178485"/>
                  </a:lnTo>
                  <a:lnTo>
                    <a:pt x="307806" y="184828"/>
                  </a:lnTo>
                  <a:lnTo>
                    <a:pt x="306875" y="188314"/>
                  </a:lnTo>
                  <a:lnTo>
                    <a:pt x="306395" y="190114"/>
                  </a:lnTo>
                  <a:lnTo>
                    <a:pt x="300421" y="206440"/>
                  </a:lnTo>
                  <a:lnTo>
                    <a:pt x="299708" y="215973"/>
                  </a:lnTo>
                  <a:lnTo>
                    <a:pt x="299416" y="218221"/>
                  </a:lnTo>
                  <a:lnTo>
                    <a:pt x="300671" y="222069"/>
                  </a:lnTo>
                  <a:lnTo>
                    <a:pt x="301655" y="224847"/>
                  </a:lnTo>
                  <a:lnTo>
                    <a:pt x="300873" y="227073"/>
                  </a:lnTo>
                  <a:lnTo>
                    <a:pt x="300589" y="234743"/>
                  </a:lnTo>
                  <a:lnTo>
                    <a:pt x="301526" y="239084"/>
                  </a:lnTo>
                  <a:lnTo>
                    <a:pt x="303622" y="248797"/>
                  </a:lnTo>
                  <a:lnTo>
                    <a:pt x="303552" y="250405"/>
                  </a:lnTo>
                  <a:lnTo>
                    <a:pt x="303536" y="250770"/>
                  </a:lnTo>
                  <a:lnTo>
                    <a:pt x="303223" y="257987"/>
                  </a:lnTo>
                  <a:lnTo>
                    <a:pt x="303058" y="261809"/>
                  </a:lnTo>
                  <a:lnTo>
                    <a:pt x="297632" y="264306"/>
                  </a:lnTo>
                  <a:lnTo>
                    <a:pt x="296001" y="265056"/>
                  </a:lnTo>
                  <a:lnTo>
                    <a:pt x="286986" y="269205"/>
                  </a:lnTo>
                  <a:lnTo>
                    <a:pt x="280063" y="272760"/>
                  </a:lnTo>
                  <a:lnTo>
                    <a:pt x="276561" y="274559"/>
                  </a:lnTo>
                  <a:lnTo>
                    <a:pt x="276300" y="274693"/>
                  </a:lnTo>
                  <a:lnTo>
                    <a:pt x="265660" y="275071"/>
                  </a:lnTo>
                  <a:lnTo>
                    <a:pt x="262675" y="275598"/>
                  </a:lnTo>
                  <a:lnTo>
                    <a:pt x="251865" y="277603"/>
                  </a:lnTo>
                  <a:lnTo>
                    <a:pt x="247449" y="278403"/>
                  </a:lnTo>
                  <a:lnTo>
                    <a:pt x="246849" y="274971"/>
                  </a:lnTo>
                  <a:lnTo>
                    <a:pt x="246761" y="274466"/>
                  </a:lnTo>
                  <a:lnTo>
                    <a:pt x="246107" y="270722"/>
                  </a:lnTo>
                  <a:lnTo>
                    <a:pt x="243178" y="253946"/>
                  </a:lnTo>
                  <a:lnTo>
                    <a:pt x="242220" y="254024"/>
                  </a:lnTo>
                  <a:lnTo>
                    <a:pt x="237706" y="254217"/>
                  </a:lnTo>
                  <a:lnTo>
                    <a:pt x="235789" y="254299"/>
                  </a:lnTo>
                  <a:lnTo>
                    <a:pt x="228652" y="254604"/>
                  </a:lnTo>
                  <a:lnTo>
                    <a:pt x="209259" y="256749"/>
                  </a:lnTo>
                  <a:lnTo>
                    <a:pt x="208511" y="257625"/>
                  </a:lnTo>
                  <a:lnTo>
                    <a:pt x="206743" y="259696"/>
                  </a:lnTo>
                  <a:lnTo>
                    <a:pt x="203667" y="260334"/>
                  </a:lnTo>
                  <a:lnTo>
                    <a:pt x="199587" y="261180"/>
                  </a:lnTo>
                  <a:lnTo>
                    <a:pt x="186849" y="263822"/>
                  </a:lnTo>
                  <a:lnTo>
                    <a:pt x="180452" y="265148"/>
                  </a:lnTo>
                  <a:lnTo>
                    <a:pt x="177808" y="265697"/>
                  </a:lnTo>
                  <a:lnTo>
                    <a:pt x="144662" y="272770"/>
                  </a:lnTo>
                  <a:lnTo>
                    <a:pt x="142372" y="273259"/>
                  </a:lnTo>
                  <a:lnTo>
                    <a:pt x="141009" y="273653"/>
                  </a:lnTo>
                  <a:lnTo>
                    <a:pt x="131174" y="276499"/>
                  </a:lnTo>
                  <a:lnTo>
                    <a:pt x="129479" y="276960"/>
                  </a:lnTo>
                  <a:lnTo>
                    <a:pt x="127827" y="277410"/>
                  </a:lnTo>
                  <a:lnTo>
                    <a:pt x="114864" y="280937"/>
                  </a:lnTo>
                  <a:lnTo>
                    <a:pt x="113507" y="281249"/>
                  </a:lnTo>
                  <a:lnTo>
                    <a:pt x="110410" y="281963"/>
                  </a:lnTo>
                  <a:lnTo>
                    <a:pt x="95391" y="285422"/>
                  </a:lnTo>
                  <a:lnTo>
                    <a:pt x="94070" y="285723"/>
                  </a:lnTo>
                  <a:lnTo>
                    <a:pt x="85416" y="285723"/>
                  </a:lnTo>
                  <a:lnTo>
                    <a:pt x="79478" y="285723"/>
                  </a:lnTo>
                  <a:lnTo>
                    <a:pt x="74903" y="285718"/>
                  </a:lnTo>
                  <a:lnTo>
                    <a:pt x="68723" y="285251"/>
                  </a:lnTo>
                  <a:lnTo>
                    <a:pt x="58257" y="284461"/>
                  </a:lnTo>
                  <a:lnTo>
                    <a:pt x="44328" y="283410"/>
                  </a:lnTo>
                  <a:lnTo>
                    <a:pt x="36053" y="282785"/>
                  </a:lnTo>
                  <a:lnTo>
                    <a:pt x="35692" y="282758"/>
                  </a:lnTo>
                  <a:lnTo>
                    <a:pt x="33047" y="282559"/>
                  </a:lnTo>
                  <a:lnTo>
                    <a:pt x="29115" y="282262"/>
                  </a:lnTo>
                  <a:lnTo>
                    <a:pt x="29131" y="281878"/>
                  </a:lnTo>
                  <a:lnTo>
                    <a:pt x="29145" y="281573"/>
                  </a:lnTo>
                  <a:lnTo>
                    <a:pt x="29159" y="281240"/>
                  </a:lnTo>
                  <a:lnTo>
                    <a:pt x="29245" y="279283"/>
                  </a:lnTo>
                  <a:lnTo>
                    <a:pt x="29265" y="278826"/>
                  </a:lnTo>
                  <a:lnTo>
                    <a:pt x="29424" y="275204"/>
                  </a:lnTo>
                  <a:lnTo>
                    <a:pt x="29861" y="265256"/>
                  </a:lnTo>
                  <a:lnTo>
                    <a:pt x="30002" y="262040"/>
                  </a:lnTo>
                  <a:lnTo>
                    <a:pt x="30143" y="258821"/>
                  </a:lnTo>
                  <a:lnTo>
                    <a:pt x="30231" y="256821"/>
                  </a:lnTo>
                  <a:lnTo>
                    <a:pt x="31403" y="230134"/>
                  </a:lnTo>
                  <a:lnTo>
                    <a:pt x="31463" y="228761"/>
                  </a:lnTo>
                  <a:lnTo>
                    <a:pt x="31894" y="218935"/>
                  </a:lnTo>
                  <a:lnTo>
                    <a:pt x="31918" y="218394"/>
                  </a:lnTo>
                  <a:lnTo>
                    <a:pt x="32394" y="212663"/>
                  </a:lnTo>
                  <a:lnTo>
                    <a:pt x="33497" y="198794"/>
                  </a:lnTo>
                  <a:lnTo>
                    <a:pt x="33647" y="196909"/>
                  </a:lnTo>
                  <a:lnTo>
                    <a:pt x="30081" y="196777"/>
                  </a:lnTo>
                  <a:lnTo>
                    <a:pt x="27544" y="196732"/>
                  </a:lnTo>
                  <a:lnTo>
                    <a:pt x="24126" y="196256"/>
                  </a:lnTo>
                  <a:lnTo>
                    <a:pt x="22933" y="196103"/>
                  </a:lnTo>
                  <a:lnTo>
                    <a:pt x="23991" y="180495"/>
                  </a:lnTo>
                  <a:lnTo>
                    <a:pt x="23690" y="180485"/>
                  </a:lnTo>
                  <a:lnTo>
                    <a:pt x="21104" y="180399"/>
                  </a:lnTo>
                  <a:lnTo>
                    <a:pt x="19239" y="180399"/>
                  </a:lnTo>
                  <a:lnTo>
                    <a:pt x="16561" y="180399"/>
                  </a:lnTo>
                  <a:lnTo>
                    <a:pt x="15427" y="180270"/>
                  </a:lnTo>
                  <a:lnTo>
                    <a:pt x="9607" y="179609"/>
                  </a:lnTo>
                  <a:lnTo>
                    <a:pt x="8249" y="178827"/>
                  </a:lnTo>
                  <a:lnTo>
                    <a:pt x="5135" y="177035"/>
                  </a:lnTo>
                  <a:lnTo>
                    <a:pt x="2615" y="175240"/>
                  </a:lnTo>
                  <a:lnTo>
                    <a:pt x="1906" y="175073"/>
                  </a:lnTo>
                  <a:lnTo>
                    <a:pt x="256" y="174685"/>
                  </a:lnTo>
                  <a:lnTo>
                    <a:pt x="165" y="172045"/>
                  </a:lnTo>
                  <a:lnTo>
                    <a:pt x="0" y="167245"/>
                  </a:lnTo>
                  <a:lnTo>
                    <a:pt x="20" y="164439"/>
                  </a:lnTo>
                  <a:lnTo>
                    <a:pt x="47" y="160623"/>
                  </a:lnTo>
                  <a:lnTo>
                    <a:pt x="2264" y="147729"/>
                  </a:lnTo>
                  <a:lnTo>
                    <a:pt x="2903" y="146875"/>
                  </a:lnTo>
                  <a:lnTo>
                    <a:pt x="4662" y="144582"/>
                  </a:lnTo>
                  <a:lnTo>
                    <a:pt x="5338" y="143700"/>
                  </a:lnTo>
                  <a:lnTo>
                    <a:pt x="8459" y="139632"/>
                  </a:lnTo>
                  <a:lnTo>
                    <a:pt x="10719" y="136686"/>
                  </a:lnTo>
                  <a:lnTo>
                    <a:pt x="12638" y="137578"/>
                  </a:lnTo>
                  <a:lnTo>
                    <a:pt x="13795" y="140706"/>
                  </a:lnTo>
                  <a:lnTo>
                    <a:pt x="17163" y="128194"/>
                  </a:lnTo>
                  <a:lnTo>
                    <a:pt x="18184" y="124400"/>
                  </a:lnTo>
                  <a:lnTo>
                    <a:pt x="18347" y="123794"/>
                  </a:lnTo>
                  <a:lnTo>
                    <a:pt x="20060" y="124343"/>
                  </a:lnTo>
                  <a:lnTo>
                    <a:pt x="23173" y="112611"/>
                  </a:lnTo>
                  <a:lnTo>
                    <a:pt x="23376" y="111848"/>
                  </a:lnTo>
                  <a:lnTo>
                    <a:pt x="32717" y="124476"/>
                  </a:lnTo>
                  <a:lnTo>
                    <a:pt x="33429" y="125374"/>
                  </a:lnTo>
                  <a:lnTo>
                    <a:pt x="33913" y="125882"/>
                  </a:lnTo>
                  <a:lnTo>
                    <a:pt x="37549" y="129082"/>
                  </a:lnTo>
                  <a:lnTo>
                    <a:pt x="40687" y="127558"/>
                  </a:lnTo>
                  <a:lnTo>
                    <a:pt x="37353" y="124770"/>
                  </a:lnTo>
                  <a:lnTo>
                    <a:pt x="37480" y="117984"/>
                  </a:lnTo>
                  <a:lnTo>
                    <a:pt x="37495" y="117201"/>
                  </a:lnTo>
                  <a:lnTo>
                    <a:pt x="42988" y="115558"/>
                  </a:lnTo>
                  <a:lnTo>
                    <a:pt x="45213" y="114893"/>
                  </a:lnTo>
                  <a:lnTo>
                    <a:pt x="45414" y="114833"/>
                  </a:lnTo>
                  <a:lnTo>
                    <a:pt x="40841" y="106620"/>
                  </a:lnTo>
                  <a:lnTo>
                    <a:pt x="40048" y="105120"/>
                  </a:lnTo>
                  <a:lnTo>
                    <a:pt x="41626" y="91913"/>
                  </a:lnTo>
                  <a:lnTo>
                    <a:pt x="46739" y="90471"/>
                  </a:lnTo>
                  <a:lnTo>
                    <a:pt x="50618" y="67222"/>
                  </a:lnTo>
                  <a:lnTo>
                    <a:pt x="106932" y="40660"/>
                  </a:lnTo>
                  <a:lnTo>
                    <a:pt x="142076" y="24083"/>
                  </a:lnTo>
                  <a:lnTo>
                    <a:pt x="202084" y="96598"/>
                  </a:lnTo>
                  <a:lnTo>
                    <a:pt x="237301" y="99917"/>
                  </a:lnTo>
                  <a:lnTo>
                    <a:pt x="242664" y="92063"/>
                  </a:lnTo>
                  <a:lnTo>
                    <a:pt x="255318" y="77583"/>
                  </a:lnTo>
                  <a:lnTo>
                    <a:pt x="245637" y="63077"/>
                  </a:lnTo>
                  <a:lnTo>
                    <a:pt x="262035" y="50281"/>
                  </a:lnTo>
                  <a:lnTo>
                    <a:pt x="258156" y="32980"/>
                  </a:lnTo>
                  <a:lnTo>
                    <a:pt x="261682" y="5586"/>
                  </a:lnTo>
                  <a:lnTo>
                    <a:pt x="275965" y="0"/>
                  </a:lnTo>
                  <a:lnTo>
                    <a:pt x="294127" y="7389"/>
                  </a:lnTo>
                  <a:lnTo>
                    <a:pt x="300549" y="32352"/>
                  </a:lnTo>
                  <a:lnTo>
                    <a:pt x="318931" y="30915"/>
                  </a:lnTo>
                  <a:lnTo>
                    <a:pt x="330801" y="29807"/>
                  </a:lnTo>
                  <a:lnTo>
                    <a:pt x="360301" y="61031"/>
                  </a:lnTo>
                  <a:lnTo>
                    <a:pt x="361028" y="64793"/>
                  </a:lnTo>
                  <a:lnTo>
                    <a:pt x="363921" y="105202"/>
                  </a:lnTo>
                  <a:lnTo>
                    <a:pt x="355655" y="121816"/>
                  </a:lnTo>
                  <a:lnTo>
                    <a:pt x="350850" y="119432"/>
                  </a:lnTo>
                  <a:lnTo>
                    <a:pt x="345466" y="130802"/>
                  </a:lnTo>
                  <a:lnTo>
                    <a:pt x="341807" y="135766"/>
                  </a:lnTo>
                  <a:lnTo>
                    <a:pt x="340834" y="137086"/>
                  </a:lnTo>
                  <a:lnTo>
                    <a:pt x="339959" y="138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762839" y="2476091"/>
              <a:ext cx="425301" cy="339320"/>
            </a:xfrm>
            <a:custGeom>
              <a:avLst/>
              <a:pathLst>
                <a:path w="425301" h="339320">
                  <a:moveTo>
                    <a:pt x="313830" y="320527"/>
                  </a:moveTo>
                  <a:lnTo>
                    <a:pt x="314295" y="337980"/>
                  </a:lnTo>
                  <a:lnTo>
                    <a:pt x="307856" y="339320"/>
                  </a:lnTo>
                  <a:lnTo>
                    <a:pt x="286843" y="339102"/>
                  </a:lnTo>
                  <a:lnTo>
                    <a:pt x="284312" y="339057"/>
                  </a:lnTo>
                  <a:lnTo>
                    <a:pt x="267890" y="338765"/>
                  </a:lnTo>
                  <a:lnTo>
                    <a:pt x="239972" y="338648"/>
                  </a:lnTo>
                  <a:lnTo>
                    <a:pt x="239994" y="337170"/>
                  </a:lnTo>
                  <a:lnTo>
                    <a:pt x="240018" y="335608"/>
                  </a:lnTo>
                  <a:lnTo>
                    <a:pt x="213509" y="335931"/>
                  </a:lnTo>
                  <a:lnTo>
                    <a:pt x="213311" y="314483"/>
                  </a:lnTo>
                  <a:lnTo>
                    <a:pt x="212954" y="275747"/>
                  </a:lnTo>
                  <a:lnTo>
                    <a:pt x="213078" y="272821"/>
                  </a:lnTo>
                  <a:lnTo>
                    <a:pt x="213233" y="269162"/>
                  </a:lnTo>
                  <a:lnTo>
                    <a:pt x="213247" y="268840"/>
                  </a:lnTo>
                  <a:lnTo>
                    <a:pt x="213430" y="264513"/>
                  </a:lnTo>
                  <a:lnTo>
                    <a:pt x="213501" y="262843"/>
                  </a:lnTo>
                  <a:lnTo>
                    <a:pt x="213691" y="258380"/>
                  </a:lnTo>
                  <a:lnTo>
                    <a:pt x="213892" y="253628"/>
                  </a:lnTo>
                  <a:lnTo>
                    <a:pt x="213960" y="252030"/>
                  </a:lnTo>
                  <a:lnTo>
                    <a:pt x="214063" y="249599"/>
                  </a:lnTo>
                  <a:lnTo>
                    <a:pt x="213267" y="249584"/>
                  </a:lnTo>
                  <a:lnTo>
                    <a:pt x="212163" y="249562"/>
                  </a:lnTo>
                  <a:lnTo>
                    <a:pt x="207314" y="249382"/>
                  </a:lnTo>
                  <a:lnTo>
                    <a:pt x="206274" y="249370"/>
                  </a:lnTo>
                  <a:lnTo>
                    <a:pt x="205762" y="249364"/>
                  </a:lnTo>
                  <a:lnTo>
                    <a:pt x="193269" y="249218"/>
                  </a:lnTo>
                  <a:lnTo>
                    <a:pt x="185910" y="249132"/>
                  </a:lnTo>
                  <a:lnTo>
                    <a:pt x="177541" y="249034"/>
                  </a:lnTo>
                  <a:lnTo>
                    <a:pt x="165498" y="248893"/>
                  </a:lnTo>
                  <a:lnTo>
                    <a:pt x="164952" y="248887"/>
                  </a:lnTo>
                  <a:lnTo>
                    <a:pt x="164421" y="248896"/>
                  </a:lnTo>
                  <a:lnTo>
                    <a:pt x="161216" y="248953"/>
                  </a:lnTo>
                  <a:lnTo>
                    <a:pt x="159882" y="248977"/>
                  </a:lnTo>
                  <a:lnTo>
                    <a:pt x="153728" y="249113"/>
                  </a:lnTo>
                  <a:lnTo>
                    <a:pt x="153104" y="249127"/>
                  </a:lnTo>
                  <a:lnTo>
                    <a:pt x="146031" y="249284"/>
                  </a:lnTo>
                  <a:lnTo>
                    <a:pt x="133163" y="249570"/>
                  </a:lnTo>
                  <a:lnTo>
                    <a:pt x="129014" y="249662"/>
                  </a:lnTo>
                  <a:lnTo>
                    <a:pt x="121311" y="249833"/>
                  </a:lnTo>
                  <a:lnTo>
                    <a:pt x="117969" y="249901"/>
                  </a:lnTo>
                  <a:lnTo>
                    <a:pt x="115643" y="249949"/>
                  </a:lnTo>
                  <a:lnTo>
                    <a:pt x="100879" y="250252"/>
                  </a:lnTo>
                  <a:lnTo>
                    <a:pt x="95540" y="250362"/>
                  </a:lnTo>
                  <a:lnTo>
                    <a:pt x="95046" y="250372"/>
                  </a:lnTo>
                  <a:lnTo>
                    <a:pt x="92789" y="250418"/>
                  </a:lnTo>
                  <a:lnTo>
                    <a:pt x="92084" y="250412"/>
                  </a:lnTo>
                  <a:lnTo>
                    <a:pt x="81028" y="250310"/>
                  </a:lnTo>
                  <a:lnTo>
                    <a:pt x="78110" y="250283"/>
                  </a:lnTo>
                  <a:lnTo>
                    <a:pt x="76946" y="250202"/>
                  </a:lnTo>
                  <a:lnTo>
                    <a:pt x="71982" y="249855"/>
                  </a:lnTo>
                  <a:lnTo>
                    <a:pt x="69073" y="249652"/>
                  </a:lnTo>
                  <a:lnTo>
                    <a:pt x="68303" y="249608"/>
                  </a:lnTo>
                  <a:lnTo>
                    <a:pt x="60566" y="249157"/>
                  </a:lnTo>
                  <a:lnTo>
                    <a:pt x="58678" y="249083"/>
                  </a:lnTo>
                  <a:lnTo>
                    <a:pt x="58458" y="249074"/>
                  </a:lnTo>
                  <a:lnTo>
                    <a:pt x="46978" y="248624"/>
                  </a:lnTo>
                  <a:lnTo>
                    <a:pt x="45622" y="248571"/>
                  </a:lnTo>
                  <a:lnTo>
                    <a:pt x="44422" y="248511"/>
                  </a:lnTo>
                  <a:lnTo>
                    <a:pt x="39028" y="248238"/>
                  </a:lnTo>
                  <a:lnTo>
                    <a:pt x="31639" y="247865"/>
                  </a:lnTo>
                  <a:lnTo>
                    <a:pt x="29047" y="247734"/>
                  </a:lnTo>
                  <a:lnTo>
                    <a:pt x="26887" y="247625"/>
                  </a:lnTo>
                  <a:lnTo>
                    <a:pt x="25343" y="247546"/>
                  </a:lnTo>
                  <a:lnTo>
                    <a:pt x="22473" y="247399"/>
                  </a:lnTo>
                  <a:lnTo>
                    <a:pt x="15004" y="247016"/>
                  </a:lnTo>
                  <a:lnTo>
                    <a:pt x="12225" y="246874"/>
                  </a:lnTo>
                  <a:lnTo>
                    <a:pt x="6653" y="246589"/>
                  </a:lnTo>
                  <a:lnTo>
                    <a:pt x="5830" y="246536"/>
                  </a:lnTo>
                  <a:lnTo>
                    <a:pt x="1044" y="246233"/>
                  </a:lnTo>
                  <a:lnTo>
                    <a:pt x="262" y="246183"/>
                  </a:lnTo>
                  <a:lnTo>
                    <a:pt x="0" y="246168"/>
                  </a:lnTo>
                  <a:lnTo>
                    <a:pt x="12" y="245613"/>
                  </a:lnTo>
                  <a:lnTo>
                    <a:pt x="69" y="243156"/>
                  </a:lnTo>
                  <a:lnTo>
                    <a:pt x="248" y="235353"/>
                  </a:lnTo>
                  <a:lnTo>
                    <a:pt x="252" y="235182"/>
                  </a:lnTo>
                  <a:lnTo>
                    <a:pt x="602" y="219918"/>
                  </a:lnTo>
                  <a:lnTo>
                    <a:pt x="710" y="215236"/>
                  </a:lnTo>
                  <a:lnTo>
                    <a:pt x="962" y="204273"/>
                  </a:lnTo>
                  <a:lnTo>
                    <a:pt x="1123" y="197257"/>
                  </a:lnTo>
                  <a:lnTo>
                    <a:pt x="1227" y="192717"/>
                  </a:lnTo>
                  <a:lnTo>
                    <a:pt x="1936" y="174940"/>
                  </a:lnTo>
                  <a:lnTo>
                    <a:pt x="1987" y="173651"/>
                  </a:lnTo>
                  <a:lnTo>
                    <a:pt x="2027" y="172639"/>
                  </a:lnTo>
                  <a:lnTo>
                    <a:pt x="2615" y="161640"/>
                  </a:lnTo>
                  <a:lnTo>
                    <a:pt x="3128" y="152050"/>
                  </a:lnTo>
                  <a:lnTo>
                    <a:pt x="7060" y="152347"/>
                  </a:lnTo>
                  <a:lnTo>
                    <a:pt x="9705" y="152547"/>
                  </a:lnTo>
                  <a:lnTo>
                    <a:pt x="10067" y="152574"/>
                  </a:lnTo>
                  <a:lnTo>
                    <a:pt x="18342" y="153199"/>
                  </a:lnTo>
                  <a:lnTo>
                    <a:pt x="32270" y="154250"/>
                  </a:lnTo>
                  <a:lnTo>
                    <a:pt x="42736" y="155040"/>
                  </a:lnTo>
                  <a:lnTo>
                    <a:pt x="48985" y="155511"/>
                  </a:lnTo>
                  <a:lnTo>
                    <a:pt x="53492" y="155511"/>
                  </a:lnTo>
                  <a:lnTo>
                    <a:pt x="59430" y="155511"/>
                  </a:lnTo>
                  <a:lnTo>
                    <a:pt x="68099" y="155511"/>
                  </a:lnTo>
                  <a:lnTo>
                    <a:pt x="69405" y="155211"/>
                  </a:lnTo>
                  <a:lnTo>
                    <a:pt x="84424" y="151751"/>
                  </a:lnTo>
                  <a:lnTo>
                    <a:pt x="87520" y="151038"/>
                  </a:lnTo>
                  <a:lnTo>
                    <a:pt x="88878" y="150725"/>
                  </a:lnTo>
                  <a:lnTo>
                    <a:pt x="101841" y="147199"/>
                  </a:lnTo>
                  <a:lnTo>
                    <a:pt x="103493" y="146749"/>
                  </a:lnTo>
                  <a:lnTo>
                    <a:pt x="105188" y="146288"/>
                  </a:lnTo>
                  <a:lnTo>
                    <a:pt x="115022" y="143442"/>
                  </a:lnTo>
                  <a:lnTo>
                    <a:pt x="116385" y="143047"/>
                  </a:lnTo>
                  <a:lnTo>
                    <a:pt x="118676" y="142558"/>
                  </a:lnTo>
                  <a:lnTo>
                    <a:pt x="151821" y="135486"/>
                  </a:lnTo>
                  <a:lnTo>
                    <a:pt x="154466" y="134937"/>
                  </a:lnTo>
                  <a:lnTo>
                    <a:pt x="160863" y="133610"/>
                  </a:lnTo>
                  <a:lnTo>
                    <a:pt x="173600" y="130968"/>
                  </a:lnTo>
                  <a:lnTo>
                    <a:pt x="177680" y="130122"/>
                  </a:lnTo>
                  <a:lnTo>
                    <a:pt x="180757" y="129484"/>
                  </a:lnTo>
                  <a:lnTo>
                    <a:pt x="182525" y="127413"/>
                  </a:lnTo>
                  <a:lnTo>
                    <a:pt x="183273" y="126537"/>
                  </a:lnTo>
                  <a:lnTo>
                    <a:pt x="202666" y="124393"/>
                  </a:lnTo>
                  <a:lnTo>
                    <a:pt x="209802" y="124088"/>
                  </a:lnTo>
                  <a:lnTo>
                    <a:pt x="211719" y="124006"/>
                  </a:lnTo>
                  <a:lnTo>
                    <a:pt x="216233" y="123813"/>
                  </a:lnTo>
                  <a:lnTo>
                    <a:pt x="217191" y="123734"/>
                  </a:lnTo>
                  <a:lnTo>
                    <a:pt x="220121" y="140511"/>
                  </a:lnTo>
                  <a:lnTo>
                    <a:pt x="220775" y="144254"/>
                  </a:lnTo>
                  <a:lnTo>
                    <a:pt x="220863" y="144759"/>
                  </a:lnTo>
                  <a:lnTo>
                    <a:pt x="221463" y="148192"/>
                  </a:lnTo>
                  <a:lnTo>
                    <a:pt x="226002" y="147273"/>
                  </a:lnTo>
                  <a:lnTo>
                    <a:pt x="236688" y="145387"/>
                  </a:lnTo>
                  <a:lnTo>
                    <a:pt x="239673" y="144860"/>
                  </a:lnTo>
                  <a:lnTo>
                    <a:pt x="250314" y="144481"/>
                  </a:lnTo>
                  <a:lnTo>
                    <a:pt x="250574" y="144347"/>
                  </a:lnTo>
                  <a:lnTo>
                    <a:pt x="254076" y="142549"/>
                  </a:lnTo>
                  <a:lnTo>
                    <a:pt x="260999" y="138994"/>
                  </a:lnTo>
                  <a:lnTo>
                    <a:pt x="270014" y="134845"/>
                  </a:lnTo>
                  <a:lnTo>
                    <a:pt x="271645" y="134094"/>
                  </a:lnTo>
                  <a:lnTo>
                    <a:pt x="277071" y="131597"/>
                  </a:lnTo>
                  <a:lnTo>
                    <a:pt x="277237" y="127776"/>
                  </a:lnTo>
                  <a:lnTo>
                    <a:pt x="277550" y="120559"/>
                  </a:lnTo>
                  <a:lnTo>
                    <a:pt x="277566" y="120193"/>
                  </a:lnTo>
                  <a:lnTo>
                    <a:pt x="277636" y="118585"/>
                  </a:lnTo>
                  <a:lnTo>
                    <a:pt x="275539" y="108873"/>
                  </a:lnTo>
                  <a:lnTo>
                    <a:pt x="274602" y="104532"/>
                  </a:lnTo>
                  <a:lnTo>
                    <a:pt x="274887" y="96861"/>
                  </a:lnTo>
                  <a:lnTo>
                    <a:pt x="275669" y="94636"/>
                  </a:lnTo>
                  <a:lnTo>
                    <a:pt x="274685" y="91857"/>
                  </a:lnTo>
                  <a:lnTo>
                    <a:pt x="273430" y="88010"/>
                  </a:lnTo>
                  <a:lnTo>
                    <a:pt x="273721" y="85761"/>
                  </a:lnTo>
                  <a:lnTo>
                    <a:pt x="274435" y="76228"/>
                  </a:lnTo>
                  <a:lnTo>
                    <a:pt x="280408" y="59903"/>
                  </a:lnTo>
                  <a:lnTo>
                    <a:pt x="280889" y="58103"/>
                  </a:lnTo>
                  <a:lnTo>
                    <a:pt x="281820" y="54616"/>
                  </a:lnTo>
                  <a:lnTo>
                    <a:pt x="284520" y="48274"/>
                  </a:lnTo>
                  <a:lnTo>
                    <a:pt x="285544" y="45868"/>
                  </a:lnTo>
                  <a:lnTo>
                    <a:pt x="309702" y="47456"/>
                  </a:lnTo>
                  <a:lnTo>
                    <a:pt x="310403" y="47434"/>
                  </a:lnTo>
                  <a:lnTo>
                    <a:pt x="310499" y="45444"/>
                  </a:lnTo>
                  <a:lnTo>
                    <a:pt x="310534" y="44722"/>
                  </a:lnTo>
                  <a:lnTo>
                    <a:pt x="310655" y="42219"/>
                  </a:lnTo>
                  <a:lnTo>
                    <a:pt x="310907" y="37004"/>
                  </a:lnTo>
                  <a:lnTo>
                    <a:pt x="310946" y="36345"/>
                  </a:lnTo>
                  <a:lnTo>
                    <a:pt x="311015" y="35195"/>
                  </a:lnTo>
                  <a:lnTo>
                    <a:pt x="311076" y="34163"/>
                  </a:lnTo>
                  <a:lnTo>
                    <a:pt x="311121" y="33410"/>
                  </a:lnTo>
                  <a:lnTo>
                    <a:pt x="311153" y="32873"/>
                  </a:lnTo>
                  <a:lnTo>
                    <a:pt x="311622" y="25021"/>
                  </a:lnTo>
                  <a:lnTo>
                    <a:pt x="311710" y="23546"/>
                  </a:lnTo>
                  <a:lnTo>
                    <a:pt x="311748" y="22914"/>
                  </a:lnTo>
                  <a:lnTo>
                    <a:pt x="311995" y="18782"/>
                  </a:lnTo>
                  <a:lnTo>
                    <a:pt x="313284" y="11793"/>
                  </a:lnTo>
                  <a:lnTo>
                    <a:pt x="328052" y="12194"/>
                  </a:lnTo>
                  <a:lnTo>
                    <a:pt x="332461" y="11912"/>
                  </a:lnTo>
                  <a:lnTo>
                    <a:pt x="337971" y="11771"/>
                  </a:lnTo>
                  <a:lnTo>
                    <a:pt x="348264" y="12269"/>
                  </a:lnTo>
                  <a:lnTo>
                    <a:pt x="356901" y="12687"/>
                  </a:lnTo>
                  <a:lnTo>
                    <a:pt x="360113" y="3494"/>
                  </a:lnTo>
                  <a:lnTo>
                    <a:pt x="366408" y="5622"/>
                  </a:lnTo>
                  <a:lnTo>
                    <a:pt x="375730" y="8678"/>
                  </a:lnTo>
                  <a:lnTo>
                    <a:pt x="381797" y="10745"/>
                  </a:lnTo>
                  <a:lnTo>
                    <a:pt x="383985" y="11337"/>
                  </a:lnTo>
                  <a:lnTo>
                    <a:pt x="387327" y="12202"/>
                  </a:lnTo>
                  <a:lnTo>
                    <a:pt x="388862" y="12541"/>
                  </a:lnTo>
                  <a:lnTo>
                    <a:pt x="389417" y="4439"/>
                  </a:lnTo>
                  <a:lnTo>
                    <a:pt x="389833" y="0"/>
                  </a:lnTo>
                  <a:lnTo>
                    <a:pt x="414479" y="910"/>
                  </a:lnTo>
                  <a:lnTo>
                    <a:pt x="419849" y="1108"/>
                  </a:lnTo>
                  <a:lnTo>
                    <a:pt x="423498" y="1243"/>
                  </a:lnTo>
                  <a:lnTo>
                    <a:pt x="424460" y="4783"/>
                  </a:lnTo>
                  <a:lnTo>
                    <a:pt x="425301" y="7875"/>
                  </a:lnTo>
                  <a:lnTo>
                    <a:pt x="423253" y="10716"/>
                  </a:lnTo>
                  <a:lnTo>
                    <a:pt x="421503" y="13144"/>
                  </a:lnTo>
                  <a:lnTo>
                    <a:pt x="419057" y="16537"/>
                  </a:lnTo>
                  <a:lnTo>
                    <a:pt x="418819" y="17087"/>
                  </a:lnTo>
                  <a:lnTo>
                    <a:pt x="416725" y="21926"/>
                  </a:lnTo>
                  <a:lnTo>
                    <a:pt x="415390" y="33173"/>
                  </a:lnTo>
                  <a:lnTo>
                    <a:pt x="415302" y="35542"/>
                  </a:lnTo>
                  <a:lnTo>
                    <a:pt x="415064" y="42546"/>
                  </a:lnTo>
                  <a:lnTo>
                    <a:pt x="415041" y="44728"/>
                  </a:lnTo>
                  <a:lnTo>
                    <a:pt x="415020" y="47907"/>
                  </a:lnTo>
                  <a:lnTo>
                    <a:pt x="414985" y="52950"/>
                  </a:lnTo>
                  <a:lnTo>
                    <a:pt x="414927" y="61481"/>
                  </a:lnTo>
                  <a:lnTo>
                    <a:pt x="410502" y="61469"/>
                  </a:lnTo>
                  <a:lnTo>
                    <a:pt x="410529" y="64095"/>
                  </a:lnTo>
                  <a:lnTo>
                    <a:pt x="410685" y="79359"/>
                  </a:lnTo>
                  <a:lnTo>
                    <a:pt x="410729" y="83679"/>
                  </a:lnTo>
                  <a:lnTo>
                    <a:pt x="410732" y="84022"/>
                  </a:lnTo>
                  <a:lnTo>
                    <a:pt x="410740" y="84751"/>
                  </a:lnTo>
                  <a:lnTo>
                    <a:pt x="410741" y="84934"/>
                  </a:lnTo>
                  <a:lnTo>
                    <a:pt x="410743" y="85083"/>
                  </a:lnTo>
                  <a:lnTo>
                    <a:pt x="410766" y="107284"/>
                  </a:lnTo>
                  <a:lnTo>
                    <a:pt x="410785" y="125581"/>
                  </a:lnTo>
                  <a:lnTo>
                    <a:pt x="410787" y="127650"/>
                  </a:lnTo>
                  <a:lnTo>
                    <a:pt x="410748" y="129575"/>
                  </a:lnTo>
                  <a:lnTo>
                    <a:pt x="410712" y="131307"/>
                  </a:lnTo>
                  <a:lnTo>
                    <a:pt x="410624" y="135583"/>
                  </a:lnTo>
                  <a:lnTo>
                    <a:pt x="410539" y="139711"/>
                  </a:lnTo>
                  <a:lnTo>
                    <a:pt x="410267" y="152898"/>
                  </a:lnTo>
                  <a:lnTo>
                    <a:pt x="410170" y="157574"/>
                  </a:lnTo>
                  <a:lnTo>
                    <a:pt x="409730" y="178924"/>
                  </a:lnTo>
                  <a:lnTo>
                    <a:pt x="409689" y="180917"/>
                  </a:lnTo>
                  <a:lnTo>
                    <a:pt x="409339" y="197862"/>
                  </a:lnTo>
                  <a:lnTo>
                    <a:pt x="409183" y="199473"/>
                  </a:lnTo>
                  <a:lnTo>
                    <a:pt x="405529" y="200266"/>
                  </a:lnTo>
                  <a:lnTo>
                    <a:pt x="400724" y="201798"/>
                  </a:lnTo>
                  <a:lnTo>
                    <a:pt x="394898" y="204430"/>
                  </a:lnTo>
                  <a:lnTo>
                    <a:pt x="388557" y="207294"/>
                  </a:lnTo>
                  <a:lnTo>
                    <a:pt x="378679" y="212040"/>
                  </a:lnTo>
                  <a:lnTo>
                    <a:pt x="356614" y="222638"/>
                  </a:lnTo>
                  <a:lnTo>
                    <a:pt x="354790" y="223514"/>
                  </a:lnTo>
                  <a:lnTo>
                    <a:pt x="344305" y="228522"/>
                  </a:lnTo>
                  <a:lnTo>
                    <a:pt x="356002" y="255880"/>
                  </a:lnTo>
                  <a:lnTo>
                    <a:pt x="371155" y="282389"/>
                  </a:lnTo>
                  <a:lnTo>
                    <a:pt x="371475" y="282948"/>
                  </a:lnTo>
                  <a:lnTo>
                    <a:pt x="372521" y="284779"/>
                  </a:lnTo>
                  <a:lnTo>
                    <a:pt x="358548" y="296365"/>
                  </a:lnTo>
                  <a:lnTo>
                    <a:pt x="314028" y="309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07144" y="2449080"/>
              <a:ext cx="770006" cy="362762"/>
            </a:xfrm>
            <a:custGeom>
              <a:avLst/>
              <a:pathLst>
                <a:path w="770006" h="362762">
                  <a:moveTo>
                    <a:pt x="476271" y="78939"/>
                  </a:moveTo>
                  <a:lnTo>
                    <a:pt x="527230" y="83264"/>
                  </a:lnTo>
                  <a:lnTo>
                    <a:pt x="534459" y="139674"/>
                  </a:lnTo>
                  <a:lnTo>
                    <a:pt x="501663" y="149225"/>
                  </a:lnTo>
                  <a:lnTo>
                    <a:pt x="497142" y="182929"/>
                  </a:lnTo>
                  <a:lnTo>
                    <a:pt x="497086" y="184869"/>
                  </a:lnTo>
                  <a:lnTo>
                    <a:pt x="594488" y="205979"/>
                  </a:lnTo>
                  <a:lnTo>
                    <a:pt x="605748" y="204201"/>
                  </a:lnTo>
                  <a:lnTo>
                    <a:pt x="621694" y="200451"/>
                  </a:lnTo>
                  <a:lnTo>
                    <a:pt x="626727" y="199972"/>
                  </a:lnTo>
                  <a:lnTo>
                    <a:pt x="627951" y="200011"/>
                  </a:lnTo>
                  <a:lnTo>
                    <a:pt x="655440" y="208320"/>
                  </a:lnTo>
                  <a:lnTo>
                    <a:pt x="661435" y="201066"/>
                  </a:lnTo>
                  <a:lnTo>
                    <a:pt x="705270" y="223564"/>
                  </a:lnTo>
                  <a:lnTo>
                    <a:pt x="707481" y="224128"/>
                  </a:lnTo>
                  <a:lnTo>
                    <a:pt x="744751" y="189839"/>
                  </a:lnTo>
                  <a:lnTo>
                    <a:pt x="769216" y="212780"/>
                  </a:lnTo>
                  <a:lnTo>
                    <a:pt x="746204" y="233988"/>
                  </a:lnTo>
                  <a:lnTo>
                    <a:pt x="765782" y="257348"/>
                  </a:lnTo>
                  <a:lnTo>
                    <a:pt x="770006" y="290288"/>
                  </a:lnTo>
                  <a:lnTo>
                    <a:pt x="754253" y="297602"/>
                  </a:lnTo>
                  <a:lnTo>
                    <a:pt x="732187" y="307847"/>
                  </a:lnTo>
                  <a:lnTo>
                    <a:pt x="723493" y="319041"/>
                  </a:lnTo>
                  <a:lnTo>
                    <a:pt x="711468" y="333979"/>
                  </a:lnTo>
                  <a:lnTo>
                    <a:pt x="712086" y="339316"/>
                  </a:lnTo>
                  <a:lnTo>
                    <a:pt x="715558" y="351312"/>
                  </a:lnTo>
                  <a:lnTo>
                    <a:pt x="700680" y="355198"/>
                  </a:lnTo>
                  <a:lnTo>
                    <a:pt x="698531" y="348778"/>
                  </a:lnTo>
                  <a:lnTo>
                    <a:pt x="694564" y="343878"/>
                  </a:lnTo>
                  <a:lnTo>
                    <a:pt x="694894" y="335599"/>
                  </a:lnTo>
                  <a:lnTo>
                    <a:pt x="673735" y="327151"/>
                  </a:lnTo>
                  <a:lnTo>
                    <a:pt x="679852" y="316169"/>
                  </a:lnTo>
                  <a:lnTo>
                    <a:pt x="683276" y="282870"/>
                  </a:lnTo>
                  <a:lnTo>
                    <a:pt x="682905" y="276944"/>
                  </a:lnTo>
                  <a:lnTo>
                    <a:pt x="681772" y="258870"/>
                  </a:lnTo>
                  <a:lnTo>
                    <a:pt x="657220" y="251753"/>
                  </a:lnTo>
                  <a:lnTo>
                    <a:pt x="652648" y="249036"/>
                  </a:lnTo>
                  <a:lnTo>
                    <a:pt x="606743" y="263729"/>
                  </a:lnTo>
                  <a:lnTo>
                    <a:pt x="566424" y="265037"/>
                  </a:lnTo>
                  <a:lnTo>
                    <a:pt x="547642" y="292950"/>
                  </a:lnTo>
                  <a:lnTo>
                    <a:pt x="530431" y="290674"/>
                  </a:lnTo>
                  <a:lnTo>
                    <a:pt x="514826" y="251475"/>
                  </a:lnTo>
                  <a:lnTo>
                    <a:pt x="440107" y="259450"/>
                  </a:lnTo>
                  <a:lnTo>
                    <a:pt x="417405" y="260802"/>
                  </a:lnTo>
                  <a:lnTo>
                    <a:pt x="356406" y="268008"/>
                  </a:lnTo>
                  <a:lnTo>
                    <a:pt x="355336" y="271532"/>
                  </a:lnTo>
                  <a:lnTo>
                    <a:pt x="408977" y="313516"/>
                  </a:lnTo>
                  <a:lnTo>
                    <a:pt x="434453" y="321761"/>
                  </a:lnTo>
                  <a:lnTo>
                    <a:pt x="446774" y="320680"/>
                  </a:lnTo>
                  <a:lnTo>
                    <a:pt x="462004" y="329946"/>
                  </a:lnTo>
                  <a:lnTo>
                    <a:pt x="454335" y="339852"/>
                  </a:lnTo>
                  <a:lnTo>
                    <a:pt x="467013" y="345764"/>
                  </a:lnTo>
                  <a:lnTo>
                    <a:pt x="462004" y="362762"/>
                  </a:lnTo>
                  <a:lnTo>
                    <a:pt x="431147" y="350371"/>
                  </a:lnTo>
                  <a:lnTo>
                    <a:pt x="386792" y="336117"/>
                  </a:lnTo>
                  <a:lnTo>
                    <a:pt x="363420" y="359331"/>
                  </a:lnTo>
                  <a:lnTo>
                    <a:pt x="360422" y="362034"/>
                  </a:lnTo>
                  <a:lnTo>
                    <a:pt x="345434" y="337884"/>
                  </a:lnTo>
                  <a:lnTo>
                    <a:pt x="354483" y="332056"/>
                  </a:lnTo>
                  <a:lnTo>
                    <a:pt x="351813" y="327927"/>
                  </a:lnTo>
                  <a:lnTo>
                    <a:pt x="350575" y="326481"/>
                  </a:lnTo>
                  <a:lnTo>
                    <a:pt x="337971" y="324566"/>
                  </a:lnTo>
                  <a:lnTo>
                    <a:pt x="330356" y="325437"/>
                  </a:lnTo>
                  <a:lnTo>
                    <a:pt x="327463" y="327600"/>
                  </a:lnTo>
                  <a:lnTo>
                    <a:pt x="321688" y="330710"/>
                  </a:lnTo>
                  <a:lnTo>
                    <a:pt x="312894" y="331796"/>
                  </a:lnTo>
                  <a:lnTo>
                    <a:pt x="312528" y="331841"/>
                  </a:lnTo>
                  <a:lnTo>
                    <a:pt x="312386" y="334635"/>
                  </a:lnTo>
                  <a:lnTo>
                    <a:pt x="311383" y="334750"/>
                  </a:lnTo>
                  <a:lnTo>
                    <a:pt x="308617" y="339328"/>
                  </a:lnTo>
                  <a:lnTo>
                    <a:pt x="291908" y="341942"/>
                  </a:lnTo>
                  <a:lnTo>
                    <a:pt x="280504" y="336690"/>
                  </a:lnTo>
                  <a:lnTo>
                    <a:pt x="279652" y="336443"/>
                  </a:lnTo>
                  <a:lnTo>
                    <a:pt x="252084" y="328480"/>
                  </a:lnTo>
                  <a:lnTo>
                    <a:pt x="180093" y="291986"/>
                  </a:lnTo>
                  <a:lnTo>
                    <a:pt x="146156" y="292796"/>
                  </a:lnTo>
                  <a:lnTo>
                    <a:pt x="143844" y="276994"/>
                  </a:lnTo>
                  <a:lnTo>
                    <a:pt x="143271" y="273081"/>
                  </a:lnTo>
                  <a:lnTo>
                    <a:pt x="134939" y="274506"/>
                  </a:lnTo>
                  <a:lnTo>
                    <a:pt x="116885" y="274852"/>
                  </a:lnTo>
                  <a:lnTo>
                    <a:pt x="103220" y="273766"/>
                  </a:lnTo>
                  <a:lnTo>
                    <a:pt x="86430" y="273672"/>
                  </a:lnTo>
                  <a:lnTo>
                    <a:pt x="79602" y="273633"/>
                  </a:lnTo>
                  <a:lnTo>
                    <a:pt x="62849" y="284422"/>
                  </a:lnTo>
                  <a:lnTo>
                    <a:pt x="61882" y="285045"/>
                  </a:lnTo>
                  <a:lnTo>
                    <a:pt x="59529" y="288931"/>
                  </a:lnTo>
                  <a:lnTo>
                    <a:pt x="58701" y="290298"/>
                  </a:lnTo>
                  <a:lnTo>
                    <a:pt x="27170" y="309960"/>
                  </a:lnTo>
                  <a:lnTo>
                    <a:pt x="26850" y="309400"/>
                  </a:lnTo>
                  <a:lnTo>
                    <a:pt x="11697" y="282892"/>
                  </a:lnTo>
                  <a:lnTo>
                    <a:pt x="0" y="255533"/>
                  </a:lnTo>
                  <a:lnTo>
                    <a:pt x="10485" y="250526"/>
                  </a:lnTo>
                  <a:lnTo>
                    <a:pt x="12309" y="249650"/>
                  </a:lnTo>
                  <a:lnTo>
                    <a:pt x="34374" y="239051"/>
                  </a:lnTo>
                  <a:lnTo>
                    <a:pt x="44252" y="234306"/>
                  </a:lnTo>
                  <a:lnTo>
                    <a:pt x="50593" y="231441"/>
                  </a:lnTo>
                  <a:lnTo>
                    <a:pt x="56418" y="228809"/>
                  </a:lnTo>
                  <a:lnTo>
                    <a:pt x="61223" y="227277"/>
                  </a:lnTo>
                  <a:lnTo>
                    <a:pt x="65001" y="226480"/>
                  </a:lnTo>
                  <a:lnTo>
                    <a:pt x="65034" y="224874"/>
                  </a:lnTo>
                  <a:lnTo>
                    <a:pt x="65384" y="207929"/>
                  </a:lnTo>
                  <a:lnTo>
                    <a:pt x="65425" y="205935"/>
                  </a:lnTo>
                  <a:lnTo>
                    <a:pt x="65866" y="184549"/>
                  </a:lnTo>
                  <a:lnTo>
                    <a:pt x="65961" y="179910"/>
                  </a:lnTo>
                  <a:lnTo>
                    <a:pt x="66233" y="166722"/>
                  </a:lnTo>
                  <a:lnTo>
                    <a:pt x="66319" y="162595"/>
                  </a:lnTo>
                  <a:lnTo>
                    <a:pt x="66407" y="158318"/>
                  </a:lnTo>
                  <a:lnTo>
                    <a:pt x="66442" y="156586"/>
                  </a:lnTo>
                  <a:lnTo>
                    <a:pt x="66482" y="154661"/>
                  </a:lnTo>
                  <a:lnTo>
                    <a:pt x="66480" y="152592"/>
                  </a:lnTo>
                  <a:lnTo>
                    <a:pt x="66461" y="134295"/>
                  </a:lnTo>
                  <a:lnTo>
                    <a:pt x="66438" y="112095"/>
                  </a:lnTo>
                  <a:lnTo>
                    <a:pt x="66436" y="111946"/>
                  </a:lnTo>
                  <a:lnTo>
                    <a:pt x="66434" y="111763"/>
                  </a:lnTo>
                  <a:lnTo>
                    <a:pt x="66427" y="111033"/>
                  </a:lnTo>
                  <a:lnTo>
                    <a:pt x="66424" y="110691"/>
                  </a:lnTo>
                  <a:lnTo>
                    <a:pt x="66380" y="106371"/>
                  </a:lnTo>
                  <a:lnTo>
                    <a:pt x="66224" y="91106"/>
                  </a:lnTo>
                  <a:lnTo>
                    <a:pt x="66197" y="88481"/>
                  </a:lnTo>
                  <a:lnTo>
                    <a:pt x="70622" y="88492"/>
                  </a:lnTo>
                  <a:lnTo>
                    <a:pt x="70680" y="79961"/>
                  </a:lnTo>
                  <a:lnTo>
                    <a:pt x="70714" y="74918"/>
                  </a:lnTo>
                  <a:lnTo>
                    <a:pt x="70736" y="71739"/>
                  </a:lnTo>
                  <a:lnTo>
                    <a:pt x="70761" y="69515"/>
                  </a:lnTo>
                  <a:lnTo>
                    <a:pt x="70997" y="62554"/>
                  </a:lnTo>
                  <a:lnTo>
                    <a:pt x="71085" y="60184"/>
                  </a:lnTo>
                  <a:lnTo>
                    <a:pt x="72420" y="48937"/>
                  </a:lnTo>
                  <a:lnTo>
                    <a:pt x="74514" y="44098"/>
                  </a:lnTo>
                  <a:lnTo>
                    <a:pt x="74752" y="43548"/>
                  </a:lnTo>
                  <a:lnTo>
                    <a:pt x="77198" y="40155"/>
                  </a:lnTo>
                  <a:lnTo>
                    <a:pt x="78948" y="37727"/>
                  </a:lnTo>
                  <a:lnTo>
                    <a:pt x="80996" y="34886"/>
                  </a:lnTo>
                  <a:lnTo>
                    <a:pt x="80155" y="31795"/>
                  </a:lnTo>
                  <a:lnTo>
                    <a:pt x="79193" y="28254"/>
                  </a:lnTo>
                  <a:lnTo>
                    <a:pt x="75544" y="28120"/>
                  </a:lnTo>
                  <a:lnTo>
                    <a:pt x="70174" y="27921"/>
                  </a:lnTo>
                  <a:lnTo>
                    <a:pt x="70635" y="27111"/>
                  </a:lnTo>
                  <a:lnTo>
                    <a:pt x="74022" y="21152"/>
                  </a:lnTo>
                  <a:lnTo>
                    <a:pt x="78492" y="13972"/>
                  </a:lnTo>
                  <a:lnTo>
                    <a:pt x="85080" y="7434"/>
                  </a:lnTo>
                  <a:lnTo>
                    <a:pt x="93676" y="0"/>
                  </a:lnTo>
                  <a:lnTo>
                    <a:pt x="106680" y="11038"/>
                  </a:lnTo>
                  <a:lnTo>
                    <a:pt x="102296" y="15887"/>
                  </a:lnTo>
                  <a:lnTo>
                    <a:pt x="94927" y="28523"/>
                  </a:lnTo>
                  <a:lnTo>
                    <a:pt x="93649" y="31801"/>
                  </a:lnTo>
                  <a:lnTo>
                    <a:pt x="89045" y="43616"/>
                  </a:lnTo>
                  <a:lnTo>
                    <a:pt x="88088" y="46072"/>
                  </a:lnTo>
                  <a:lnTo>
                    <a:pt x="87043" y="48752"/>
                  </a:lnTo>
                  <a:lnTo>
                    <a:pt x="84386" y="56331"/>
                  </a:lnTo>
                  <a:lnTo>
                    <a:pt x="83369" y="59231"/>
                  </a:lnTo>
                  <a:lnTo>
                    <a:pt x="82425" y="66806"/>
                  </a:lnTo>
                  <a:lnTo>
                    <a:pt x="82128" y="69184"/>
                  </a:lnTo>
                  <a:lnTo>
                    <a:pt x="82169" y="75976"/>
                  </a:lnTo>
                  <a:lnTo>
                    <a:pt x="82451" y="77639"/>
                  </a:lnTo>
                  <a:lnTo>
                    <a:pt x="83550" y="84137"/>
                  </a:lnTo>
                  <a:lnTo>
                    <a:pt x="84403" y="90664"/>
                  </a:lnTo>
                  <a:lnTo>
                    <a:pt x="85290" y="96902"/>
                  </a:lnTo>
                  <a:lnTo>
                    <a:pt x="85774" y="100273"/>
                  </a:lnTo>
                  <a:lnTo>
                    <a:pt x="95998" y="99281"/>
                  </a:lnTo>
                  <a:lnTo>
                    <a:pt x="95945" y="95505"/>
                  </a:lnTo>
                  <a:lnTo>
                    <a:pt x="95894" y="87602"/>
                  </a:lnTo>
                  <a:lnTo>
                    <a:pt x="130284" y="85514"/>
                  </a:lnTo>
                  <a:lnTo>
                    <a:pt x="144525" y="84956"/>
                  </a:lnTo>
                  <a:lnTo>
                    <a:pt x="164177" y="84187"/>
                  </a:lnTo>
                  <a:lnTo>
                    <a:pt x="164731" y="82060"/>
                  </a:lnTo>
                  <a:lnTo>
                    <a:pt x="171209" y="67838"/>
                  </a:lnTo>
                  <a:lnTo>
                    <a:pt x="174961" y="67369"/>
                  </a:lnTo>
                  <a:lnTo>
                    <a:pt x="177641" y="67033"/>
                  </a:lnTo>
                  <a:lnTo>
                    <a:pt x="192809" y="65135"/>
                  </a:lnTo>
                  <a:lnTo>
                    <a:pt x="200083" y="62544"/>
                  </a:lnTo>
                  <a:lnTo>
                    <a:pt x="208789" y="53195"/>
                  </a:lnTo>
                  <a:lnTo>
                    <a:pt x="211439" y="50117"/>
                  </a:lnTo>
                  <a:lnTo>
                    <a:pt x="218458" y="41960"/>
                  </a:lnTo>
                  <a:lnTo>
                    <a:pt x="221536" y="44034"/>
                  </a:lnTo>
                  <a:lnTo>
                    <a:pt x="229948" y="49704"/>
                  </a:lnTo>
                  <a:lnTo>
                    <a:pt x="230275" y="50117"/>
                  </a:lnTo>
                  <a:lnTo>
                    <a:pt x="240197" y="62657"/>
                  </a:lnTo>
                  <a:lnTo>
                    <a:pt x="244645" y="64916"/>
                  </a:lnTo>
                  <a:lnTo>
                    <a:pt x="249650" y="67458"/>
                  </a:lnTo>
                  <a:lnTo>
                    <a:pt x="257940" y="71668"/>
                  </a:lnTo>
                  <a:lnTo>
                    <a:pt x="268740" y="73808"/>
                  </a:lnTo>
                  <a:lnTo>
                    <a:pt x="278218" y="72569"/>
                  </a:lnTo>
                  <a:lnTo>
                    <a:pt x="284940" y="67050"/>
                  </a:lnTo>
                  <a:lnTo>
                    <a:pt x="289785" y="56087"/>
                  </a:lnTo>
                  <a:lnTo>
                    <a:pt x="296109" y="41778"/>
                  </a:lnTo>
                  <a:lnTo>
                    <a:pt x="299367" y="38114"/>
                  </a:lnTo>
                  <a:lnTo>
                    <a:pt x="302683" y="34385"/>
                  </a:lnTo>
                  <a:lnTo>
                    <a:pt x="305121" y="32365"/>
                  </a:lnTo>
                  <a:lnTo>
                    <a:pt x="310839" y="27626"/>
                  </a:lnTo>
                  <a:lnTo>
                    <a:pt x="315688" y="22896"/>
                  </a:lnTo>
                  <a:lnTo>
                    <a:pt x="317146" y="21732"/>
                  </a:lnTo>
                  <a:lnTo>
                    <a:pt x="326061" y="14619"/>
                  </a:lnTo>
                  <a:lnTo>
                    <a:pt x="330831" y="8453"/>
                  </a:lnTo>
                  <a:lnTo>
                    <a:pt x="331716" y="7307"/>
                  </a:lnTo>
                  <a:lnTo>
                    <a:pt x="333170" y="6813"/>
                  </a:lnTo>
                  <a:lnTo>
                    <a:pt x="340664" y="4265"/>
                  </a:lnTo>
                  <a:lnTo>
                    <a:pt x="346573" y="5854"/>
                  </a:lnTo>
                  <a:lnTo>
                    <a:pt x="346946" y="5954"/>
                  </a:lnTo>
                  <a:lnTo>
                    <a:pt x="347402" y="8480"/>
                  </a:lnTo>
                  <a:lnTo>
                    <a:pt x="349110" y="17931"/>
                  </a:lnTo>
                  <a:lnTo>
                    <a:pt x="349491" y="25043"/>
                  </a:lnTo>
                  <a:lnTo>
                    <a:pt x="349991" y="34376"/>
                  </a:lnTo>
                  <a:lnTo>
                    <a:pt x="349508" y="40835"/>
                  </a:lnTo>
                  <a:lnTo>
                    <a:pt x="348559" y="53525"/>
                  </a:lnTo>
                  <a:lnTo>
                    <a:pt x="334783" y="68055"/>
                  </a:lnTo>
                  <a:lnTo>
                    <a:pt x="329643" y="71673"/>
                  </a:lnTo>
                  <a:lnTo>
                    <a:pt x="325129" y="74850"/>
                  </a:lnTo>
                  <a:lnTo>
                    <a:pt x="326293" y="78990"/>
                  </a:lnTo>
                  <a:lnTo>
                    <a:pt x="332424" y="94947"/>
                  </a:lnTo>
                  <a:lnTo>
                    <a:pt x="318534" y="132625"/>
                  </a:lnTo>
                  <a:lnTo>
                    <a:pt x="302655" y="140276"/>
                  </a:lnTo>
                  <a:lnTo>
                    <a:pt x="265558" y="158151"/>
                  </a:lnTo>
                  <a:lnTo>
                    <a:pt x="278640" y="182801"/>
                  </a:lnTo>
                  <a:lnTo>
                    <a:pt x="284256" y="184054"/>
                  </a:lnTo>
                  <a:lnTo>
                    <a:pt x="309908" y="188148"/>
                  </a:lnTo>
                  <a:lnTo>
                    <a:pt x="351574" y="190571"/>
                  </a:lnTo>
                  <a:lnTo>
                    <a:pt x="361453" y="189649"/>
                  </a:lnTo>
                  <a:lnTo>
                    <a:pt x="361619" y="189633"/>
                  </a:lnTo>
                  <a:lnTo>
                    <a:pt x="384479" y="189201"/>
                  </a:lnTo>
                  <a:lnTo>
                    <a:pt x="401433" y="190298"/>
                  </a:lnTo>
                  <a:lnTo>
                    <a:pt x="411159" y="196252"/>
                  </a:lnTo>
                  <a:lnTo>
                    <a:pt x="446395" y="185223"/>
                  </a:lnTo>
                  <a:lnTo>
                    <a:pt x="442664" y="174295"/>
                  </a:lnTo>
                  <a:lnTo>
                    <a:pt x="478211" y="143278"/>
                  </a:lnTo>
                  <a:lnTo>
                    <a:pt x="442593" y="126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305849" y="2546362"/>
              <a:ext cx="393771" cy="312097"/>
            </a:xfrm>
            <a:custGeom>
              <a:avLst/>
              <a:pathLst>
                <a:path w="393771" h="312097">
                  <a:moveTo>
                    <a:pt x="218063" y="54352"/>
                  </a:moveTo>
                  <a:lnTo>
                    <a:pt x="220270" y="55572"/>
                  </a:lnTo>
                  <a:lnTo>
                    <a:pt x="220807" y="54756"/>
                  </a:lnTo>
                  <a:lnTo>
                    <a:pt x="223467" y="50709"/>
                  </a:lnTo>
                  <a:lnTo>
                    <a:pt x="224352" y="49338"/>
                  </a:lnTo>
                  <a:lnTo>
                    <a:pt x="230586" y="39684"/>
                  </a:lnTo>
                  <a:lnTo>
                    <a:pt x="233275" y="34618"/>
                  </a:lnTo>
                  <a:lnTo>
                    <a:pt x="235640" y="30163"/>
                  </a:lnTo>
                  <a:lnTo>
                    <a:pt x="240831" y="20383"/>
                  </a:lnTo>
                  <a:lnTo>
                    <a:pt x="241588" y="18957"/>
                  </a:lnTo>
                  <a:lnTo>
                    <a:pt x="243807" y="20037"/>
                  </a:lnTo>
                  <a:lnTo>
                    <a:pt x="249563" y="22837"/>
                  </a:lnTo>
                  <a:lnTo>
                    <a:pt x="275057" y="35239"/>
                  </a:lnTo>
                  <a:lnTo>
                    <a:pt x="276369" y="35877"/>
                  </a:lnTo>
                  <a:lnTo>
                    <a:pt x="276721" y="36049"/>
                  </a:lnTo>
                  <a:lnTo>
                    <a:pt x="277250" y="36306"/>
                  </a:lnTo>
                  <a:lnTo>
                    <a:pt x="282202" y="38715"/>
                  </a:lnTo>
                  <a:lnTo>
                    <a:pt x="284472" y="39819"/>
                  </a:lnTo>
                  <a:lnTo>
                    <a:pt x="285288" y="40216"/>
                  </a:lnTo>
                  <a:lnTo>
                    <a:pt x="286460" y="40787"/>
                  </a:lnTo>
                  <a:lnTo>
                    <a:pt x="294657" y="44865"/>
                  </a:lnTo>
                  <a:lnTo>
                    <a:pt x="300484" y="47765"/>
                  </a:lnTo>
                  <a:lnTo>
                    <a:pt x="301393" y="48217"/>
                  </a:lnTo>
                  <a:lnTo>
                    <a:pt x="301956" y="48497"/>
                  </a:lnTo>
                  <a:lnTo>
                    <a:pt x="302856" y="48945"/>
                  </a:lnTo>
                  <a:lnTo>
                    <a:pt x="303615" y="49529"/>
                  </a:lnTo>
                  <a:lnTo>
                    <a:pt x="304873" y="50495"/>
                  </a:lnTo>
                  <a:lnTo>
                    <a:pt x="308282" y="53117"/>
                  </a:lnTo>
                  <a:lnTo>
                    <a:pt x="310176" y="54573"/>
                  </a:lnTo>
                  <a:lnTo>
                    <a:pt x="312269" y="56182"/>
                  </a:lnTo>
                  <a:lnTo>
                    <a:pt x="321683" y="63419"/>
                  </a:lnTo>
                  <a:lnTo>
                    <a:pt x="322568" y="64100"/>
                  </a:lnTo>
                  <a:lnTo>
                    <a:pt x="324097" y="65275"/>
                  </a:lnTo>
                  <a:lnTo>
                    <a:pt x="326756" y="67319"/>
                  </a:lnTo>
                  <a:lnTo>
                    <a:pt x="327234" y="67687"/>
                  </a:lnTo>
                  <a:lnTo>
                    <a:pt x="335453" y="74859"/>
                  </a:lnTo>
                  <a:lnTo>
                    <a:pt x="344458" y="82716"/>
                  </a:lnTo>
                  <a:lnTo>
                    <a:pt x="344843" y="83051"/>
                  </a:lnTo>
                  <a:lnTo>
                    <a:pt x="345513" y="83636"/>
                  </a:lnTo>
                  <a:lnTo>
                    <a:pt x="353769" y="90839"/>
                  </a:lnTo>
                  <a:lnTo>
                    <a:pt x="356676" y="93367"/>
                  </a:lnTo>
                  <a:lnTo>
                    <a:pt x="356861" y="93529"/>
                  </a:lnTo>
                  <a:lnTo>
                    <a:pt x="357402" y="93999"/>
                  </a:lnTo>
                  <a:lnTo>
                    <a:pt x="358897" y="95300"/>
                  </a:lnTo>
                  <a:lnTo>
                    <a:pt x="361158" y="97266"/>
                  </a:lnTo>
                  <a:lnTo>
                    <a:pt x="365010" y="100617"/>
                  </a:lnTo>
                  <a:lnTo>
                    <a:pt x="365842" y="101340"/>
                  </a:lnTo>
                  <a:lnTo>
                    <a:pt x="368493" y="103516"/>
                  </a:lnTo>
                  <a:lnTo>
                    <a:pt x="368768" y="103742"/>
                  </a:lnTo>
                  <a:lnTo>
                    <a:pt x="369204" y="104099"/>
                  </a:lnTo>
                  <a:lnTo>
                    <a:pt x="368768" y="104861"/>
                  </a:lnTo>
                  <a:lnTo>
                    <a:pt x="368260" y="105749"/>
                  </a:lnTo>
                  <a:lnTo>
                    <a:pt x="368015" y="106178"/>
                  </a:lnTo>
                  <a:lnTo>
                    <a:pt x="368449" y="107161"/>
                  </a:lnTo>
                  <a:lnTo>
                    <a:pt x="368768" y="107882"/>
                  </a:lnTo>
                  <a:lnTo>
                    <a:pt x="368985" y="108372"/>
                  </a:lnTo>
                  <a:lnTo>
                    <a:pt x="369119" y="108674"/>
                  </a:lnTo>
                  <a:lnTo>
                    <a:pt x="371537" y="109988"/>
                  </a:lnTo>
                  <a:lnTo>
                    <a:pt x="374364" y="111524"/>
                  </a:lnTo>
                  <a:lnTo>
                    <a:pt x="379105" y="114099"/>
                  </a:lnTo>
                  <a:lnTo>
                    <a:pt x="382491" y="115938"/>
                  </a:lnTo>
                  <a:lnTo>
                    <a:pt x="390985" y="120552"/>
                  </a:lnTo>
                  <a:lnTo>
                    <a:pt x="393771" y="122066"/>
                  </a:lnTo>
                  <a:lnTo>
                    <a:pt x="386323" y="135795"/>
                  </a:lnTo>
                  <a:lnTo>
                    <a:pt x="381539" y="144943"/>
                  </a:lnTo>
                  <a:lnTo>
                    <a:pt x="380169" y="147565"/>
                  </a:lnTo>
                  <a:lnTo>
                    <a:pt x="378783" y="150215"/>
                  </a:lnTo>
                  <a:lnTo>
                    <a:pt x="376801" y="154006"/>
                  </a:lnTo>
                  <a:lnTo>
                    <a:pt x="366915" y="172914"/>
                  </a:lnTo>
                  <a:lnTo>
                    <a:pt x="364708" y="177135"/>
                  </a:lnTo>
                  <a:lnTo>
                    <a:pt x="363322" y="179785"/>
                  </a:lnTo>
                  <a:lnTo>
                    <a:pt x="363069" y="180251"/>
                  </a:lnTo>
                  <a:lnTo>
                    <a:pt x="359702" y="186446"/>
                  </a:lnTo>
                  <a:lnTo>
                    <a:pt x="357281" y="190900"/>
                  </a:lnTo>
                  <a:lnTo>
                    <a:pt x="351355" y="201803"/>
                  </a:lnTo>
                  <a:lnTo>
                    <a:pt x="351173" y="202136"/>
                  </a:lnTo>
                  <a:lnTo>
                    <a:pt x="346538" y="210619"/>
                  </a:lnTo>
                  <a:lnTo>
                    <a:pt x="339665" y="223200"/>
                  </a:lnTo>
                  <a:lnTo>
                    <a:pt x="339423" y="223643"/>
                  </a:lnTo>
                  <a:lnTo>
                    <a:pt x="338817" y="224752"/>
                  </a:lnTo>
                  <a:lnTo>
                    <a:pt x="335600" y="230722"/>
                  </a:lnTo>
                  <a:lnTo>
                    <a:pt x="334844" y="232126"/>
                  </a:lnTo>
                  <a:lnTo>
                    <a:pt x="332386" y="236688"/>
                  </a:lnTo>
                  <a:lnTo>
                    <a:pt x="327594" y="245581"/>
                  </a:lnTo>
                  <a:lnTo>
                    <a:pt x="326051" y="248445"/>
                  </a:lnTo>
                  <a:lnTo>
                    <a:pt x="325824" y="248866"/>
                  </a:lnTo>
                  <a:lnTo>
                    <a:pt x="322070" y="256245"/>
                  </a:lnTo>
                  <a:lnTo>
                    <a:pt x="316934" y="266340"/>
                  </a:lnTo>
                  <a:lnTo>
                    <a:pt x="316849" y="266517"/>
                  </a:lnTo>
                  <a:lnTo>
                    <a:pt x="312147" y="276358"/>
                  </a:lnTo>
                  <a:lnTo>
                    <a:pt x="310618" y="280051"/>
                  </a:lnTo>
                  <a:lnTo>
                    <a:pt x="307558" y="287442"/>
                  </a:lnTo>
                  <a:lnTo>
                    <a:pt x="306984" y="288829"/>
                  </a:lnTo>
                  <a:lnTo>
                    <a:pt x="305977" y="291261"/>
                  </a:lnTo>
                  <a:lnTo>
                    <a:pt x="300728" y="303940"/>
                  </a:lnTo>
                  <a:lnTo>
                    <a:pt x="297654" y="311545"/>
                  </a:lnTo>
                  <a:lnTo>
                    <a:pt x="297450" y="312097"/>
                  </a:lnTo>
                  <a:lnTo>
                    <a:pt x="294670" y="311453"/>
                  </a:lnTo>
                  <a:lnTo>
                    <a:pt x="293319" y="311139"/>
                  </a:lnTo>
                  <a:lnTo>
                    <a:pt x="280989" y="308281"/>
                  </a:lnTo>
                  <a:lnTo>
                    <a:pt x="280734" y="308222"/>
                  </a:lnTo>
                  <a:lnTo>
                    <a:pt x="273302" y="306499"/>
                  </a:lnTo>
                  <a:lnTo>
                    <a:pt x="270745" y="305906"/>
                  </a:lnTo>
                  <a:lnTo>
                    <a:pt x="269417" y="305598"/>
                  </a:lnTo>
                  <a:lnTo>
                    <a:pt x="265116" y="304601"/>
                  </a:lnTo>
                  <a:lnTo>
                    <a:pt x="263241" y="304166"/>
                  </a:lnTo>
                  <a:lnTo>
                    <a:pt x="262708" y="304043"/>
                  </a:lnTo>
                  <a:lnTo>
                    <a:pt x="259683" y="303341"/>
                  </a:lnTo>
                  <a:lnTo>
                    <a:pt x="245520" y="300058"/>
                  </a:lnTo>
                  <a:lnTo>
                    <a:pt x="241895" y="299218"/>
                  </a:lnTo>
                  <a:lnTo>
                    <a:pt x="240904" y="298988"/>
                  </a:lnTo>
                  <a:lnTo>
                    <a:pt x="239033" y="298554"/>
                  </a:lnTo>
                  <a:lnTo>
                    <a:pt x="232910" y="297163"/>
                  </a:lnTo>
                  <a:lnTo>
                    <a:pt x="230836" y="296692"/>
                  </a:lnTo>
                  <a:lnTo>
                    <a:pt x="218904" y="293982"/>
                  </a:lnTo>
                  <a:lnTo>
                    <a:pt x="218306" y="293846"/>
                  </a:lnTo>
                  <a:lnTo>
                    <a:pt x="217671" y="293702"/>
                  </a:lnTo>
                  <a:lnTo>
                    <a:pt x="214461" y="292973"/>
                  </a:lnTo>
                  <a:lnTo>
                    <a:pt x="209553" y="291858"/>
                  </a:lnTo>
                  <a:lnTo>
                    <a:pt x="207080" y="291297"/>
                  </a:lnTo>
                  <a:lnTo>
                    <a:pt x="199507" y="289584"/>
                  </a:lnTo>
                  <a:lnTo>
                    <a:pt x="195564" y="288692"/>
                  </a:lnTo>
                  <a:lnTo>
                    <a:pt x="194627" y="288480"/>
                  </a:lnTo>
                  <a:lnTo>
                    <a:pt x="192926" y="288095"/>
                  </a:lnTo>
                  <a:lnTo>
                    <a:pt x="188434" y="287079"/>
                  </a:lnTo>
                  <a:lnTo>
                    <a:pt x="176801" y="284448"/>
                  </a:lnTo>
                  <a:lnTo>
                    <a:pt x="174823" y="284000"/>
                  </a:lnTo>
                  <a:lnTo>
                    <a:pt x="173502" y="283702"/>
                  </a:lnTo>
                  <a:lnTo>
                    <a:pt x="172559" y="283488"/>
                  </a:lnTo>
                  <a:lnTo>
                    <a:pt x="171685" y="283290"/>
                  </a:lnTo>
                  <a:lnTo>
                    <a:pt x="161398" y="280964"/>
                  </a:lnTo>
                  <a:lnTo>
                    <a:pt x="155759" y="279688"/>
                  </a:lnTo>
                  <a:lnTo>
                    <a:pt x="154882" y="279490"/>
                  </a:lnTo>
                  <a:lnTo>
                    <a:pt x="149178" y="279702"/>
                  </a:lnTo>
                  <a:lnTo>
                    <a:pt x="148158" y="280049"/>
                  </a:lnTo>
                  <a:lnTo>
                    <a:pt x="146481" y="280618"/>
                  </a:lnTo>
                  <a:lnTo>
                    <a:pt x="141990" y="282144"/>
                  </a:lnTo>
                  <a:lnTo>
                    <a:pt x="137265" y="283749"/>
                  </a:lnTo>
                  <a:lnTo>
                    <a:pt x="135608" y="284312"/>
                  </a:lnTo>
                  <a:lnTo>
                    <a:pt x="126450" y="287422"/>
                  </a:lnTo>
                  <a:lnTo>
                    <a:pt x="124196" y="288187"/>
                  </a:lnTo>
                  <a:lnTo>
                    <a:pt x="121639" y="289057"/>
                  </a:lnTo>
                  <a:lnTo>
                    <a:pt x="121437" y="289132"/>
                  </a:lnTo>
                  <a:lnTo>
                    <a:pt x="120639" y="289429"/>
                  </a:lnTo>
                  <a:lnTo>
                    <a:pt x="117891" y="290451"/>
                  </a:lnTo>
                  <a:lnTo>
                    <a:pt x="114341" y="291772"/>
                  </a:lnTo>
                  <a:lnTo>
                    <a:pt x="111277" y="292912"/>
                  </a:lnTo>
                  <a:lnTo>
                    <a:pt x="109571" y="293547"/>
                  </a:lnTo>
                  <a:lnTo>
                    <a:pt x="110393" y="291607"/>
                  </a:lnTo>
                  <a:lnTo>
                    <a:pt x="113088" y="285251"/>
                  </a:lnTo>
                  <a:lnTo>
                    <a:pt x="116552" y="277081"/>
                  </a:lnTo>
                  <a:lnTo>
                    <a:pt x="116642" y="276867"/>
                  </a:lnTo>
                  <a:lnTo>
                    <a:pt x="71213" y="254060"/>
                  </a:lnTo>
                  <a:lnTo>
                    <a:pt x="70806" y="253854"/>
                  </a:lnTo>
                  <a:lnTo>
                    <a:pt x="61199" y="248975"/>
                  </a:lnTo>
                  <a:lnTo>
                    <a:pt x="57428" y="247061"/>
                  </a:lnTo>
                  <a:lnTo>
                    <a:pt x="47498" y="242019"/>
                  </a:lnTo>
                  <a:lnTo>
                    <a:pt x="44600" y="240547"/>
                  </a:lnTo>
                  <a:lnTo>
                    <a:pt x="43349" y="239912"/>
                  </a:lnTo>
                  <a:lnTo>
                    <a:pt x="33003" y="234659"/>
                  </a:lnTo>
                  <a:lnTo>
                    <a:pt x="30141" y="233206"/>
                  </a:lnTo>
                  <a:lnTo>
                    <a:pt x="28054" y="232146"/>
                  </a:lnTo>
                  <a:lnTo>
                    <a:pt x="27104" y="231664"/>
                  </a:lnTo>
                  <a:lnTo>
                    <a:pt x="26716" y="231467"/>
                  </a:lnTo>
                  <a:lnTo>
                    <a:pt x="24065" y="230120"/>
                  </a:lnTo>
                  <a:lnTo>
                    <a:pt x="23187" y="229675"/>
                  </a:lnTo>
                  <a:lnTo>
                    <a:pt x="21619" y="228878"/>
                  </a:lnTo>
                  <a:lnTo>
                    <a:pt x="19483" y="227794"/>
                  </a:lnTo>
                  <a:lnTo>
                    <a:pt x="19120" y="227610"/>
                  </a:lnTo>
                  <a:lnTo>
                    <a:pt x="17414" y="226743"/>
                  </a:lnTo>
                  <a:lnTo>
                    <a:pt x="16631" y="226346"/>
                  </a:lnTo>
                  <a:lnTo>
                    <a:pt x="14409" y="225218"/>
                  </a:lnTo>
                  <a:lnTo>
                    <a:pt x="12598" y="224298"/>
                  </a:lnTo>
                  <a:lnTo>
                    <a:pt x="11315" y="223646"/>
                  </a:lnTo>
                  <a:lnTo>
                    <a:pt x="10387" y="223175"/>
                  </a:lnTo>
                  <a:lnTo>
                    <a:pt x="9492" y="222721"/>
                  </a:lnTo>
                  <a:lnTo>
                    <a:pt x="8748" y="222343"/>
                  </a:lnTo>
                  <a:lnTo>
                    <a:pt x="7220" y="221568"/>
                  </a:lnTo>
                  <a:lnTo>
                    <a:pt x="6228" y="221063"/>
                  </a:lnTo>
                  <a:lnTo>
                    <a:pt x="5197" y="220540"/>
                  </a:lnTo>
                  <a:lnTo>
                    <a:pt x="4797" y="220337"/>
                  </a:lnTo>
                  <a:lnTo>
                    <a:pt x="3491" y="219674"/>
                  </a:lnTo>
                  <a:lnTo>
                    <a:pt x="3187" y="219520"/>
                  </a:lnTo>
                  <a:lnTo>
                    <a:pt x="2241" y="219039"/>
                  </a:lnTo>
                  <a:lnTo>
                    <a:pt x="1309" y="218566"/>
                  </a:lnTo>
                  <a:lnTo>
                    <a:pt x="1154" y="218487"/>
                  </a:lnTo>
                  <a:lnTo>
                    <a:pt x="483" y="218146"/>
                  </a:lnTo>
                  <a:lnTo>
                    <a:pt x="0" y="217901"/>
                  </a:lnTo>
                  <a:lnTo>
                    <a:pt x="111" y="217698"/>
                  </a:lnTo>
                  <a:lnTo>
                    <a:pt x="1260" y="215609"/>
                  </a:lnTo>
                  <a:lnTo>
                    <a:pt x="5638" y="207645"/>
                  </a:lnTo>
                  <a:lnTo>
                    <a:pt x="18536" y="184189"/>
                  </a:lnTo>
                  <a:lnTo>
                    <a:pt x="20230" y="181108"/>
                  </a:lnTo>
                  <a:lnTo>
                    <a:pt x="21619" y="178582"/>
                  </a:lnTo>
                  <a:lnTo>
                    <a:pt x="22085" y="177734"/>
                  </a:lnTo>
                  <a:lnTo>
                    <a:pt x="29838" y="163634"/>
                  </a:lnTo>
                  <a:lnTo>
                    <a:pt x="37187" y="150267"/>
                  </a:lnTo>
                  <a:lnTo>
                    <a:pt x="38500" y="147880"/>
                  </a:lnTo>
                  <a:lnTo>
                    <a:pt x="40945" y="143432"/>
                  </a:lnTo>
                  <a:lnTo>
                    <a:pt x="42551" y="140512"/>
                  </a:lnTo>
                  <a:lnTo>
                    <a:pt x="43291" y="139167"/>
                  </a:lnTo>
                  <a:lnTo>
                    <a:pt x="48670" y="129382"/>
                  </a:lnTo>
                  <a:lnTo>
                    <a:pt x="53545" y="120516"/>
                  </a:lnTo>
                  <a:lnTo>
                    <a:pt x="54139" y="119436"/>
                  </a:lnTo>
                  <a:lnTo>
                    <a:pt x="58468" y="111563"/>
                  </a:lnTo>
                  <a:lnTo>
                    <a:pt x="62415" y="104384"/>
                  </a:lnTo>
                  <a:lnTo>
                    <a:pt x="64464" y="100659"/>
                  </a:lnTo>
                  <a:lnTo>
                    <a:pt x="72828" y="85447"/>
                  </a:lnTo>
                  <a:lnTo>
                    <a:pt x="77973" y="76089"/>
                  </a:lnTo>
                  <a:lnTo>
                    <a:pt x="86780" y="60072"/>
                  </a:lnTo>
                  <a:lnTo>
                    <a:pt x="87338" y="59056"/>
                  </a:lnTo>
                  <a:lnTo>
                    <a:pt x="90967" y="52457"/>
                  </a:lnTo>
                  <a:lnTo>
                    <a:pt x="93365" y="48096"/>
                  </a:lnTo>
                  <a:lnTo>
                    <a:pt x="95859" y="43559"/>
                  </a:lnTo>
                  <a:lnTo>
                    <a:pt x="97001" y="41482"/>
                  </a:lnTo>
                  <a:lnTo>
                    <a:pt x="111615" y="14904"/>
                  </a:lnTo>
                  <a:lnTo>
                    <a:pt x="119810" y="0"/>
                  </a:lnTo>
                  <a:lnTo>
                    <a:pt x="122990" y="1759"/>
                  </a:lnTo>
                  <a:lnTo>
                    <a:pt x="124060" y="2351"/>
                  </a:lnTo>
                  <a:lnTo>
                    <a:pt x="124951" y="2844"/>
                  </a:lnTo>
                  <a:lnTo>
                    <a:pt x="125820" y="3324"/>
                  </a:lnTo>
                  <a:lnTo>
                    <a:pt x="128676" y="4904"/>
                  </a:lnTo>
                  <a:lnTo>
                    <a:pt x="129661" y="5449"/>
                  </a:lnTo>
                  <a:lnTo>
                    <a:pt x="138528" y="10354"/>
                  </a:lnTo>
                  <a:lnTo>
                    <a:pt x="145445" y="14181"/>
                  </a:lnTo>
                  <a:lnTo>
                    <a:pt x="147319" y="15217"/>
                  </a:lnTo>
                  <a:lnTo>
                    <a:pt x="147627" y="15388"/>
                  </a:lnTo>
                  <a:lnTo>
                    <a:pt x="151532" y="17548"/>
                  </a:lnTo>
                  <a:lnTo>
                    <a:pt x="151705" y="17643"/>
                  </a:lnTo>
                  <a:lnTo>
                    <a:pt x="152388" y="18021"/>
                  </a:lnTo>
                  <a:lnTo>
                    <a:pt x="153330" y="18542"/>
                  </a:lnTo>
                  <a:lnTo>
                    <a:pt x="157381" y="20783"/>
                  </a:lnTo>
                  <a:lnTo>
                    <a:pt x="158802" y="21569"/>
                  </a:lnTo>
                  <a:lnTo>
                    <a:pt x="162969" y="23874"/>
                  </a:lnTo>
                  <a:lnTo>
                    <a:pt x="168574" y="26975"/>
                  </a:lnTo>
                  <a:lnTo>
                    <a:pt x="169624" y="27556"/>
                  </a:lnTo>
                  <a:lnTo>
                    <a:pt x="175125" y="30599"/>
                  </a:lnTo>
                  <a:lnTo>
                    <a:pt x="175769" y="30955"/>
                  </a:lnTo>
                  <a:lnTo>
                    <a:pt x="180953" y="33823"/>
                  </a:lnTo>
                  <a:lnTo>
                    <a:pt x="185948" y="36586"/>
                  </a:lnTo>
                  <a:lnTo>
                    <a:pt x="191252" y="39520"/>
                  </a:lnTo>
                  <a:lnTo>
                    <a:pt x="195521" y="41882"/>
                  </a:lnTo>
                  <a:lnTo>
                    <a:pt x="196404" y="42370"/>
                  </a:lnTo>
                  <a:lnTo>
                    <a:pt x="199174" y="43902"/>
                  </a:lnTo>
                  <a:lnTo>
                    <a:pt x="199353" y="44001"/>
                  </a:lnTo>
                  <a:lnTo>
                    <a:pt x="199754" y="44223"/>
                  </a:lnTo>
                  <a:lnTo>
                    <a:pt x="208218" y="48905"/>
                  </a:lnTo>
                  <a:lnTo>
                    <a:pt x="208372" y="48991"/>
                  </a:lnTo>
                  <a:lnTo>
                    <a:pt x="212697" y="51383"/>
                  </a:lnTo>
                  <a:lnTo>
                    <a:pt x="215359" y="52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83121" y="2321785"/>
              <a:ext cx="484274" cy="482866"/>
            </a:xfrm>
            <a:custGeom>
              <a:avLst/>
              <a:pathLst>
                <a:path w="484274" h="482866">
                  <a:moveTo>
                    <a:pt x="483274" y="147936"/>
                  </a:moveTo>
                  <a:lnTo>
                    <a:pt x="484274" y="148352"/>
                  </a:lnTo>
                  <a:lnTo>
                    <a:pt x="484122" y="148627"/>
                  </a:lnTo>
                  <a:lnTo>
                    <a:pt x="481502" y="153413"/>
                  </a:lnTo>
                  <a:lnTo>
                    <a:pt x="480287" y="155632"/>
                  </a:lnTo>
                  <a:lnTo>
                    <a:pt x="476930" y="161762"/>
                  </a:lnTo>
                  <a:lnTo>
                    <a:pt x="476481" y="162582"/>
                  </a:lnTo>
                  <a:lnTo>
                    <a:pt x="472742" y="169412"/>
                  </a:lnTo>
                  <a:lnTo>
                    <a:pt x="469782" y="174817"/>
                  </a:lnTo>
                  <a:lnTo>
                    <a:pt x="466770" y="180319"/>
                  </a:lnTo>
                  <a:lnTo>
                    <a:pt x="463812" y="185721"/>
                  </a:lnTo>
                  <a:lnTo>
                    <a:pt x="461443" y="190048"/>
                  </a:lnTo>
                  <a:lnTo>
                    <a:pt x="456313" y="199417"/>
                  </a:lnTo>
                  <a:lnTo>
                    <a:pt x="452586" y="206223"/>
                  </a:lnTo>
                  <a:lnTo>
                    <a:pt x="450371" y="210269"/>
                  </a:lnTo>
                  <a:lnTo>
                    <a:pt x="448937" y="212889"/>
                  </a:lnTo>
                  <a:lnTo>
                    <a:pt x="446643" y="217077"/>
                  </a:lnTo>
                  <a:lnTo>
                    <a:pt x="445373" y="219397"/>
                  </a:lnTo>
                  <a:lnTo>
                    <a:pt x="444113" y="221698"/>
                  </a:lnTo>
                  <a:lnTo>
                    <a:pt x="442630" y="224406"/>
                  </a:lnTo>
                  <a:lnTo>
                    <a:pt x="442537" y="224576"/>
                  </a:lnTo>
                  <a:lnTo>
                    <a:pt x="434342" y="239481"/>
                  </a:lnTo>
                  <a:lnTo>
                    <a:pt x="419729" y="266059"/>
                  </a:lnTo>
                  <a:lnTo>
                    <a:pt x="418587" y="268136"/>
                  </a:lnTo>
                  <a:lnTo>
                    <a:pt x="416092" y="272673"/>
                  </a:lnTo>
                  <a:lnTo>
                    <a:pt x="413694" y="277034"/>
                  </a:lnTo>
                  <a:lnTo>
                    <a:pt x="410066" y="283633"/>
                  </a:lnTo>
                  <a:lnTo>
                    <a:pt x="409507" y="284649"/>
                  </a:lnTo>
                  <a:lnTo>
                    <a:pt x="400700" y="300666"/>
                  </a:lnTo>
                  <a:lnTo>
                    <a:pt x="395555" y="310024"/>
                  </a:lnTo>
                  <a:lnTo>
                    <a:pt x="387191" y="325235"/>
                  </a:lnTo>
                  <a:lnTo>
                    <a:pt x="385143" y="328961"/>
                  </a:lnTo>
                  <a:lnTo>
                    <a:pt x="381195" y="336140"/>
                  </a:lnTo>
                  <a:lnTo>
                    <a:pt x="376867" y="344012"/>
                  </a:lnTo>
                  <a:lnTo>
                    <a:pt x="376273" y="345093"/>
                  </a:lnTo>
                  <a:lnTo>
                    <a:pt x="371398" y="353959"/>
                  </a:lnTo>
                  <a:lnTo>
                    <a:pt x="366018" y="363744"/>
                  </a:lnTo>
                  <a:lnTo>
                    <a:pt x="365279" y="365088"/>
                  </a:lnTo>
                  <a:lnTo>
                    <a:pt x="363673" y="368009"/>
                  </a:lnTo>
                  <a:lnTo>
                    <a:pt x="361227" y="372457"/>
                  </a:lnTo>
                  <a:lnTo>
                    <a:pt x="359915" y="374843"/>
                  </a:lnTo>
                  <a:lnTo>
                    <a:pt x="352565" y="388210"/>
                  </a:lnTo>
                  <a:lnTo>
                    <a:pt x="344812" y="402311"/>
                  </a:lnTo>
                  <a:lnTo>
                    <a:pt x="344346" y="403158"/>
                  </a:lnTo>
                  <a:lnTo>
                    <a:pt x="342957" y="405684"/>
                  </a:lnTo>
                  <a:lnTo>
                    <a:pt x="341263" y="408766"/>
                  </a:lnTo>
                  <a:lnTo>
                    <a:pt x="328366" y="432222"/>
                  </a:lnTo>
                  <a:lnTo>
                    <a:pt x="323987" y="440186"/>
                  </a:lnTo>
                  <a:lnTo>
                    <a:pt x="322839" y="442275"/>
                  </a:lnTo>
                  <a:lnTo>
                    <a:pt x="322727" y="442478"/>
                  </a:lnTo>
                  <a:lnTo>
                    <a:pt x="300375" y="482644"/>
                  </a:lnTo>
                  <a:lnTo>
                    <a:pt x="300251" y="482866"/>
                  </a:lnTo>
                  <a:lnTo>
                    <a:pt x="274270" y="468194"/>
                  </a:lnTo>
                  <a:lnTo>
                    <a:pt x="272517" y="467205"/>
                  </a:lnTo>
                  <a:lnTo>
                    <a:pt x="260733" y="460710"/>
                  </a:lnTo>
                  <a:lnTo>
                    <a:pt x="257532" y="458946"/>
                  </a:lnTo>
                  <a:lnTo>
                    <a:pt x="254219" y="456965"/>
                  </a:lnTo>
                  <a:lnTo>
                    <a:pt x="244622" y="451226"/>
                  </a:lnTo>
                  <a:lnTo>
                    <a:pt x="242972" y="450227"/>
                  </a:lnTo>
                  <a:lnTo>
                    <a:pt x="231243" y="443130"/>
                  </a:lnTo>
                  <a:lnTo>
                    <a:pt x="230850" y="442892"/>
                  </a:lnTo>
                  <a:lnTo>
                    <a:pt x="229557" y="442126"/>
                  </a:lnTo>
                  <a:lnTo>
                    <a:pt x="227307" y="440791"/>
                  </a:lnTo>
                  <a:lnTo>
                    <a:pt x="223822" y="438725"/>
                  </a:lnTo>
                  <a:lnTo>
                    <a:pt x="218947" y="435834"/>
                  </a:lnTo>
                  <a:lnTo>
                    <a:pt x="215297" y="433671"/>
                  </a:lnTo>
                  <a:lnTo>
                    <a:pt x="212040" y="431740"/>
                  </a:lnTo>
                  <a:lnTo>
                    <a:pt x="211374" y="431366"/>
                  </a:lnTo>
                  <a:lnTo>
                    <a:pt x="203816" y="427127"/>
                  </a:lnTo>
                  <a:lnTo>
                    <a:pt x="192765" y="420836"/>
                  </a:lnTo>
                  <a:lnTo>
                    <a:pt x="178736" y="412851"/>
                  </a:lnTo>
                  <a:lnTo>
                    <a:pt x="177595" y="412202"/>
                  </a:lnTo>
                  <a:lnTo>
                    <a:pt x="168578" y="407363"/>
                  </a:lnTo>
                  <a:lnTo>
                    <a:pt x="168235" y="407179"/>
                  </a:lnTo>
                  <a:lnTo>
                    <a:pt x="157411" y="401371"/>
                  </a:lnTo>
                  <a:lnTo>
                    <a:pt x="113262" y="376170"/>
                  </a:lnTo>
                  <a:lnTo>
                    <a:pt x="112337" y="375642"/>
                  </a:lnTo>
                  <a:lnTo>
                    <a:pt x="97421" y="367128"/>
                  </a:lnTo>
                  <a:lnTo>
                    <a:pt x="82195" y="358875"/>
                  </a:lnTo>
                  <a:lnTo>
                    <a:pt x="81877" y="358703"/>
                  </a:lnTo>
                  <a:lnTo>
                    <a:pt x="81317" y="358400"/>
                  </a:lnTo>
                  <a:lnTo>
                    <a:pt x="71628" y="353148"/>
                  </a:lnTo>
                  <a:lnTo>
                    <a:pt x="26214" y="328135"/>
                  </a:lnTo>
                  <a:lnTo>
                    <a:pt x="20966" y="325453"/>
                  </a:lnTo>
                  <a:lnTo>
                    <a:pt x="0" y="314638"/>
                  </a:lnTo>
                  <a:lnTo>
                    <a:pt x="2750" y="305184"/>
                  </a:lnTo>
                  <a:lnTo>
                    <a:pt x="10319" y="290227"/>
                  </a:lnTo>
                  <a:lnTo>
                    <a:pt x="26214" y="273981"/>
                  </a:lnTo>
                  <a:lnTo>
                    <a:pt x="44562" y="260616"/>
                  </a:lnTo>
                  <a:lnTo>
                    <a:pt x="45752" y="259750"/>
                  </a:lnTo>
                  <a:lnTo>
                    <a:pt x="48164" y="257993"/>
                  </a:lnTo>
                  <a:lnTo>
                    <a:pt x="65138" y="245329"/>
                  </a:lnTo>
                  <a:lnTo>
                    <a:pt x="75622" y="237507"/>
                  </a:lnTo>
                  <a:lnTo>
                    <a:pt x="85644" y="230030"/>
                  </a:lnTo>
                  <a:lnTo>
                    <a:pt x="112948" y="209659"/>
                  </a:lnTo>
                  <a:lnTo>
                    <a:pt x="113295" y="209400"/>
                  </a:lnTo>
                  <a:lnTo>
                    <a:pt x="111804" y="207122"/>
                  </a:lnTo>
                  <a:lnTo>
                    <a:pt x="126127" y="192399"/>
                  </a:lnTo>
                  <a:lnTo>
                    <a:pt x="128295" y="190171"/>
                  </a:lnTo>
                  <a:lnTo>
                    <a:pt x="148083" y="168348"/>
                  </a:lnTo>
                  <a:lnTo>
                    <a:pt x="173831" y="139952"/>
                  </a:lnTo>
                  <a:lnTo>
                    <a:pt x="174399" y="140422"/>
                  </a:lnTo>
                  <a:lnTo>
                    <a:pt x="178559" y="143863"/>
                  </a:lnTo>
                  <a:lnTo>
                    <a:pt x="193029" y="155832"/>
                  </a:lnTo>
                  <a:lnTo>
                    <a:pt x="194237" y="156831"/>
                  </a:lnTo>
                  <a:lnTo>
                    <a:pt x="208570" y="168687"/>
                  </a:lnTo>
                  <a:lnTo>
                    <a:pt x="219027" y="177337"/>
                  </a:lnTo>
                  <a:lnTo>
                    <a:pt x="220544" y="178576"/>
                  </a:lnTo>
                  <a:lnTo>
                    <a:pt x="232227" y="165546"/>
                  </a:lnTo>
                  <a:lnTo>
                    <a:pt x="273056" y="120010"/>
                  </a:lnTo>
                  <a:lnTo>
                    <a:pt x="303910" y="85599"/>
                  </a:lnTo>
                  <a:lnTo>
                    <a:pt x="304068" y="85422"/>
                  </a:lnTo>
                  <a:lnTo>
                    <a:pt x="308587" y="80383"/>
                  </a:lnTo>
                  <a:lnTo>
                    <a:pt x="309200" y="79699"/>
                  </a:lnTo>
                  <a:lnTo>
                    <a:pt x="315816" y="71978"/>
                  </a:lnTo>
                  <a:lnTo>
                    <a:pt x="316761" y="70874"/>
                  </a:lnTo>
                  <a:lnTo>
                    <a:pt x="329678" y="55787"/>
                  </a:lnTo>
                  <a:lnTo>
                    <a:pt x="344820" y="38132"/>
                  </a:lnTo>
                  <a:lnTo>
                    <a:pt x="358015" y="20442"/>
                  </a:lnTo>
                  <a:lnTo>
                    <a:pt x="365272" y="29191"/>
                  </a:lnTo>
                  <a:lnTo>
                    <a:pt x="365849" y="29933"/>
                  </a:lnTo>
                  <a:lnTo>
                    <a:pt x="393768" y="0"/>
                  </a:lnTo>
                  <a:lnTo>
                    <a:pt x="409292" y="11965"/>
                  </a:lnTo>
                  <a:lnTo>
                    <a:pt x="410075" y="12569"/>
                  </a:lnTo>
                  <a:lnTo>
                    <a:pt x="421378" y="21322"/>
                  </a:lnTo>
                  <a:lnTo>
                    <a:pt x="421758" y="21617"/>
                  </a:lnTo>
                  <a:lnTo>
                    <a:pt x="422952" y="22541"/>
                  </a:lnTo>
                  <a:lnTo>
                    <a:pt x="423289" y="22802"/>
                  </a:lnTo>
                  <a:lnTo>
                    <a:pt x="418716" y="27713"/>
                  </a:lnTo>
                  <a:lnTo>
                    <a:pt x="408921" y="38232"/>
                  </a:lnTo>
                  <a:lnTo>
                    <a:pt x="401694" y="45812"/>
                  </a:lnTo>
                  <a:lnTo>
                    <a:pt x="389218" y="58898"/>
                  </a:lnTo>
                  <a:lnTo>
                    <a:pt x="389373" y="59097"/>
                  </a:lnTo>
                  <a:lnTo>
                    <a:pt x="396179" y="67843"/>
                  </a:lnTo>
                  <a:lnTo>
                    <a:pt x="400467" y="73354"/>
                  </a:lnTo>
                  <a:lnTo>
                    <a:pt x="401010" y="74052"/>
                  </a:lnTo>
                  <a:lnTo>
                    <a:pt x="416094" y="57301"/>
                  </a:lnTo>
                  <a:lnTo>
                    <a:pt x="424367" y="61933"/>
                  </a:lnTo>
                  <a:lnTo>
                    <a:pt x="433709" y="67163"/>
                  </a:lnTo>
                  <a:lnTo>
                    <a:pt x="434571" y="67646"/>
                  </a:lnTo>
                  <a:lnTo>
                    <a:pt x="418061" y="93716"/>
                  </a:lnTo>
                  <a:lnTo>
                    <a:pt x="408834" y="108392"/>
                  </a:lnTo>
                  <a:lnTo>
                    <a:pt x="430159" y="120309"/>
                  </a:lnTo>
                  <a:lnTo>
                    <a:pt x="431416" y="121012"/>
                  </a:lnTo>
                  <a:lnTo>
                    <a:pt x="450072" y="131437"/>
                  </a:lnTo>
                  <a:lnTo>
                    <a:pt x="467059" y="140930"/>
                  </a:lnTo>
                  <a:lnTo>
                    <a:pt x="467278" y="141053"/>
                  </a:lnTo>
                  <a:lnTo>
                    <a:pt x="469234" y="142145"/>
                  </a:lnTo>
                  <a:lnTo>
                    <a:pt x="470188" y="142539"/>
                  </a:lnTo>
                  <a:lnTo>
                    <a:pt x="478826" y="14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88046" y="2540344"/>
              <a:ext cx="557807" cy="437798"/>
            </a:xfrm>
            <a:custGeom>
              <a:avLst/>
              <a:pathLst>
                <a:path w="557807" h="437798">
                  <a:moveTo>
                    <a:pt x="325979" y="27633"/>
                  </a:moveTo>
                  <a:lnTo>
                    <a:pt x="341700" y="44008"/>
                  </a:lnTo>
                  <a:lnTo>
                    <a:pt x="360584" y="63677"/>
                  </a:lnTo>
                  <a:lnTo>
                    <a:pt x="362698" y="71813"/>
                  </a:lnTo>
                  <a:lnTo>
                    <a:pt x="363581" y="75211"/>
                  </a:lnTo>
                  <a:lnTo>
                    <a:pt x="363045" y="82597"/>
                  </a:lnTo>
                  <a:lnTo>
                    <a:pt x="355819" y="93049"/>
                  </a:lnTo>
                  <a:lnTo>
                    <a:pt x="353212" y="96819"/>
                  </a:lnTo>
                  <a:lnTo>
                    <a:pt x="349724" y="101865"/>
                  </a:lnTo>
                  <a:lnTo>
                    <a:pt x="347671" y="104834"/>
                  </a:lnTo>
                  <a:lnTo>
                    <a:pt x="342422" y="112427"/>
                  </a:lnTo>
                  <a:lnTo>
                    <a:pt x="343482" y="116372"/>
                  </a:lnTo>
                  <a:lnTo>
                    <a:pt x="345145" y="122562"/>
                  </a:lnTo>
                  <a:lnTo>
                    <a:pt x="346571" y="127391"/>
                  </a:lnTo>
                  <a:lnTo>
                    <a:pt x="346801" y="127399"/>
                  </a:lnTo>
                  <a:lnTo>
                    <a:pt x="347222" y="127413"/>
                  </a:lnTo>
                  <a:lnTo>
                    <a:pt x="347748" y="127430"/>
                  </a:lnTo>
                  <a:lnTo>
                    <a:pt x="352910" y="127591"/>
                  </a:lnTo>
                  <a:lnTo>
                    <a:pt x="354177" y="127247"/>
                  </a:lnTo>
                  <a:lnTo>
                    <a:pt x="354346" y="126305"/>
                  </a:lnTo>
                  <a:lnTo>
                    <a:pt x="354523" y="125316"/>
                  </a:lnTo>
                  <a:lnTo>
                    <a:pt x="354627" y="124735"/>
                  </a:lnTo>
                  <a:lnTo>
                    <a:pt x="354915" y="123125"/>
                  </a:lnTo>
                  <a:lnTo>
                    <a:pt x="355031" y="122474"/>
                  </a:lnTo>
                  <a:lnTo>
                    <a:pt x="355110" y="122035"/>
                  </a:lnTo>
                  <a:lnTo>
                    <a:pt x="355623" y="119165"/>
                  </a:lnTo>
                  <a:lnTo>
                    <a:pt x="356541" y="116512"/>
                  </a:lnTo>
                  <a:lnTo>
                    <a:pt x="357144" y="114769"/>
                  </a:lnTo>
                  <a:lnTo>
                    <a:pt x="357495" y="113629"/>
                  </a:lnTo>
                  <a:lnTo>
                    <a:pt x="357986" y="112037"/>
                  </a:lnTo>
                  <a:lnTo>
                    <a:pt x="358079" y="111733"/>
                  </a:lnTo>
                  <a:lnTo>
                    <a:pt x="358531" y="110802"/>
                  </a:lnTo>
                  <a:lnTo>
                    <a:pt x="358741" y="110368"/>
                  </a:lnTo>
                  <a:lnTo>
                    <a:pt x="358616" y="109718"/>
                  </a:lnTo>
                  <a:lnTo>
                    <a:pt x="358591" y="109109"/>
                  </a:lnTo>
                  <a:lnTo>
                    <a:pt x="358698" y="108909"/>
                  </a:lnTo>
                  <a:lnTo>
                    <a:pt x="359211" y="107958"/>
                  </a:lnTo>
                  <a:lnTo>
                    <a:pt x="359513" y="107397"/>
                  </a:lnTo>
                  <a:lnTo>
                    <a:pt x="359586" y="107261"/>
                  </a:lnTo>
                  <a:lnTo>
                    <a:pt x="359722" y="107009"/>
                  </a:lnTo>
                  <a:lnTo>
                    <a:pt x="360197" y="106127"/>
                  </a:lnTo>
                  <a:lnTo>
                    <a:pt x="360452" y="105790"/>
                  </a:lnTo>
                  <a:lnTo>
                    <a:pt x="361062" y="104982"/>
                  </a:lnTo>
                  <a:lnTo>
                    <a:pt x="361888" y="103888"/>
                  </a:lnTo>
                  <a:lnTo>
                    <a:pt x="362460" y="103131"/>
                  </a:lnTo>
                  <a:lnTo>
                    <a:pt x="363713" y="101471"/>
                  </a:lnTo>
                  <a:lnTo>
                    <a:pt x="364287" y="100711"/>
                  </a:lnTo>
                  <a:lnTo>
                    <a:pt x="364571" y="100176"/>
                  </a:lnTo>
                  <a:lnTo>
                    <a:pt x="364683" y="99964"/>
                  </a:lnTo>
                  <a:lnTo>
                    <a:pt x="366117" y="97259"/>
                  </a:lnTo>
                  <a:lnTo>
                    <a:pt x="366898" y="95787"/>
                  </a:lnTo>
                  <a:lnTo>
                    <a:pt x="367853" y="93984"/>
                  </a:lnTo>
                  <a:lnTo>
                    <a:pt x="371076" y="92766"/>
                  </a:lnTo>
                  <a:lnTo>
                    <a:pt x="373157" y="93291"/>
                  </a:lnTo>
                  <a:lnTo>
                    <a:pt x="378265" y="94675"/>
                  </a:lnTo>
                  <a:lnTo>
                    <a:pt x="380573" y="95261"/>
                  </a:lnTo>
                  <a:lnTo>
                    <a:pt x="381942" y="95608"/>
                  </a:lnTo>
                  <a:lnTo>
                    <a:pt x="382653" y="95787"/>
                  </a:lnTo>
                  <a:lnTo>
                    <a:pt x="387918" y="97106"/>
                  </a:lnTo>
                  <a:lnTo>
                    <a:pt x="388148" y="97259"/>
                  </a:lnTo>
                  <a:lnTo>
                    <a:pt x="389738" y="98321"/>
                  </a:lnTo>
                  <a:lnTo>
                    <a:pt x="389701" y="98614"/>
                  </a:lnTo>
                  <a:lnTo>
                    <a:pt x="388633" y="107261"/>
                  </a:lnTo>
                  <a:lnTo>
                    <a:pt x="388442" y="108808"/>
                  </a:lnTo>
                  <a:lnTo>
                    <a:pt x="388204" y="110732"/>
                  </a:lnTo>
                  <a:lnTo>
                    <a:pt x="388105" y="111534"/>
                  </a:lnTo>
                  <a:lnTo>
                    <a:pt x="387813" y="113898"/>
                  </a:lnTo>
                  <a:lnTo>
                    <a:pt x="387539" y="120237"/>
                  </a:lnTo>
                  <a:lnTo>
                    <a:pt x="387464" y="121988"/>
                  </a:lnTo>
                  <a:lnTo>
                    <a:pt x="387214" y="127775"/>
                  </a:lnTo>
                  <a:lnTo>
                    <a:pt x="386005" y="129859"/>
                  </a:lnTo>
                  <a:lnTo>
                    <a:pt x="385566" y="130616"/>
                  </a:lnTo>
                  <a:lnTo>
                    <a:pt x="385535" y="131224"/>
                  </a:lnTo>
                  <a:lnTo>
                    <a:pt x="385051" y="140901"/>
                  </a:lnTo>
                  <a:lnTo>
                    <a:pt x="385035" y="141221"/>
                  </a:lnTo>
                  <a:lnTo>
                    <a:pt x="384607" y="149762"/>
                  </a:lnTo>
                  <a:lnTo>
                    <a:pt x="384620" y="160059"/>
                  </a:lnTo>
                  <a:lnTo>
                    <a:pt x="384632" y="170763"/>
                  </a:lnTo>
                  <a:lnTo>
                    <a:pt x="384634" y="172280"/>
                  </a:lnTo>
                  <a:lnTo>
                    <a:pt x="384646" y="181744"/>
                  </a:lnTo>
                  <a:lnTo>
                    <a:pt x="384648" y="183767"/>
                  </a:lnTo>
                  <a:lnTo>
                    <a:pt x="384648" y="184034"/>
                  </a:lnTo>
                  <a:lnTo>
                    <a:pt x="384649" y="184379"/>
                  </a:lnTo>
                  <a:lnTo>
                    <a:pt x="384649" y="184913"/>
                  </a:lnTo>
                  <a:lnTo>
                    <a:pt x="385709" y="184933"/>
                  </a:lnTo>
                  <a:lnTo>
                    <a:pt x="386554" y="184949"/>
                  </a:lnTo>
                  <a:lnTo>
                    <a:pt x="388586" y="184987"/>
                  </a:lnTo>
                  <a:lnTo>
                    <a:pt x="389496" y="185004"/>
                  </a:lnTo>
                  <a:lnTo>
                    <a:pt x="392023" y="185051"/>
                  </a:lnTo>
                  <a:lnTo>
                    <a:pt x="396206" y="185130"/>
                  </a:lnTo>
                  <a:lnTo>
                    <a:pt x="399399" y="185190"/>
                  </a:lnTo>
                  <a:lnTo>
                    <a:pt x="404078" y="185278"/>
                  </a:lnTo>
                  <a:lnTo>
                    <a:pt x="404576" y="185287"/>
                  </a:lnTo>
                  <a:lnTo>
                    <a:pt x="405742" y="185309"/>
                  </a:lnTo>
                  <a:lnTo>
                    <a:pt x="406107" y="185316"/>
                  </a:lnTo>
                  <a:lnTo>
                    <a:pt x="406444" y="185322"/>
                  </a:lnTo>
                  <a:lnTo>
                    <a:pt x="406813" y="185329"/>
                  </a:lnTo>
                  <a:lnTo>
                    <a:pt x="407520" y="185342"/>
                  </a:lnTo>
                  <a:lnTo>
                    <a:pt x="411666" y="185420"/>
                  </a:lnTo>
                  <a:lnTo>
                    <a:pt x="414186" y="185467"/>
                  </a:lnTo>
                  <a:lnTo>
                    <a:pt x="427551" y="185718"/>
                  </a:lnTo>
                  <a:lnTo>
                    <a:pt x="430007" y="185745"/>
                  </a:lnTo>
                  <a:lnTo>
                    <a:pt x="433414" y="185782"/>
                  </a:lnTo>
                  <a:lnTo>
                    <a:pt x="435710" y="185807"/>
                  </a:lnTo>
                  <a:lnTo>
                    <a:pt x="440757" y="185862"/>
                  </a:lnTo>
                  <a:lnTo>
                    <a:pt x="445049" y="185909"/>
                  </a:lnTo>
                  <a:lnTo>
                    <a:pt x="447520" y="185936"/>
                  </a:lnTo>
                  <a:lnTo>
                    <a:pt x="451607" y="185981"/>
                  </a:lnTo>
                  <a:lnTo>
                    <a:pt x="457769" y="186048"/>
                  </a:lnTo>
                  <a:lnTo>
                    <a:pt x="462997" y="186106"/>
                  </a:lnTo>
                  <a:lnTo>
                    <a:pt x="469736" y="186179"/>
                  </a:lnTo>
                  <a:lnTo>
                    <a:pt x="470318" y="186186"/>
                  </a:lnTo>
                  <a:lnTo>
                    <a:pt x="475843" y="186246"/>
                  </a:lnTo>
                  <a:lnTo>
                    <a:pt x="481908" y="186312"/>
                  </a:lnTo>
                  <a:lnTo>
                    <a:pt x="486900" y="186367"/>
                  </a:lnTo>
                  <a:lnTo>
                    <a:pt x="489726" y="186398"/>
                  </a:lnTo>
                  <a:lnTo>
                    <a:pt x="498224" y="186491"/>
                  </a:lnTo>
                  <a:lnTo>
                    <a:pt x="507165" y="186589"/>
                  </a:lnTo>
                  <a:lnTo>
                    <a:pt x="509338" y="186581"/>
                  </a:lnTo>
                  <a:lnTo>
                    <a:pt x="534289" y="185363"/>
                  </a:lnTo>
                  <a:lnTo>
                    <a:pt x="536112" y="185274"/>
                  </a:lnTo>
                  <a:lnTo>
                    <a:pt x="539673" y="185100"/>
                  </a:lnTo>
                  <a:lnTo>
                    <a:pt x="546382" y="199677"/>
                  </a:lnTo>
                  <a:lnTo>
                    <a:pt x="557807" y="224497"/>
                  </a:lnTo>
                  <a:lnTo>
                    <a:pt x="555789" y="225733"/>
                  </a:lnTo>
                  <a:lnTo>
                    <a:pt x="550900" y="228726"/>
                  </a:lnTo>
                  <a:lnTo>
                    <a:pt x="549101" y="229828"/>
                  </a:lnTo>
                  <a:lnTo>
                    <a:pt x="544718" y="232512"/>
                  </a:lnTo>
                  <a:lnTo>
                    <a:pt x="535482" y="238166"/>
                  </a:lnTo>
                  <a:lnTo>
                    <a:pt x="520686" y="247225"/>
                  </a:lnTo>
                  <a:lnTo>
                    <a:pt x="518839" y="248450"/>
                  </a:lnTo>
                  <a:lnTo>
                    <a:pt x="516067" y="250289"/>
                  </a:lnTo>
                  <a:lnTo>
                    <a:pt x="512524" y="253142"/>
                  </a:lnTo>
                  <a:lnTo>
                    <a:pt x="511751" y="253865"/>
                  </a:lnTo>
                  <a:lnTo>
                    <a:pt x="511097" y="254477"/>
                  </a:lnTo>
                  <a:lnTo>
                    <a:pt x="509939" y="255560"/>
                  </a:lnTo>
                  <a:lnTo>
                    <a:pt x="509482" y="255949"/>
                  </a:lnTo>
                  <a:lnTo>
                    <a:pt x="505222" y="259570"/>
                  </a:lnTo>
                  <a:lnTo>
                    <a:pt x="504725" y="259869"/>
                  </a:lnTo>
                  <a:lnTo>
                    <a:pt x="502974" y="260922"/>
                  </a:lnTo>
                  <a:lnTo>
                    <a:pt x="500021" y="262138"/>
                  </a:lnTo>
                  <a:lnTo>
                    <a:pt x="495216" y="262589"/>
                  </a:lnTo>
                  <a:lnTo>
                    <a:pt x="486708" y="262318"/>
                  </a:lnTo>
                  <a:lnTo>
                    <a:pt x="479201" y="262165"/>
                  </a:lnTo>
                  <a:lnTo>
                    <a:pt x="467925" y="261934"/>
                  </a:lnTo>
                  <a:lnTo>
                    <a:pt x="467591" y="261928"/>
                  </a:lnTo>
                  <a:lnTo>
                    <a:pt x="467038" y="261916"/>
                  </a:lnTo>
                  <a:lnTo>
                    <a:pt x="465238" y="261879"/>
                  </a:lnTo>
                  <a:lnTo>
                    <a:pt x="454205" y="261654"/>
                  </a:lnTo>
                  <a:lnTo>
                    <a:pt x="452420" y="261617"/>
                  </a:lnTo>
                  <a:lnTo>
                    <a:pt x="446748" y="261501"/>
                  </a:lnTo>
                  <a:lnTo>
                    <a:pt x="446393" y="261494"/>
                  </a:lnTo>
                  <a:lnTo>
                    <a:pt x="446200" y="261490"/>
                  </a:lnTo>
                  <a:lnTo>
                    <a:pt x="433442" y="261229"/>
                  </a:lnTo>
                  <a:lnTo>
                    <a:pt x="425994" y="261077"/>
                  </a:lnTo>
                  <a:lnTo>
                    <a:pt x="416840" y="260890"/>
                  </a:lnTo>
                  <a:lnTo>
                    <a:pt x="405070" y="260649"/>
                  </a:lnTo>
                  <a:lnTo>
                    <a:pt x="404313" y="260634"/>
                  </a:lnTo>
                  <a:lnTo>
                    <a:pt x="401573" y="260635"/>
                  </a:lnTo>
                  <a:lnTo>
                    <a:pt x="397025" y="260636"/>
                  </a:lnTo>
                  <a:lnTo>
                    <a:pt x="387900" y="260639"/>
                  </a:lnTo>
                  <a:lnTo>
                    <a:pt x="383030" y="260640"/>
                  </a:lnTo>
                  <a:lnTo>
                    <a:pt x="363233" y="260677"/>
                  </a:lnTo>
                  <a:lnTo>
                    <a:pt x="362325" y="260678"/>
                  </a:lnTo>
                  <a:lnTo>
                    <a:pt x="358827" y="260617"/>
                  </a:lnTo>
                  <a:lnTo>
                    <a:pt x="348590" y="260436"/>
                  </a:lnTo>
                  <a:lnTo>
                    <a:pt x="342074" y="260321"/>
                  </a:lnTo>
                  <a:lnTo>
                    <a:pt x="331290" y="260131"/>
                  </a:lnTo>
                  <a:lnTo>
                    <a:pt x="324563" y="260013"/>
                  </a:lnTo>
                  <a:lnTo>
                    <a:pt x="319967" y="259932"/>
                  </a:lnTo>
                  <a:lnTo>
                    <a:pt x="318244" y="293309"/>
                  </a:lnTo>
                  <a:lnTo>
                    <a:pt x="317013" y="317150"/>
                  </a:lnTo>
                  <a:lnTo>
                    <a:pt x="315191" y="352431"/>
                  </a:lnTo>
                  <a:lnTo>
                    <a:pt x="313083" y="352980"/>
                  </a:lnTo>
                  <a:lnTo>
                    <a:pt x="308607" y="354145"/>
                  </a:lnTo>
                  <a:lnTo>
                    <a:pt x="306042" y="354812"/>
                  </a:lnTo>
                  <a:lnTo>
                    <a:pt x="305471" y="354961"/>
                  </a:lnTo>
                  <a:lnTo>
                    <a:pt x="304996" y="355084"/>
                  </a:lnTo>
                  <a:lnTo>
                    <a:pt x="304469" y="355222"/>
                  </a:lnTo>
                  <a:lnTo>
                    <a:pt x="304101" y="355399"/>
                  </a:lnTo>
                  <a:lnTo>
                    <a:pt x="300856" y="356966"/>
                  </a:lnTo>
                  <a:lnTo>
                    <a:pt x="298224" y="358235"/>
                  </a:lnTo>
                  <a:lnTo>
                    <a:pt x="298027" y="358331"/>
                  </a:lnTo>
                  <a:lnTo>
                    <a:pt x="296147" y="359238"/>
                  </a:lnTo>
                  <a:lnTo>
                    <a:pt x="294974" y="359804"/>
                  </a:lnTo>
                  <a:lnTo>
                    <a:pt x="290519" y="363803"/>
                  </a:lnTo>
                  <a:lnTo>
                    <a:pt x="284161" y="369509"/>
                  </a:lnTo>
                  <a:lnTo>
                    <a:pt x="246196" y="412959"/>
                  </a:lnTo>
                  <a:lnTo>
                    <a:pt x="245543" y="413707"/>
                  </a:lnTo>
                  <a:lnTo>
                    <a:pt x="242891" y="416742"/>
                  </a:lnTo>
                  <a:lnTo>
                    <a:pt x="242566" y="417113"/>
                  </a:lnTo>
                  <a:lnTo>
                    <a:pt x="240115" y="419918"/>
                  </a:lnTo>
                  <a:lnTo>
                    <a:pt x="239702" y="420391"/>
                  </a:lnTo>
                  <a:lnTo>
                    <a:pt x="237737" y="422644"/>
                  </a:lnTo>
                  <a:lnTo>
                    <a:pt x="233642" y="427337"/>
                  </a:lnTo>
                  <a:lnTo>
                    <a:pt x="231412" y="429892"/>
                  </a:lnTo>
                  <a:lnTo>
                    <a:pt x="226538" y="433119"/>
                  </a:lnTo>
                  <a:lnTo>
                    <a:pt x="216805" y="436812"/>
                  </a:lnTo>
                  <a:lnTo>
                    <a:pt x="209262" y="436266"/>
                  </a:lnTo>
                  <a:lnTo>
                    <a:pt x="208851" y="436114"/>
                  </a:lnTo>
                  <a:lnTo>
                    <a:pt x="207831" y="435738"/>
                  </a:lnTo>
                  <a:lnTo>
                    <a:pt x="204839" y="434634"/>
                  </a:lnTo>
                  <a:lnTo>
                    <a:pt x="204222" y="434406"/>
                  </a:lnTo>
                  <a:lnTo>
                    <a:pt x="203823" y="434259"/>
                  </a:lnTo>
                  <a:lnTo>
                    <a:pt x="203180" y="434021"/>
                  </a:lnTo>
                  <a:lnTo>
                    <a:pt x="202982" y="433948"/>
                  </a:lnTo>
                  <a:lnTo>
                    <a:pt x="202455" y="433754"/>
                  </a:lnTo>
                  <a:lnTo>
                    <a:pt x="202195" y="433657"/>
                  </a:lnTo>
                  <a:lnTo>
                    <a:pt x="201824" y="433521"/>
                  </a:lnTo>
                  <a:lnTo>
                    <a:pt x="201627" y="433448"/>
                  </a:lnTo>
                  <a:lnTo>
                    <a:pt x="201288" y="433323"/>
                  </a:lnTo>
                  <a:lnTo>
                    <a:pt x="200846" y="433160"/>
                  </a:lnTo>
                  <a:lnTo>
                    <a:pt x="200710" y="433109"/>
                  </a:lnTo>
                  <a:lnTo>
                    <a:pt x="200401" y="432996"/>
                  </a:lnTo>
                  <a:lnTo>
                    <a:pt x="199848" y="432762"/>
                  </a:lnTo>
                  <a:lnTo>
                    <a:pt x="199574" y="432617"/>
                  </a:lnTo>
                  <a:lnTo>
                    <a:pt x="199253" y="432446"/>
                  </a:lnTo>
                  <a:lnTo>
                    <a:pt x="199097" y="432363"/>
                  </a:lnTo>
                  <a:lnTo>
                    <a:pt x="198793" y="432201"/>
                  </a:lnTo>
                  <a:lnTo>
                    <a:pt x="198391" y="431987"/>
                  </a:lnTo>
                  <a:lnTo>
                    <a:pt x="198198" y="431884"/>
                  </a:lnTo>
                  <a:lnTo>
                    <a:pt x="197835" y="431691"/>
                  </a:lnTo>
                  <a:lnTo>
                    <a:pt x="197645" y="431590"/>
                  </a:lnTo>
                  <a:lnTo>
                    <a:pt x="197357" y="431436"/>
                  </a:lnTo>
                  <a:lnTo>
                    <a:pt x="196638" y="431054"/>
                  </a:lnTo>
                  <a:lnTo>
                    <a:pt x="195549" y="430474"/>
                  </a:lnTo>
                  <a:lnTo>
                    <a:pt x="194872" y="430114"/>
                  </a:lnTo>
                  <a:lnTo>
                    <a:pt x="194554" y="429945"/>
                  </a:lnTo>
                  <a:lnTo>
                    <a:pt x="193941" y="429618"/>
                  </a:lnTo>
                  <a:lnTo>
                    <a:pt x="192758" y="428989"/>
                  </a:lnTo>
                  <a:lnTo>
                    <a:pt x="192302" y="428746"/>
                  </a:lnTo>
                  <a:lnTo>
                    <a:pt x="191886" y="428524"/>
                  </a:lnTo>
                  <a:lnTo>
                    <a:pt x="190301" y="427681"/>
                  </a:lnTo>
                  <a:lnTo>
                    <a:pt x="189615" y="427316"/>
                  </a:lnTo>
                  <a:lnTo>
                    <a:pt x="189153" y="427070"/>
                  </a:lnTo>
                  <a:lnTo>
                    <a:pt x="188884" y="426927"/>
                  </a:lnTo>
                  <a:lnTo>
                    <a:pt x="187942" y="426425"/>
                  </a:lnTo>
                  <a:lnTo>
                    <a:pt x="187629" y="426259"/>
                  </a:lnTo>
                  <a:lnTo>
                    <a:pt x="187070" y="425961"/>
                  </a:lnTo>
                  <a:lnTo>
                    <a:pt x="186745" y="425788"/>
                  </a:lnTo>
                  <a:lnTo>
                    <a:pt x="186446" y="425629"/>
                  </a:lnTo>
                  <a:lnTo>
                    <a:pt x="186059" y="425511"/>
                  </a:lnTo>
                  <a:lnTo>
                    <a:pt x="185743" y="425841"/>
                  </a:lnTo>
                  <a:lnTo>
                    <a:pt x="185549" y="426043"/>
                  </a:lnTo>
                  <a:lnTo>
                    <a:pt x="185040" y="426575"/>
                  </a:lnTo>
                  <a:lnTo>
                    <a:pt x="184784" y="426841"/>
                  </a:lnTo>
                  <a:lnTo>
                    <a:pt x="184509" y="427129"/>
                  </a:lnTo>
                  <a:lnTo>
                    <a:pt x="182582" y="429139"/>
                  </a:lnTo>
                  <a:lnTo>
                    <a:pt x="182343" y="429389"/>
                  </a:lnTo>
                  <a:lnTo>
                    <a:pt x="181274" y="430504"/>
                  </a:lnTo>
                  <a:lnTo>
                    <a:pt x="176022" y="435984"/>
                  </a:lnTo>
                  <a:lnTo>
                    <a:pt x="175783" y="436233"/>
                  </a:lnTo>
                  <a:lnTo>
                    <a:pt x="175026" y="437023"/>
                  </a:lnTo>
                  <a:lnTo>
                    <a:pt x="174449" y="437624"/>
                  </a:lnTo>
                  <a:lnTo>
                    <a:pt x="173896" y="437798"/>
                  </a:lnTo>
                  <a:lnTo>
                    <a:pt x="172541" y="436830"/>
                  </a:lnTo>
                  <a:lnTo>
                    <a:pt x="172077" y="436498"/>
                  </a:lnTo>
                  <a:lnTo>
                    <a:pt x="170777" y="435568"/>
                  </a:lnTo>
                  <a:lnTo>
                    <a:pt x="170463" y="435342"/>
                  </a:lnTo>
                  <a:lnTo>
                    <a:pt x="169824" y="434835"/>
                  </a:lnTo>
                  <a:lnTo>
                    <a:pt x="169125" y="434281"/>
                  </a:lnTo>
                  <a:lnTo>
                    <a:pt x="167188" y="432746"/>
                  </a:lnTo>
                  <a:lnTo>
                    <a:pt x="166488" y="432191"/>
                  </a:lnTo>
                  <a:lnTo>
                    <a:pt x="165628" y="431510"/>
                  </a:lnTo>
                  <a:lnTo>
                    <a:pt x="164418" y="430552"/>
                  </a:lnTo>
                  <a:lnTo>
                    <a:pt x="164048" y="430258"/>
                  </a:lnTo>
                  <a:lnTo>
                    <a:pt x="163511" y="429833"/>
                  </a:lnTo>
                  <a:lnTo>
                    <a:pt x="162838" y="429300"/>
                  </a:lnTo>
                  <a:lnTo>
                    <a:pt x="162628" y="429133"/>
                  </a:lnTo>
                  <a:lnTo>
                    <a:pt x="161824" y="428496"/>
                  </a:lnTo>
                  <a:lnTo>
                    <a:pt x="161516" y="428252"/>
                  </a:lnTo>
                  <a:lnTo>
                    <a:pt x="160637" y="427555"/>
                  </a:lnTo>
                  <a:lnTo>
                    <a:pt x="160398" y="427366"/>
                  </a:lnTo>
                  <a:lnTo>
                    <a:pt x="159021" y="426275"/>
                  </a:lnTo>
                  <a:lnTo>
                    <a:pt x="156555" y="424321"/>
                  </a:lnTo>
                  <a:lnTo>
                    <a:pt x="156001" y="423881"/>
                  </a:lnTo>
                  <a:lnTo>
                    <a:pt x="155144" y="423202"/>
                  </a:lnTo>
                  <a:lnTo>
                    <a:pt x="153692" y="422238"/>
                  </a:lnTo>
                  <a:lnTo>
                    <a:pt x="153251" y="421945"/>
                  </a:lnTo>
                  <a:lnTo>
                    <a:pt x="152847" y="421677"/>
                  </a:lnTo>
                  <a:lnTo>
                    <a:pt x="152039" y="421140"/>
                  </a:lnTo>
                  <a:lnTo>
                    <a:pt x="151578" y="420833"/>
                  </a:lnTo>
                  <a:lnTo>
                    <a:pt x="151133" y="420538"/>
                  </a:lnTo>
                  <a:lnTo>
                    <a:pt x="150714" y="420259"/>
                  </a:lnTo>
                  <a:lnTo>
                    <a:pt x="150461" y="420091"/>
                  </a:lnTo>
                  <a:lnTo>
                    <a:pt x="150179" y="419904"/>
                  </a:lnTo>
                  <a:lnTo>
                    <a:pt x="149980" y="419772"/>
                  </a:lnTo>
                  <a:lnTo>
                    <a:pt x="149656" y="419557"/>
                  </a:lnTo>
                  <a:lnTo>
                    <a:pt x="149385" y="419377"/>
                  </a:lnTo>
                  <a:lnTo>
                    <a:pt x="149167" y="419232"/>
                  </a:lnTo>
                  <a:lnTo>
                    <a:pt x="148358" y="418695"/>
                  </a:lnTo>
                  <a:lnTo>
                    <a:pt x="147834" y="418346"/>
                  </a:lnTo>
                  <a:lnTo>
                    <a:pt x="147563" y="418166"/>
                  </a:lnTo>
                  <a:lnTo>
                    <a:pt x="147327" y="418010"/>
                  </a:lnTo>
                  <a:lnTo>
                    <a:pt x="146686" y="417584"/>
                  </a:lnTo>
                  <a:lnTo>
                    <a:pt x="146172" y="417242"/>
                  </a:lnTo>
                  <a:lnTo>
                    <a:pt x="146003" y="417130"/>
                  </a:lnTo>
                  <a:lnTo>
                    <a:pt x="144500" y="416131"/>
                  </a:lnTo>
                  <a:lnTo>
                    <a:pt x="143849" y="415699"/>
                  </a:lnTo>
                  <a:lnTo>
                    <a:pt x="142743" y="414964"/>
                  </a:lnTo>
                  <a:lnTo>
                    <a:pt x="142595" y="414866"/>
                  </a:lnTo>
                  <a:lnTo>
                    <a:pt x="141668" y="414250"/>
                  </a:lnTo>
                  <a:lnTo>
                    <a:pt x="141528" y="414157"/>
                  </a:lnTo>
                  <a:lnTo>
                    <a:pt x="141166" y="413998"/>
                  </a:lnTo>
                  <a:lnTo>
                    <a:pt x="140996" y="413924"/>
                  </a:lnTo>
                  <a:lnTo>
                    <a:pt x="140664" y="413778"/>
                  </a:lnTo>
                  <a:lnTo>
                    <a:pt x="140302" y="413619"/>
                  </a:lnTo>
                  <a:lnTo>
                    <a:pt x="139948" y="413464"/>
                  </a:lnTo>
                  <a:lnTo>
                    <a:pt x="139812" y="413404"/>
                  </a:lnTo>
                  <a:lnTo>
                    <a:pt x="139431" y="413237"/>
                  </a:lnTo>
                  <a:lnTo>
                    <a:pt x="139061" y="413075"/>
                  </a:lnTo>
                  <a:lnTo>
                    <a:pt x="138891" y="413000"/>
                  </a:lnTo>
                  <a:lnTo>
                    <a:pt x="138599" y="412872"/>
                  </a:lnTo>
                  <a:lnTo>
                    <a:pt x="138274" y="412729"/>
                  </a:lnTo>
                  <a:lnTo>
                    <a:pt x="137995" y="412607"/>
                  </a:lnTo>
                  <a:lnTo>
                    <a:pt x="137720" y="412486"/>
                  </a:lnTo>
                  <a:lnTo>
                    <a:pt x="137006" y="412173"/>
                  </a:lnTo>
                  <a:lnTo>
                    <a:pt x="136464" y="411935"/>
                  </a:lnTo>
                  <a:lnTo>
                    <a:pt x="135939" y="411705"/>
                  </a:lnTo>
                  <a:lnTo>
                    <a:pt x="135077" y="411326"/>
                  </a:lnTo>
                  <a:lnTo>
                    <a:pt x="134626" y="411129"/>
                  </a:lnTo>
                  <a:lnTo>
                    <a:pt x="133572" y="410666"/>
                  </a:lnTo>
                  <a:lnTo>
                    <a:pt x="133437" y="410607"/>
                  </a:lnTo>
                  <a:lnTo>
                    <a:pt x="132632" y="410253"/>
                  </a:lnTo>
                  <a:lnTo>
                    <a:pt x="132214" y="410070"/>
                  </a:lnTo>
                  <a:lnTo>
                    <a:pt x="131271" y="409656"/>
                  </a:lnTo>
                  <a:lnTo>
                    <a:pt x="130969" y="409524"/>
                  </a:lnTo>
                  <a:lnTo>
                    <a:pt x="130466" y="409303"/>
                  </a:lnTo>
                  <a:lnTo>
                    <a:pt x="129889" y="409050"/>
                  </a:lnTo>
                  <a:lnTo>
                    <a:pt x="129673" y="408955"/>
                  </a:lnTo>
                  <a:lnTo>
                    <a:pt x="127716" y="408096"/>
                  </a:lnTo>
                  <a:lnTo>
                    <a:pt x="127358" y="407939"/>
                  </a:lnTo>
                  <a:lnTo>
                    <a:pt x="125529" y="407137"/>
                  </a:lnTo>
                  <a:lnTo>
                    <a:pt x="124912" y="406866"/>
                  </a:lnTo>
                  <a:lnTo>
                    <a:pt x="124313" y="406603"/>
                  </a:lnTo>
                  <a:lnTo>
                    <a:pt x="123361" y="406185"/>
                  </a:lnTo>
                  <a:lnTo>
                    <a:pt x="121862" y="405527"/>
                  </a:lnTo>
                  <a:lnTo>
                    <a:pt x="121108" y="405196"/>
                  </a:lnTo>
                  <a:lnTo>
                    <a:pt x="119635" y="404550"/>
                  </a:lnTo>
                  <a:lnTo>
                    <a:pt x="119469" y="404477"/>
                  </a:lnTo>
                  <a:lnTo>
                    <a:pt x="119095" y="404313"/>
                  </a:lnTo>
                  <a:lnTo>
                    <a:pt x="118159" y="403902"/>
                  </a:lnTo>
                  <a:lnTo>
                    <a:pt x="118001" y="403833"/>
                  </a:lnTo>
                  <a:lnTo>
                    <a:pt x="116854" y="403330"/>
                  </a:lnTo>
                  <a:lnTo>
                    <a:pt x="116321" y="403096"/>
                  </a:lnTo>
                  <a:lnTo>
                    <a:pt x="115547" y="402756"/>
                  </a:lnTo>
                  <a:lnTo>
                    <a:pt x="112979" y="401629"/>
                  </a:lnTo>
                  <a:lnTo>
                    <a:pt x="110576" y="400575"/>
                  </a:lnTo>
                  <a:lnTo>
                    <a:pt x="108530" y="399677"/>
                  </a:lnTo>
                  <a:lnTo>
                    <a:pt x="107271" y="399125"/>
                  </a:lnTo>
                  <a:lnTo>
                    <a:pt x="106342" y="398717"/>
                  </a:lnTo>
                  <a:lnTo>
                    <a:pt x="103062" y="397278"/>
                  </a:lnTo>
                  <a:lnTo>
                    <a:pt x="100387" y="396104"/>
                  </a:lnTo>
                  <a:lnTo>
                    <a:pt x="100186" y="396016"/>
                  </a:lnTo>
                  <a:lnTo>
                    <a:pt x="99704" y="395804"/>
                  </a:lnTo>
                  <a:lnTo>
                    <a:pt x="99254" y="395607"/>
                  </a:lnTo>
                  <a:lnTo>
                    <a:pt x="98200" y="395144"/>
                  </a:lnTo>
                  <a:lnTo>
                    <a:pt x="96892" y="394570"/>
                  </a:lnTo>
                  <a:lnTo>
                    <a:pt x="96722" y="394495"/>
                  </a:lnTo>
                  <a:lnTo>
                    <a:pt x="95553" y="393983"/>
                  </a:lnTo>
                  <a:lnTo>
                    <a:pt x="94929" y="393708"/>
                  </a:lnTo>
                  <a:lnTo>
                    <a:pt x="94118" y="393353"/>
                  </a:lnTo>
                  <a:lnTo>
                    <a:pt x="93777" y="393203"/>
                  </a:lnTo>
                  <a:lnTo>
                    <a:pt x="93423" y="393048"/>
                  </a:lnTo>
                  <a:lnTo>
                    <a:pt x="92650" y="392773"/>
                  </a:lnTo>
                  <a:lnTo>
                    <a:pt x="92516" y="392725"/>
                  </a:lnTo>
                  <a:lnTo>
                    <a:pt x="91075" y="392212"/>
                  </a:lnTo>
                  <a:lnTo>
                    <a:pt x="90115" y="391871"/>
                  </a:lnTo>
                  <a:lnTo>
                    <a:pt x="89155" y="391529"/>
                  </a:lnTo>
                  <a:lnTo>
                    <a:pt x="88632" y="391343"/>
                  </a:lnTo>
                  <a:lnTo>
                    <a:pt x="85831" y="390346"/>
                  </a:lnTo>
                  <a:lnTo>
                    <a:pt x="81935" y="388960"/>
                  </a:lnTo>
                  <a:lnTo>
                    <a:pt x="81343" y="388749"/>
                  </a:lnTo>
                  <a:lnTo>
                    <a:pt x="78360" y="387688"/>
                  </a:lnTo>
                  <a:lnTo>
                    <a:pt x="75934" y="386824"/>
                  </a:lnTo>
                  <a:lnTo>
                    <a:pt x="73021" y="385788"/>
                  </a:lnTo>
                  <a:lnTo>
                    <a:pt x="70943" y="385049"/>
                  </a:lnTo>
                  <a:lnTo>
                    <a:pt x="69244" y="384444"/>
                  </a:lnTo>
                  <a:lnTo>
                    <a:pt x="64168" y="382638"/>
                  </a:lnTo>
                  <a:lnTo>
                    <a:pt x="60995" y="381509"/>
                  </a:lnTo>
                  <a:lnTo>
                    <a:pt x="60043" y="381170"/>
                  </a:lnTo>
                  <a:lnTo>
                    <a:pt x="58187" y="380510"/>
                  </a:lnTo>
                  <a:lnTo>
                    <a:pt x="55345" y="379498"/>
                  </a:lnTo>
                  <a:lnTo>
                    <a:pt x="54729" y="379279"/>
                  </a:lnTo>
                  <a:lnTo>
                    <a:pt x="53847" y="378965"/>
                  </a:lnTo>
                  <a:lnTo>
                    <a:pt x="53606" y="378880"/>
                  </a:lnTo>
                  <a:lnTo>
                    <a:pt x="53436" y="378342"/>
                  </a:lnTo>
                  <a:lnTo>
                    <a:pt x="53286" y="377865"/>
                  </a:lnTo>
                  <a:lnTo>
                    <a:pt x="53151" y="377438"/>
                  </a:lnTo>
                  <a:lnTo>
                    <a:pt x="53103" y="377287"/>
                  </a:lnTo>
                  <a:lnTo>
                    <a:pt x="52899" y="376640"/>
                  </a:lnTo>
                  <a:lnTo>
                    <a:pt x="52490" y="376517"/>
                  </a:lnTo>
                  <a:lnTo>
                    <a:pt x="51794" y="376307"/>
                  </a:lnTo>
                  <a:lnTo>
                    <a:pt x="51322" y="376164"/>
                  </a:lnTo>
                  <a:lnTo>
                    <a:pt x="49454" y="375601"/>
                  </a:lnTo>
                  <a:lnTo>
                    <a:pt x="48905" y="375435"/>
                  </a:lnTo>
                  <a:lnTo>
                    <a:pt x="47344" y="374964"/>
                  </a:lnTo>
                  <a:lnTo>
                    <a:pt x="46549" y="374724"/>
                  </a:lnTo>
                  <a:lnTo>
                    <a:pt x="46407" y="374681"/>
                  </a:lnTo>
                  <a:lnTo>
                    <a:pt x="45555" y="374424"/>
                  </a:lnTo>
                  <a:lnTo>
                    <a:pt x="44822" y="374202"/>
                  </a:lnTo>
                  <a:lnTo>
                    <a:pt x="44446" y="374089"/>
                  </a:lnTo>
                  <a:lnTo>
                    <a:pt x="43226" y="373721"/>
                  </a:lnTo>
                  <a:lnTo>
                    <a:pt x="42011" y="373354"/>
                  </a:lnTo>
                  <a:lnTo>
                    <a:pt x="40437" y="372879"/>
                  </a:lnTo>
                  <a:lnTo>
                    <a:pt x="39357" y="372553"/>
                  </a:lnTo>
                  <a:lnTo>
                    <a:pt x="38685" y="372350"/>
                  </a:lnTo>
                  <a:lnTo>
                    <a:pt x="37719" y="372059"/>
                  </a:lnTo>
                  <a:lnTo>
                    <a:pt x="34528" y="371095"/>
                  </a:lnTo>
                  <a:lnTo>
                    <a:pt x="33168" y="370685"/>
                  </a:lnTo>
                  <a:lnTo>
                    <a:pt x="32604" y="370515"/>
                  </a:lnTo>
                  <a:lnTo>
                    <a:pt x="32405" y="370455"/>
                  </a:lnTo>
                  <a:lnTo>
                    <a:pt x="30923" y="370008"/>
                  </a:lnTo>
                  <a:lnTo>
                    <a:pt x="29492" y="369576"/>
                  </a:lnTo>
                  <a:lnTo>
                    <a:pt x="27741" y="369047"/>
                  </a:lnTo>
                  <a:lnTo>
                    <a:pt x="26681" y="368727"/>
                  </a:lnTo>
                  <a:lnTo>
                    <a:pt x="26175" y="368574"/>
                  </a:lnTo>
                  <a:lnTo>
                    <a:pt x="24296" y="368007"/>
                  </a:lnTo>
                  <a:lnTo>
                    <a:pt x="23561" y="367786"/>
                  </a:lnTo>
                  <a:lnTo>
                    <a:pt x="23353" y="367723"/>
                  </a:lnTo>
                  <a:lnTo>
                    <a:pt x="22848" y="367570"/>
                  </a:lnTo>
                  <a:lnTo>
                    <a:pt x="21927" y="367292"/>
                  </a:lnTo>
                  <a:lnTo>
                    <a:pt x="21778" y="367247"/>
                  </a:lnTo>
                  <a:lnTo>
                    <a:pt x="21279" y="367097"/>
                  </a:lnTo>
                  <a:lnTo>
                    <a:pt x="20411" y="366835"/>
                  </a:lnTo>
                  <a:lnTo>
                    <a:pt x="20230" y="366780"/>
                  </a:lnTo>
                  <a:lnTo>
                    <a:pt x="19341" y="366512"/>
                  </a:lnTo>
                  <a:lnTo>
                    <a:pt x="18989" y="366406"/>
                  </a:lnTo>
                  <a:lnTo>
                    <a:pt x="18824" y="366356"/>
                  </a:lnTo>
                  <a:lnTo>
                    <a:pt x="18270" y="366189"/>
                  </a:lnTo>
                  <a:lnTo>
                    <a:pt x="18076" y="366130"/>
                  </a:lnTo>
                  <a:lnTo>
                    <a:pt x="17747" y="366031"/>
                  </a:lnTo>
                  <a:lnTo>
                    <a:pt x="16873" y="365767"/>
                  </a:lnTo>
                  <a:lnTo>
                    <a:pt x="16667" y="365705"/>
                  </a:lnTo>
                  <a:lnTo>
                    <a:pt x="15373" y="365314"/>
                  </a:lnTo>
                  <a:lnTo>
                    <a:pt x="14259" y="364978"/>
                  </a:lnTo>
                  <a:lnTo>
                    <a:pt x="13999" y="364906"/>
                  </a:lnTo>
                  <a:lnTo>
                    <a:pt x="13035" y="364681"/>
                  </a:lnTo>
                  <a:lnTo>
                    <a:pt x="12798" y="364626"/>
                  </a:lnTo>
                  <a:lnTo>
                    <a:pt x="12188" y="364485"/>
                  </a:lnTo>
                  <a:lnTo>
                    <a:pt x="11883" y="364414"/>
                  </a:lnTo>
                  <a:lnTo>
                    <a:pt x="11360" y="364292"/>
                  </a:lnTo>
                  <a:lnTo>
                    <a:pt x="10861" y="364176"/>
                  </a:lnTo>
                  <a:lnTo>
                    <a:pt x="10643" y="364125"/>
                  </a:lnTo>
                  <a:lnTo>
                    <a:pt x="9568" y="363875"/>
                  </a:lnTo>
                  <a:lnTo>
                    <a:pt x="9412" y="363839"/>
                  </a:lnTo>
                  <a:lnTo>
                    <a:pt x="9175" y="363784"/>
                  </a:lnTo>
                  <a:lnTo>
                    <a:pt x="8104" y="363535"/>
                  </a:lnTo>
                  <a:lnTo>
                    <a:pt x="7889" y="363485"/>
                  </a:lnTo>
                  <a:lnTo>
                    <a:pt x="7200" y="363325"/>
                  </a:lnTo>
                  <a:lnTo>
                    <a:pt x="6914" y="363258"/>
                  </a:lnTo>
                  <a:lnTo>
                    <a:pt x="6186" y="363089"/>
                  </a:lnTo>
                  <a:lnTo>
                    <a:pt x="5857" y="363013"/>
                  </a:lnTo>
                  <a:lnTo>
                    <a:pt x="5241" y="362869"/>
                  </a:lnTo>
                  <a:lnTo>
                    <a:pt x="4559" y="362711"/>
                  </a:lnTo>
                  <a:lnTo>
                    <a:pt x="4005" y="362582"/>
                  </a:lnTo>
                  <a:lnTo>
                    <a:pt x="1128" y="361913"/>
                  </a:lnTo>
                  <a:lnTo>
                    <a:pt x="539" y="361776"/>
                  </a:lnTo>
                  <a:lnTo>
                    <a:pt x="380" y="361739"/>
                  </a:lnTo>
                  <a:lnTo>
                    <a:pt x="0" y="361647"/>
                  </a:lnTo>
                  <a:lnTo>
                    <a:pt x="283" y="360813"/>
                  </a:lnTo>
                  <a:lnTo>
                    <a:pt x="415" y="360424"/>
                  </a:lnTo>
                  <a:lnTo>
                    <a:pt x="1317" y="357767"/>
                  </a:lnTo>
                  <a:lnTo>
                    <a:pt x="3572" y="351131"/>
                  </a:lnTo>
                  <a:lnTo>
                    <a:pt x="5220" y="346276"/>
                  </a:lnTo>
                  <a:lnTo>
                    <a:pt x="5914" y="344234"/>
                  </a:lnTo>
                  <a:lnTo>
                    <a:pt x="9346" y="334129"/>
                  </a:lnTo>
                  <a:lnTo>
                    <a:pt x="10887" y="329952"/>
                  </a:lnTo>
                  <a:lnTo>
                    <a:pt x="11553" y="328146"/>
                  </a:lnTo>
                  <a:lnTo>
                    <a:pt x="12063" y="326763"/>
                  </a:lnTo>
                  <a:lnTo>
                    <a:pt x="12179" y="326449"/>
                  </a:lnTo>
                  <a:lnTo>
                    <a:pt x="15254" y="318115"/>
                  </a:lnTo>
                  <a:lnTo>
                    <a:pt x="15457" y="317563"/>
                  </a:lnTo>
                  <a:lnTo>
                    <a:pt x="18531" y="309958"/>
                  </a:lnTo>
                  <a:lnTo>
                    <a:pt x="23780" y="297279"/>
                  </a:lnTo>
                  <a:lnTo>
                    <a:pt x="24787" y="294847"/>
                  </a:lnTo>
                  <a:lnTo>
                    <a:pt x="25362" y="293460"/>
                  </a:lnTo>
                  <a:lnTo>
                    <a:pt x="28454" y="285989"/>
                  </a:lnTo>
                  <a:lnTo>
                    <a:pt x="29950" y="282376"/>
                  </a:lnTo>
                  <a:lnTo>
                    <a:pt x="34652" y="272535"/>
                  </a:lnTo>
                  <a:lnTo>
                    <a:pt x="34737" y="272358"/>
                  </a:lnTo>
                  <a:lnTo>
                    <a:pt x="39873" y="262263"/>
                  </a:lnTo>
                  <a:lnTo>
                    <a:pt x="43627" y="254884"/>
                  </a:lnTo>
                  <a:lnTo>
                    <a:pt x="43854" y="254462"/>
                  </a:lnTo>
                  <a:lnTo>
                    <a:pt x="45397" y="251599"/>
                  </a:lnTo>
                  <a:lnTo>
                    <a:pt x="50189" y="242705"/>
                  </a:lnTo>
                  <a:lnTo>
                    <a:pt x="52647" y="238143"/>
                  </a:lnTo>
                  <a:lnTo>
                    <a:pt x="53404" y="236740"/>
                  </a:lnTo>
                  <a:lnTo>
                    <a:pt x="56620" y="230769"/>
                  </a:lnTo>
                  <a:lnTo>
                    <a:pt x="57226" y="229661"/>
                  </a:lnTo>
                  <a:lnTo>
                    <a:pt x="57468" y="229218"/>
                  </a:lnTo>
                  <a:lnTo>
                    <a:pt x="64341" y="216637"/>
                  </a:lnTo>
                  <a:lnTo>
                    <a:pt x="68976" y="208153"/>
                  </a:lnTo>
                  <a:lnTo>
                    <a:pt x="69158" y="207820"/>
                  </a:lnTo>
                  <a:lnTo>
                    <a:pt x="75084" y="196918"/>
                  </a:lnTo>
                  <a:lnTo>
                    <a:pt x="77505" y="192463"/>
                  </a:lnTo>
                  <a:lnTo>
                    <a:pt x="80872" y="186269"/>
                  </a:lnTo>
                  <a:lnTo>
                    <a:pt x="81180" y="185698"/>
                  </a:lnTo>
                  <a:lnTo>
                    <a:pt x="82511" y="183152"/>
                  </a:lnTo>
                  <a:lnTo>
                    <a:pt x="84718" y="178932"/>
                  </a:lnTo>
                  <a:lnTo>
                    <a:pt x="94604" y="160023"/>
                  </a:lnTo>
                  <a:lnTo>
                    <a:pt x="96586" y="156232"/>
                  </a:lnTo>
                  <a:lnTo>
                    <a:pt x="97972" y="153582"/>
                  </a:lnTo>
                  <a:lnTo>
                    <a:pt x="99342" y="150961"/>
                  </a:lnTo>
                  <a:lnTo>
                    <a:pt x="104149" y="141769"/>
                  </a:lnTo>
                  <a:lnTo>
                    <a:pt x="111575" y="128083"/>
                  </a:lnTo>
                  <a:lnTo>
                    <a:pt x="111671" y="127906"/>
                  </a:lnTo>
                  <a:lnTo>
                    <a:pt x="114575" y="122364"/>
                  </a:lnTo>
                  <a:lnTo>
                    <a:pt x="121029" y="110046"/>
                  </a:lnTo>
                  <a:lnTo>
                    <a:pt x="130757" y="91479"/>
                  </a:lnTo>
                  <a:lnTo>
                    <a:pt x="131464" y="90128"/>
                  </a:lnTo>
                  <a:lnTo>
                    <a:pt x="132452" y="88243"/>
                  </a:lnTo>
                  <a:lnTo>
                    <a:pt x="141615" y="70758"/>
                  </a:lnTo>
                  <a:lnTo>
                    <a:pt x="147746" y="59056"/>
                  </a:lnTo>
                  <a:lnTo>
                    <a:pt x="149481" y="55806"/>
                  </a:lnTo>
                  <a:lnTo>
                    <a:pt x="149549" y="55679"/>
                  </a:lnTo>
                  <a:lnTo>
                    <a:pt x="150817" y="53303"/>
                  </a:lnTo>
                  <a:lnTo>
                    <a:pt x="153006" y="49203"/>
                  </a:lnTo>
                  <a:lnTo>
                    <a:pt x="155448" y="44630"/>
                  </a:lnTo>
                  <a:lnTo>
                    <a:pt x="159439" y="37154"/>
                  </a:lnTo>
                  <a:lnTo>
                    <a:pt x="160595" y="35281"/>
                  </a:lnTo>
                  <a:lnTo>
                    <a:pt x="163084" y="31249"/>
                  </a:lnTo>
                  <a:lnTo>
                    <a:pt x="163168" y="31113"/>
                  </a:lnTo>
                  <a:lnTo>
                    <a:pt x="165535" y="27279"/>
                  </a:lnTo>
                  <a:lnTo>
                    <a:pt x="170587" y="20565"/>
                  </a:lnTo>
                  <a:lnTo>
                    <a:pt x="171193" y="19761"/>
                  </a:lnTo>
                  <a:lnTo>
                    <a:pt x="171623" y="19189"/>
                  </a:lnTo>
                  <a:lnTo>
                    <a:pt x="171959" y="19481"/>
                  </a:lnTo>
                  <a:lnTo>
                    <a:pt x="172282" y="19761"/>
                  </a:lnTo>
                  <a:lnTo>
                    <a:pt x="172511" y="19959"/>
                  </a:lnTo>
                  <a:lnTo>
                    <a:pt x="172902" y="20298"/>
                  </a:lnTo>
                  <a:lnTo>
                    <a:pt x="173388" y="20719"/>
                  </a:lnTo>
                  <a:lnTo>
                    <a:pt x="173631" y="20930"/>
                  </a:lnTo>
                  <a:lnTo>
                    <a:pt x="173782" y="21061"/>
                  </a:lnTo>
                  <a:lnTo>
                    <a:pt x="174832" y="21971"/>
                  </a:lnTo>
                  <a:lnTo>
                    <a:pt x="175661" y="22690"/>
                  </a:lnTo>
                  <a:lnTo>
                    <a:pt x="176310" y="23253"/>
                  </a:lnTo>
                  <a:lnTo>
                    <a:pt x="177308" y="24118"/>
                  </a:lnTo>
                  <a:lnTo>
                    <a:pt x="179377" y="25912"/>
                  </a:lnTo>
                  <a:lnTo>
                    <a:pt x="180133" y="26567"/>
                  </a:lnTo>
                  <a:lnTo>
                    <a:pt x="180827" y="27169"/>
                  </a:lnTo>
                  <a:lnTo>
                    <a:pt x="186776" y="32326"/>
                  </a:lnTo>
                  <a:lnTo>
                    <a:pt x="187888" y="33290"/>
                  </a:lnTo>
                  <a:lnTo>
                    <a:pt x="190706" y="35734"/>
                  </a:lnTo>
                  <a:lnTo>
                    <a:pt x="194041" y="33835"/>
                  </a:lnTo>
                  <a:lnTo>
                    <a:pt x="217580" y="20436"/>
                  </a:lnTo>
                  <a:lnTo>
                    <a:pt x="227576" y="14584"/>
                  </a:lnTo>
                  <a:lnTo>
                    <a:pt x="233805" y="11822"/>
                  </a:lnTo>
                  <a:lnTo>
                    <a:pt x="252497" y="2542"/>
                  </a:lnTo>
                  <a:lnTo>
                    <a:pt x="263852" y="0"/>
                  </a:lnTo>
                  <a:lnTo>
                    <a:pt x="272668" y="246"/>
                  </a:lnTo>
                  <a:lnTo>
                    <a:pt x="282340" y="1429"/>
                  </a:lnTo>
                  <a:lnTo>
                    <a:pt x="291304" y="6344"/>
                  </a:lnTo>
                  <a:lnTo>
                    <a:pt x="313857" y="19973"/>
                  </a:lnTo>
                  <a:lnTo>
                    <a:pt x="316987" y="21951"/>
                  </a:lnTo>
                  <a:lnTo>
                    <a:pt x="317820" y="2247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1001" y="2805489"/>
              <a:ext cx="368384" cy="365119"/>
            </a:xfrm>
            <a:custGeom>
              <a:avLst/>
              <a:pathLst>
                <a:path w="368384" h="365119">
                  <a:moveTo>
                    <a:pt x="158601" y="269781"/>
                  </a:moveTo>
                  <a:lnTo>
                    <a:pt x="158144" y="270213"/>
                  </a:lnTo>
                  <a:lnTo>
                    <a:pt x="154693" y="273468"/>
                  </a:lnTo>
                  <a:lnTo>
                    <a:pt x="149633" y="272246"/>
                  </a:lnTo>
                  <a:lnTo>
                    <a:pt x="148557" y="272053"/>
                  </a:lnTo>
                  <a:lnTo>
                    <a:pt x="147472" y="271930"/>
                  </a:lnTo>
                  <a:lnTo>
                    <a:pt x="146049" y="271877"/>
                  </a:lnTo>
                  <a:lnTo>
                    <a:pt x="144628" y="271944"/>
                  </a:lnTo>
                  <a:lnTo>
                    <a:pt x="143216" y="272130"/>
                  </a:lnTo>
                  <a:lnTo>
                    <a:pt x="141825" y="272436"/>
                  </a:lnTo>
                  <a:lnTo>
                    <a:pt x="140755" y="272757"/>
                  </a:lnTo>
                  <a:lnTo>
                    <a:pt x="139709" y="273147"/>
                  </a:lnTo>
                  <a:lnTo>
                    <a:pt x="138690" y="273607"/>
                  </a:lnTo>
                  <a:lnTo>
                    <a:pt x="137702" y="274132"/>
                  </a:lnTo>
                  <a:lnTo>
                    <a:pt x="127551" y="280641"/>
                  </a:lnTo>
                  <a:lnTo>
                    <a:pt x="128424" y="287485"/>
                  </a:lnTo>
                  <a:lnTo>
                    <a:pt x="131080" y="288624"/>
                  </a:lnTo>
                  <a:lnTo>
                    <a:pt x="131609" y="295621"/>
                  </a:lnTo>
                  <a:lnTo>
                    <a:pt x="131875" y="299144"/>
                  </a:lnTo>
                  <a:lnTo>
                    <a:pt x="134537" y="299607"/>
                  </a:lnTo>
                  <a:lnTo>
                    <a:pt x="133931" y="307652"/>
                  </a:lnTo>
                  <a:lnTo>
                    <a:pt x="120492" y="303055"/>
                  </a:lnTo>
                  <a:lnTo>
                    <a:pt x="117910" y="302172"/>
                  </a:lnTo>
                  <a:lnTo>
                    <a:pt x="115456" y="303195"/>
                  </a:lnTo>
                  <a:lnTo>
                    <a:pt x="106329" y="301736"/>
                  </a:lnTo>
                  <a:lnTo>
                    <a:pt x="98009" y="304326"/>
                  </a:lnTo>
                  <a:lnTo>
                    <a:pt x="93036" y="307515"/>
                  </a:lnTo>
                  <a:lnTo>
                    <a:pt x="90226" y="311395"/>
                  </a:lnTo>
                  <a:lnTo>
                    <a:pt x="85713" y="323191"/>
                  </a:lnTo>
                  <a:lnTo>
                    <a:pt x="88407" y="332341"/>
                  </a:lnTo>
                  <a:lnTo>
                    <a:pt x="92925" y="332679"/>
                  </a:lnTo>
                  <a:lnTo>
                    <a:pt x="92957" y="348178"/>
                  </a:lnTo>
                  <a:lnTo>
                    <a:pt x="91484" y="350964"/>
                  </a:lnTo>
                  <a:lnTo>
                    <a:pt x="87233" y="359002"/>
                  </a:lnTo>
                  <a:lnTo>
                    <a:pt x="83999" y="365119"/>
                  </a:lnTo>
                  <a:lnTo>
                    <a:pt x="59400" y="352447"/>
                  </a:lnTo>
                  <a:lnTo>
                    <a:pt x="47276" y="345118"/>
                  </a:lnTo>
                  <a:lnTo>
                    <a:pt x="39917" y="338590"/>
                  </a:lnTo>
                  <a:lnTo>
                    <a:pt x="28317" y="332527"/>
                  </a:lnTo>
                  <a:lnTo>
                    <a:pt x="28083" y="318496"/>
                  </a:lnTo>
                  <a:lnTo>
                    <a:pt x="25881" y="305718"/>
                  </a:lnTo>
                  <a:lnTo>
                    <a:pt x="30595" y="304553"/>
                  </a:lnTo>
                  <a:lnTo>
                    <a:pt x="31056" y="304438"/>
                  </a:lnTo>
                  <a:lnTo>
                    <a:pt x="39000" y="302474"/>
                  </a:lnTo>
                  <a:lnTo>
                    <a:pt x="37905" y="297668"/>
                  </a:lnTo>
                  <a:lnTo>
                    <a:pt x="37003" y="293713"/>
                  </a:lnTo>
                  <a:lnTo>
                    <a:pt x="35462" y="286954"/>
                  </a:lnTo>
                  <a:lnTo>
                    <a:pt x="37937" y="285761"/>
                  </a:lnTo>
                  <a:lnTo>
                    <a:pt x="39289" y="285368"/>
                  </a:lnTo>
                  <a:lnTo>
                    <a:pt x="43348" y="284187"/>
                  </a:lnTo>
                  <a:lnTo>
                    <a:pt x="46489" y="283274"/>
                  </a:lnTo>
                  <a:lnTo>
                    <a:pt x="49300" y="281178"/>
                  </a:lnTo>
                  <a:lnTo>
                    <a:pt x="50736" y="280107"/>
                  </a:lnTo>
                  <a:lnTo>
                    <a:pt x="52649" y="278731"/>
                  </a:lnTo>
                  <a:lnTo>
                    <a:pt x="58855" y="274264"/>
                  </a:lnTo>
                  <a:lnTo>
                    <a:pt x="63426" y="270974"/>
                  </a:lnTo>
                  <a:lnTo>
                    <a:pt x="63780" y="270718"/>
                  </a:lnTo>
                  <a:lnTo>
                    <a:pt x="66569" y="268214"/>
                  </a:lnTo>
                  <a:lnTo>
                    <a:pt x="66950" y="267872"/>
                  </a:lnTo>
                  <a:lnTo>
                    <a:pt x="70577" y="264616"/>
                  </a:lnTo>
                  <a:lnTo>
                    <a:pt x="71781" y="263535"/>
                  </a:lnTo>
                  <a:lnTo>
                    <a:pt x="74284" y="261251"/>
                  </a:lnTo>
                  <a:lnTo>
                    <a:pt x="79029" y="254648"/>
                  </a:lnTo>
                  <a:lnTo>
                    <a:pt x="80680" y="252350"/>
                  </a:lnTo>
                  <a:lnTo>
                    <a:pt x="85451" y="245711"/>
                  </a:lnTo>
                  <a:lnTo>
                    <a:pt x="86042" y="244889"/>
                  </a:lnTo>
                  <a:lnTo>
                    <a:pt x="86489" y="238068"/>
                  </a:lnTo>
                  <a:lnTo>
                    <a:pt x="86485" y="237903"/>
                  </a:lnTo>
                  <a:lnTo>
                    <a:pt x="84884" y="236812"/>
                  </a:lnTo>
                  <a:lnTo>
                    <a:pt x="76391" y="231025"/>
                  </a:lnTo>
                  <a:lnTo>
                    <a:pt x="78491" y="227493"/>
                  </a:lnTo>
                  <a:lnTo>
                    <a:pt x="77761" y="226760"/>
                  </a:lnTo>
                  <a:lnTo>
                    <a:pt x="94250" y="213530"/>
                  </a:lnTo>
                  <a:lnTo>
                    <a:pt x="103709" y="205939"/>
                  </a:lnTo>
                  <a:lnTo>
                    <a:pt x="114186" y="197532"/>
                  </a:lnTo>
                  <a:lnTo>
                    <a:pt x="120019" y="192852"/>
                  </a:lnTo>
                  <a:lnTo>
                    <a:pt x="119914" y="192724"/>
                  </a:lnTo>
                  <a:lnTo>
                    <a:pt x="118854" y="191430"/>
                  </a:lnTo>
                  <a:lnTo>
                    <a:pt x="118502" y="190999"/>
                  </a:lnTo>
                  <a:lnTo>
                    <a:pt x="103374" y="172529"/>
                  </a:lnTo>
                  <a:lnTo>
                    <a:pt x="103131" y="172231"/>
                  </a:lnTo>
                  <a:lnTo>
                    <a:pt x="88687" y="154595"/>
                  </a:lnTo>
                  <a:lnTo>
                    <a:pt x="87779" y="153606"/>
                  </a:lnTo>
                  <a:lnTo>
                    <a:pt x="86561" y="154626"/>
                  </a:lnTo>
                  <a:lnTo>
                    <a:pt x="69279" y="169104"/>
                  </a:lnTo>
                  <a:lnTo>
                    <a:pt x="51123" y="146324"/>
                  </a:lnTo>
                  <a:lnTo>
                    <a:pt x="38408" y="130370"/>
                  </a:lnTo>
                  <a:lnTo>
                    <a:pt x="44230" y="124998"/>
                  </a:lnTo>
                  <a:lnTo>
                    <a:pt x="39487" y="117427"/>
                  </a:lnTo>
                  <a:lnTo>
                    <a:pt x="35680" y="111352"/>
                  </a:lnTo>
                  <a:lnTo>
                    <a:pt x="34543" y="109538"/>
                  </a:lnTo>
                  <a:lnTo>
                    <a:pt x="29875" y="102087"/>
                  </a:lnTo>
                  <a:lnTo>
                    <a:pt x="22311" y="90016"/>
                  </a:lnTo>
                  <a:lnTo>
                    <a:pt x="13291" y="75620"/>
                  </a:lnTo>
                  <a:lnTo>
                    <a:pt x="0" y="54394"/>
                  </a:lnTo>
                  <a:lnTo>
                    <a:pt x="1429" y="53495"/>
                  </a:lnTo>
                  <a:lnTo>
                    <a:pt x="18801" y="42958"/>
                  </a:lnTo>
                  <a:lnTo>
                    <a:pt x="35154" y="33039"/>
                  </a:lnTo>
                  <a:lnTo>
                    <a:pt x="38576" y="30964"/>
                  </a:lnTo>
                  <a:lnTo>
                    <a:pt x="59652" y="18180"/>
                  </a:lnTo>
                  <a:lnTo>
                    <a:pt x="65346" y="14726"/>
                  </a:lnTo>
                  <a:lnTo>
                    <a:pt x="89068" y="337"/>
                  </a:lnTo>
                  <a:lnTo>
                    <a:pt x="89625" y="0"/>
                  </a:lnTo>
                  <a:lnTo>
                    <a:pt x="90277" y="1115"/>
                  </a:lnTo>
                  <a:lnTo>
                    <a:pt x="91381" y="3002"/>
                  </a:lnTo>
                  <a:lnTo>
                    <a:pt x="92012" y="4081"/>
                  </a:lnTo>
                  <a:lnTo>
                    <a:pt x="93351" y="6372"/>
                  </a:lnTo>
                  <a:lnTo>
                    <a:pt x="102018" y="21196"/>
                  </a:lnTo>
                  <a:lnTo>
                    <a:pt x="105330" y="26861"/>
                  </a:lnTo>
                  <a:lnTo>
                    <a:pt x="105478" y="27142"/>
                  </a:lnTo>
                  <a:lnTo>
                    <a:pt x="109458" y="34689"/>
                  </a:lnTo>
                  <a:lnTo>
                    <a:pt x="111796" y="39123"/>
                  </a:lnTo>
                  <a:lnTo>
                    <a:pt x="117232" y="49433"/>
                  </a:lnTo>
                  <a:lnTo>
                    <a:pt x="118955" y="59296"/>
                  </a:lnTo>
                  <a:lnTo>
                    <a:pt x="119257" y="61023"/>
                  </a:lnTo>
                  <a:lnTo>
                    <a:pt x="121321" y="72834"/>
                  </a:lnTo>
                  <a:lnTo>
                    <a:pt x="123526" y="85454"/>
                  </a:lnTo>
                  <a:lnTo>
                    <a:pt x="133590" y="97766"/>
                  </a:lnTo>
                  <a:lnTo>
                    <a:pt x="142358" y="108493"/>
                  </a:lnTo>
                  <a:lnTo>
                    <a:pt x="157742" y="126802"/>
                  </a:lnTo>
                  <a:lnTo>
                    <a:pt x="159749" y="129193"/>
                  </a:lnTo>
                  <a:lnTo>
                    <a:pt x="174994" y="147352"/>
                  </a:lnTo>
                  <a:lnTo>
                    <a:pt x="175862" y="148480"/>
                  </a:lnTo>
                  <a:lnTo>
                    <a:pt x="194995" y="131865"/>
                  </a:lnTo>
                  <a:lnTo>
                    <a:pt x="195906" y="131074"/>
                  </a:lnTo>
                  <a:lnTo>
                    <a:pt x="194995" y="129904"/>
                  </a:lnTo>
                  <a:lnTo>
                    <a:pt x="194684" y="129504"/>
                  </a:lnTo>
                  <a:lnTo>
                    <a:pt x="194995" y="129225"/>
                  </a:lnTo>
                  <a:lnTo>
                    <a:pt x="206018" y="119340"/>
                  </a:lnTo>
                  <a:lnTo>
                    <a:pt x="212099" y="113886"/>
                  </a:lnTo>
                  <a:lnTo>
                    <a:pt x="213813" y="113265"/>
                  </a:lnTo>
                  <a:lnTo>
                    <a:pt x="215840" y="112918"/>
                  </a:lnTo>
                  <a:lnTo>
                    <a:pt x="218117" y="113965"/>
                  </a:lnTo>
                  <a:lnTo>
                    <a:pt x="221056" y="116753"/>
                  </a:lnTo>
                  <a:lnTo>
                    <a:pt x="227351" y="108159"/>
                  </a:lnTo>
                  <a:lnTo>
                    <a:pt x="227787" y="108442"/>
                  </a:lnTo>
                  <a:lnTo>
                    <a:pt x="232724" y="112551"/>
                  </a:lnTo>
                  <a:lnTo>
                    <a:pt x="233939" y="114029"/>
                  </a:lnTo>
                  <a:lnTo>
                    <a:pt x="234473" y="114678"/>
                  </a:lnTo>
                  <a:lnTo>
                    <a:pt x="236156" y="116860"/>
                  </a:lnTo>
                  <a:lnTo>
                    <a:pt x="237772" y="119094"/>
                  </a:lnTo>
                  <a:lnTo>
                    <a:pt x="239319" y="121379"/>
                  </a:lnTo>
                  <a:lnTo>
                    <a:pt x="240795" y="123713"/>
                  </a:lnTo>
                  <a:lnTo>
                    <a:pt x="242198" y="126092"/>
                  </a:lnTo>
                  <a:lnTo>
                    <a:pt x="243122" y="127774"/>
                  </a:lnTo>
                  <a:lnTo>
                    <a:pt x="243529" y="128515"/>
                  </a:lnTo>
                  <a:lnTo>
                    <a:pt x="244784" y="130979"/>
                  </a:lnTo>
                  <a:lnTo>
                    <a:pt x="249364" y="139272"/>
                  </a:lnTo>
                  <a:lnTo>
                    <a:pt x="249603" y="139703"/>
                  </a:lnTo>
                  <a:lnTo>
                    <a:pt x="252644" y="145210"/>
                  </a:lnTo>
                  <a:lnTo>
                    <a:pt x="256946" y="153048"/>
                  </a:lnTo>
                  <a:lnTo>
                    <a:pt x="260792" y="160054"/>
                  </a:lnTo>
                  <a:lnTo>
                    <a:pt x="261060" y="160435"/>
                  </a:lnTo>
                  <a:lnTo>
                    <a:pt x="268394" y="156133"/>
                  </a:lnTo>
                  <a:lnTo>
                    <a:pt x="267121" y="153845"/>
                  </a:lnTo>
                  <a:lnTo>
                    <a:pt x="247799" y="119097"/>
                  </a:lnTo>
                  <a:lnTo>
                    <a:pt x="244377" y="114585"/>
                  </a:lnTo>
                  <a:lnTo>
                    <a:pt x="240040" y="108901"/>
                  </a:lnTo>
                  <a:lnTo>
                    <a:pt x="239119" y="107793"/>
                  </a:lnTo>
                  <a:lnTo>
                    <a:pt x="238253" y="106638"/>
                  </a:lnTo>
                  <a:lnTo>
                    <a:pt x="237591" y="105667"/>
                  </a:lnTo>
                  <a:lnTo>
                    <a:pt x="236967" y="104669"/>
                  </a:lnTo>
                  <a:lnTo>
                    <a:pt x="236384" y="103646"/>
                  </a:lnTo>
                  <a:lnTo>
                    <a:pt x="235842" y="102599"/>
                  </a:lnTo>
                  <a:lnTo>
                    <a:pt x="241158" y="102464"/>
                  </a:lnTo>
                  <a:lnTo>
                    <a:pt x="242621" y="102970"/>
                  </a:lnTo>
                  <a:lnTo>
                    <a:pt x="244055" y="103556"/>
                  </a:lnTo>
                  <a:lnTo>
                    <a:pt x="245394" y="104188"/>
                  </a:lnTo>
                  <a:lnTo>
                    <a:pt x="246699" y="104889"/>
                  </a:lnTo>
                  <a:lnTo>
                    <a:pt x="247967" y="105658"/>
                  </a:lnTo>
                  <a:lnTo>
                    <a:pt x="249195" y="106493"/>
                  </a:lnTo>
                  <a:lnTo>
                    <a:pt x="250379" y="107391"/>
                  </a:lnTo>
                  <a:lnTo>
                    <a:pt x="251516" y="108350"/>
                  </a:lnTo>
                  <a:lnTo>
                    <a:pt x="252604" y="109367"/>
                  </a:lnTo>
                  <a:lnTo>
                    <a:pt x="253639" y="110441"/>
                  </a:lnTo>
                  <a:lnTo>
                    <a:pt x="255266" y="110617"/>
                  </a:lnTo>
                  <a:lnTo>
                    <a:pt x="256884" y="110857"/>
                  </a:lnTo>
                  <a:lnTo>
                    <a:pt x="258493" y="111160"/>
                  </a:lnTo>
                  <a:lnTo>
                    <a:pt x="260088" y="111526"/>
                  </a:lnTo>
                  <a:lnTo>
                    <a:pt x="261462" y="111894"/>
                  </a:lnTo>
                  <a:lnTo>
                    <a:pt x="262823" y="112309"/>
                  </a:lnTo>
                  <a:lnTo>
                    <a:pt x="267263" y="113845"/>
                  </a:lnTo>
                  <a:lnTo>
                    <a:pt x="267861" y="116246"/>
                  </a:lnTo>
                  <a:lnTo>
                    <a:pt x="269381" y="122357"/>
                  </a:lnTo>
                  <a:lnTo>
                    <a:pt x="271522" y="130957"/>
                  </a:lnTo>
                  <a:lnTo>
                    <a:pt x="277978" y="139865"/>
                  </a:lnTo>
                  <a:lnTo>
                    <a:pt x="284826" y="149313"/>
                  </a:lnTo>
                  <a:lnTo>
                    <a:pt x="288158" y="151124"/>
                  </a:lnTo>
                  <a:lnTo>
                    <a:pt x="297417" y="166352"/>
                  </a:lnTo>
                  <a:lnTo>
                    <a:pt x="300901" y="164375"/>
                  </a:lnTo>
                  <a:lnTo>
                    <a:pt x="292905" y="151367"/>
                  </a:lnTo>
                  <a:lnTo>
                    <a:pt x="288034" y="144068"/>
                  </a:lnTo>
                  <a:lnTo>
                    <a:pt x="276740" y="128182"/>
                  </a:lnTo>
                  <a:lnTo>
                    <a:pt x="275720" y="120929"/>
                  </a:lnTo>
                  <a:lnTo>
                    <a:pt x="284886" y="118864"/>
                  </a:lnTo>
                  <a:lnTo>
                    <a:pt x="287419" y="122234"/>
                  </a:lnTo>
                  <a:lnTo>
                    <a:pt x="305307" y="141179"/>
                  </a:lnTo>
                  <a:lnTo>
                    <a:pt x="304425" y="150866"/>
                  </a:lnTo>
                  <a:lnTo>
                    <a:pt x="306821" y="156202"/>
                  </a:lnTo>
                  <a:lnTo>
                    <a:pt x="308723" y="160441"/>
                  </a:lnTo>
                  <a:lnTo>
                    <a:pt x="305527" y="162468"/>
                  </a:lnTo>
                  <a:lnTo>
                    <a:pt x="310045" y="168438"/>
                  </a:lnTo>
                  <a:lnTo>
                    <a:pt x="315256" y="171972"/>
                  </a:lnTo>
                  <a:lnTo>
                    <a:pt x="319847" y="175085"/>
                  </a:lnTo>
                  <a:lnTo>
                    <a:pt x="322979" y="171972"/>
                  </a:lnTo>
                  <a:lnTo>
                    <a:pt x="324041" y="170916"/>
                  </a:lnTo>
                  <a:lnTo>
                    <a:pt x="325379" y="171972"/>
                  </a:lnTo>
                  <a:lnTo>
                    <a:pt x="331658" y="176928"/>
                  </a:lnTo>
                  <a:lnTo>
                    <a:pt x="328319" y="180384"/>
                  </a:lnTo>
                  <a:lnTo>
                    <a:pt x="335613" y="194119"/>
                  </a:lnTo>
                  <a:lnTo>
                    <a:pt x="335282" y="201328"/>
                  </a:lnTo>
                  <a:lnTo>
                    <a:pt x="330654" y="215971"/>
                  </a:lnTo>
                  <a:lnTo>
                    <a:pt x="330041" y="223751"/>
                  </a:lnTo>
                  <a:lnTo>
                    <a:pt x="329924" y="225227"/>
                  </a:lnTo>
                  <a:lnTo>
                    <a:pt x="329636" y="228886"/>
                  </a:lnTo>
                  <a:lnTo>
                    <a:pt x="325805" y="228700"/>
                  </a:lnTo>
                  <a:lnTo>
                    <a:pt x="328339" y="249538"/>
                  </a:lnTo>
                  <a:lnTo>
                    <a:pt x="325033" y="250214"/>
                  </a:lnTo>
                  <a:lnTo>
                    <a:pt x="329552" y="264969"/>
                  </a:lnTo>
                  <a:lnTo>
                    <a:pt x="341344" y="281189"/>
                  </a:lnTo>
                  <a:lnTo>
                    <a:pt x="361471" y="288828"/>
                  </a:lnTo>
                  <a:lnTo>
                    <a:pt x="362595" y="292543"/>
                  </a:lnTo>
                  <a:lnTo>
                    <a:pt x="366996" y="295474"/>
                  </a:lnTo>
                  <a:lnTo>
                    <a:pt x="367770" y="295990"/>
                  </a:lnTo>
                  <a:lnTo>
                    <a:pt x="368384" y="296399"/>
                  </a:lnTo>
                  <a:lnTo>
                    <a:pt x="366811" y="299315"/>
                  </a:lnTo>
                  <a:lnTo>
                    <a:pt x="364496" y="303606"/>
                  </a:lnTo>
                  <a:lnTo>
                    <a:pt x="362088" y="308069"/>
                  </a:lnTo>
                  <a:lnTo>
                    <a:pt x="361931" y="308359"/>
                  </a:lnTo>
                  <a:lnTo>
                    <a:pt x="360553" y="310914"/>
                  </a:lnTo>
                  <a:lnTo>
                    <a:pt x="359812" y="310578"/>
                  </a:lnTo>
                  <a:lnTo>
                    <a:pt x="356250" y="308962"/>
                  </a:lnTo>
                  <a:lnTo>
                    <a:pt x="355590" y="308440"/>
                  </a:lnTo>
                  <a:lnTo>
                    <a:pt x="349645" y="303734"/>
                  </a:lnTo>
                  <a:lnTo>
                    <a:pt x="334633" y="299143"/>
                  </a:lnTo>
                  <a:lnTo>
                    <a:pt x="332480" y="298337"/>
                  </a:lnTo>
                  <a:lnTo>
                    <a:pt x="325814" y="298010"/>
                  </a:lnTo>
                  <a:lnTo>
                    <a:pt x="314342" y="283268"/>
                  </a:lnTo>
                  <a:lnTo>
                    <a:pt x="297239" y="261291"/>
                  </a:lnTo>
                  <a:lnTo>
                    <a:pt x="296669" y="261748"/>
                  </a:lnTo>
                  <a:lnTo>
                    <a:pt x="279790" y="275259"/>
                  </a:lnTo>
                  <a:lnTo>
                    <a:pt x="282450" y="278815"/>
                  </a:lnTo>
                  <a:lnTo>
                    <a:pt x="283242" y="279874"/>
                  </a:lnTo>
                  <a:lnTo>
                    <a:pt x="274503" y="287016"/>
                  </a:lnTo>
                  <a:lnTo>
                    <a:pt x="265374" y="294475"/>
                  </a:lnTo>
                  <a:lnTo>
                    <a:pt x="263488" y="293093"/>
                  </a:lnTo>
                  <a:lnTo>
                    <a:pt x="260805" y="291126"/>
                  </a:lnTo>
                  <a:lnTo>
                    <a:pt x="251521" y="285652"/>
                  </a:lnTo>
                  <a:lnTo>
                    <a:pt x="244949" y="282027"/>
                  </a:lnTo>
                  <a:lnTo>
                    <a:pt x="242842" y="280865"/>
                  </a:lnTo>
                  <a:lnTo>
                    <a:pt x="233613" y="277908"/>
                  </a:lnTo>
                  <a:lnTo>
                    <a:pt x="219700" y="274106"/>
                  </a:lnTo>
                  <a:lnTo>
                    <a:pt x="215334" y="273022"/>
                  </a:lnTo>
                  <a:lnTo>
                    <a:pt x="203603" y="270109"/>
                  </a:lnTo>
                  <a:lnTo>
                    <a:pt x="187014" y="267899"/>
                  </a:lnTo>
                  <a:lnTo>
                    <a:pt x="180985" y="267537"/>
                  </a:lnTo>
                  <a:lnTo>
                    <a:pt x="166330" y="266656"/>
                  </a:lnTo>
                  <a:lnTo>
                    <a:pt x="164773" y="265844"/>
                  </a:lnTo>
                  <a:lnTo>
                    <a:pt x="163238" y="265045"/>
                  </a:lnTo>
                  <a:lnTo>
                    <a:pt x="161902" y="266558"/>
                  </a:lnTo>
                  <a:lnTo>
                    <a:pt x="161730" y="266753"/>
                  </a:lnTo>
                  <a:lnTo>
                    <a:pt x="161359" y="267117"/>
                  </a:lnTo>
                  <a:lnTo>
                    <a:pt x="159937" y="268511"/>
                  </a:lnTo>
                  <a:lnTo>
                    <a:pt x="159643" y="268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447693" y="2801170"/>
              <a:ext cx="464896" cy="649818"/>
            </a:xfrm>
            <a:custGeom>
              <a:avLst/>
              <a:pathLst>
                <a:path w="464896" h="649818">
                  <a:moveTo>
                    <a:pt x="464896" y="72954"/>
                  </a:moveTo>
                  <a:lnTo>
                    <a:pt x="464511" y="73664"/>
                  </a:lnTo>
                  <a:lnTo>
                    <a:pt x="464388" y="73891"/>
                  </a:lnTo>
                  <a:lnTo>
                    <a:pt x="464198" y="74243"/>
                  </a:lnTo>
                  <a:lnTo>
                    <a:pt x="464100" y="74424"/>
                  </a:lnTo>
                  <a:lnTo>
                    <a:pt x="463811" y="74957"/>
                  </a:lnTo>
                  <a:lnTo>
                    <a:pt x="463556" y="75429"/>
                  </a:lnTo>
                  <a:lnTo>
                    <a:pt x="449956" y="100544"/>
                  </a:lnTo>
                  <a:lnTo>
                    <a:pt x="448457" y="103312"/>
                  </a:lnTo>
                  <a:lnTo>
                    <a:pt x="447730" y="104655"/>
                  </a:lnTo>
                  <a:lnTo>
                    <a:pt x="431515" y="134600"/>
                  </a:lnTo>
                  <a:lnTo>
                    <a:pt x="429907" y="137569"/>
                  </a:lnTo>
                  <a:lnTo>
                    <a:pt x="429163" y="138944"/>
                  </a:lnTo>
                  <a:lnTo>
                    <a:pt x="428611" y="139963"/>
                  </a:lnTo>
                  <a:lnTo>
                    <a:pt x="415629" y="163937"/>
                  </a:lnTo>
                  <a:lnTo>
                    <a:pt x="413115" y="168579"/>
                  </a:lnTo>
                  <a:lnTo>
                    <a:pt x="412563" y="169600"/>
                  </a:lnTo>
                  <a:lnTo>
                    <a:pt x="412372" y="169952"/>
                  </a:lnTo>
                  <a:lnTo>
                    <a:pt x="401826" y="189184"/>
                  </a:lnTo>
                  <a:lnTo>
                    <a:pt x="389476" y="211706"/>
                  </a:lnTo>
                  <a:lnTo>
                    <a:pt x="374397" y="239204"/>
                  </a:lnTo>
                  <a:lnTo>
                    <a:pt x="361616" y="262513"/>
                  </a:lnTo>
                  <a:lnTo>
                    <a:pt x="345540" y="291830"/>
                  </a:lnTo>
                  <a:lnTo>
                    <a:pt x="335539" y="310068"/>
                  </a:lnTo>
                  <a:lnTo>
                    <a:pt x="334826" y="311367"/>
                  </a:lnTo>
                  <a:lnTo>
                    <a:pt x="337708" y="312990"/>
                  </a:lnTo>
                  <a:lnTo>
                    <a:pt x="334948" y="318974"/>
                  </a:lnTo>
                  <a:lnTo>
                    <a:pt x="327269" y="333347"/>
                  </a:lnTo>
                  <a:lnTo>
                    <a:pt x="327139" y="333591"/>
                  </a:lnTo>
                  <a:lnTo>
                    <a:pt x="316947" y="352666"/>
                  </a:lnTo>
                  <a:lnTo>
                    <a:pt x="315443" y="355480"/>
                  </a:lnTo>
                  <a:lnTo>
                    <a:pt x="307091" y="371113"/>
                  </a:lnTo>
                  <a:lnTo>
                    <a:pt x="305366" y="370194"/>
                  </a:lnTo>
                  <a:lnTo>
                    <a:pt x="277809" y="355505"/>
                  </a:lnTo>
                  <a:lnTo>
                    <a:pt x="254776" y="343227"/>
                  </a:lnTo>
                  <a:lnTo>
                    <a:pt x="254299" y="344100"/>
                  </a:lnTo>
                  <a:lnTo>
                    <a:pt x="253862" y="344899"/>
                  </a:lnTo>
                  <a:lnTo>
                    <a:pt x="242326" y="365999"/>
                  </a:lnTo>
                  <a:lnTo>
                    <a:pt x="239333" y="371474"/>
                  </a:lnTo>
                  <a:lnTo>
                    <a:pt x="230713" y="387241"/>
                  </a:lnTo>
                  <a:lnTo>
                    <a:pt x="229940" y="388656"/>
                  </a:lnTo>
                  <a:lnTo>
                    <a:pt x="223155" y="401066"/>
                  </a:lnTo>
                  <a:lnTo>
                    <a:pt x="217721" y="411078"/>
                  </a:lnTo>
                  <a:lnTo>
                    <a:pt x="212865" y="420024"/>
                  </a:lnTo>
                  <a:lnTo>
                    <a:pt x="187182" y="467346"/>
                  </a:lnTo>
                  <a:lnTo>
                    <a:pt x="183946" y="473307"/>
                  </a:lnTo>
                  <a:lnTo>
                    <a:pt x="170788" y="497550"/>
                  </a:lnTo>
                  <a:lnTo>
                    <a:pt x="161422" y="514806"/>
                  </a:lnTo>
                  <a:lnTo>
                    <a:pt x="160866" y="515832"/>
                  </a:lnTo>
                  <a:lnTo>
                    <a:pt x="158288" y="520582"/>
                  </a:lnTo>
                  <a:lnTo>
                    <a:pt x="136816" y="560143"/>
                  </a:lnTo>
                  <a:lnTo>
                    <a:pt x="130841" y="571153"/>
                  </a:lnTo>
                  <a:lnTo>
                    <a:pt x="129145" y="574277"/>
                  </a:lnTo>
                  <a:lnTo>
                    <a:pt x="124207" y="583375"/>
                  </a:lnTo>
                  <a:lnTo>
                    <a:pt x="100121" y="627753"/>
                  </a:lnTo>
                  <a:lnTo>
                    <a:pt x="92208" y="642332"/>
                  </a:lnTo>
                  <a:lnTo>
                    <a:pt x="91690" y="643287"/>
                  </a:lnTo>
                  <a:lnTo>
                    <a:pt x="91539" y="643565"/>
                  </a:lnTo>
                  <a:lnTo>
                    <a:pt x="89061" y="648131"/>
                  </a:lnTo>
                  <a:lnTo>
                    <a:pt x="88145" y="649818"/>
                  </a:lnTo>
                  <a:lnTo>
                    <a:pt x="48772" y="626262"/>
                  </a:lnTo>
                  <a:lnTo>
                    <a:pt x="36106" y="619381"/>
                  </a:lnTo>
                  <a:lnTo>
                    <a:pt x="1582" y="600625"/>
                  </a:lnTo>
                  <a:lnTo>
                    <a:pt x="0" y="599765"/>
                  </a:lnTo>
                  <a:lnTo>
                    <a:pt x="3255" y="595412"/>
                  </a:lnTo>
                  <a:lnTo>
                    <a:pt x="3655" y="594878"/>
                  </a:lnTo>
                  <a:lnTo>
                    <a:pt x="3910" y="594547"/>
                  </a:lnTo>
                  <a:lnTo>
                    <a:pt x="7408" y="590026"/>
                  </a:lnTo>
                  <a:lnTo>
                    <a:pt x="8610" y="588374"/>
                  </a:lnTo>
                  <a:lnTo>
                    <a:pt x="12044" y="583652"/>
                  </a:lnTo>
                  <a:lnTo>
                    <a:pt x="17618" y="574965"/>
                  </a:lnTo>
                  <a:lnTo>
                    <a:pt x="19881" y="571637"/>
                  </a:lnTo>
                  <a:lnTo>
                    <a:pt x="24475" y="564142"/>
                  </a:lnTo>
                  <a:lnTo>
                    <a:pt x="25896" y="561822"/>
                  </a:lnTo>
                  <a:lnTo>
                    <a:pt x="28490" y="557422"/>
                  </a:lnTo>
                  <a:lnTo>
                    <a:pt x="35946" y="543967"/>
                  </a:lnTo>
                  <a:lnTo>
                    <a:pt x="41681" y="533617"/>
                  </a:lnTo>
                  <a:lnTo>
                    <a:pt x="42034" y="532965"/>
                  </a:lnTo>
                  <a:lnTo>
                    <a:pt x="45181" y="527159"/>
                  </a:lnTo>
                  <a:lnTo>
                    <a:pt x="45669" y="526258"/>
                  </a:lnTo>
                  <a:lnTo>
                    <a:pt x="56693" y="505920"/>
                  </a:lnTo>
                  <a:lnTo>
                    <a:pt x="62228" y="495595"/>
                  </a:lnTo>
                  <a:lnTo>
                    <a:pt x="66499" y="487630"/>
                  </a:lnTo>
                  <a:lnTo>
                    <a:pt x="68889" y="483173"/>
                  </a:lnTo>
                  <a:lnTo>
                    <a:pt x="84799" y="453832"/>
                  </a:lnTo>
                  <a:lnTo>
                    <a:pt x="87070" y="449531"/>
                  </a:lnTo>
                  <a:lnTo>
                    <a:pt x="87444" y="448929"/>
                  </a:lnTo>
                  <a:lnTo>
                    <a:pt x="89529" y="445567"/>
                  </a:lnTo>
                  <a:lnTo>
                    <a:pt x="90214" y="444464"/>
                  </a:lnTo>
                  <a:lnTo>
                    <a:pt x="108359" y="410855"/>
                  </a:lnTo>
                  <a:lnTo>
                    <a:pt x="110888" y="406277"/>
                  </a:lnTo>
                  <a:lnTo>
                    <a:pt x="115690" y="397587"/>
                  </a:lnTo>
                  <a:lnTo>
                    <a:pt x="124671" y="381331"/>
                  </a:lnTo>
                  <a:lnTo>
                    <a:pt x="128512" y="374485"/>
                  </a:lnTo>
                  <a:lnTo>
                    <a:pt x="130950" y="370138"/>
                  </a:lnTo>
                  <a:lnTo>
                    <a:pt x="131041" y="369976"/>
                  </a:lnTo>
                  <a:lnTo>
                    <a:pt x="131503" y="369152"/>
                  </a:lnTo>
                  <a:lnTo>
                    <a:pt x="138874" y="356011"/>
                  </a:lnTo>
                  <a:lnTo>
                    <a:pt x="144155" y="346597"/>
                  </a:lnTo>
                  <a:lnTo>
                    <a:pt x="152706" y="330656"/>
                  </a:lnTo>
                  <a:lnTo>
                    <a:pt x="156107" y="324315"/>
                  </a:lnTo>
                  <a:lnTo>
                    <a:pt x="160945" y="315296"/>
                  </a:lnTo>
                  <a:lnTo>
                    <a:pt x="164583" y="308514"/>
                  </a:lnTo>
                  <a:lnTo>
                    <a:pt x="166811" y="304359"/>
                  </a:lnTo>
                  <a:lnTo>
                    <a:pt x="170549" y="297390"/>
                  </a:lnTo>
                  <a:lnTo>
                    <a:pt x="170853" y="296866"/>
                  </a:lnTo>
                  <a:lnTo>
                    <a:pt x="178880" y="283006"/>
                  </a:lnTo>
                  <a:lnTo>
                    <a:pt x="181750" y="278050"/>
                  </a:lnTo>
                  <a:lnTo>
                    <a:pt x="182217" y="277244"/>
                  </a:lnTo>
                  <a:lnTo>
                    <a:pt x="182431" y="276852"/>
                  </a:lnTo>
                  <a:lnTo>
                    <a:pt x="182576" y="276585"/>
                  </a:lnTo>
                  <a:lnTo>
                    <a:pt x="182816" y="276144"/>
                  </a:lnTo>
                  <a:lnTo>
                    <a:pt x="187122" y="268242"/>
                  </a:lnTo>
                  <a:lnTo>
                    <a:pt x="203287" y="238573"/>
                  </a:lnTo>
                  <a:lnTo>
                    <a:pt x="204611" y="236203"/>
                  </a:lnTo>
                  <a:lnTo>
                    <a:pt x="204964" y="235571"/>
                  </a:lnTo>
                  <a:lnTo>
                    <a:pt x="216142" y="215556"/>
                  </a:lnTo>
                  <a:lnTo>
                    <a:pt x="218645" y="211074"/>
                  </a:lnTo>
                  <a:lnTo>
                    <a:pt x="228176" y="193327"/>
                  </a:lnTo>
                  <a:lnTo>
                    <a:pt x="237614" y="175755"/>
                  </a:lnTo>
                  <a:lnTo>
                    <a:pt x="239008" y="173160"/>
                  </a:lnTo>
                  <a:lnTo>
                    <a:pt x="240608" y="170181"/>
                  </a:lnTo>
                  <a:lnTo>
                    <a:pt x="243730" y="164366"/>
                  </a:lnTo>
                  <a:lnTo>
                    <a:pt x="244399" y="163122"/>
                  </a:lnTo>
                  <a:lnTo>
                    <a:pt x="248542" y="155716"/>
                  </a:lnTo>
                  <a:lnTo>
                    <a:pt x="253473" y="146902"/>
                  </a:lnTo>
                  <a:lnTo>
                    <a:pt x="256519" y="141457"/>
                  </a:lnTo>
                  <a:lnTo>
                    <a:pt x="262091" y="131497"/>
                  </a:lnTo>
                  <a:lnTo>
                    <a:pt x="270074" y="117228"/>
                  </a:lnTo>
                  <a:lnTo>
                    <a:pt x="270811" y="115859"/>
                  </a:lnTo>
                  <a:lnTo>
                    <a:pt x="271236" y="115070"/>
                  </a:lnTo>
                  <a:lnTo>
                    <a:pt x="279321" y="100045"/>
                  </a:lnTo>
                  <a:lnTo>
                    <a:pt x="282653" y="93853"/>
                  </a:lnTo>
                  <a:lnTo>
                    <a:pt x="286713" y="86511"/>
                  </a:lnTo>
                  <a:lnTo>
                    <a:pt x="289902" y="80744"/>
                  </a:lnTo>
                  <a:lnTo>
                    <a:pt x="290085" y="80413"/>
                  </a:lnTo>
                  <a:lnTo>
                    <a:pt x="290195" y="80210"/>
                  </a:lnTo>
                  <a:lnTo>
                    <a:pt x="297661" y="66461"/>
                  </a:lnTo>
                  <a:lnTo>
                    <a:pt x="302719" y="57228"/>
                  </a:lnTo>
                  <a:lnTo>
                    <a:pt x="306474" y="50375"/>
                  </a:lnTo>
                  <a:lnTo>
                    <a:pt x="307817" y="47924"/>
                  </a:lnTo>
                  <a:lnTo>
                    <a:pt x="309802" y="44302"/>
                  </a:lnTo>
                  <a:lnTo>
                    <a:pt x="311668" y="40895"/>
                  </a:lnTo>
                  <a:lnTo>
                    <a:pt x="315875" y="32753"/>
                  </a:lnTo>
                  <a:lnTo>
                    <a:pt x="320155" y="24468"/>
                  </a:lnTo>
                  <a:lnTo>
                    <a:pt x="321559" y="21882"/>
                  </a:lnTo>
                  <a:lnTo>
                    <a:pt x="329818" y="6670"/>
                  </a:lnTo>
                  <a:lnTo>
                    <a:pt x="333439" y="0"/>
                  </a:lnTo>
                  <a:lnTo>
                    <a:pt x="335143" y="944"/>
                  </a:lnTo>
                  <a:lnTo>
                    <a:pt x="354673" y="11775"/>
                  </a:lnTo>
                  <a:lnTo>
                    <a:pt x="371769" y="21257"/>
                  </a:lnTo>
                  <a:lnTo>
                    <a:pt x="397888" y="35742"/>
                  </a:lnTo>
                  <a:lnTo>
                    <a:pt x="408378" y="41560"/>
                  </a:lnTo>
                  <a:lnTo>
                    <a:pt x="415083" y="45278"/>
                  </a:lnTo>
                  <a:lnTo>
                    <a:pt x="415930" y="45748"/>
                  </a:lnTo>
                  <a:lnTo>
                    <a:pt x="416084" y="45833"/>
                  </a:lnTo>
                  <a:lnTo>
                    <a:pt x="416680" y="46163"/>
                  </a:lnTo>
                  <a:lnTo>
                    <a:pt x="417002" y="46341"/>
                  </a:lnTo>
                  <a:lnTo>
                    <a:pt x="417415" y="46570"/>
                  </a:lnTo>
                  <a:lnTo>
                    <a:pt x="417558" y="46650"/>
                  </a:lnTo>
                  <a:lnTo>
                    <a:pt x="417769" y="46766"/>
                  </a:lnTo>
                  <a:lnTo>
                    <a:pt x="417943" y="46863"/>
                  </a:lnTo>
                  <a:lnTo>
                    <a:pt x="418635" y="47246"/>
                  </a:lnTo>
                  <a:lnTo>
                    <a:pt x="419209" y="47564"/>
                  </a:lnTo>
                  <a:lnTo>
                    <a:pt x="420046" y="48027"/>
                  </a:lnTo>
                  <a:lnTo>
                    <a:pt x="421010" y="48561"/>
                  </a:lnTo>
                  <a:lnTo>
                    <a:pt x="422043" y="49133"/>
                  </a:lnTo>
                  <a:lnTo>
                    <a:pt x="423470" y="49923"/>
                  </a:lnTo>
                  <a:lnTo>
                    <a:pt x="424197" y="50326"/>
                  </a:lnTo>
                  <a:lnTo>
                    <a:pt x="424426" y="50453"/>
                  </a:lnTo>
                  <a:lnTo>
                    <a:pt x="426334" y="51510"/>
                  </a:lnTo>
                  <a:lnTo>
                    <a:pt x="427134" y="51952"/>
                  </a:lnTo>
                  <a:lnTo>
                    <a:pt x="427695" y="52263"/>
                  </a:lnTo>
                  <a:lnTo>
                    <a:pt x="428691" y="52815"/>
                  </a:lnTo>
                  <a:lnTo>
                    <a:pt x="429986" y="53531"/>
                  </a:lnTo>
                  <a:lnTo>
                    <a:pt x="431428" y="54330"/>
                  </a:lnTo>
                  <a:lnTo>
                    <a:pt x="432080" y="54691"/>
                  </a:lnTo>
                  <a:lnTo>
                    <a:pt x="433767" y="55625"/>
                  </a:lnTo>
                  <a:lnTo>
                    <a:pt x="434452" y="56005"/>
                  </a:lnTo>
                  <a:lnTo>
                    <a:pt x="436356" y="57059"/>
                  </a:lnTo>
                  <a:lnTo>
                    <a:pt x="436984" y="57407"/>
                  </a:lnTo>
                  <a:lnTo>
                    <a:pt x="437187" y="57519"/>
                  </a:lnTo>
                  <a:lnTo>
                    <a:pt x="439088" y="58572"/>
                  </a:lnTo>
                  <a:lnTo>
                    <a:pt x="439664" y="58891"/>
                  </a:lnTo>
                  <a:lnTo>
                    <a:pt x="441577" y="59951"/>
                  </a:lnTo>
                  <a:lnTo>
                    <a:pt x="442125" y="60254"/>
                  </a:lnTo>
                  <a:lnTo>
                    <a:pt x="444721" y="61692"/>
                  </a:lnTo>
                  <a:lnTo>
                    <a:pt x="444868" y="61773"/>
                  </a:lnTo>
                  <a:lnTo>
                    <a:pt x="447568" y="63268"/>
                  </a:lnTo>
                  <a:lnTo>
                    <a:pt x="448366" y="63710"/>
                  </a:lnTo>
                  <a:lnTo>
                    <a:pt x="450267" y="64763"/>
                  </a:lnTo>
                  <a:lnTo>
                    <a:pt x="451042" y="65191"/>
                  </a:lnTo>
                  <a:lnTo>
                    <a:pt x="451455" y="65421"/>
                  </a:lnTo>
                  <a:lnTo>
                    <a:pt x="453279" y="66430"/>
                  </a:lnTo>
                  <a:lnTo>
                    <a:pt x="454078" y="66873"/>
                  </a:lnTo>
                  <a:lnTo>
                    <a:pt x="456257" y="68080"/>
                  </a:lnTo>
                  <a:lnTo>
                    <a:pt x="456600" y="68269"/>
                  </a:lnTo>
                  <a:lnTo>
                    <a:pt x="458885" y="69535"/>
                  </a:lnTo>
                  <a:lnTo>
                    <a:pt x="459052" y="69627"/>
                  </a:lnTo>
                  <a:lnTo>
                    <a:pt x="460490" y="70423"/>
                  </a:lnTo>
                  <a:lnTo>
                    <a:pt x="462444" y="71506"/>
                  </a:lnTo>
                  <a:lnTo>
                    <a:pt x="463277" y="71967"/>
                  </a:lnTo>
                  <a:lnTo>
                    <a:pt x="464704" y="72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454374" y="2874055"/>
              <a:ext cx="652000" cy="864931"/>
            </a:xfrm>
            <a:custGeom>
              <a:avLst/>
              <a:pathLst>
                <a:path w="652000" h="864931">
                  <a:moveTo>
                    <a:pt x="534587" y="279963"/>
                  </a:moveTo>
                  <a:lnTo>
                    <a:pt x="531135" y="301748"/>
                  </a:lnTo>
                  <a:lnTo>
                    <a:pt x="558570" y="306164"/>
                  </a:lnTo>
                  <a:lnTo>
                    <a:pt x="621456" y="316287"/>
                  </a:lnTo>
                  <a:lnTo>
                    <a:pt x="652000" y="321203"/>
                  </a:lnTo>
                  <a:lnTo>
                    <a:pt x="648352" y="344585"/>
                  </a:lnTo>
                  <a:lnTo>
                    <a:pt x="638103" y="410263"/>
                  </a:lnTo>
                  <a:lnTo>
                    <a:pt x="637607" y="413443"/>
                  </a:lnTo>
                  <a:lnTo>
                    <a:pt x="635731" y="425465"/>
                  </a:lnTo>
                  <a:lnTo>
                    <a:pt x="634484" y="433456"/>
                  </a:lnTo>
                  <a:lnTo>
                    <a:pt x="630686" y="432844"/>
                  </a:lnTo>
                  <a:lnTo>
                    <a:pt x="630327" y="432787"/>
                  </a:lnTo>
                  <a:lnTo>
                    <a:pt x="603239" y="428427"/>
                  </a:lnTo>
                  <a:lnTo>
                    <a:pt x="592388" y="426680"/>
                  </a:lnTo>
                  <a:lnTo>
                    <a:pt x="575778" y="424007"/>
                  </a:lnTo>
                  <a:lnTo>
                    <a:pt x="568435" y="422825"/>
                  </a:lnTo>
                  <a:lnTo>
                    <a:pt x="552708" y="420208"/>
                  </a:lnTo>
                  <a:lnTo>
                    <a:pt x="546417" y="419161"/>
                  </a:lnTo>
                  <a:lnTo>
                    <a:pt x="539593" y="418026"/>
                  </a:lnTo>
                  <a:lnTo>
                    <a:pt x="515282" y="413981"/>
                  </a:lnTo>
                  <a:lnTo>
                    <a:pt x="515228" y="414295"/>
                  </a:lnTo>
                  <a:lnTo>
                    <a:pt x="515060" y="415265"/>
                  </a:lnTo>
                  <a:lnTo>
                    <a:pt x="507705" y="457886"/>
                  </a:lnTo>
                  <a:lnTo>
                    <a:pt x="507671" y="458086"/>
                  </a:lnTo>
                  <a:lnTo>
                    <a:pt x="504651" y="468813"/>
                  </a:lnTo>
                  <a:lnTo>
                    <a:pt x="502556" y="474082"/>
                  </a:lnTo>
                  <a:lnTo>
                    <a:pt x="498159" y="485139"/>
                  </a:lnTo>
                  <a:lnTo>
                    <a:pt x="497779" y="485915"/>
                  </a:lnTo>
                  <a:lnTo>
                    <a:pt x="495201" y="491185"/>
                  </a:lnTo>
                  <a:lnTo>
                    <a:pt x="494231" y="493167"/>
                  </a:lnTo>
                  <a:lnTo>
                    <a:pt x="494023" y="493593"/>
                  </a:lnTo>
                  <a:lnTo>
                    <a:pt x="492762" y="496171"/>
                  </a:lnTo>
                  <a:lnTo>
                    <a:pt x="490390" y="501020"/>
                  </a:lnTo>
                  <a:lnTo>
                    <a:pt x="489888" y="502047"/>
                  </a:lnTo>
                  <a:lnTo>
                    <a:pt x="489744" y="502315"/>
                  </a:lnTo>
                  <a:lnTo>
                    <a:pt x="482190" y="516380"/>
                  </a:lnTo>
                  <a:lnTo>
                    <a:pt x="481386" y="517878"/>
                  </a:lnTo>
                  <a:lnTo>
                    <a:pt x="481264" y="518105"/>
                  </a:lnTo>
                  <a:lnTo>
                    <a:pt x="469161" y="540642"/>
                  </a:lnTo>
                  <a:lnTo>
                    <a:pt x="468114" y="542766"/>
                  </a:lnTo>
                  <a:lnTo>
                    <a:pt x="464399" y="550305"/>
                  </a:lnTo>
                  <a:lnTo>
                    <a:pt x="459520" y="560206"/>
                  </a:lnTo>
                  <a:lnTo>
                    <a:pt x="457234" y="563699"/>
                  </a:lnTo>
                  <a:lnTo>
                    <a:pt x="453267" y="569762"/>
                  </a:lnTo>
                  <a:lnTo>
                    <a:pt x="452320" y="571210"/>
                  </a:lnTo>
                  <a:lnTo>
                    <a:pt x="451887" y="571871"/>
                  </a:lnTo>
                  <a:lnTo>
                    <a:pt x="449634" y="575315"/>
                  </a:lnTo>
                  <a:lnTo>
                    <a:pt x="448853" y="576804"/>
                  </a:lnTo>
                  <a:lnTo>
                    <a:pt x="439555" y="594543"/>
                  </a:lnTo>
                  <a:lnTo>
                    <a:pt x="430013" y="612748"/>
                  </a:lnTo>
                  <a:lnTo>
                    <a:pt x="425935" y="620527"/>
                  </a:lnTo>
                  <a:lnTo>
                    <a:pt x="422760" y="626584"/>
                  </a:lnTo>
                  <a:lnTo>
                    <a:pt x="407325" y="656030"/>
                  </a:lnTo>
                  <a:lnTo>
                    <a:pt x="404173" y="661837"/>
                  </a:lnTo>
                  <a:lnTo>
                    <a:pt x="399761" y="669965"/>
                  </a:lnTo>
                  <a:lnTo>
                    <a:pt x="397273" y="674548"/>
                  </a:lnTo>
                  <a:lnTo>
                    <a:pt x="392829" y="682734"/>
                  </a:lnTo>
                  <a:lnTo>
                    <a:pt x="382777" y="701251"/>
                  </a:lnTo>
                  <a:lnTo>
                    <a:pt x="378400" y="709314"/>
                  </a:lnTo>
                  <a:lnTo>
                    <a:pt x="373124" y="719032"/>
                  </a:lnTo>
                  <a:lnTo>
                    <a:pt x="372763" y="719712"/>
                  </a:lnTo>
                  <a:lnTo>
                    <a:pt x="372647" y="719928"/>
                  </a:lnTo>
                  <a:lnTo>
                    <a:pt x="361684" y="740527"/>
                  </a:lnTo>
                  <a:lnTo>
                    <a:pt x="351285" y="760063"/>
                  </a:lnTo>
                  <a:lnTo>
                    <a:pt x="351081" y="760445"/>
                  </a:lnTo>
                  <a:lnTo>
                    <a:pt x="346883" y="768332"/>
                  </a:lnTo>
                  <a:lnTo>
                    <a:pt x="345657" y="770637"/>
                  </a:lnTo>
                  <a:lnTo>
                    <a:pt x="345321" y="771268"/>
                  </a:lnTo>
                  <a:lnTo>
                    <a:pt x="337915" y="785181"/>
                  </a:lnTo>
                  <a:lnTo>
                    <a:pt x="330213" y="799652"/>
                  </a:lnTo>
                  <a:lnTo>
                    <a:pt x="329954" y="800139"/>
                  </a:lnTo>
                  <a:lnTo>
                    <a:pt x="328814" y="802280"/>
                  </a:lnTo>
                  <a:lnTo>
                    <a:pt x="328371" y="803113"/>
                  </a:lnTo>
                  <a:lnTo>
                    <a:pt x="319979" y="817529"/>
                  </a:lnTo>
                  <a:lnTo>
                    <a:pt x="305013" y="843459"/>
                  </a:lnTo>
                  <a:lnTo>
                    <a:pt x="300913" y="850624"/>
                  </a:lnTo>
                  <a:lnTo>
                    <a:pt x="294444" y="861927"/>
                  </a:lnTo>
                  <a:lnTo>
                    <a:pt x="292668" y="864931"/>
                  </a:lnTo>
                  <a:lnTo>
                    <a:pt x="270620" y="852845"/>
                  </a:lnTo>
                  <a:lnTo>
                    <a:pt x="255149" y="844363"/>
                  </a:lnTo>
                  <a:lnTo>
                    <a:pt x="250065" y="841576"/>
                  </a:lnTo>
                  <a:lnTo>
                    <a:pt x="243329" y="837883"/>
                  </a:lnTo>
                  <a:lnTo>
                    <a:pt x="230286" y="830733"/>
                  </a:lnTo>
                  <a:lnTo>
                    <a:pt x="230117" y="830641"/>
                  </a:lnTo>
                  <a:lnTo>
                    <a:pt x="202803" y="815678"/>
                  </a:lnTo>
                  <a:lnTo>
                    <a:pt x="202429" y="815469"/>
                  </a:lnTo>
                  <a:lnTo>
                    <a:pt x="162724" y="793194"/>
                  </a:lnTo>
                  <a:lnTo>
                    <a:pt x="162560" y="793102"/>
                  </a:lnTo>
                  <a:lnTo>
                    <a:pt x="162377" y="792286"/>
                  </a:lnTo>
                  <a:lnTo>
                    <a:pt x="162381" y="791553"/>
                  </a:lnTo>
                  <a:lnTo>
                    <a:pt x="162386" y="790769"/>
                  </a:lnTo>
                  <a:lnTo>
                    <a:pt x="162394" y="789417"/>
                  </a:lnTo>
                  <a:lnTo>
                    <a:pt x="162395" y="789283"/>
                  </a:lnTo>
                  <a:lnTo>
                    <a:pt x="162276" y="788235"/>
                  </a:lnTo>
                  <a:lnTo>
                    <a:pt x="140262" y="776004"/>
                  </a:lnTo>
                  <a:lnTo>
                    <a:pt x="130060" y="770335"/>
                  </a:lnTo>
                  <a:lnTo>
                    <a:pt x="72566" y="738389"/>
                  </a:lnTo>
                  <a:lnTo>
                    <a:pt x="67455" y="741084"/>
                  </a:lnTo>
                  <a:lnTo>
                    <a:pt x="66001" y="740318"/>
                  </a:lnTo>
                  <a:lnTo>
                    <a:pt x="64849" y="739711"/>
                  </a:lnTo>
                  <a:lnTo>
                    <a:pt x="43716" y="728571"/>
                  </a:lnTo>
                  <a:lnTo>
                    <a:pt x="38446" y="726018"/>
                  </a:lnTo>
                  <a:lnTo>
                    <a:pt x="28740" y="721318"/>
                  </a:lnTo>
                  <a:lnTo>
                    <a:pt x="25160" y="720963"/>
                  </a:lnTo>
                  <a:lnTo>
                    <a:pt x="14193" y="719876"/>
                  </a:lnTo>
                  <a:lnTo>
                    <a:pt x="12953" y="719928"/>
                  </a:lnTo>
                  <a:lnTo>
                    <a:pt x="3525" y="720326"/>
                  </a:lnTo>
                  <a:lnTo>
                    <a:pt x="3497" y="720193"/>
                  </a:lnTo>
                  <a:lnTo>
                    <a:pt x="3416" y="719816"/>
                  </a:lnTo>
                  <a:lnTo>
                    <a:pt x="2201" y="714163"/>
                  </a:lnTo>
                  <a:lnTo>
                    <a:pt x="64" y="704178"/>
                  </a:lnTo>
                  <a:lnTo>
                    <a:pt x="0" y="703878"/>
                  </a:lnTo>
                  <a:lnTo>
                    <a:pt x="12654" y="691336"/>
                  </a:lnTo>
                  <a:lnTo>
                    <a:pt x="26459" y="674874"/>
                  </a:lnTo>
                  <a:lnTo>
                    <a:pt x="34711" y="664404"/>
                  </a:lnTo>
                  <a:lnTo>
                    <a:pt x="37580" y="660764"/>
                  </a:lnTo>
                  <a:lnTo>
                    <a:pt x="38197" y="659586"/>
                  </a:lnTo>
                  <a:lnTo>
                    <a:pt x="43835" y="648810"/>
                  </a:lnTo>
                  <a:lnTo>
                    <a:pt x="44337" y="647851"/>
                  </a:lnTo>
                  <a:lnTo>
                    <a:pt x="47519" y="641768"/>
                  </a:lnTo>
                  <a:lnTo>
                    <a:pt x="56951" y="623739"/>
                  </a:lnTo>
                  <a:lnTo>
                    <a:pt x="60259" y="617417"/>
                  </a:lnTo>
                  <a:lnTo>
                    <a:pt x="63239" y="611721"/>
                  </a:lnTo>
                  <a:lnTo>
                    <a:pt x="67363" y="603839"/>
                  </a:lnTo>
                  <a:lnTo>
                    <a:pt x="67613" y="603361"/>
                  </a:lnTo>
                  <a:lnTo>
                    <a:pt x="69998" y="598803"/>
                  </a:lnTo>
                  <a:lnTo>
                    <a:pt x="70099" y="598609"/>
                  </a:lnTo>
                  <a:lnTo>
                    <a:pt x="73196" y="592689"/>
                  </a:lnTo>
                  <a:lnTo>
                    <a:pt x="76184" y="586979"/>
                  </a:lnTo>
                  <a:lnTo>
                    <a:pt x="76491" y="586393"/>
                  </a:lnTo>
                  <a:lnTo>
                    <a:pt x="76768" y="585863"/>
                  </a:lnTo>
                  <a:lnTo>
                    <a:pt x="76871" y="585666"/>
                  </a:lnTo>
                  <a:lnTo>
                    <a:pt x="76953" y="585509"/>
                  </a:lnTo>
                  <a:lnTo>
                    <a:pt x="79395" y="580841"/>
                  </a:lnTo>
                  <a:lnTo>
                    <a:pt x="80802" y="578153"/>
                  </a:lnTo>
                  <a:lnTo>
                    <a:pt x="81464" y="576934"/>
                  </a:lnTo>
                  <a:lnTo>
                    <a:pt x="82379" y="575246"/>
                  </a:lnTo>
                  <a:lnTo>
                    <a:pt x="84858" y="570680"/>
                  </a:lnTo>
                  <a:lnTo>
                    <a:pt x="85009" y="570402"/>
                  </a:lnTo>
                  <a:lnTo>
                    <a:pt x="85527" y="569447"/>
                  </a:lnTo>
                  <a:lnTo>
                    <a:pt x="93440" y="554868"/>
                  </a:lnTo>
                  <a:lnTo>
                    <a:pt x="117525" y="510490"/>
                  </a:lnTo>
                  <a:lnTo>
                    <a:pt x="122463" y="501392"/>
                  </a:lnTo>
                  <a:lnTo>
                    <a:pt x="124159" y="498268"/>
                  </a:lnTo>
                  <a:lnTo>
                    <a:pt x="130134" y="487259"/>
                  </a:lnTo>
                  <a:lnTo>
                    <a:pt x="151606" y="447697"/>
                  </a:lnTo>
                  <a:lnTo>
                    <a:pt x="154184" y="442947"/>
                  </a:lnTo>
                  <a:lnTo>
                    <a:pt x="154741" y="441922"/>
                  </a:lnTo>
                  <a:lnTo>
                    <a:pt x="164107" y="424665"/>
                  </a:lnTo>
                  <a:lnTo>
                    <a:pt x="177264" y="400423"/>
                  </a:lnTo>
                  <a:lnTo>
                    <a:pt x="180500" y="394461"/>
                  </a:lnTo>
                  <a:lnTo>
                    <a:pt x="206184" y="347139"/>
                  </a:lnTo>
                  <a:lnTo>
                    <a:pt x="211039" y="338194"/>
                  </a:lnTo>
                  <a:lnTo>
                    <a:pt x="216473" y="328181"/>
                  </a:lnTo>
                  <a:lnTo>
                    <a:pt x="223258" y="315771"/>
                  </a:lnTo>
                  <a:lnTo>
                    <a:pt x="224031" y="314357"/>
                  </a:lnTo>
                  <a:lnTo>
                    <a:pt x="232652" y="298589"/>
                  </a:lnTo>
                  <a:lnTo>
                    <a:pt x="235645" y="293115"/>
                  </a:lnTo>
                  <a:lnTo>
                    <a:pt x="247181" y="272014"/>
                  </a:lnTo>
                  <a:lnTo>
                    <a:pt x="247617" y="271216"/>
                  </a:lnTo>
                  <a:lnTo>
                    <a:pt x="248095" y="270343"/>
                  </a:lnTo>
                  <a:lnTo>
                    <a:pt x="271127" y="282620"/>
                  </a:lnTo>
                  <a:lnTo>
                    <a:pt x="298684" y="297309"/>
                  </a:lnTo>
                  <a:lnTo>
                    <a:pt x="300409" y="298228"/>
                  </a:lnTo>
                  <a:lnTo>
                    <a:pt x="308762" y="282596"/>
                  </a:lnTo>
                  <a:lnTo>
                    <a:pt x="310266" y="279781"/>
                  </a:lnTo>
                  <a:lnTo>
                    <a:pt x="320457" y="260706"/>
                  </a:lnTo>
                  <a:lnTo>
                    <a:pt x="320588" y="260462"/>
                  </a:lnTo>
                  <a:lnTo>
                    <a:pt x="328267" y="246089"/>
                  </a:lnTo>
                  <a:lnTo>
                    <a:pt x="331027" y="240106"/>
                  </a:lnTo>
                  <a:lnTo>
                    <a:pt x="328145" y="238482"/>
                  </a:lnTo>
                  <a:lnTo>
                    <a:pt x="328857" y="237183"/>
                  </a:lnTo>
                  <a:lnTo>
                    <a:pt x="338858" y="218945"/>
                  </a:lnTo>
                  <a:lnTo>
                    <a:pt x="354934" y="189628"/>
                  </a:lnTo>
                  <a:lnTo>
                    <a:pt x="367715" y="166320"/>
                  </a:lnTo>
                  <a:lnTo>
                    <a:pt x="382794" y="138821"/>
                  </a:lnTo>
                  <a:lnTo>
                    <a:pt x="395144" y="116299"/>
                  </a:lnTo>
                  <a:lnTo>
                    <a:pt x="405690" y="97067"/>
                  </a:lnTo>
                  <a:lnTo>
                    <a:pt x="405881" y="96715"/>
                  </a:lnTo>
                  <a:lnTo>
                    <a:pt x="406434" y="95694"/>
                  </a:lnTo>
                  <a:lnTo>
                    <a:pt x="408947" y="91052"/>
                  </a:lnTo>
                  <a:lnTo>
                    <a:pt x="421929" y="67078"/>
                  </a:lnTo>
                  <a:lnTo>
                    <a:pt x="422481" y="66059"/>
                  </a:lnTo>
                  <a:lnTo>
                    <a:pt x="423225" y="64684"/>
                  </a:lnTo>
                  <a:lnTo>
                    <a:pt x="424833" y="61715"/>
                  </a:lnTo>
                  <a:lnTo>
                    <a:pt x="441048" y="31771"/>
                  </a:lnTo>
                  <a:lnTo>
                    <a:pt x="441775" y="30427"/>
                  </a:lnTo>
                  <a:lnTo>
                    <a:pt x="443274" y="27660"/>
                  </a:lnTo>
                  <a:lnTo>
                    <a:pt x="456933" y="2435"/>
                  </a:lnTo>
                  <a:lnTo>
                    <a:pt x="457129" y="2072"/>
                  </a:lnTo>
                  <a:lnTo>
                    <a:pt x="457418" y="1539"/>
                  </a:lnTo>
                  <a:lnTo>
                    <a:pt x="457516" y="1358"/>
                  </a:lnTo>
                  <a:lnTo>
                    <a:pt x="457707" y="1006"/>
                  </a:lnTo>
                  <a:lnTo>
                    <a:pt x="457830" y="779"/>
                  </a:lnTo>
                  <a:lnTo>
                    <a:pt x="458252" y="0"/>
                  </a:lnTo>
                  <a:lnTo>
                    <a:pt x="459738" y="823"/>
                  </a:lnTo>
                  <a:lnTo>
                    <a:pt x="460625" y="1314"/>
                  </a:lnTo>
                  <a:lnTo>
                    <a:pt x="460894" y="1463"/>
                  </a:lnTo>
                  <a:lnTo>
                    <a:pt x="463305" y="2798"/>
                  </a:lnTo>
                  <a:lnTo>
                    <a:pt x="464503" y="3461"/>
                  </a:lnTo>
                  <a:lnTo>
                    <a:pt x="465938" y="4256"/>
                  </a:lnTo>
                  <a:lnTo>
                    <a:pt x="467043" y="4868"/>
                  </a:lnTo>
                  <a:lnTo>
                    <a:pt x="467414" y="5073"/>
                  </a:lnTo>
                  <a:lnTo>
                    <a:pt x="469869" y="6433"/>
                  </a:lnTo>
                  <a:lnTo>
                    <a:pt x="470348" y="6698"/>
                  </a:lnTo>
                  <a:lnTo>
                    <a:pt x="471167" y="7152"/>
                  </a:lnTo>
                  <a:lnTo>
                    <a:pt x="473029" y="8183"/>
                  </a:lnTo>
                  <a:lnTo>
                    <a:pt x="474509" y="9002"/>
                  </a:lnTo>
                  <a:lnTo>
                    <a:pt x="475414" y="9503"/>
                  </a:lnTo>
                  <a:lnTo>
                    <a:pt x="477866" y="10861"/>
                  </a:lnTo>
                  <a:lnTo>
                    <a:pt x="479494" y="11762"/>
                  </a:lnTo>
                  <a:lnTo>
                    <a:pt x="481137" y="12672"/>
                  </a:lnTo>
                  <a:lnTo>
                    <a:pt x="484333" y="14442"/>
                  </a:lnTo>
                  <a:lnTo>
                    <a:pt x="489110" y="17088"/>
                  </a:lnTo>
                  <a:lnTo>
                    <a:pt x="490191" y="17686"/>
                  </a:lnTo>
                  <a:lnTo>
                    <a:pt x="493281" y="19397"/>
                  </a:lnTo>
                  <a:lnTo>
                    <a:pt x="494144" y="19875"/>
                  </a:lnTo>
                  <a:lnTo>
                    <a:pt x="494343" y="19986"/>
                  </a:lnTo>
                  <a:lnTo>
                    <a:pt x="504116" y="25397"/>
                  </a:lnTo>
                  <a:lnTo>
                    <a:pt x="506371" y="26646"/>
                  </a:lnTo>
                  <a:lnTo>
                    <a:pt x="515401" y="31646"/>
                  </a:lnTo>
                  <a:lnTo>
                    <a:pt x="517253" y="32672"/>
                  </a:lnTo>
                  <a:lnTo>
                    <a:pt x="522301" y="35468"/>
                  </a:lnTo>
                  <a:lnTo>
                    <a:pt x="525242" y="37096"/>
                  </a:lnTo>
                  <a:lnTo>
                    <a:pt x="527867" y="38550"/>
                  </a:lnTo>
                  <a:lnTo>
                    <a:pt x="535076" y="42542"/>
                  </a:lnTo>
                  <a:lnTo>
                    <a:pt x="537390" y="43824"/>
                  </a:lnTo>
                  <a:lnTo>
                    <a:pt x="541462" y="46078"/>
                  </a:lnTo>
                  <a:lnTo>
                    <a:pt x="545297" y="48202"/>
                  </a:lnTo>
                  <a:lnTo>
                    <a:pt x="546459" y="48845"/>
                  </a:lnTo>
                  <a:lnTo>
                    <a:pt x="548268" y="49847"/>
                  </a:lnTo>
                  <a:lnTo>
                    <a:pt x="557944" y="55206"/>
                  </a:lnTo>
                  <a:lnTo>
                    <a:pt x="559953" y="56318"/>
                  </a:lnTo>
                  <a:lnTo>
                    <a:pt x="559157" y="57731"/>
                  </a:lnTo>
                  <a:lnTo>
                    <a:pt x="552043" y="70363"/>
                  </a:lnTo>
                  <a:lnTo>
                    <a:pt x="544323" y="84072"/>
                  </a:lnTo>
                  <a:lnTo>
                    <a:pt x="542387" y="87510"/>
                  </a:lnTo>
                  <a:lnTo>
                    <a:pt x="535554" y="99644"/>
                  </a:lnTo>
                  <a:lnTo>
                    <a:pt x="532941" y="104722"/>
                  </a:lnTo>
                  <a:lnTo>
                    <a:pt x="528166" y="114006"/>
                  </a:lnTo>
                  <a:lnTo>
                    <a:pt x="523515" y="123048"/>
                  </a:lnTo>
                  <a:lnTo>
                    <a:pt x="542353" y="133355"/>
                  </a:lnTo>
                  <a:lnTo>
                    <a:pt x="540583" y="136393"/>
                  </a:lnTo>
                  <a:lnTo>
                    <a:pt x="534928" y="146099"/>
                  </a:lnTo>
                  <a:lnTo>
                    <a:pt x="534726" y="146446"/>
                  </a:lnTo>
                  <a:lnTo>
                    <a:pt x="528281" y="157509"/>
                  </a:lnTo>
                  <a:lnTo>
                    <a:pt x="526355" y="160814"/>
                  </a:lnTo>
                  <a:lnTo>
                    <a:pt x="525536" y="162322"/>
                  </a:lnTo>
                  <a:lnTo>
                    <a:pt x="521055" y="170573"/>
                  </a:lnTo>
                  <a:lnTo>
                    <a:pt x="518626" y="175045"/>
                  </a:lnTo>
                  <a:lnTo>
                    <a:pt x="517272" y="177539"/>
                  </a:lnTo>
                  <a:lnTo>
                    <a:pt x="516815" y="178380"/>
                  </a:lnTo>
                  <a:lnTo>
                    <a:pt x="515156" y="181434"/>
                  </a:lnTo>
                  <a:lnTo>
                    <a:pt x="514384" y="182851"/>
                  </a:lnTo>
                  <a:lnTo>
                    <a:pt x="506551" y="197218"/>
                  </a:lnTo>
                  <a:lnTo>
                    <a:pt x="504468" y="201038"/>
                  </a:lnTo>
                  <a:lnTo>
                    <a:pt x="506215" y="201977"/>
                  </a:lnTo>
                  <a:lnTo>
                    <a:pt x="510176" y="204221"/>
                  </a:lnTo>
                  <a:lnTo>
                    <a:pt x="547514" y="225373"/>
                  </a:lnTo>
                  <a:lnTo>
                    <a:pt x="547179" y="226381"/>
                  </a:lnTo>
                  <a:lnTo>
                    <a:pt x="545974" y="229996"/>
                  </a:lnTo>
                  <a:lnTo>
                    <a:pt x="543693" y="236840"/>
                  </a:lnTo>
                  <a:lnTo>
                    <a:pt x="542179" y="242428"/>
                  </a:lnTo>
                  <a:lnTo>
                    <a:pt x="541471" y="245043"/>
                  </a:lnTo>
                  <a:lnTo>
                    <a:pt x="541400" y="245319"/>
                  </a:lnTo>
                  <a:lnTo>
                    <a:pt x="540568" y="248562"/>
                  </a:lnTo>
                  <a:lnTo>
                    <a:pt x="539049" y="254487"/>
                  </a:lnTo>
                  <a:lnTo>
                    <a:pt x="538137" y="258041"/>
                  </a:lnTo>
                  <a:lnTo>
                    <a:pt x="536779" y="265360"/>
                  </a:lnTo>
                  <a:lnTo>
                    <a:pt x="534637" y="279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338363" y="2825852"/>
              <a:ext cx="264936" cy="445144"/>
            </a:xfrm>
            <a:custGeom>
              <a:avLst/>
              <a:pathLst>
                <a:path w="264936" h="445144">
                  <a:moveTo>
                    <a:pt x="191610" y="433765"/>
                  </a:moveTo>
                  <a:lnTo>
                    <a:pt x="191552" y="434260"/>
                  </a:lnTo>
                  <a:lnTo>
                    <a:pt x="190009" y="445144"/>
                  </a:lnTo>
                  <a:lnTo>
                    <a:pt x="189674" y="445081"/>
                  </a:lnTo>
                  <a:lnTo>
                    <a:pt x="189230" y="444997"/>
                  </a:lnTo>
                  <a:lnTo>
                    <a:pt x="188817" y="444919"/>
                  </a:lnTo>
                  <a:lnTo>
                    <a:pt x="188614" y="444881"/>
                  </a:lnTo>
                  <a:lnTo>
                    <a:pt x="185299" y="444254"/>
                  </a:lnTo>
                  <a:lnTo>
                    <a:pt x="184360" y="444077"/>
                  </a:lnTo>
                  <a:lnTo>
                    <a:pt x="179368" y="443133"/>
                  </a:lnTo>
                  <a:lnTo>
                    <a:pt x="178773" y="443021"/>
                  </a:lnTo>
                  <a:lnTo>
                    <a:pt x="175180" y="442342"/>
                  </a:lnTo>
                  <a:lnTo>
                    <a:pt x="172252" y="441789"/>
                  </a:lnTo>
                  <a:lnTo>
                    <a:pt x="170939" y="441541"/>
                  </a:lnTo>
                  <a:lnTo>
                    <a:pt x="167965" y="440979"/>
                  </a:lnTo>
                  <a:lnTo>
                    <a:pt x="165298" y="440474"/>
                  </a:lnTo>
                  <a:lnTo>
                    <a:pt x="165026" y="440423"/>
                  </a:lnTo>
                  <a:lnTo>
                    <a:pt x="162557" y="439957"/>
                  </a:lnTo>
                  <a:lnTo>
                    <a:pt x="159443" y="439368"/>
                  </a:lnTo>
                  <a:lnTo>
                    <a:pt x="157756" y="439049"/>
                  </a:lnTo>
                  <a:lnTo>
                    <a:pt x="152390" y="438035"/>
                  </a:lnTo>
                  <a:lnTo>
                    <a:pt x="151779" y="437920"/>
                  </a:lnTo>
                  <a:lnTo>
                    <a:pt x="151046" y="437781"/>
                  </a:lnTo>
                  <a:lnTo>
                    <a:pt x="150696" y="437715"/>
                  </a:lnTo>
                  <a:lnTo>
                    <a:pt x="145178" y="436672"/>
                  </a:lnTo>
                  <a:lnTo>
                    <a:pt x="144709" y="436584"/>
                  </a:lnTo>
                  <a:lnTo>
                    <a:pt x="139771" y="435650"/>
                  </a:lnTo>
                  <a:lnTo>
                    <a:pt x="127447" y="433795"/>
                  </a:lnTo>
                  <a:lnTo>
                    <a:pt x="114613" y="436028"/>
                  </a:lnTo>
                  <a:lnTo>
                    <a:pt x="103515" y="433839"/>
                  </a:lnTo>
                  <a:lnTo>
                    <a:pt x="90818" y="431334"/>
                  </a:lnTo>
                  <a:lnTo>
                    <a:pt x="88961" y="430980"/>
                  </a:lnTo>
                  <a:lnTo>
                    <a:pt x="88691" y="430928"/>
                  </a:lnTo>
                  <a:lnTo>
                    <a:pt x="88125" y="430820"/>
                  </a:lnTo>
                  <a:lnTo>
                    <a:pt x="82203" y="429689"/>
                  </a:lnTo>
                  <a:lnTo>
                    <a:pt x="81176" y="429493"/>
                  </a:lnTo>
                  <a:lnTo>
                    <a:pt x="74260" y="428171"/>
                  </a:lnTo>
                  <a:lnTo>
                    <a:pt x="74028" y="428127"/>
                  </a:lnTo>
                  <a:lnTo>
                    <a:pt x="67206" y="426823"/>
                  </a:lnTo>
                  <a:lnTo>
                    <a:pt x="65191" y="426439"/>
                  </a:lnTo>
                  <a:lnTo>
                    <a:pt x="61450" y="425724"/>
                  </a:lnTo>
                  <a:lnTo>
                    <a:pt x="60477" y="425102"/>
                  </a:lnTo>
                  <a:lnTo>
                    <a:pt x="59263" y="424327"/>
                  </a:lnTo>
                  <a:lnTo>
                    <a:pt x="57764" y="423369"/>
                  </a:lnTo>
                  <a:lnTo>
                    <a:pt x="55216" y="421742"/>
                  </a:lnTo>
                  <a:lnTo>
                    <a:pt x="54709" y="421418"/>
                  </a:lnTo>
                  <a:lnTo>
                    <a:pt x="54382" y="421209"/>
                  </a:lnTo>
                  <a:lnTo>
                    <a:pt x="53379" y="421019"/>
                  </a:lnTo>
                  <a:lnTo>
                    <a:pt x="50543" y="420480"/>
                  </a:lnTo>
                  <a:lnTo>
                    <a:pt x="47502" y="419903"/>
                  </a:lnTo>
                  <a:lnTo>
                    <a:pt x="43375" y="419120"/>
                  </a:lnTo>
                  <a:lnTo>
                    <a:pt x="42337" y="418923"/>
                  </a:lnTo>
                  <a:lnTo>
                    <a:pt x="39558" y="418395"/>
                  </a:lnTo>
                  <a:lnTo>
                    <a:pt x="37801" y="418062"/>
                  </a:lnTo>
                  <a:lnTo>
                    <a:pt x="35282" y="417584"/>
                  </a:lnTo>
                  <a:lnTo>
                    <a:pt x="34483" y="417432"/>
                  </a:lnTo>
                  <a:lnTo>
                    <a:pt x="34050" y="417350"/>
                  </a:lnTo>
                  <a:lnTo>
                    <a:pt x="29137" y="416417"/>
                  </a:lnTo>
                  <a:lnTo>
                    <a:pt x="28311" y="416261"/>
                  </a:lnTo>
                  <a:lnTo>
                    <a:pt x="27756" y="416155"/>
                  </a:lnTo>
                  <a:lnTo>
                    <a:pt x="25504" y="415728"/>
                  </a:lnTo>
                  <a:lnTo>
                    <a:pt x="22580" y="415173"/>
                  </a:lnTo>
                  <a:lnTo>
                    <a:pt x="21947" y="415053"/>
                  </a:lnTo>
                  <a:lnTo>
                    <a:pt x="20523" y="414783"/>
                  </a:lnTo>
                  <a:lnTo>
                    <a:pt x="18639" y="414425"/>
                  </a:lnTo>
                  <a:lnTo>
                    <a:pt x="15560" y="413841"/>
                  </a:lnTo>
                  <a:lnTo>
                    <a:pt x="9221" y="412637"/>
                  </a:lnTo>
                  <a:lnTo>
                    <a:pt x="5286" y="411891"/>
                  </a:lnTo>
                  <a:lnTo>
                    <a:pt x="4374" y="411717"/>
                  </a:lnTo>
                  <a:lnTo>
                    <a:pt x="3678" y="411585"/>
                  </a:lnTo>
                  <a:lnTo>
                    <a:pt x="2815" y="411422"/>
                  </a:lnTo>
                  <a:lnTo>
                    <a:pt x="628" y="411006"/>
                  </a:lnTo>
                  <a:lnTo>
                    <a:pt x="358" y="410955"/>
                  </a:lnTo>
                  <a:lnTo>
                    <a:pt x="0" y="410887"/>
                  </a:lnTo>
                  <a:lnTo>
                    <a:pt x="47" y="410619"/>
                  </a:lnTo>
                  <a:lnTo>
                    <a:pt x="91" y="410363"/>
                  </a:lnTo>
                  <a:lnTo>
                    <a:pt x="119" y="410205"/>
                  </a:lnTo>
                  <a:lnTo>
                    <a:pt x="168" y="409924"/>
                  </a:lnTo>
                  <a:lnTo>
                    <a:pt x="196" y="409764"/>
                  </a:lnTo>
                  <a:lnTo>
                    <a:pt x="220" y="409631"/>
                  </a:lnTo>
                  <a:lnTo>
                    <a:pt x="247" y="409475"/>
                  </a:lnTo>
                  <a:lnTo>
                    <a:pt x="269" y="409348"/>
                  </a:lnTo>
                  <a:lnTo>
                    <a:pt x="323" y="409043"/>
                  </a:lnTo>
                  <a:lnTo>
                    <a:pt x="377" y="408734"/>
                  </a:lnTo>
                  <a:lnTo>
                    <a:pt x="418" y="408501"/>
                  </a:lnTo>
                  <a:lnTo>
                    <a:pt x="442" y="408361"/>
                  </a:lnTo>
                  <a:lnTo>
                    <a:pt x="497" y="408047"/>
                  </a:lnTo>
                  <a:lnTo>
                    <a:pt x="557" y="407707"/>
                  </a:lnTo>
                  <a:lnTo>
                    <a:pt x="618" y="407357"/>
                  </a:lnTo>
                  <a:lnTo>
                    <a:pt x="662" y="407109"/>
                  </a:lnTo>
                  <a:lnTo>
                    <a:pt x="690" y="406946"/>
                  </a:lnTo>
                  <a:lnTo>
                    <a:pt x="717" y="406792"/>
                  </a:lnTo>
                  <a:lnTo>
                    <a:pt x="740" y="406663"/>
                  </a:lnTo>
                  <a:lnTo>
                    <a:pt x="763" y="406531"/>
                  </a:lnTo>
                  <a:lnTo>
                    <a:pt x="792" y="406365"/>
                  </a:lnTo>
                  <a:lnTo>
                    <a:pt x="842" y="406081"/>
                  </a:lnTo>
                  <a:lnTo>
                    <a:pt x="866" y="405940"/>
                  </a:lnTo>
                  <a:lnTo>
                    <a:pt x="889" y="405808"/>
                  </a:lnTo>
                  <a:lnTo>
                    <a:pt x="983" y="405273"/>
                  </a:lnTo>
                  <a:lnTo>
                    <a:pt x="1035" y="404979"/>
                  </a:lnTo>
                  <a:lnTo>
                    <a:pt x="1058" y="404847"/>
                  </a:lnTo>
                  <a:lnTo>
                    <a:pt x="1084" y="404700"/>
                  </a:lnTo>
                  <a:lnTo>
                    <a:pt x="1129" y="404439"/>
                  </a:lnTo>
                  <a:lnTo>
                    <a:pt x="1184" y="404128"/>
                  </a:lnTo>
                  <a:lnTo>
                    <a:pt x="1237" y="403826"/>
                  </a:lnTo>
                  <a:lnTo>
                    <a:pt x="1275" y="403606"/>
                  </a:lnTo>
                  <a:lnTo>
                    <a:pt x="1321" y="403348"/>
                  </a:lnTo>
                  <a:lnTo>
                    <a:pt x="1349" y="403187"/>
                  </a:lnTo>
                  <a:lnTo>
                    <a:pt x="1372" y="403056"/>
                  </a:lnTo>
                  <a:lnTo>
                    <a:pt x="1398" y="402910"/>
                  </a:lnTo>
                  <a:lnTo>
                    <a:pt x="1422" y="402770"/>
                  </a:lnTo>
                  <a:lnTo>
                    <a:pt x="1462" y="402544"/>
                  </a:lnTo>
                  <a:lnTo>
                    <a:pt x="1507" y="402282"/>
                  </a:lnTo>
                  <a:lnTo>
                    <a:pt x="1549" y="402043"/>
                  </a:lnTo>
                  <a:lnTo>
                    <a:pt x="1587" y="401829"/>
                  </a:lnTo>
                  <a:lnTo>
                    <a:pt x="1616" y="401664"/>
                  </a:lnTo>
                  <a:lnTo>
                    <a:pt x="1657" y="401431"/>
                  </a:lnTo>
                  <a:lnTo>
                    <a:pt x="1693" y="401221"/>
                  </a:lnTo>
                  <a:lnTo>
                    <a:pt x="1722" y="401055"/>
                  </a:lnTo>
                  <a:lnTo>
                    <a:pt x="1773" y="400769"/>
                  </a:lnTo>
                  <a:lnTo>
                    <a:pt x="1807" y="400570"/>
                  </a:lnTo>
                  <a:lnTo>
                    <a:pt x="1887" y="400115"/>
                  </a:lnTo>
                  <a:lnTo>
                    <a:pt x="1935" y="399844"/>
                  </a:lnTo>
                  <a:lnTo>
                    <a:pt x="1987" y="399547"/>
                  </a:lnTo>
                  <a:lnTo>
                    <a:pt x="2017" y="399372"/>
                  </a:lnTo>
                  <a:lnTo>
                    <a:pt x="2051" y="399177"/>
                  </a:lnTo>
                  <a:lnTo>
                    <a:pt x="2100" y="398900"/>
                  </a:lnTo>
                  <a:lnTo>
                    <a:pt x="2135" y="398702"/>
                  </a:lnTo>
                  <a:lnTo>
                    <a:pt x="2185" y="398417"/>
                  </a:lnTo>
                  <a:lnTo>
                    <a:pt x="2217" y="398231"/>
                  </a:lnTo>
                  <a:lnTo>
                    <a:pt x="2298" y="397770"/>
                  </a:lnTo>
                  <a:lnTo>
                    <a:pt x="2355" y="397445"/>
                  </a:lnTo>
                  <a:lnTo>
                    <a:pt x="2401" y="397182"/>
                  </a:lnTo>
                  <a:lnTo>
                    <a:pt x="2424" y="397049"/>
                  </a:lnTo>
                  <a:lnTo>
                    <a:pt x="2490" y="396673"/>
                  </a:lnTo>
                  <a:lnTo>
                    <a:pt x="2561" y="396266"/>
                  </a:lnTo>
                  <a:lnTo>
                    <a:pt x="2615" y="395959"/>
                  </a:lnTo>
                  <a:lnTo>
                    <a:pt x="2641" y="395815"/>
                  </a:lnTo>
                  <a:lnTo>
                    <a:pt x="2690" y="395531"/>
                  </a:lnTo>
                  <a:lnTo>
                    <a:pt x="2726" y="395329"/>
                  </a:lnTo>
                  <a:lnTo>
                    <a:pt x="2761" y="395127"/>
                  </a:lnTo>
                  <a:lnTo>
                    <a:pt x="2814" y="394824"/>
                  </a:lnTo>
                  <a:lnTo>
                    <a:pt x="2845" y="394648"/>
                  </a:lnTo>
                  <a:lnTo>
                    <a:pt x="2903" y="394317"/>
                  </a:lnTo>
                  <a:lnTo>
                    <a:pt x="2936" y="394127"/>
                  </a:lnTo>
                  <a:lnTo>
                    <a:pt x="2990" y="393818"/>
                  </a:lnTo>
                  <a:lnTo>
                    <a:pt x="3024" y="393628"/>
                  </a:lnTo>
                  <a:lnTo>
                    <a:pt x="3071" y="393357"/>
                  </a:lnTo>
                  <a:lnTo>
                    <a:pt x="3111" y="393127"/>
                  </a:lnTo>
                  <a:lnTo>
                    <a:pt x="3151" y="392900"/>
                  </a:lnTo>
                  <a:lnTo>
                    <a:pt x="3191" y="392671"/>
                  </a:lnTo>
                  <a:lnTo>
                    <a:pt x="3239" y="392398"/>
                  </a:lnTo>
                  <a:lnTo>
                    <a:pt x="3263" y="392263"/>
                  </a:lnTo>
                  <a:lnTo>
                    <a:pt x="3294" y="392085"/>
                  </a:lnTo>
                  <a:lnTo>
                    <a:pt x="3485" y="390996"/>
                  </a:lnTo>
                  <a:lnTo>
                    <a:pt x="3591" y="390388"/>
                  </a:lnTo>
                  <a:lnTo>
                    <a:pt x="3685" y="389852"/>
                  </a:lnTo>
                  <a:lnTo>
                    <a:pt x="3742" y="389526"/>
                  </a:lnTo>
                  <a:lnTo>
                    <a:pt x="3856" y="388881"/>
                  </a:lnTo>
                  <a:lnTo>
                    <a:pt x="3932" y="388442"/>
                  </a:lnTo>
                  <a:lnTo>
                    <a:pt x="4026" y="387908"/>
                  </a:lnTo>
                  <a:lnTo>
                    <a:pt x="4119" y="387376"/>
                  </a:lnTo>
                  <a:lnTo>
                    <a:pt x="4202" y="386905"/>
                  </a:lnTo>
                  <a:lnTo>
                    <a:pt x="4276" y="386484"/>
                  </a:lnTo>
                  <a:lnTo>
                    <a:pt x="4357" y="386020"/>
                  </a:lnTo>
                  <a:lnTo>
                    <a:pt x="4443" y="385526"/>
                  </a:lnTo>
                  <a:lnTo>
                    <a:pt x="4553" y="384900"/>
                  </a:lnTo>
                  <a:lnTo>
                    <a:pt x="4613" y="384555"/>
                  </a:lnTo>
                  <a:lnTo>
                    <a:pt x="4683" y="384161"/>
                  </a:lnTo>
                  <a:lnTo>
                    <a:pt x="4793" y="383532"/>
                  </a:lnTo>
                  <a:lnTo>
                    <a:pt x="4884" y="383009"/>
                  </a:lnTo>
                  <a:lnTo>
                    <a:pt x="4942" y="382678"/>
                  </a:lnTo>
                  <a:lnTo>
                    <a:pt x="5014" y="382271"/>
                  </a:lnTo>
                  <a:lnTo>
                    <a:pt x="5065" y="381978"/>
                  </a:lnTo>
                  <a:lnTo>
                    <a:pt x="5092" y="381824"/>
                  </a:lnTo>
                  <a:lnTo>
                    <a:pt x="5141" y="381543"/>
                  </a:lnTo>
                  <a:lnTo>
                    <a:pt x="5179" y="381326"/>
                  </a:lnTo>
                  <a:lnTo>
                    <a:pt x="5219" y="381102"/>
                  </a:lnTo>
                  <a:lnTo>
                    <a:pt x="5276" y="380776"/>
                  </a:lnTo>
                  <a:lnTo>
                    <a:pt x="5311" y="380577"/>
                  </a:lnTo>
                  <a:lnTo>
                    <a:pt x="5374" y="380217"/>
                  </a:lnTo>
                  <a:lnTo>
                    <a:pt x="5409" y="380015"/>
                  </a:lnTo>
                  <a:lnTo>
                    <a:pt x="5463" y="379706"/>
                  </a:lnTo>
                  <a:lnTo>
                    <a:pt x="5501" y="379488"/>
                  </a:lnTo>
                  <a:lnTo>
                    <a:pt x="5541" y="379261"/>
                  </a:lnTo>
                  <a:lnTo>
                    <a:pt x="5592" y="378970"/>
                  </a:lnTo>
                  <a:lnTo>
                    <a:pt x="5625" y="378783"/>
                  </a:lnTo>
                  <a:lnTo>
                    <a:pt x="5674" y="378504"/>
                  </a:lnTo>
                  <a:lnTo>
                    <a:pt x="5705" y="378325"/>
                  </a:lnTo>
                  <a:lnTo>
                    <a:pt x="5748" y="378080"/>
                  </a:lnTo>
                  <a:lnTo>
                    <a:pt x="5785" y="377869"/>
                  </a:lnTo>
                  <a:lnTo>
                    <a:pt x="5830" y="377610"/>
                  </a:lnTo>
                  <a:lnTo>
                    <a:pt x="5868" y="377394"/>
                  </a:lnTo>
                  <a:lnTo>
                    <a:pt x="5906" y="377180"/>
                  </a:lnTo>
                  <a:lnTo>
                    <a:pt x="5938" y="376996"/>
                  </a:lnTo>
                  <a:lnTo>
                    <a:pt x="6011" y="376581"/>
                  </a:lnTo>
                  <a:lnTo>
                    <a:pt x="6076" y="376211"/>
                  </a:lnTo>
                  <a:lnTo>
                    <a:pt x="6136" y="375867"/>
                  </a:lnTo>
                  <a:lnTo>
                    <a:pt x="6239" y="375278"/>
                  </a:lnTo>
                  <a:lnTo>
                    <a:pt x="6376" y="374498"/>
                  </a:lnTo>
                  <a:lnTo>
                    <a:pt x="6411" y="374295"/>
                  </a:lnTo>
                  <a:lnTo>
                    <a:pt x="6469" y="373963"/>
                  </a:lnTo>
                  <a:lnTo>
                    <a:pt x="6498" y="373800"/>
                  </a:lnTo>
                  <a:lnTo>
                    <a:pt x="6559" y="373452"/>
                  </a:lnTo>
                  <a:lnTo>
                    <a:pt x="6632" y="373035"/>
                  </a:lnTo>
                  <a:lnTo>
                    <a:pt x="6677" y="372779"/>
                  </a:lnTo>
                  <a:lnTo>
                    <a:pt x="6749" y="372368"/>
                  </a:lnTo>
                  <a:lnTo>
                    <a:pt x="6805" y="372051"/>
                  </a:lnTo>
                  <a:lnTo>
                    <a:pt x="6870" y="371677"/>
                  </a:lnTo>
                  <a:lnTo>
                    <a:pt x="6913" y="371433"/>
                  </a:lnTo>
                  <a:lnTo>
                    <a:pt x="6985" y="371019"/>
                  </a:lnTo>
                  <a:lnTo>
                    <a:pt x="7045" y="370678"/>
                  </a:lnTo>
                  <a:lnTo>
                    <a:pt x="7124" y="370230"/>
                  </a:lnTo>
                  <a:lnTo>
                    <a:pt x="7161" y="370019"/>
                  </a:lnTo>
                  <a:lnTo>
                    <a:pt x="7234" y="369600"/>
                  </a:lnTo>
                  <a:lnTo>
                    <a:pt x="7290" y="369278"/>
                  </a:lnTo>
                  <a:lnTo>
                    <a:pt x="7328" y="369063"/>
                  </a:lnTo>
                  <a:lnTo>
                    <a:pt x="7404" y="368628"/>
                  </a:lnTo>
                  <a:lnTo>
                    <a:pt x="7450" y="368365"/>
                  </a:lnTo>
                  <a:lnTo>
                    <a:pt x="7506" y="368048"/>
                  </a:lnTo>
                  <a:lnTo>
                    <a:pt x="7533" y="367891"/>
                  </a:lnTo>
                  <a:lnTo>
                    <a:pt x="7557" y="367759"/>
                  </a:lnTo>
                  <a:lnTo>
                    <a:pt x="7582" y="367615"/>
                  </a:lnTo>
                  <a:lnTo>
                    <a:pt x="7611" y="367450"/>
                  </a:lnTo>
                  <a:lnTo>
                    <a:pt x="7651" y="367222"/>
                  </a:lnTo>
                  <a:lnTo>
                    <a:pt x="7680" y="367057"/>
                  </a:lnTo>
                  <a:lnTo>
                    <a:pt x="7706" y="366906"/>
                  </a:lnTo>
                  <a:lnTo>
                    <a:pt x="7749" y="366660"/>
                  </a:lnTo>
                  <a:lnTo>
                    <a:pt x="7800" y="366370"/>
                  </a:lnTo>
                  <a:lnTo>
                    <a:pt x="7845" y="366111"/>
                  </a:lnTo>
                  <a:lnTo>
                    <a:pt x="7868" y="365980"/>
                  </a:lnTo>
                  <a:lnTo>
                    <a:pt x="7918" y="365698"/>
                  </a:lnTo>
                  <a:lnTo>
                    <a:pt x="7941" y="365565"/>
                  </a:lnTo>
                  <a:lnTo>
                    <a:pt x="7988" y="365297"/>
                  </a:lnTo>
                  <a:lnTo>
                    <a:pt x="8013" y="365155"/>
                  </a:lnTo>
                  <a:lnTo>
                    <a:pt x="8058" y="364896"/>
                  </a:lnTo>
                  <a:lnTo>
                    <a:pt x="8099" y="364663"/>
                  </a:lnTo>
                  <a:lnTo>
                    <a:pt x="8171" y="364255"/>
                  </a:lnTo>
                  <a:lnTo>
                    <a:pt x="8200" y="364086"/>
                  </a:lnTo>
                  <a:lnTo>
                    <a:pt x="8243" y="363840"/>
                  </a:lnTo>
                  <a:lnTo>
                    <a:pt x="8281" y="363625"/>
                  </a:lnTo>
                  <a:lnTo>
                    <a:pt x="8322" y="363389"/>
                  </a:lnTo>
                  <a:lnTo>
                    <a:pt x="8350" y="363230"/>
                  </a:lnTo>
                  <a:lnTo>
                    <a:pt x="8388" y="363014"/>
                  </a:lnTo>
                  <a:lnTo>
                    <a:pt x="8455" y="362630"/>
                  </a:lnTo>
                  <a:lnTo>
                    <a:pt x="8527" y="362219"/>
                  </a:lnTo>
                  <a:lnTo>
                    <a:pt x="8568" y="361988"/>
                  </a:lnTo>
                  <a:lnTo>
                    <a:pt x="8623" y="361672"/>
                  </a:lnTo>
                  <a:lnTo>
                    <a:pt x="8680" y="361349"/>
                  </a:lnTo>
                  <a:lnTo>
                    <a:pt x="8708" y="361191"/>
                  </a:lnTo>
                  <a:lnTo>
                    <a:pt x="8749" y="360956"/>
                  </a:lnTo>
                  <a:lnTo>
                    <a:pt x="8781" y="360773"/>
                  </a:lnTo>
                  <a:lnTo>
                    <a:pt x="8832" y="360481"/>
                  </a:lnTo>
                  <a:lnTo>
                    <a:pt x="8877" y="360224"/>
                  </a:lnTo>
                  <a:lnTo>
                    <a:pt x="8909" y="360041"/>
                  </a:lnTo>
                  <a:lnTo>
                    <a:pt x="8947" y="359823"/>
                  </a:lnTo>
                  <a:lnTo>
                    <a:pt x="8986" y="359602"/>
                  </a:lnTo>
                  <a:lnTo>
                    <a:pt x="9026" y="359374"/>
                  </a:lnTo>
                  <a:lnTo>
                    <a:pt x="9062" y="359165"/>
                  </a:lnTo>
                  <a:lnTo>
                    <a:pt x="9147" y="358684"/>
                  </a:lnTo>
                  <a:lnTo>
                    <a:pt x="9187" y="358454"/>
                  </a:lnTo>
                  <a:lnTo>
                    <a:pt x="9251" y="358088"/>
                  </a:lnTo>
                  <a:lnTo>
                    <a:pt x="9287" y="357885"/>
                  </a:lnTo>
                  <a:lnTo>
                    <a:pt x="9309" y="357757"/>
                  </a:lnTo>
                  <a:lnTo>
                    <a:pt x="9381" y="357350"/>
                  </a:lnTo>
                  <a:lnTo>
                    <a:pt x="9412" y="357170"/>
                  </a:lnTo>
                  <a:lnTo>
                    <a:pt x="9507" y="356626"/>
                  </a:lnTo>
                  <a:lnTo>
                    <a:pt x="9532" y="356483"/>
                  </a:lnTo>
                  <a:lnTo>
                    <a:pt x="9753" y="355221"/>
                  </a:lnTo>
                  <a:lnTo>
                    <a:pt x="10057" y="353487"/>
                  </a:lnTo>
                  <a:lnTo>
                    <a:pt x="10189" y="352735"/>
                  </a:lnTo>
                  <a:lnTo>
                    <a:pt x="10254" y="352365"/>
                  </a:lnTo>
                  <a:lnTo>
                    <a:pt x="10277" y="352235"/>
                  </a:lnTo>
                  <a:lnTo>
                    <a:pt x="10329" y="351940"/>
                  </a:lnTo>
                  <a:lnTo>
                    <a:pt x="10370" y="351703"/>
                  </a:lnTo>
                  <a:lnTo>
                    <a:pt x="10462" y="351178"/>
                  </a:lnTo>
                  <a:lnTo>
                    <a:pt x="10514" y="350882"/>
                  </a:lnTo>
                  <a:lnTo>
                    <a:pt x="10597" y="350409"/>
                  </a:lnTo>
                  <a:lnTo>
                    <a:pt x="10656" y="350070"/>
                  </a:lnTo>
                  <a:lnTo>
                    <a:pt x="10711" y="349757"/>
                  </a:lnTo>
                  <a:lnTo>
                    <a:pt x="10776" y="349384"/>
                  </a:lnTo>
                  <a:lnTo>
                    <a:pt x="10838" y="349034"/>
                  </a:lnTo>
                  <a:lnTo>
                    <a:pt x="10895" y="348706"/>
                  </a:lnTo>
                  <a:lnTo>
                    <a:pt x="10954" y="348368"/>
                  </a:lnTo>
                  <a:lnTo>
                    <a:pt x="11025" y="347964"/>
                  </a:lnTo>
                  <a:lnTo>
                    <a:pt x="11049" y="347829"/>
                  </a:lnTo>
                  <a:lnTo>
                    <a:pt x="11099" y="347543"/>
                  </a:lnTo>
                  <a:lnTo>
                    <a:pt x="11123" y="347408"/>
                  </a:lnTo>
                  <a:lnTo>
                    <a:pt x="11179" y="347083"/>
                  </a:lnTo>
                  <a:lnTo>
                    <a:pt x="11256" y="346648"/>
                  </a:lnTo>
                  <a:lnTo>
                    <a:pt x="11291" y="346449"/>
                  </a:lnTo>
                  <a:lnTo>
                    <a:pt x="11330" y="346222"/>
                  </a:lnTo>
                  <a:lnTo>
                    <a:pt x="11368" y="346007"/>
                  </a:lnTo>
                  <a:lnTo>
                    <a:pt x="11452" y="345529"/>
                  </a:lnTo>
                  <a:lnTo>
                    <a:pt x="11491" y="345304"/>
                  </a:lnTo>
                  <a:lnTo>
                    <a:pt x="11530" y="345084"/>
                  </a:lnTo>
                  <a:lnTo>
                    <a:pt x="11567" y="344872"/>
                  </a:lnTo>
                  <a:lnTo>
                    <a:pt x="11606" y="344650"/>
                  </a:lnTo>
                  <a:lnTo>
                    <a:pt x="11644" y="344431"/>
                  </a:lnTo>
                  <a:lnTo>
                    <a:pt x="11802" y="343529"/>
                  </a:lnTo>
                  <a:lnTo>
                    <a:pt x="11868" y="343155"/>
                  </a:lnTo>
                  <a:lnTo>
                    <a:pt x="11934" y="342779"/>
                  </a:lnTo>
                  <a:lnTo>
                    <a:pt x="12058" y="342067"/>
                  </a:lnTo>
                  <a:lnTo>
                    <a:pt x="12092" y="341876"/>
                  </a:lnTo>
                  <a:lnTo>
                    <a:pt x="12133" y="341643"/>
                  </a:lnTo>
                  <a:lnTo>
                    <a:pt x="12174" y="341406"/>
                  </a:lnTo>
                  <a:lnTo>
                    <a:pt x="12198" y="341268"/>
                  </a:lnTo>
                  <a:lnTo>
                    <a:pt x="12238" y="341045"/>
                  </a:lnTo>
                  <a:lnTo>
                    <a:pt x="12301" y="340682"/>
                  </a:lnTo>
                  <a:lnTo>
                    <a:pt x="12402" y="340104"/>
                  </a:lnTo>
                  <a:lnTo>
                    <a:pt x="12450" y="339833"/>
                  </a:lnTo>
                  <a:lnTo>
                    <a:pt x="12571" y="339141"/>
                  </a:lnTo>
                  <a:lnTo>
                    <a:pt x="12614" y="338898"/>
                  </a:lnTo>
                  <a:lnTo>
                    <a:pt x="12752" y="338111"/>
                  </a:lnTo>
                  <a:lnTo>
                    <a:pt x="12778" y="337960"/>
                  </a:lnTo>
                  <a:lnTo>
                    <a:pt x="12806" y="337802"/>
                  </a:lnTo>
                  <a:lnTo>
                    <a:pt x="12968" y="336879"/>
                  </a:lnTo>
                  <a:lnTo>
                    <a:pt x="13061" y="336345"/>
                  </a:lnTo>
                  <a:lnTo>
                    <a:pt x="13571" y="333436"/>
                  </a:lnTo>
                  <a:lnTo>
                    <a:pt x="13607" y="333231"/>
                  </a:lnTo>
                  <a:lnTo>
                    <a:pt x="13833" y="331939"/>
                  </a:lnTo>
                  <a:lnTo>
                    <a:pt x="14335" y="329075"/>
                  </a:lnTo>
                  <a:lnTo>
                    <a:pt x="14596" y="327588"/>
                  </a:lnTo>
                  <a:lnTo>
                    <a:pt x="14736" y="326787"/>
                  </a:lnTo>
                  <a:lnTo>
                    <a:pt x="14925" y="325705"/>
                  </a:lnTo>
                  <a:lnTo>
                    <a:pt x="15381" y="323105"/>
                  </a:lnTo>
                  <a:lnTo>
                    <a:pt x="15525" y="322281"/>
                  </a:lnTo>
                  <a:lnTo>
                    <a:pt x="15875" y="320284"/>
                  </a:lnTo>
                  <a:lnTo>
                    <a:pt x="16152" y="318703"/>
                  </a:lnTo>
                  <a:lnTo>
                    <a:pt x="16493" y="316753"/>
                  </a:lnTo>
                  <a:lnTo>
                    <a:pt x="16699" y="315580"/>
                  </a:lnTo>
                  <a:lnTo>
                    <a:pt x="16835" y="314801"/>
                  </a:lnTo>
                  <a:lnTo>
                    <a:pt x="17238" y="312500"/>
                  </a:lnTo>
                  <a:lnTo>
                    <a:pt x="17386" y="311657"/>
                  </a:lnTo>
                  <a:lnTo>
                    <a:pt x="17500" y="311003"/>
                  </a:lnTo>
                  <a:lnTo>
                    <a:pt x="18008" y="308102"/>
                  </a:lnTo>
                  <a:lnTo>
                    <a:pt x="18612" y="304668"/>
                  </a:lnTo>
                  <a:lnTo>
                    <a:pt x="18911" y="302965"/>
                  </a:lnTo>
                  <a:lnTo>
                    <a:pt x="19819" y="297797"/>
                  </a:lnTo>
                  <a:lnTo>
                    <a:pt x="19868" y="297518"/>
                  </a:lnTo>
                  <a:lnTo>
                    <a:pt x="20301" y="295049"/>
                  </a:lnTo>
                  <a:lnTo>
                    <a:pt x="20480" y="294031"/>
                  </a:lnTo>
                  <a:lnTo>
                    <a:pt x="20869" y="291818"/>
                  </a:lnTo>
                  <a:lnTo>
                    <a:pt x="21020" y="290958"/>
                  </a:lnTo>
                  <a:lnTo>
                    <a:pt x="21377" y="288926"/>
                  </a:lnTo>
                  <a:lnTo>
                    <a:pt x="21502" y="288217"/>
                  </a:lnTo>
                  <a:lnTo>
                    <a:pt x="23458" y="277078"/>
                  </a:lnTo>
                  <a:lnTo>
                    <a:pt x="24997" y="268317"/>
                  </a:lnTo>
                  <a:lnTo>
                    <a:pt x="25312" y="266522"/>
                  </a:lnTo>
                  <a:lnTo>
                    <a:pt x="26129" y="261874"/>
                  </a:lnTo>
                  <a:lnTo>
                    <a:pt x="27337" y="254994"/>
                  </a:lnTo>
                  <a:lnTo>
                    <a:pt x="28419" y="248834"/>
                  </a:lnTo>
                  <a:lnTo>
                    <a:pt x="28821" y="246690"/>
                  </a:lnTo>
                  <a:lnTo>
                    <a:pt x="28965" y="245923"/>
                  </a:lnTo>
                  <a:lnTo>
                    <a:pt x="29053" y="245451"/>
                  </a:lnTo>
                  <a:lnTo>
                    <a:pt x="29110" y="245146"/>
                  </a:lnTo>
                  <a:lnTo>
                    <a:pt x="29420" y="243490"/>
                  </a:lnTo>
                  <a:lnTo>
                    <a:pt x="29593" y="242568"/>
                  </a:lnTo>
                  <a:lnTo>
                    <a:pt x="29783" y="241557"/>
                  </a:lnTo>
                  <a:lnTo>
                    <a:pt x="29982" y="240494"/>
                  </a:lnTo>
                  <a:lnTo>
                    <a:pt x="30434" y="238081"/>
                  </a:lnTo>
                  <a:lnTo>
                    <a:pt x="30777" y="236247"/>
                  </a:lnTo>
                  <a:lnTo>
                    <a:pt x="31331" y="233292"/>
                  </a:lnTo>
                  <a:lnTo>
                    <a:pt x="31653" y="231573"/>
                  </a:lnTo>
                  <a:lnTo>
                    <a:pt x="32195" y="228678"/>
                  </a:lnTo>
                  <a:lnTo>
                    <a:pt x="32258" y="228340"/>
                  </a:lnTo>
                  <a:lnTo>
                    <a:pt x="32486" y="227123"/>
                  </a:lnTo>
                  <a:lnTo>
                    <a:pt x="32680" y="226087"/>
                  </a:lnTo>
                  <a:lnTo>
                    <a:pt x="33128" y="223693"/>
                  </a:lnTo>
                  <a:lnTo>
                    <a:pt x="33159" y="223530"/>
                  </a:lnTo>
                  <a:lnTo>
                    <a:pt x="33597" y="221219"/>
                  </a:lnTo>
                  <a:lnTo>
                    <a:pt x="33792" y="220191"/>
                  </a:lnTo>
                  <a:lnTo>
                    <a:pt x="33996" y="219115"/>
                  </a:lnTo>
                  <a:lnTo>
                    <a:pt x="34560" y="216136"/>
                  </a:lnTo>
                  <a:lnTo>
                    <a:pt x="34687" y="215465"/>
                  </a:lnTo>
                  <a:lnTo>
                    <a:pt x="35248" y="212504"/>
                  </a:lnTo>
                  <a:lnTo>
                    <a:pt x="35298" y="212240"/>
                  </a:lnTo>
                  <a:lnTo>
                    <a:pt x="35761" y="209797"/>
                  </a:lnTo>
                  <a:lnTo>
                    <a:pt x="37592" y="200130"/>
                  </a:lnTo>
                  <a:lnTo>
                    <a:pt x="37751" y="199290"/>
                  </a:lnTo>
                  <a:lnTo>
                    <a:pt x="38410" y="195812"/>
                  </a:lnTo>
                  <a:lnTo>
                    <a:pt x="38459" y="195553"/>
                  </a:lnTo>
                  <a:lnTo>
                    <a:pt x="38689" y="194341"/>
                  </a:lnTo>
                  <a:lnTo>
                    <a:pt x="38719" y="194181"/>
                  </a:lnTo>
                  <a:lnTo>
                    <a:pt x="38797" y="193770"/>
                  </a:lnTo>
                  <a:lnTo>
                    <a:pt x="38961" y="192901"/>
                  </a:lnTo>
                  <a:lnTo>
                    <a:pt x="39168" y="191811"/>
                  </a:lnTo>
                  <a:lnTo>
                    <a:pt x="39382" y="190682"/>
                  </a:lnTo>
                  <a:lnTo>
                    <a:pt x="39738" y="188801"/>
                  </a:lnTo>
                  <a:lnTo>
                    <a:pt x="39772" y="188621"/>
                  </a:lnTo>
                  <a:lnTo>
                    <a:pt x="40075" y="187022"/>
                  </a:lnTo>
                  <a:lnTo>
                    <a:pt x="40136" y="186663"/>
                  </a:lnTo>
                  <a:lnTo>
                    <a:pt x="40323" y="185548"/>
                  </a:lnTo>
                  <a:lnTo>
                    <a:pt x="40460" y="184735"/>
                  </a:lnTo>
                  <a:lnTo>
                    <a:pt x="40601" y="183899"/>
                  </a:lnTo>
                  <a:lnTo>
                    <a:pt x="40662" y="183538"/>
                  </a:lnTo>
                  <a:lnTo>
                    <a:pt x="40923" y="181985"/>
                  </a:lnTo>
                  <a:lnTo>
                    <a:pt x="41125" y="180784"/>
                  </a:lnTo>
                  <a:lnTo>
                    <a:pt x="41267" y="179941"/>
                  </a:lnTo>
                  <a:lnTo>
                    <a:pt x="41330" y="179568"/>
                  </a:lnTo>
                  <a:lnTo>
                    <a:pt x="41485" y="178646"/>
                  </a:lnTo>
                  <a:lnTo>
                    <a:pt x="41523" y="178423"/>
                  </a:lnTo>
                  <a:lnTo>
                    <a:pt x="41699" y="177375"/>
                  </a:lnTo>
                  <a:lnTo>
                    <a:pt x="41850" y="176482"/>
                  </a:lnTo>
                  <a:lnTo>
                    <a:pt x="41883" y="176284"/>
                  </a:lnTo>
                  <a:lnTo>
                    <a:pt x="42044" y="175329"/>
                  </a:lnTo>
                  <a:lnTo>
                    <a:pt x="42071" y="175169"/>
                  </a:lnTo>
                  <a:lnTo>
                    <a:pt x="42256" y="174067"/>
                  </a:lnTo>
                  <a:lnTo>
                    <a:pt x="42282" y="173912"/>
                  </a:lnTo>
                  <a:lnTo>
                    <a:pt x="42334" y="173604"/>
                  </a:lnTo>
                  <a:lnTo>
                    <a:pt x="42428" y="173049"/>
                  </a:lnTo>
                  <a:lnTo>
                    <a:pt x="42450" y="172915"/>
                  </a:lnTo>
                  <a:lnTo>
                    <a:pt x="42593" y="172064"/>
                  </a:lnTo>
                  <a:lnTo>
                    <a:pt x="42644" y="171763"/>
                  </a:lnTo>
                  <a:lnTo>
                    <a:pt x="42790" y="170894"/>
                  </a:lnTo>
                  <a:lnTo>
                    <a:pt x="43157" y="168715"/>
                  </a:lnTo>
                  <a:lnTo>
                    <a:pt x="43550" y="166382"/>
                  </a:lnTo>
                  <a:lnTo>
                    <a:pt x="43780" y="165017"/>
                  </a:lnTo>
                  <a:lnTo>
                    <a:pt x="43996" y="163735"/>
                  </a:lnTo>
                  <a:lnTo>
                    <a:pt x="44051" y="163409"/>
                  </a:lnTo>
                  <a:lnTo>
                    <a:pt x="44168" y="162713"/>
                  </a:lnTo>
                  <a:lnTo>
                    <a:pt x="44314" y="161844"/>
                  </a:lnTo>
                  <a:lnTo>
                    <a:pt x="44407" y="161293"/>
                  </a:lnTo>
                  <a:lnTo>
                    <a:pt x="44535" y="160530"/>
                  </a:lnTo>
                  <a:lnTo>
                    <a:pt x="44645" y="159878"/>
                  </a:lnTo>
                  <a:lnTo>
                    <a:pt x="44748" y="159266"/>
                  </a:lnTo>
                  <a:lnTo>
                    <a:pt x="44841" y="158713"/>
                  </a:lnTo>
                  <a:lnTo>
                    <a:pt x="45000" y="157768"/>
                  </a:lnTo>
                  <a:lnTo>
                    <a:pt x="45697" y="153628"/>
                  </a:lnTo>
                  <a:lnTo>
                    <a:pt x="45988" y="151901"/>
                  </a:lnTo>
                  <a:lnTo>
                    <a:pt x="46300" y="150047"/>
                  </a:lnTo>
                  <a:lnTo>
                    <a:pt x="46837" y="146857"/>
                  </a:lnTo>
                  <a:lnTo>
                    <a:pt x="47450" y="143221"/>
                  </a:lnTo>
                  <a:lnTo>
                    <a:pt x="48095" y="139386"/>
                  </a:lnTo>
                  <a:lnTo>
                    <a:pt x="48166" y="138963"/>
                  </a:lnTo>
                  <a:lnTo>
                    <a:pt x="48824" y="135057"/>
                  </a:lnTo>
                  <a:lnTo>
                    <a:pt x="49066" y="133617"/>
                  </a:lnTo>
                  <a:lnTo>
                    <a:pt x="49106" y="133384"/>
                  </a:lnTo>
                  <a:lnTo>
                    <a:pt x="49685" y="129944"/>
                  </a:lnTo>
                  <a:lnTo>
                    <a:pt x="49918" y="128557"/>
                  </a:lnTo>
                  <a:lnTo>
                    <a:pt x="50064" y="127689"/>
                  </a:lnTo>
                  <a:lnTo>
                    <a:pt x="50334" y="126086"/>
                  </a:lnTo>
                  <a:lnTo>
                    <a:pt x="50411" y="125636"/>
                  </a:lnTo>
                  <a:lnTo>
                    <a:pt x="50693" y="123995"/>
                  </a:lnTo>
                  <a:lnTo>
                    <a:pt x="50996" y="122230"/>
                  </a:lnTo>
                  <a:lnTo>
                    <a:pt x="51357" y="120126"/>
                  </a:lnTo>
                  <a:lnTo>
                    <a:pt x="51562" y="118932"/>
                  </a:lnTo>
                  <a:lnTo>
                    <a:pt x="52017" y="116283"/>
                  </a:lnTo>
                  <a:lnTo>
                    <a:pt x="52589" y="112949"/>
                  </a:lnTo>
                  <a:lnTo>
                    <a:pt x="53367" y="108423"/>
                  </a:lnTo>
                  <a:lnTo>
                    <a:pt x="54606" y="101205"/>
                  </a:lnTo>
                  <a:lnTo>
                    <a:pt x="56278" y="91463"/>
                  </a:lnTo>
                  <a:lnTo>
                    <a:pt x="59649" y="71835"/>
                  </a:lnTo>
                  <a:lnTo>
                    <a:pt x="59738" y="71313"/>
                  </a:lnTo>
                  <a:lnTo>
                    <a:pt x="59845" y="70689"/>
                  </a:lnTo>
                  <a:lnTo>
                    <a:pt x="59925" y="70221"/>
                  </a:lnTo>
                  <a:lnTo>
                    <a:pt x="60023" y="69650"/>
                  </a:lnTo>
                  <a:lnTo>
                    <a:pt x="60148" y="68920"/>
                  </a:lnTo>
                  <a:lnTo>
                    <a:pt x="60321" y="67915"/>
                  </a:lnTo>
                  <a:lnTo>
                    <a:pt x="60649" y="66007"/>
                  </a:lnTo>
                  <a:lnTo>
                    <a:pt x="60671" y="65873"/>
                  </a:lnTo>
                  <a:lnTo>
                    <a:pt x="61669" y="60064"/>
                  </a:lnTo>
                  <a:lnTo>
                    <a:pt x="62642" y="54396"/>
                  </a:lnTo>
                  <a:lnTo>
                    <a:pt x="62959" y="52546"/>
                  </a:lnTo>
                  <a:lnTo>
                    <a:pt x="63120" y="51610"/>
                  </a:lnTo>
                  <a:lnTo>
                    <a:pt x="65239" y="44377"/>
                  </a:lnTo>
                  <a:lnTo>
                    <a:pt x="66358" y="40747"/>
                  </a:lnTo>
                  <a:lnTo>
                    <a:pt x="66585" y="40011"/>
                  </a:lnTo>
                  <a:lnTo>
                    <a:pt x="67071" y="38434"/>
                  </a:lnTo>
                  <a:lnTo>
                    <a:pt x="67648" y="36563"/>
                  </a:lnTo>
                  <a:lnTo>
                    <a:pt x="69469" y="30656"/>
                  </a:lnTo>
                  <a:lnTo>
                    <a:pt x="69691" y="29935"/>
                  </a:lnTo>
                  <a:lnTo>
                    <a:pt x="70170" y="28903"/>
                  </a:lnTo>
                  <a:lnTo>
                    <a:pt x="71784" y="25423"/>
                  </a:lnTo>
                  <a:lnTo>
                    <a:pt x="72103" y="24736"/>
                  </a:lnTo>
                  <a:lnTo>
                    <a:pt x="72848" y="23129"/>
                  </a:lnTo>
                  <a:lnTo>
                    <a:pt x="73372" y="21999"/>
                  </a:lnTo>
                  <a:lnTo>
                    <a:pt x="74264" y="20078"/>
                  </a:lnTo>
                  <a:lnTo>
                    <a:pt x="75321" y="17798"/>
                  </a:lnTo>
                  <a:lnTo>
                    <a:pt x="75554" y="17296"/>
                  </a:lnTo>
                  <a:lnTo>
                    <a:pt x="75698" y="16986"/>
                  </a:lnTo>
                  <a:lnTo>
                    <a:pt x="75862" y="16632"/>
                  </a:lnTo>
                  <a:lnTo>
                    <a:pt x="76048" y="16231"/>
                  </a:lnTo>
                  <a:lnTo>
                    <a:pt x="76176" y="15956"/>
                  </a:lnTo>
                  <a:lnTo>
                    <a:pt x="76323" y="15639"/>
                  </a:lnTo>
                  <a:lnTo>
                    <a:pt x="76481" y="15297"/>
                  </a:lnTo>
                  <a:lnTo>
                    <a:pt x="76668" y="14895"/>
                  </a:lnTo>
                  <a:lnTo>
                    <a:pt x="76821" y="14566"/>
                  </a:lnTo>
                  <a:lnTo>
                    <a:pt x="77057" y="14057"/>
                  </a:lnTo>
                  <a:lnTo>
                    <a:pt x="78763" y="13422"/>
                  </a:lnTo>
                  <a:lnTo>
                    <a:pt x="81827" y="12282"/>
                  </a:lnTo>
                  <a:lnTo>
                    <a:pt x="85377" y="10961"/>
                  </a:lnTo>
                  <a:lnTo>
                    <a:pt x="88125" y="9939"/>
                  </a:lnTo>
                  <a:lnTo>
                    <a:pt x="88923" y="9642"/>
                  </a:lnTo>
                  <a:lnTo>
                    <a:pt x="89147" y="9558"/>
                  </a:lnTo>
                  <a:lnTo>
                    <a:pt x="91682" y="8697"/>
                  </a:lnTo>
                  <a:lnTo>
                    <a:pt x="93936" y="7932"/>
                  </a:lnTo>
                  <a:lnTo>
                    <a:pt x="103094" y="4821"/>
                  </a:lnTo>
                  <a:lnTo>
                    <a:pt x="104751" y="4258"/>
                  </a:lnTo>
                  <a:lnTo>
                    <a:pt x="109475" y="2654"/>
                  </a:lnTo>
                  <a:lnTo>
                    <a:pt x="113967" y="1128"/>
                  </a:lnTo>
                  <a:lnTo>
                    <a:pt x="115644" y="559"/>
                  </a:lnTo>
                  <a:lnTo>
                    <a:pt x="116664" y="212"/>
                  </a:lnTo>
                  <a:lnTo>
                    <a:pt x="122367" y="0"/>
                  </a:lnTo>
                  <a:lnTo>
                    <a:pt x="123245" y="198"/>
                  </a:lnTo>
                  <a:lnTo>
                    <a:pt x="128884" y="1474"/>
                  </a:lnTo>
                  <a:lnTo>
                    <a:pt x="139171" y="3800"/>
                  </a:lnTo>
                  <a:lnTo>
                    <a:pt x="140045" y="3998"/>
                  </a:lnTo>
                  <a:lnTo>
                    <a:pt x="140988" y="4211"/>
                  </a:lnTo>
                  <a:lnTo>
                    <a:pt x="142309" y="4510"/>
                  </a:lnTo>
                  <a:lnTo>
                    <a:pt x="144287" y="4958"/>
                  </a:lnTo>
                  <a:lnTo>
                    <a:pt x="155920" y="7589"/>
                  </a:lnTo>
                  <a:lnTo>
                    <a:pt x="160412" y="8605"/>
                  </a:lnTo>
                  <a:lnTo>
                    <a:pt x="162113" y="8990"/>
                  </a:lnTo>
                  <a:lnTo>
                    <a:pt x="163050" y="9202"/>
                  </a:lnTo>
                  <a:lnTo>
                    <a:pt x="166993" y="10094"/>
                  </a:lnTo>
                  <a:lnTo>
                    <a:pt x="174565" y="11806"/>
                  </a:lnTo>
                  <a:lnTo>
                    <a:pt x="177039" y="12368"/>
                  </a:lnTo>
                  <a:lnTo>
                    <a:pt x="181947" y="13483"/>
                  </a:lnTo>
                  <a:lnTo>
                    <a:pt x="185157" y="14212"/>
                  </a:lnTo>
                  <a:lnTo>
                    <a:pt x="185792" y="14356"/>
                  </a:lnTo>
                  <a:lnTo>
                    <a:pt x="186390" y="14492"/>
                  </a:lnTo>
                  <a:lnTo>
                    <a:pt x="198322" y="17202"/>
                  </a:lnTo>
                  <a:lnTo>
                    <a:pt x="200396" y="17673"/>
                  </a:lnTo>
                  <a:lnTo>
                    <a:pt x="206519" y="19064"/>
                  </a:lnTo>
                  <a:lnTo>
                    <a:pt x="208390" y="19498"/>
                  </a:lnTo>
                  <a:lnTo>
                    <a:pt x="209381" y="19727"/>
                  </a:lnTo>
                  <a:lnTo>
                    <a:pt x="213005" y="20568"/>
                  </a:lnTo>
                  <a:lnTo>
                    <a:pt x="227169" y="23851"/>
                  </a:lnTo>
                  <a:lnTo>
                    <a:pt x="230194" y="24553"/>
                  </a:lnTo>
                  <a:lnTo>
                    <a:pt x="230727" y="24676"/>
                  </a:lnTo>
                  <a:lnTo>
                    <a:pt x="232602" y="25111"/>
                  </a:lnTo>
                  <a:lnTo>
                    <a:pt x="236902" y="26108"/>
                  </a:lnTo>
                  <a:lnTo>
                    <a:pt x="238231" y="26416"/>
                  </a:lnTo>
                  <a:lnTo>
                    <a:pt x="240788" y="27009"/>
                  </a:lnTo>
                  <a:lnTo>
                    <a:pt x="248220" y="28732"/>
                  </a:lnTo>
                  <a:lnTo>
                    <a:pt x="248475" y="28791"/>
                  </a:lnTo>
                  <a:lnTo>
                    <a:pt x="260805" y="31649"/>
                  </a:lnTo>
                  <a:lnTo>
                    <a:pt x="262156" y="31962"/>
                  </a:lnTo>
                  <a:lnTo>
                    <a:pt x="264936" y="32607"/>
                  </a:lnTo>
                  <a:lnTo>
                    <a:pt x="261862" y="40941"/>
                  </a:lnTo>
                  <a:lnTo>
                    <a:pt x="261746" y="41255"/>
                  </a:lnTo>
                  <a:lnTo>
                    <a:pt x="261236" y="42638"/>
                  </a:lnTo>
                  <a:lnTo>
                    <a:pt x="260570" y="44444"/>
                  </a:lnTo>
                  <a:lnTo>
                    <a:pt x="259029" y="48621"/>
                  </a:lnTo>
                  <a:lnTo>
                    <a:pt x="255561" y="58831"/>
                  </a:lnTo>
                  <a:lnTo>
                    <a:pt x="254903" y="60769"/>
                  </a:lnTo>
                  <a:lnTo>
                    <a:pt x="253254" y="65623"/>
                  </a:lnTo>
                  <a:lnTo>
                    <a:pt x="251000" y="72259"/>
                  </a:lnTo>
                  <a:lnTo>
                    <a:pt x="250098" y="74916"/>
                  </a:lnTo>
                  <a:lnTo>
                    <a:pt x="249966" y="75305"/>
                  </a:lnTo>
                  <a:lnTo>
                    <a:pt x="249681" y="76143"/>
                  </a:lnTo>
                  <a:lnTo>
                    <a:pt x="249219" y="78298"/>
                  </a:lnTo>
                  <a:lnTo>
                    <a:pt x="248654" y="80929"/>
                  </a:lnTo>
                  <a:lnTo>
                    <a:pt x="248518" y="81565"/>
                  </a:lnTo>
                  <a:lnTo>
                    <a:pt x="248281" y="82667"/>
                  </a:lnTo>
                  <a:lnTo>
                    <a:pt x="248116" y="83435"/>
                  </a:lnTo>
                  <a:lnTo>
                    <a:pt x="246840" y="89382"/>
                  </a:lnTo>
                  <a:lnTo>
                    <a:pt x="245492" y="95660"/>
                  </a:lnTo>
                  <a:lnTo>
                    <a:pt x="245179" y="97120"/>
                  </a:lnTo>
                  <a:lnTo>
                    <a:pt x="244233" y="101530"/>
                  </a:lnTo>
                  <a:lnTo>
                    <a:pt x="244057" y="102347"/>
                  </a:lnTo>
                  <a:lnTo>
                    <a:pt x="243924" y="102969"/>
                  </a:lnTo>
                  <a:lnTo>
                    <a:pt x="243045" y="107064"/>
                  </a:lnTo>
                  <a:lnTo>
                    <a:pt x="242657" y="109206"/>
                  </a:lnTo>
                  <a:lnTo>
                    <a:pt x="242526" y="109927"/>
                  </a:lnTo>
                  <a:lnTo>
                    <a:pt x="241959" y="113055"/>
                  </a:lnTo>
                  <a:lnTo>
                    <a:pt x="241026" y="118206"/>
                  </a:lnTo>
                  <a:lnTo>
                    <a:pt x="240440" y="121440"/>
                  </a:lnTo>
                  <a:lnTo>
                    <a:pt x="240239" y="122552"/>
                  </a:lnTo>
                  <a:lnTo>
                    <a:pt x="240117" y="123223"/>
                  </a:lnTo>
                  <a:lnTo>
                    <a:pt x="240025" y="123757"/>
                  </a:lnTo>
                  <a:lnTo>
                    <a:pt x="239999" y="123906"/>
                  </a:lnTo>
                  <a:lnTo>
                    <a:pt x="239604" y="126192"/>
                  </a:lnTo>
                  <a:lnTo>
                    <a:pt x="238809" y="130788"/>
                  </a:lnTo>
                  <a:lnTo>
                    <a:pt x="238531" y="132399"/>
                  </a:lnTo>
                  <a:lnTo>
                    <a:pt x="237272" y="139677"/>
                  </a:lnTo>
                  <a:lnTo>
                    <a:pt x="237134" y="140475"/>
                  </a:lnTo>
                  <a:lnTo>
                    <a:pt x="237055" y="140935"/>
                  </a:lnTo>
                  <a:lnTo>
                    <a:pt x="236737" y="142773"/>
                  </a:lnTo>
                  <a:lnTo>
                    <a:pt x="236420" y="144609"/>
                  </a:lnTo>
                  <a:lnTo>
                    <a:pt x="236108" y="146411"/>
                  </a:lnTo>
                  <a:lnTo>
                    <a:pt x="235945" y="147351"/>
                  </a:lnTo>
                  <a:lnTo>
                    <a:pt x="235693" y="148810"/>
                  </a:lnTo>
                  <a:lnTo>
                    <a:pt x="234827" y="153820"/>
                  </a:lnTo>
                  <a:lnTo>
                    <a:pt x="234392" y="156334"/>
                  </a:lnTo>
                  <a:lnTo>
                    <a:pt x="233810" y="159702"/>
                  </a:lnTo>
                  <a:lnTo>
                    <a:pt x="233038" y="164167"/>
                  </a:lnTo>
                  <a:lnTo>
                    <a:pt x="232650" y="166412"/>
                  </a:lnTo>
                  <a:lnTo>
                    <a:pt x="232626" y="166548"/>
                  </a:lnTo>
                  <a:lnTo>
                    <a:pt x="232458" y="167518"/>
                  </a:lnTo>
                  <a:lnTo>
                    <a:pt x="232113" y="169517"/>
                  </a:lnTo>
                  <a:lnTo>
                    <a:pt x="231243" y="174405"/>
                  </a:lnTo>
                  <a:lnTo>
                    <a:pt x="231083" y="175303"/>
                  </a:lnTo>
                  <a:lnTo>
                    <a:pt x="230981" y="175880"/>
                  </a:lnTo>
                  <a:lnTo>
                    <a:pt x="228203" y="191494"/>
                  </a:lnTo>
                  <a:lnTo>
                    <a:pt x="226651" y="200219"/>
                  </a:lnTo>
                  <a:lnTo>
                    <a:pt x="223452" y="218202"/>
                  </a:lnTo>
                  <a:lnTo>
                    <a:pt x="220836" y="232910"/>
                  </a:lnTo>
                  <a:lnTo>
                    <a:pt x="219233" y="241921"/>
                  </a:lnTo>
                  <a:lnTo>
                    <a:pt x="219152" y="242406"/>
                  </a:lnTo>
                  <a:lnTo>
                    <a:pt x="218900" y="243928"/>
                  </a:lnTo>
                  <a:lnTo>
                    <a:pt x="216466" y="258587"/>
                  </a:lnTo>
                  <a:lnTo>
                    <a:pt x="212937" y="279850"/>
                  </a:lnTo>
                  <a:lnTo>
                    <a:pt x="211239" y="290076"/>
                  </a:lnTo>
                  <a:lnTo>
                    <a:pt x="206351" y="319524"/>
                  </a:lnTo>
                  <a:lnTo>
                    <a:pt x="205967" y="322193"/>
                  </a:lnTo>
                  <a:lnTo>
                    <a:pt x="205883" y="322777"/>
                  </a:lnTo>
                  <a:lnTo>
                    <a:pt x="205281" y="326962"/>
                  </a:lnTo>
                  <a:lnTo>
                    <a:pt x="204497" y="332420"/>
                  </a:lnTo>
                  <a:lnTo>
                    <a:pt x="204008" y="335820"/>
                  </a:lnTo>
                  <a:lnTo>
                    <a:pt x="202807" y="344171"/>
                  </a:lnTo>
                  <a:lnTo>
                    <a:pt x="202111" y="349015"/>
                  </a:lnTo>
                  <a:lnTo>
                    <a:pt x="200575" y="359696"/>
                  </a:lnTo>
                  <a:lnTo>
                    <a:pt x="199658" y="366075"/>
                  </a:lnTo>
                  <a:lnTo>
                    <a:pt x="199551" y="366819"/>
                  </a:lnTo>
                  <a:lnTo>
                    <a:pt x="199445" y="367561"/>
                  </a:lnTo>
                  <a:lnTo>
                    <a:pt x="199324" y="368400"/>
                  </a:lnTo>
                  <a:lnTo>
                    <a:pt x="197798" y="381334"/>
                  </a:lnTo>
                  <a:lnTo>
                    <a:pt x="192696" y="42456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948718" y="2748912"/>
              <a:ext cx="473773" cy="660718"/>
            </a:xfrm>
            <a:custGeom>
              <a:avLst/>
              <a:pathLst>
                <a:path w="473773" h="660718">
                  <a:moveTo>
                    <a:pt x="308673" y="41067"/>
                  </a:moveTo>
                  <a:lnTo>
                    <a:pt x="334654" y="55739"/>
                  </a:lnTo>
                  <a:lnTo>
                    <a:pt x="334778" y="55517"/>
                  </a:lnTo>
                  <a:lnTo>
                    <a:pt x="357130" y="15350"/>
                  </a:lnTo>
                  <a:lnTo>
                    <a:pt x="357613" y="15596"/>
                  </a:lnTo>
                  <a:lnTo>
                    <a:pt x="358285" y="15937"/>
                  </a:lnTo>
                  <a:lnTo>
                    <a:pt x="358440" y="16015"/>
                  </a:lnTo>
                  <a:lnTo>
                    <a:pt x="359372" y="16489"/>
                  </a:lnTo>
                  <a:lnTo>
                    <a:pt x="360318" y="16969"/>
                  </a:lnTo>
                  <a:lnTo>
                    <a:pt x="360622" y="17123"/>
                  </a:lnTo>
                  <a:lnTo>
                    <a:pt x="361928" y="17786"/>
                  </a:lnTo>
                  <a:lnTo>
                    <a:pt x="362327" y="17989"/>
                  </a:lnTo>
                  <a:lnTo>
                    <a:pt x="363358" y="18513"/>
                  </a:lnTo>
                  <a:lnTo>
                    <a:pt x="364378" y="19031"/>
                  </a:lnTo>
                  <a:lnTo>
                    <a:pt x="365878" y="19792"/>
                  </a:lnTo>
                  <a:lnTo>
                    <a:pt x="366623" y="20170"/>
                  </a:lnTo>
                  <a:lnTo>
                    <a:pt x="367517" y="20625"/>
                  </a:lnTo>
                  <a:lnTo>
                    <a:pt x="368445" y="21096"/>
                  </a:lnTo>
                  <a:lnTo>
                    <a:pt x="369729" y="21747"/>
                  </a:lnTo>
                  <a:lnTo>
                    <a:pt x="371540" y="22667"/>
                  </a:lnTo>
                  <a:lnTo>
                    <a:pt x="373761" y="23795"/>
                  </a:lnTo>
                  <a:lnTo>
                    <a:pt x="374544" y="24192"/>
                  </a:lnTo>
                  <a:lnTo>
                    <a:pt x="376251" y="25059"/>
                  </a:lnTo>
                  <a:lnTo>
                    <a:pt x="376614" y="25243"/>
                  </a:lnTo>
                  <a:lnTo>
                    <a:pt x="378749" y="26328"/>
                  </a:lnTo>
                  <a:lnTo>
                    <a:pt x="380317" y="27124"/>
                  </a:lnTo>
                  <a:lnTo>
                    <a:pt x="381195" y="27570"/>
                  </a:lnTo>
                  <a:lnTo>
                    <a:pt x="383847" y="28916"/>
                  </a:lnTo>
                  <a:lnTo>
                    <a:pt x="384235" y="29113"/>
                  </a:lnTo>
                  <a:lnTo>
                    <a:pt x="385184" y="29595"/>
                  </a:lnTo>
                  <a:lnTo>
                    <a:pt x="387271" y="30655"/>
                  </a:lnTo>
                  <a:lnTo>
                    <a:pt x="390133" y="32108"/>
                  </a:lnTo>
                  <a:lnTo>
                    <a:pt x="400480" y="37361"/>
                  </a:lnTo>
                  <a:lnTo>
                    <a:pt x="401730" y="37996"/>
                  </a:lnTo>
                  <a:lnTo>
                    <a:pt x="404628" y="39468"/>
                  </a:lnTo>
                  <a:lnTo>
                    <a:pt x="414642" y="44552"/>
                  </a:lnTo>
                  <a:lnTo>
                    <a:pt x="418329" y="46425"/>
                  </a:lnTo>
                  <a:lnTo>
                    <a:pt x="427937" y="51303"/>
                  </a:lnTo>
                  <a:lnTo>
                    <a:pt x="428396" y="51536"/>
                  </a:lnTo>
                  <a:lnTo>
                    <a:pt x="473773" y="74317"/>
                  </a:lnTo>
                  <a:lnTo>
                    <a:pt x="473682" y="74530"/>
                  </a:lnTo>
                  <a:lnTo>
                    <a:pt x="470218" y="82700"/>
                  </a:lnTo>
                  <a:lnTo>
                    <a:pt x="467524" y="89056"/>
                  </a:lnTo>
                  <a:lnTo>
                    <a:pt x="466612" y="91189"/>
                  </a:lnTo>
                  <a:lnTo>
                    <a:pt x="466465" y="91505"/>
                  </a:lnTo>
                  <a:lnTo>
                    <a:pt x="466256" y="91957"/>
                  </a:lnTo>
                  <a:lnTo>
                    <a:pt x="466126" y="92237"/>
                  </a:lnTo>
                  <a:lnTo>
                    <a:pt x="465968" y="92578"/>
                  </a:lnTo>
                  <a:lnTo>
                    <a:pt x="465820" y="92896"/>
                  </a:lnTo>
                  <a:lnTo>
                    <a:pt x="465693" y="93171"/>
                  </a:lnTo>
                  <a:lnTo>
                    <a:pt x="465454" y="93685"/>
                  </a:lnTo>
                  <a:lnTo>
                    <a:pt x="465343" y="93925"/>
                  </a:lnTo>
                  <a:lnTo>
                    <a:pt x="465199" y="94236"/>
                  </a:lnTo>
                  <a:lnTo>
                    <a:pt x="464966" y="94738"/>
                  </a:lnTo>
                  <a:lnTo>
                    <a:pt x="463908" y="97017"/>
                  </a:lnTo>
                  <a:lnTo>
                    <a:pt x="463017" y="98938"/>
                  </a:lnTo>
                  <a:lnTo>
                    <a:pt x="462493" y="100068"/>
                  </a:lnTo>
                  <a:lnTo>
                    <a:pt x="461748" y="101675"/>
                  </a:lnTo>
                  <a:lnTo>
                    <a:pt x="461429" y="102362"/>
                  </a:lnTo>
                  <a:lnTo>
                    <a:pt x="459814" y="105843"/>
                  </a:lnTo>
                  <a:lnTo>
                    <a:pt x="459336" y="106874"/>
                  </a:lnTo>
                  <a:lnTo>
                    <a:pt x="459113" y="107595"/>
                  </a:lnTo>
                  <a:lnTo>
                    <a:pt x="457293" y="113502"/>
                  </a:lnTo>
                  <a:lnTo>
                    <a:pt x="456714" y="115378"/>
                  </a:lnTo>
                  <a:lnTo>
                    <a:pt x="456229" y="116951"/>
                  </a:lnTo>
                  <a:lnTo>
                    <a:pt x="455996" y="117708"/>
                  </a:lnTo>
                  <a:lnTo>
                    <a:pt x="454884" y="121316"/>
                  </a:lnTo>
                  <a:lnTo>
                    <a:pt x="452765" y="128549"/>
                  </a:lnTo>
                  <a:lnTo>
                    <a:pt x="452604" y="129485"/>
                  </a:lnTo>
                  <a:lnTo>
                    <a:pt x="452286" y="131335"/>
                  </a:lnTo>
                  <a:lnTo>
                    <a:pt x="451313" y="137004"/>
                  </a:lnTo>
                  <a:lnTo>
                    <a:pt x="450316" y="142813"/>
                  </a:lnTo>
                  <a:lnTo>
                    <a:pt x="450293" y="142946"/>
                  </a:lnTo>
                  <a:lnTo>
                    <a:pt x="449965" y="144855"/>
                  </a:lnTo>
                  <a:lnTo>
                    <a:pt x="449793" y="145859"/>
                  </a:lnTo>
                  <a:lnTo>
                    <a:pt x="449668" y="146589"/>
                  </a:lnTo>
                  <a:lnTo>
                    <a:pt x="449570" y="147160"/>
                  </a:lnTo>
                  <a:lnTo>
                    <a:pt x="449490" y="147628"/>
                  </a:lnTo>
                  <a:lnTo>
                    <a:pt x="449383" y="148252"/>
                  </a:lnTo>
                  <a:lnTo>
                    <a:pt x="449293" y="148775"/>
                  </a:lnTo>
                  <a:lnTo>
                    <a:pt x="445923" y="168402"/>
                  </a:lnTo>
                  <a:lnTo>
                    <a:pt x="444250" y="178145"/>
                  </a:lnTo>
                  <a:lnTo>
                    <a:pt x="443011" y="185362"/>
                  </a:lnTo>
                  <a:lnTo>
                    <a:pt x="442222" y="189960"/>
                  </a:lnTo>
                  <a:lnTo>
                    <a:pt x="441661" y="193225"/>
                  </a:lnTo>
                  <a:lnTo>
                    <a:pt x="441207" y="195871"/>
                  </a:lnTo>
                  <a:lnTo>
                    <a:pt x="441002" y="197065"/>
                  </a:lnTo>
                  <a:lnTo>
                    <a:pt x="440641" y="199170"/>
                  </a:lnTo>
                  <a:lnTo>
                    <a:pt x="440338" y="200934"/>
                  </a:lnTo>
                  <a:lnTo>
                    <a:pt x="440056" y="202576"/>
                  </a:lnTo>
                  <a:lnTo>
                    <a:pt x="439979" y="203025"/>
                  </a:lnTo>
                  <a:lnTo>
                    <a:pt x="439709" y="204629"/>
                  </a:lnTo>
                  <a:lnTo>
                    <a:pt x="439563" y="205496"/>
                  </a:lnTo>
                  <a:lnTo>
                    <a:pt x="439329" y="206883"/>
                  </a:lnTo>
                  <a:lnTo>
                    <a:pt x="438745" y="210352"/>
                  </a:lnTo>
                  <a:lnTo>
                    <a:pt x="438711" y="210557"/>
                  </a:lnTo>
                  <a:lnTo>
                    <a:pt x="438469" y="211996"/>
                  </a:lnTo>
                  <a:lnTo>
                    <a:pt x="437811" y="215902"/>
                  </a:lnTo>
                  <a:lnTo>
                    <a:pt x="437740" y="216326"/>
                  </a:lnTo>
                  <a:lnTo>
                    <a:pt x="437094" y="220160"/>
                  </a:lnTo>
                  <a:lnTo>
                    <a:pt x="436482" y="223796"/>
                  </a:lnTo>
                  <a:lnTo>
                    <a:pt x="435945" y="226986"/>
                  </a:lnTo>
                  <a:lnTo>
                    <a:pt x="435633" y="228841"/>
                  </a:lnTo>
                  <a:lnTo>
                    <a:pt x="435342" y="230567"/>
                  </a:lnTo>
                  <a:lnTo>
                    <a:pt x="434645" y="234707"/>
                  </a:lnTo>
                  <a:lnTo>
                    <a:pt x="434486" y="235653"/>
                  </a:lnTo>
                  <a:lnTo>
                    <a:pt x="434393" y="236205"/>
                  </a:lnTo>
                  <a:lnTo>
                    <a:pt x="434290" y="236817"/>
                  </a:lnTo>
                  <a:lnTo>
                    <a:pt x="434180" y="237470"/>
                  </a:lnTo>
                  <a:lnTo>
                    <a:pt x="434051" y="238233"/>
                  </a:lnTo>
                  <a:lnTo>
                    <a:pt x="433959" y="238783"/>
                  </a:lnTo>
                  <a:lnTo>
                    <a:pt x="433793" y="239769"/>
                  </a:lnTo>
                  <a:lnTo>
                    <a:pt x="433695" y="240348"/>
                  </a:lnTo>
                  <a:lnTo>
                    <a:pt x="433617" y="240814"/>
                  </a:lnTo>
                  <a:lnTo>
                    <a:pt x="433424" y="241957"/>
                  </a:lnTo>
                  <a:lnTo>
                    <a:pt x="433195" y="243321"/>
                  </a:lnTo>
                  <a:lnTo>
                    <a:pt x="432802" y="245655"/>
                  </a:lnTo>
                  <a:lnTo>
                    <a:pt x="432417" y="247939"/>
                  </a:lnTo>
                  <a:lnTo>
                    <a:pt x="432289" y="248702"/>
                  </a:lnTo>
                  <a:lnTo>
                    <a:pt x="432238" y="249003"/>
                  </a:lnTo>
                  <a:lnTo>
                    <a:pt x="432095" y="249854"/>
                  </a:lnTo>
                  <a:lnTo>
                    <a:pt x="432072" y="249989"/>
                  </a:lnTo>
                  <a:lnTo>
                    <a:pt x="431979" y="250543"/>
                  </a:lnTo>
                  <a:lnTo>
                    <a:pt x="431927" y="250851"/>
                  </a:lnTo>
                  <a:lnTo>
                    <a:pt x="431901" y="251007"/>
                  </a:lnTo>
                  <a:lnTo>
                    <a:pt x="431715" y="252108"/>
                  </a:lnTo>
                  <a:lnTo>
                    <a:pt x="431688" y="252269"/>
                  </a:lnTo>
                  <a:lnTo>
                    <a:pt x="431528" y="253223"/>
                  </a:lnTo>
                  <a:lnTo>
                    <a:pt x="431494" y="253421"/>
                  </a:lnTo>
                  <a:lnTo>
                    <a:pt x="431338" y="254352"/>
                  </a:lnTo>
                  <a:lnTo>
                    <a:pt x="431167" y="255362"/>
                  </a:lnTo>
                  <a:lnTo>
                    <a:pt x="431130" y="255585"/>
                  </a:lnTo>
                  <a:lnTo>
                    <a:pt x="430954" y="256632"/>
                  </a:lnTo>
                  <a:lnTo>
                    <a:pt x="430912" y="256880"/>
                  </a:lnTo>
                  <a:lnTo>
                    <a:pt x="430765" y="257755"/>
                  </a:lnTo>
                  <a:lnTo>
                    <a:pt x="430568" y="258924"/>
                  </a:lnTo>
                  <a:lnTo>
                    <a:pt x="430306" y="260477"/>
                  </a:lnTo>
                  <a:lnTo>
                    <a:pt x="430245" y="260839"/>
                  </a:lnTo>
                  <a:lnTo>
                    <a:pt x="430105" y="261675"/>
                  </a:lnTo>
                  <a:lnTo>
                    <a:pt x="429968" y="262488"/>
                  </a:lnTo>
                  <a:lnTo>
                    <a:pt x="429780" y="263603"/>
                  </a:lnTo>
                  <a:lnTo>
                    <a:pt x="429720" y="263961"/>
                  </a:lnTo>
                  <a:lnTo>
                    <a:pt x="429417" y="265560"/>
                  </a:lnTo>
                  <a:lnTo>
                    <a:pt x="429383" y="265741"/>
                  </a:lnTo>
                  <a:lnTo>
                    <a:pt x="429026" y="267622"/>
                  </a:lnTo>
                  <a:lnTo>
                    <a:pt x="428812" y="268751"/>
                  </a:lnTo>
                  <a:lnTo>
                    <a:pt x="428606" y="269841"/>
                  </a:lnTo>
                  <a:lnTo>
                    <a:pt x="428441" y="270710"/>
                  </a:lnTo>
                  <a:lnTo>
                    <a:pt x="428364" y="271120"/>
                  </a:lnTo>
                  <a:lnTo>
                    <a:pt x="428333" y="271281"/>
                  </a:lnTo>
                  <a:lnTo>
                    <a:pt x="428104" y="272492"/>
                  </a:lnTo>
                  <a:lnTo>
                    <a:pt x="428055" y="272751"/>
                  </a:lnTo>
                  <a:lnTo>
                    <a:pt x="427396" y="276230"/>
                  </a:lnTo>
                  <a:lnTo>
                    <a:pt x="427237" y="277069"/>
                  </a:lnTo>
                  <a:lnTo>
                    <a:pt x="425405" y="286737"/>
                  </a:lnTo>
                  <a:lnTo>
                    <a:pt x="424943" y="289179"/>
                  </a:lnTo>
                  <a:lnTo>
                    <a:pt x="424893" y="289443"/>
                  </a:lnTo>
                  <a:lnTo>
                    <a:pt x="424332" y="292405"/>
                  </a:lnTo>
                  <a:lnTo>
                    <a:pt x="424205" y="293076"/>
                  </a:lnTo>
                  <a:lnTo>
                    <a:pt x="423640" y="296054"/>
                  </a:lnTo>
                  <a:lnTo>
                    <a:pt x="423436" y="297131"/>
                  </a:lnTo>
                  <a:lnTo>
                    <a:pt x="423242" y="298158"/>
                  </a:lnTo>
                  <a:lnTo>
                    <a:pt x="422804" y="300470"/>
                  </a:lnTo>
                  <a:lnTo>
                    <a:pt x="422773" y="300633"/>
                  </a:lnTo>
                  <a:lnTo>
                    <a:pt x="422325" y="303026"/>
                  </a:lnTo>
                  <a:lnTo>
                    <a:pt x="422131" y="304063"/>
                  </a:lnTo>
                  <a:lnTo>
                    <a:pt x="421903" y="305279"/>
                  </a:lnTo>
                  <a:lnTo>
                    <a:pt x="421839" y="305617"/>
                  </a:lnTo>
                  <a:lnTo>
                    <a:pt x="421297" y="308512"/>
                  </a:lnTo>
                  <a:lnTo>
                    <a:pt x="420975" y="310232"/>
                  </a:lnTo>
                  <a:lnTo>
                    <a:pt x="420422" y="313186"/>
                  </a:lnTo>
                  <a:lnTo>
                    <a:pt x="420078" y="315021"/>
                  </a:lnTo>
                  <a:lnTo>
                    <a:pt x="419626" y="317433"/>
                  </a:lnTo>
                  <a:lnTo>
                    <a:pt x="419427" y="318496"/>
                  </a:lnTo>
                  <a:lnTo>
                    <a:pt x="419238" y="319508"/>
                  </a:lnTo>
                  <a:lnTo>
                    <a:pt x="419065" y="320430"/>
                  </a:lnTo>
                  <a:lnTo>
                    <a:pt x="418755" y="322085"/>
                  </a:lnTo>
                  <a:lnTo>
                    <a:pt x="418698" y="322390"/>
                  </a:lnTo>
                  <a:lnTo>
                    <a:pt x="418609" y="322863"/>
                  </a:lnTo>
                  <a:lnTo>
                    <a:pt x="418466" y="323630"/>
                  </a:lnTo>
                  <a:lnTo>
                    <a:pt x="418064" y="325774"/>
                  </a:lnTo>
                  <a:lnTo>
                    <a:pt x="416982" y="331933"/>
                  </a:lnTo>
                  <a:lnTo>
                    <a:pt x="415773" y="338813"/>
                  </a:lnTo>
                  <a:lnTo>
                    <a:pt x="414957" y="343462"/>
                  </a:lnTo>
                  <a:lnTo>
                    <a:pt x="414642" y="345256"/>
                  </a:lnTo>
                  <a:lnTo>
                    <a:pt x="413103" y="354018"/>
                  </a:lnTo>
                  <a:lnTo>
                    <a:pt x="411146" y="365156"/>
                  </a:lnTo>
                  <a:lnTo>
                    <a:pt x="411021" y="365865"/>
                  </a:lnTo>
                  <a:lnTo>
                    <a:pt x="410665" y="367897"/>
                  </a:lnTo>
                  <a:lnTo>
                    <a:pt x="410513" y="368758"/>
                  </a:lnTo>
                  <a:lnTo>
                    <a:pt x="410125" y="370970"/>
                  </a:lnTo>
                  <a:lnTo>
                    <a:pt x="409946" y="371988"/>
                  </a:lnTo>
                  <a:lnTo>
                    <a:pt x="409512" y="374457"/>
                  </a:lnTo>
                  <a:lnTo>
                    <a:pt x="409464" y="374736"/>
                  </a:lnTo>
                  <a:lnTo>
                    <a:pt x="408555" y="379904"/>
                  </a:lnTo>
                  <a:lnTo>
                    <a:pt x="408256" y="381607"/>
                  </a:lnTo>
                  <a:lnTo>
                    <a:pt x="407653" y="385041"/>
                  </a:lnTo>
                  <a:lnTo>
                    <a:pt x="407145" y="387942"/>
                  </a:lnTo>
                  <a:lnTo>
                    <a:pt x="407030" y="388596"/>
                  </a:lnTo>
                  <a:lnTo>
                    <a:pt x="406883" y="389440"/>
                  </a:lnTo>
                  <a:lnTo>
                    <a:pt x="406480" y="391741"/>
                  </a:lnTo>
                  <a:lnTo>
                    <a:pt x="406343" y="392519"/>
                  </a:lnTo>
                  <a:lnTo>
                    <a:pt x="406138" y="393693"/>
                  </a:lnTo>
                  <a:lnTo>
                    <a:pt x="405796" y="395643"/>
                  </a:lnTo>
                  <a:lnTo>
                    <a:pt x="405519" y="397224"/>
                  </a:lnTo>
                  <a:lnTo>
                    <a:pt x="405170" y="399220"/>
                  </a:lnTo>
                  <a:lnTo>
                    <a:pt x="405025" y="400045"/>
                  </a:lnTo>
                  <a:lnTo>
                    <a:pt x="404552" y="402749"/>
                  </a:lnTo>
                  <a:lnTo>
                    <a:pt x="404381" y="403726"/>
                  </a:lnTo>
                  <a:lnTo>
                    <a:pt x="404240" y="404527"/>
                  </a:lnTo>
                  <a:lnTo>
                    <a:pt x="403980" y="406014"/>
                  </a:lnTo>
                  <a:lnTo>
                    <a:pt x="403478" y="408879"/>
                  </a:lnTo>
                  <a:lnTo>
                    <a:pt x="403251" y="410170"/>
                  </a:lnTo>
                  <a:lnTo>
                    <a:pt x="403215" y="410376"/>
                  </a:lnTo>
                  <a:lnTo>
                    <a:pt x="402706" y="413284"/>
                  </a:lnTo>
                  <a:lnTo>
                    <a:pt x="402593" y="413928"/>
                  </a:lnTo>
                  <a:lnTo>
                    <a:pt x="402450" y="414742"/>
                  </a:lnTo>
                  <a:lnTo>
                    <a:pt x="402423" y="414899"/>
                  </a:lnTo>
                  <a:lnTo>
                    <a:pt x="402396" y="415050"/>
                  </a:lnTo>
                  <a:lnTo>
                    <a:pt x="402258" y="415837"/>
                  </a:lnTo>
                  <a:lnTo>
                    <a:pt x="402216" y="416081"/>
                  </a:lnTo>
                  <a:lnTo>
                    <a:pt x="402095" y="416772"/>
                  </a:lnTo>
                  <a:lnTo>
                    <a:pt x="401973" y="417465"/>
                  </a:lnTo>
                  <a:lnTo>
                    <a:pt x="401911" y="417817"/>
                  </a:lnTo>
                  <a:lnTo>
                    <a:pt x="401868" y="418063"/>
                  </a:lnTo>
                  <a:lnTo>
                    <a:pt x="401843" y="418208"/>
                  </a:lnTo>
                  <a:lnTo>
                    <a:pt x="401802" y="418442"/>
                  </a:lnTo>
                  <a:lnTo>
                    <a:pt x="401763" y="418664"/>
                  </a:lnTo>
                  <a:lnTo>
                    <a:pt x="401727" y="418871"/>
                  </a:lnTo>
                  <a:lnTo>
                    <a:pt x="401602" y="419581"/>
                  </a:lnTo>
                  <a:lnTo>
                    <a:pt x="401537" y="419952"/>
                  </a:lnTo>
                  <a:lnTo>
                    <a:pt x="401476" y="420303"/>
                  </a:lnTo>
                  <a:lnTo>
                    <a:pt x="401315" y="421218"/>
                  </a:lnTo>
                  <a:lnTo>
                    <a:pt x="401274" y="421453"/>
                  </a:lnTo>
                  <a:lnTo>
                    <a:pt x="401239" y="421656"/>
                  </a:lnTo>
                  <a:lnTo>
                    <a:pt x="401202" y="421868"/>
                  </a:lnTo>
                  <a:lnTo>
                    <a:pt x="401161" y="422099"/>
                  </a:lnTo>
                  <a:lnTo>
                    <a:pt x="401119" y="422340"/>
                  </a:lnTo>
                  <a:lnTo>
                    <a:pt x="401038" y="422804"/>
                  </a:lnTo>
                  <a:lnTo>
                    <a:pt x="401002" y="423008"/>
                  </a:lnTo>
                  <a:lnTo>
                    <a:pt x="400960" y="423250"/>
                  </a:lnTo>
                  <a:lnTo>
                    <a:pt x="400929" y="423423"/>
                  </a:lnTo>
                  <a:lnTo>
                    <a:pt x="400852" y="423863"/>
                  </a:lnTo>
                  <a:lnTo>
                    <a:pt x="400792" y="424207"/>
                  </a:lnTo>
                  <a:lnTo>
                    <a:pt x="400767" y="424347"/>
                  </a:lnTo>
                  <a:lnTo>
                    <a:pt x="400719" y="424620"/>
                  </a:lnTo>
                  <a:lnTo>
                    <a:pt x="400693" y="424768"/>
                  </a:lnTo>
                  <a:lnTo>
                    <a:pt x="400670" y="424904"/>
                  </a:lnTo>
                  <a:lnTo>
                    <a:pt x="400599" y="425307"/>
                  </a:lnTo>
                  <a:lnTo>
                    <a:pt x="400540" y="425645"/>
                  </a:lnTo>
                  <a:lnTo>
                    <a:pt x="400482" y="425973"/>
                  </a:lnTo>
                  <a:lnTo>
                    <a:pt x="400421" y="426323"/>
                  </a:lnTo>
                  <a:lnTo>
                    <a:pt x="400356" y="426696"/>
                  </a:lnTo>
                  <a:lnTo>
                    <a:pt x="400301" y="427010"/>
                  </a:lnTo>
                  <a:lnTo>
                    <a:pt x="400241" y="427348"/>
                  </a:lnTo>
                  <a:lnTo>
                    <a:pt x="400158" y="427821"/>
                  </a:lnTo>
                  <a:lnTo>
                    <a:pt x="400107" y="428117"/>
                  </a:lnTo>
                  <a:lnTo>
                    <a:pt x="400015" y="428643"/>
                  </a:lnTo>
                  <a:lnTo>
                    <a:pt x="399973" y="428879"/>
                  </a:lnTo>
                  <a:lnTo>
                    <a:pt x="399921" y="429175"/>
                  </a:lnTo>
                  <a:lnTo>
                    <a:pt x="399899" y="429304"/>
                  </a:lnTo>
                  <a:lnTo>
                    <a:pt x="399834" y="429675"/>
                  </a:lnTo>
                  <a:lnTo>
                    <a:pt x="399689" y="430503"/>
                  </a:lnTo>
                  <a:lnTo>
                    <a:pt x="399398" y="432161"/>
                  </a:lnTo>
                  <a:lnTo>
                    <a:pt x="399177" y="433422"/>
                  </a:lnTo>
                  <a:lnTo>
                    <a:pt x="399095" y="433890"/>
                  </a:lnTo>
                  <a:lnTo>
                    <a:pt x="399055" y="434117"/>
                  </a:lnTo>
                  <a:lnTo>
                    <a:pt x="398981" y="434539"/>
                  </a:lnTo>
                  <a:lnTo>
                    <a:pt x="398954" y="434696"/>
                  </a:lnTo>
                  <a:lnTo>
                    <a:pt x="398931" y="434825"/>
                  </a:lnTo>
                  <a:lnTo>
                    <a:pt x="398866" y="435200"/>
                  </a:lnTo>
                  <a:lnTo>
                    <a:pt x="398825" y="435430"/>
                  </a:lnTo>
                  <a:lnTo>
                    <a:pt x="398741" y="435913"/>
                  </a:lnTo>
                  <a:lnTo>
                    <a:pt x="398705" y="436115"/>
                  </a:lnTo>
                  <a:lnTo>
                    <a:pt x="398667" y="436336"/>
                  </a:lnTo>
                  <a:lnTo>
                    <a:pt x="398625" y="436573"/>
                  </a:lnTo>
                  <a:lnTo>
                    <a:pt x="398589" y="436778"/>
                  </a:lnTo>
                  <a:lnTo>
                    <a:pt x="398546" y="437025"/>
                  </a:lnTo>
                  <a:lnTo>
                    <a:pt x="398500" y="437287"/>
                  </a:lnTo>
                  <a:lnTo>
                    <a:pt x="398468" y="437469"/>
                  </a:lnTo>
                  <a:lnTo>
                    <a:pt x="398422" y="437730"/>
                  </a:lnTo>
                  <a:lnTo>
                    <a:pt x="398382" y="437962"/>
                  </a:lnTo>
                  <a:lnTo>
                    <a:pt x="398352" y="438130"/>
                  </a:lnTo>
                  <a:lnTo>
                    <a:pt x="398308" y="438381"/>
                  </a:lnTo>
                  <a:lnTo>
                    <a:pt x="398255" y="438683"/>
                  </a:lnTo>
                  <a:lnTo>
                    <a:pt x="398200" y="439000"/>
                  </a:lnTo>
                  <a:lnTo>
                    <a:pt x="398144" y="439320"/>
                  </a:lnTo>
                  <a:lnTo>
                    <a:pt x="398069" y="439749"/>
                  </a:lnTo>
                  <a:lnTo>
                    <a:pt x="398018" y="440037"/>
                  </a:lnTo>
                  <a:lnTo>
                    <a:pt x="397995" y="440169"/>
                  </a:lnTo>
                  <a:lnTo>
                    <a:pt x="397957" y="440384"/>
                  </a:lnTo>
                  <a:lnTo>
                    <a:pt x="397912" y="440645"/>
                  </a:lnTo>
                  <a:lnTo>
                    <a:pt x="397873" y="440865"/>
                  </a:lnTo>
                  <a:lnTo>
                    <a:pt x="397845" y="441025"/>
                  </a:lnTo>
                  <a:lnTo>
                    <a:pt x="397780" y="441394"/>
                  </a:lnTo>
                  <a:lnTo>
                    <a:pt x="397730" y="441679"/>
                  </a:lnTo>
                  <a:lnTo>
                    <a:pt x="397692" y="441897"/>
                  </a:lnTo>
                  <a:lnTo>
                    <a:pt x="397658" y="442094"/>
                  </a:lnTo>
                  <a:lnTo>
                    <a:pt x="397616" y="442331"/>
                  </a:lnTo>
                  <a:lnTo>
                    <a:pt x="397586" y="442504"/>
                  </a:lnTo>
                  <a:lnTo>
                    <a:pt x="397545" y="442737"/>
                  </a:lnTo>
                  <a:lnTo>
                    <a:pt x="397513" y="442920"/>
                  </a:lnTo>
                  <a:lnTo>
                    <a:pt x="397479" y="443112"/>
                  </a:lnTo>
                  <a:lnTo>
                    <a:pt x="397432" y="443381"/>
                  </a:lnTo>
                  <a:lnTo>
                    <a:pt x="397378" y="443692"/>
                  </a:lnTo>
                  <a:lnTo>
                    <a:pt x="397351" y="443845"/>
                  </a:lnTo>
                  <a:lnTo>
                    <a:pt x="397324" y="443996"/>
                  </a:lnTo>
                  <a:lnTo>
                    <a:pt x="397278" y="444262"/>
                  </a:lnTo>
                  <a:lnTo>
                    <a:pt x="397255" y="444390"/>
                  </a:lnTo>
                  <a:lnTo>
                    <a:pt x="397226" y="444555"/>
                  </a:lnTo>
                  <a:lnTo>
                    <a:pt x="397201" y="444698"/>
                  </a:lnTo>
                  <a:lnTo>
                    <a:pt x="397178" y="444830"/>
                  </a:lnTo>
                  <a:lnTo>
                    <a:pt x="397131" y="445099"/>
                  </a:lnTo>
                  <a:lnTo>
                    <a:pt x="397081" y="445385"/>
                  </a:lnTo>
                  <a:lnTo>
                    <a:pt x="397025" y="445702"/>
                  </a:lnTo>
                  <a:lnTo>
                    <a:pt x="396973" y="446002"/>
                  </a:lnTo>
                  <a:lnTo>
                    <a:pt x="396935" y="446218"/>
                  </a:lnTo>
                  <a:lnTo>
                    <a:pt x="396879" y="446540"/>
                  </a:lnTo>
                  <a:lnTo>
                    <a:pt x="396805" y="446958"/>
                  </a:lnTo>
                  <a:lnTo>
                    <a:pt x="396768" y="447170"/>
                  </a:lnTo>
                  <a:lnTo>
                    <a:pt x="396690" y="447618"/>
                  </a:lnTo>
                  <a:lnTo>
                    <a:pt x="396630" y="447959"/>
                  </a:lnTo>
                  <a:lnTo>
                    <a:pt x="396557" y="448373"/>
                  </a:lnTo>
                  <a:lnTo>
                    <a:pt x="396515" y="448616"/>
                  </a:lnTo>
                  <a:lnTo>
                    <a:pt x="396449" y="448990"/>
                  </a:lnTo>
                  <a:lnTo>
                    <a:pt x="396394" y="449307"/>
                  </a:lnTo>
                  <a:lnTo>
                    <a:pt x="396322" y="449719"/>
                  </a:lnTo>
                  <a:lnTo>
                    <a:pt x="396277" y="449974"/>
                  </a:lnTo>
                  <a:lnTo>
                    <a:pt x="396204" y="450391"/>
                  </a:lnTo>
                  <a:lnTo>
                    <a:pt x="396143" y="450740"/>
                  </a:lnTo>
                  <a:lnTo>
                    <a:pt x="396114" y="450903"/>
                  </a:lnTo>
                  <a:lnTo>
                    <a:pt x="396048" y="451280"/>
                  </a:lnTo>
                  <a:lnTo>
                    <a:pt x="396020" y="451438"/>
                  </a:lnTo>
                  <a:lnTo>
                    <a:pt x="395884" y="452218"/>
                  </a:lnTo>
                  <a:lnTo>
                    <a:pt x="395772" y="452855"/>
                  </a:lnTo>
                  <a:lnTo>
                    <a:pt x="395716" y="453174"/>
                  </a:lnTo>
                  <a:lnTo>
                    <a:pt x="395638" y="453617"/>
                  </a:lnTo>
                  <a:lnTo>
                    <a:pt x="395576" y="453975"/>
                  </a:lnTo>
                  <a:lnTo>
                    <a:pt x="395551" y="454119"/>
                  </a:lnTo>
                  <a:lnTo>
                    <a:pt x="395513" y="454333"/>
                  </a:lnTo>
                  <a:lnTo>
                    <a:pt x="395475" y="454550"/>
                  </a:lnTo>
                  <a:lnTo>
                    <a:pt x="395430" y="454809"/>
                  </a:lnTo>
                  <a:lnTo>
                    <a:pt x="395393" y="455019"/>
                  </a:lnTo>
                  <a:lnTo>
                    <a:pt x="395350" y="455265"/>
                  </a:lnTo>
                  <a:lnTo>
                    <a:pt x="395318" y="455446"/>
                  </a:lnTo>
                  <a:lnTo>
                    <a:pt x="395270" y="455722"/>
                  </a:lnTo>
                  <a:lnTo>
                    <a:pt x="395237" y="455909"/>
                  </a:lnTo>
                  <a:lnTo>
                    <a:pt x="395186" y="456201"/>
                  </a:lnTo>
                  <a:lnTo>
                    <a:pt x="395146" y="456428"/>
                  </a:lnTo>
                  <a:lnTo>
                    <a:pt x="395108" y="456646"/>
                  </a:lnTo>
                  <a:lnTo>
                    <a:pt x="395054" y="456954"/>
                  </a:lnTo>
                  <a:lnTo>
                    <a:pt x="395018" y="457156"/>
                  </a:lnTo>
                  <a:lnTo>
                    <a:pt x="394955" y="457517"/>
                  </a:lnTo>
                  <a:lnTo>
                    <a:pt x="394920" y="457716"/>
                  </a:lnTo>
                  <a:lnTo>
                    <a:pt x="394863" y="458042"/>
                  </a:lnTo>
                  <a:lnTo>
                    <a:pt x="394824" y="458265"/>
                  </a:lnTo>
                  <a:lnTo>
                    <a:pt x="394786" y="458483"/>
                  </a:lnTo>
                  <a:lnTo>
                    <a:pt x="394737" y="458763"/>
                  </a:lnTo>
                  <a:lnTo>
                    <a:pt x="394710" y="458917"/>
                  </a:lnTo>
                  <a:lnTo>
                    <a:pt x="394637" y="459334"/>
                  </a:lnTo>
                  <a:lnTo>
                    <a:pt x="394587" y="459617"/>
                  </a:lnTo>
                  <a:lnTo>
                    <a:pt x="394492" y="460159"/>
                  </a:lnTo>
                  <a:lnTo>
                    <a:pt x="394437" y="460472"/>
                  </a:lnTo>
                  <a:lnTo>
                    <a:pt x="394327" y="461101"/>
                  </a:lnTo>
                  <a:lnTo>
                    <a:pt x="394258" y="461495"/>
                  </a:lnTo>
                  <a:lnTo>
                    <a:pt x="394198" y="461839"/>
                  </a:lnTo>
                  <a:lnTo>
                    <a:pt x="394088" y="462465"/>
                  </a:lnTo>
                  <a:lnTo>
                    <a:pt x="394001" y="462959"/>
                  </a:lnTo>
                  <a:lnTo>
                    <a:pt x="393920" y="463423"/>
                  </a:lnTo>
                  <a:lnTo>
                    <a:pt x="393846" y="463844"/>
                  </a:lnTo>
                  <a:lnTo>
                    <a:pt x="393764" y="464315"/>
                  </a:lnTo>
                  <a:lnTo>
                    <a:pt x="393671" y="464847"/>
                  </a:lnTo>
                  <a:lnTo>
                    <a:pt x="393577" y="465381"/>
                  </a:lnTo>
                  <a:lnTo>
                    <a:pt x="393500" y="465820"/>
                  </a:lnTo>
                  <a:lnTo>
                    <a:pt x="393387" y="466466"/>
                  </a:lnTo>
                  <a:lnTo>
                    <a:pt x="393316" y="466873"/>
                  </a:lnTo>
                  <a:lnTo>
                    <a:pt x="393236" y="467328"/>
                  </a:lnTo>
                  <a:lnTo>
                    <a:pt x="393129" y="467935"/>
                  </a:lnTo>
                  <a:lnTo>
                    <a:pt x="392930" y="469075"/>
                  </a:lnTo>
                  <a:lnTo>
                    <a:pt x="392907" y="469202"/>
                  </a:lnTo>
                  <a:lnTo>
                    <a:pt x="392884" y="469338"/>
                  </a:lnTo>
                  <a:lnTo>
                    <a:pt x="392836" y="469610"/>
                  </a:lnTo>
                  <a:lnTo>
                    <a:pt x="392796" y="469839"/>
                  </a:lnTo>
                  <a:lnTo>
                    <a:pt x="392756" y="470066"/>
                  </a:lnTo>
                  <a:lnTo>
                    <a:pt x="392716" y="470296"/>
                  </a:lnTo>
                  <a:lnTo>
                    <a:pt x="392668" y="470567"/>
                  </a:lnTo>
                  <a:lnTo>
                    <a:pt x="392618" y="470853"/>
                  </a:lnTo>
                  <a:lnTo>
                    <a:pt x="392581" y="471066"/>
                  </a:lnTo>
                  <a:lnTo>
                    <a:pt x="392548" y="471256"/>
                  </a:lnTo>
                  <a:lnTo>
                    <a:pt x="392490" y="471588"/>
                  </a:lnTo>
                  <a:lnTo>
                    <a:pt x="392459" y="471763"/>
                  </a:lnTo>
                  <a:lnTo>
                    <a:pt x="392406" y="472066"/>
                  </a:lnTo>
                  <a:lnTo>
                    <a:pt x="392370" y="472269"/>
                  </a:lnTo>
                  <a:lnTo>
                    <a:pt x="392335" y="472470"/>
                  </a:lnTo>
                  <a:lnTo>
                    <a:pt x="392285" y="472754"/>
                  </a:lnTo>
                  <a:lnTo>
                    <a:pt x="392260" y="472899"/>
                  </a:lnTo>
                  <a:lnTo>
                    <a:pt x="392185" y="473323"/>
                  </a:lnTo>
                  <a:lnTo>
                    <a:pt x="392123" y="473680"/>
                  </a:lnTo>
                  <a:lnTo>
                    <a:pt x="392069" y="473989"/>
                  </a:lnTo>
                  <a:lnTo>
                    <a:pt x="392046" y="474121"/>
                  </a:lnTo>
                  <a:lnTo>
                    <a:pt x="392000" y="474384"/>
                  </a:lnTo>
                  <a:lnTo>
                    <a:pt x="391930" y="474779"/>
                  </a:lnTo>
                  <a:lnTo>
                    <a:pt x="391862" y="475171"/>
                  </a:lnTo>
                  <a:lnTo>
                    <a:pt x="391829" y="475356"/>
                  </a:lnTo>
                  <a:lnTo>
                    <a:pt x="391779" y="475642"/>
                  </a:lnTo>
                  <a:lnTo>
                    <a:pt x="391745" y="475839"/>
                  </a:lnTo>
                  <a:lnTo>
                    <a:pt x="391696" y="476117"/>
                  </a:lnTo>
                  <a:lnTo>
                    <a:pt x="391662" y="476311"/>
                  </a:lnTo>
                  <a:lnTo>
                    <a:pt x="391631" y="476486"/>
                  </a:lnTo>
                  <a:lnTo>
                    <a:pt x="391579" y="476783"/>
                  </a:lnTo>
                  <a:lnTo>
                    <a:pt x="391515" y="477148"/>
                  </a:lnTo>
                  <a:lnTo>
                    <a:pt x="391452" y="477509"/>
                  </a:lnTo>
                  <a:lnTo>
                    <a:pt x="391417" y="477708"/>
                  </a:lnTo>
                  <a:lnTo>
                    <a:pt x="391367" y="477995"/>
                  </a:lnTo>
                  <a:lnTo>
                    <a:pt x="391338" y="478161"/>
                  </a:lnTo>
                  <a:lnTo>
                    <a:pt x="391290" y="478435"/>
                  </a:lnTo>
                  <a:lnTo>
                    <a:pt x="391256" y="478629"/>
                  </a:lnTo>
                  <a:lnTo>
                    <a:pt x="391230" y="478779"/>
                  </a:lnTo>
                  <a:lnTo>
                    <a:pt x="391180" y="479064"/>
                  </a:lnTo>
                  <a:lnTo>
                    <a:pt x="391134" y="479326"/>
                  </a:lnTo>
                  <a:lnTo>
                    <a:pt x="391090" y="479578"/>
                  </a:lnTo>
                  <a:lnTo>
                    <a:pt x="391065" y="479721"/>
                  </a:lnTo>
                  <a:lnTo>
                    <a:pt x="391042" y="479849"/>
                  </a:lnTo>
                  <a:lnTo>
                    <a:pt x="391017" y="479995"/>
                  </a:lnTo>
                  <a:lnTo>
                    <a:pt x="390993" y="480127"/>
                  </a:lnTo>
                  <a:lnTo>
                    <a:pt x="390946" y="480397"/>
                  </a:lnTo>
                  <a:lnTo>
                    <a:pt x="390920" y="480545"/>
                  </a:lnTo>
                  <a:lnTo>
                    <a:pt x="390872" y="480819"/>
                  </a:lnTo>
                  <a:lnTo>
                    <a:pt x="390813" y="481155"/>
                  </a:lnTo>
                  <a:lnTo>
                    <a:pt x="390759" y="481463"/>
                  </a:lnTo>
                  <a:lnTo>
                    <a:pt x="390728" y="481639"/>
                  </a:lnTo>
                  <a:lnTo>
                    <a:pt x="390702" y="481787"/>
                  </a:lnTo>
                  <a:lnTo>
                    <a:pt x="390659" y="482036"/>
                  </a:lnTo>
                  <a:lnTo>
                    <a:pt x="390559" y="482607"/>
                  </a:lnTo>
                  <a:lnTo>
                    <a:pt x="390534" y="482748"/>
                  </a:lnTo>
                  <a:lnTo>
                    <a:pt x="390511" y="482879"/>
                  </a:lnTo>
                  <a:lnTo>
                    <a:pt x="390467" y="483131"/>
                  </a:lnTo>
                  <a:lnTo>
                    <a:pt x="390436" y="483305"/>
                  </a:lnTo>
                  <a:lnTo>
                    <a:pt x="390407" y="483471"/>
                  </a:lnTo>
                  <a:lnTo>
                    <a:pt x="390384" y="483603"/>
                  </a:lnTo>
                  <a:lnTo>
                    <a:pt x="390362" y="483731"/>
                  </a:lnTo>
                  <a:lnTo>
                    <a:pt x="390335" y="483886"/>
                  </a:lnTo>
                  <a:lnTo>
                    <a:pt x="390306" y="484048"/>
                  </a:lnTo>
                  <a:lnTo>
                    <a:pt x="390259" y="484318"/>
                  </a:lnTo>
                  <a:lnTo>
                    <a:pt x="390189" y="484718"/>
                  </a:lnTo>
                  <a:lnTo>
                    <a:pt x="390120" y="485109"/>
                  </a:lnTo>
                  <a:lnTo>
                    <a:pt x="390087" y="485300"/>
                  </a:lnTo>
                  <a:lnTo>
                    <a:pt x="390049" y="485514"/>
                  </a:lnTo>
                  <a:lnTo>
                    <a:pt x="390012" y="485725"/>
                  </a:lnTo>
                  <a:lnTo>
                    <a:pt x="389948" y="486090"/>
                  </a:lnTo>
                  <a:lnTo>
                    <a:pt x="389914" y="486287"/>
                  </a:lnTo>
                  <a:lnTo>
                    <a:pt x="389892" y="486415"/>
                  </a:lnTo>
                  <a:lnTo>
                    <a:pt x="389864" y="486570"/>
                  </a:lnTo>
                  <a:lnTo>
                    <a:pt x="389841" y="486703"/>
                  </a:lnTo>
                  <a:lnTo>
                    <a:pt x="389792" y="486982"/>
                  </a:lnTo>
                  <a:lnTo>
                    <a:pt x="389764" y="487145"/>
                  </a:lnTo>
                  <a:lnTo>
                    <a:pt x="389720" y="487396"/>
                  </a:lnTo>
                  <a:lnTo>
                    <a:pt x="389669" y="487684"/>
                  </a:lnTo>
                  <a:lnTo>
                    <a:pt x="389644" y="487827"/>
                  </a:lnTo>
                  <a:lnTo>
                    <a:pt x="389457" y="488898"/>
                  </a:lnTo>
                  <a:lnTo>
                    <a:pt x="388828" y="492493"/>
                  </a:lnTo>
                  <a:lnTo>
                    <a:pt x="388220" y="495967"/>
                  </a:lnTo>
                  <a:lnTo>
                    <a:pt x="386019" y="508545"/>
                  </a:lnTo>
                  <a:lnTo>
                    <a:pt x="379708" y="544605"/>
                  </a:lnTo>
                  <a:lnTo>
                    <a:pt x="376316" y="563987"/>
                  </a:lnTo>
                  <a:lnTo>
                    <a:pt x="375669" y="565575"/>
                  </a:lnTo>
                  <a:lnTo>
                    <a:pt x="367949" y="584527"/>
                  </a:lnTo>
                  <a:lnTo>
                    <a:pt x="365299" y="590923"/>
                  </a:lnTo>
                  <a:lnTo>
                    <a:pt x="358834" y="606524"/>
                  </a:lnTo>
                  <a:lnTo>
                    <a:pt x="358530" y="607259"/>
                  </a:lnTo>
                  <a:lnTo>
                    <a:pt x="358428" y="607505"/>
                  </a:lnTo>
                  <a:lnTo>
                    <a:pt x="353538" y="619238"/>
                  </a:lnTo>
                  <a:lnTo>
                    <a:pt x="340067" y="651561"/>
                  </a:lnTo>
                  <a:lnTo>
                    <a:pt x="340001" y="651720"/>
                  </a:lnTo>
                  <a:lnTo>
                    <a:pt x="336251" y="660718"/>
                  </a:lnTo>
                  <a:lnTo>
                    <a:pt x="317249" y="650433"/>
                  </a:lnTo>
                  <a:lnTo>
                    <a:pt x="316846" y="650214"/>
                  </a:lnTo>
                  <a:lnTo>
                    <a:pt x="316583" y="650072"/>
                  </a:lnTo>
                  <a:lnTo>
                    <a:pt x="300727" y="641490"/>
                  </a:lnTo>
                  <a:lnTo>
                    <a:pt x="298813" y="640453"/>
                  </a:lnTo>
                  <a:lnTo>
                    <a:pt x="285046" y="633029"/>
                  </a:lnTo>
                  <a:lnTo>
                    <a:pt x="268647" y="624186"/>
                  </a:lnTo>
                  <a:lnTo>
                    <a:pt x="267523" y="623580"/>
                  </a:lnTo>
                  <a:lnTo>
                    <a:pt x="259553" y="619238"/>
                  </a:lnTo>
                  <a:lnTo>
                    <a:pt x="253267" y="615815"/>
                  </a:lnTo>
                  <a:lnTo>
                    <a:pt x="251990" y="615119"/>
                  </a:lnTo>
                  <a:lnTo>
                    <a:pt x="237734" y="607303"/>
                  </a:lnTo>
                  <a:lnTo>
                    <a:pt x="236780" y="606780"/>
                  </a:lnTo>
                  <a:lnTo>
                    <a:pt x="236418" y="606582"/>
                  </a:lnTo>
                  <a:lnTo>
                    <a:pt x="235920" y="606305"/>
                  </a:lnTo>
                  <a:lnTo>
                    <a:pt x="196152" y="584225"/>
                  </a:lnTo>
                  <a:lnTo>
                    <a:pt x="195000" y="583585"/>
                  </a:lnTo>
                  <a:lnTo>
                    <a:pt x="187453" y="579395"/>
                  </a:lnTo>
                  <a:lnTo>
                    <a:pt x="159936" y="564726"/>
                  </a:lnTo>
                  <a:lnTo>
                    <a:pt x="154361" y="562194"/>
                  </a:lnTo>
                  <a:lnTo>
                    <a:pt x="140140" y="558599"/>
                  </a:lnTo>
                  <a:lnTo>
                    <a:pt x="141387" y="550608"/>
                  </a:lnTo>
                  <a:lnTo>
                    <a:pt x="143263" y="538586"/>
                  </a:lnTo>
                  <a:lnTo>
                    <a:pt x="143759" y="535406"/>
                  </a:lnTo>
                  <a:lnTo>
                    <a:pt x="154008" y="469728"/>
                  </a:lnTo>
                  <a:lnTo>
                    <a:pt x="157656" y="446346"/>
                  </a:lnTo>
                  <a:lnTo>
                    <a:pt x="127112" y="441430"/>
                  </a:lnTo>
                  <a:lnTo>
                    <a:pt x="64226" y="431307"/>
                  </a:lnTo>
                  <a:lnTo>
                    <a:pt x="36791" y="426891"/>
                  </a:lnTo>
                  <a:lnTo>
                    <a:pt x="40244" y="405106"/>
                  </a:lnTo>
                  <a:lnTo>
                    <a:pt x="40294" y="404772"/>
                  </a:lnTo>
                  <a:lnTo>
                    <a:pt x="42435" y="390503"/>
                  </a:lnTo>
                  <a:lnTo>
                    <a:pt x="43793" y="383184"/>
                  </a:lnTo>
                  <a:lnTo>
                    <a:pt x="44705" y="379629"/>
                  </a:lnTo>
                  <a:lnTo>
                    <a:pt x="46224" y="373705"/>
                  </a:lnTo>
                  <a:lnTo>
                    <a:pt x="47056" y="370462"/>
                  </a:lnTo>
                  <a:lnTo>
                    <a:pt x="47127" y="370186"/>
                  </a:lnTo>
                  <a:lnTo>
                    <a:pt x="47835" y="367571"/>
                  </a:lnTo>
                  <a:lnTo>
                    <a:pt x="49349" y="361983"/>
                  </a:lnTo>
                  <a:lnTo>
                    <a:pt x="51630" y="355139"/>
                  </a:lnTo>
                  <a:lnTo>
                    <a:pt x="52807" y="351507"/>
                  </a:lnTo>
                  <a:lnTo>
                    <a:pt x="53170" y="350516"/>
                  </a:lnTo>
                  <a:lnTo>
                    <a:pt x="15832" y="329364"/>
                  </a:lnTo>
                  <a:lnTo>
                    <a:pt x="11871" y="327120"/>
                  </a:lnTo>
                  <a:lnTo>
                    <a:pt x="10125" y="326181"/>
                  </a:lnTo>
                  <a:lnTo>
                    <a:pt x="12207" y="322361"/>
                  </a:lnTo>
                  <a:lnTo>
                    <a:pt x="20040" y="307994"/>
                  </a:lnTo>
                  <a:lnTo>
                    <a:pt x="20813" y="306577"/>
                  </a:lnTo>
                  <a:lnTo>
                    <a:pt x="22471" y="303523"/>
                  </a:lnTo>
                  <a:lnTo>
                    <a:pt x="22928" y="302682"/>
                  </a:lnTo>
                  <a:lnTo>
                    <a:pt x="24283" y="300188"/>
                  </a:lnTo>
                  <a:lnTo>
                    <a:pt x="26711" y="295716"/>
                  </a:lnTo>
                  <a:lnTo>
                    <a:pt x="31193" y="287465"/>
                  </a:lnTo>
                  <a:lnTo>
                    <a:pt x="32012" y="285957"/>
                  </a:lnTo>
                  <a:lnTo>
                    <a:pt x="33937" y="282652"/>
                  </a:lnTo>
                  <a:lnTo>
                    <a:pt x="40383" y="271589"/>
                  </a:lnTo>
                  <a:lnTo>
                    <a:pt x="40585" y="271242"/>
                  </a:lnTo>
                  <a:lnTo>
                    <a:pt x="46239" y="261536"/>
                  </a:lnTo>
                  <a:lnTo>
                    <a:pt x="48010" y="258498"/>
                  </a:lnTo>
                  <a:lnTo>
                    <a:pt x="29171" y="248191"/>
                  </a:lnTo>
                  <a:lnTo>
                    <a:pt x="33822" y="239149"/>
                  </a:lnTo>
                  <a:lnTo>
                    <a:pt x="38615" y="229832"/>
                  </a:lnTo>
                  <a:lnTo>
                    <a:pt x="41210" y="224786"/>
                  </a:lnTo>
                  <a:lnTo>
                    <a:pt x="48043" y="212653"/>
                  </a:lnTo>
                  <a:lnTo>
                    <a:pt x="49979" y="209215"/>
                  </a:lnTo>
                  <a:lnTo>
                    <a:pt x="57700" y="195506"/>
                  </a:lnTo>
                  <a:lnTo>
                    <a:pt x="64813" y="182874"/>
                  </a:lnTo>
                  <a:lnTo>
                    <a:pt x="65609" y="181461"/>
                  </a:lnTo>
                  <a:lnTo>
                    <a:pt x="63601" y="180348"/>
                  </a:lnTo>
                  <a:lnTo>
                    <a:pt x="53925" y="174990"/>
                  </a:lnTo>
                  <a:lnTo>
                    <a:pt x="52115" y="173988"/>
                  </a:lnTo>
                  <a:lnTo>
                    <a:pt x="50953" y="173345"/>
                  </a:lnTo>
                  <a:lnTo>
                    <a:pt x="47118" y="171221"/>
                  </a:lnTo>
                  <a:lnTo>
                    <a:pt x="43047" y="168967"/>
                  </a:lnTo>
                  <a:lnTo>
                    <a:pt x="40732" y="167685"/>
                  </a:lnTo>
                  <a:lnTo>
                    <a:pt x="33523" y="163693"/>
                  </a:lnTo>
                  <a:lnTo>
                    <a:pt x="30899" y="162239"/>
                  </a:lnTo>
                  <a:lnTo>
                    <a:pt x="27958" y="160611"/>
                  </a:lnTo>
                  <a:lnTo>
                    <a:pt x="22910" y="157815"/>
                  </a:lnTo>
                  <a:lnTo>
                    <a:pt x="21057" y="156789"/>
                  </a:lnTo>
                  <a:lnTo>
                    <a:pt x="12027" y="151789"/>
                  </a:lnTo>
                  <a:lnTo>
                    <a:pt x="9772" y="150540"/>
                  </a:lnTo>
                  <a:lnTo>
                    <a:pt x="0" y="145129"/>
                  </a:lnTo>
                  <a:lnTo>
                    <a:pt x="17071" y="113538"/>
                  </a:lnTo>
                  <a:lnTo>
                    <a:pt x="28256" y="93149"/>
                  </a:lnTo>
                  <a:lnTo>
                    <a:pt x="35250" y="80402"/>
                  </a:lnTo>
                  <a:lnTo>
                    <a:pt x="39254" y="73103"/>
                  </a:lnTo>
                  <a:lnTo>
                    <a:pt x="50597" y="52427"/>
                  </a:lnTo>
                  <a:lnTo>
                    <a:pt x="51990" y="49888"/>
                  </a:lnTo>
                  <a:lnTo>
                    <a:pt x="61844" y="31925"/>
                  </a:lnTo>
                  <a:lnTo>
                    <a:pt x="91087" y="48204"/>
                  </a:lnTo>
                  <a:lnTo>
                    <a:pt x="91704" y="48547"/>
                  </a:lnTo>
                  <a:lnTo>
                    <a:pt x="124762" y="66949"/>
                  </a:lnTo>
                  <a:lnTo>
                    <a:pt x="150154" y="81084"/>
                  </a:lnTo>
                  <a:lnTo>
                    <a:pt x="158613" y="85792"/>
                  </a:lnTo>
                  <a:lnTo>
                    <a:pt x="158973" y="85992"/>
                  </a:lnTo>
                  <a:lnTo>
                    <a:pt x="183132" y="99441"/>
                  </a:lnTo>
                  <a:lnTo>
                    <a:pt x="203189" y="63868"/>
                  </a:lnTo>
                  <a:lnTo>
                    <a:pt x="207508" y="56208"/>
                  </a:lnTo>
                  <a:lnTo>
                    <a:pt x="215166" y="42192"/>
                  </a:lnTo>
                  <a:lnTo>
                    <a:pt x="215284" y="41977"/>
                  </a:lnTo>
                  <a:lnTo>
                    <a:pt x="225528" y="23227"/>
                  </a:lnTo>
                  <a:lnTo>
                    <a:pt x="238219" y="0"/>
                  </a:lnTo>
                  <a:lnTo>
                    <a:pt x="245777" y="4238"/>
                  </a:lnTo>
                  <a:lnTo>
                    <a:pt x="246444" y="4612"/>
                  </a:lnTo>
                  <a:lnTo>
                    <a:pt x="249700" y="6543"/>
                  </a:lnTo>
                  <a:lnTo>
                    <a:pt x="253350" y="8707"/>
                  </a:lnTo>
                  <a:lnTo>
                    <a:pt x="258225" y="11598"/>
                  </a:lnTo>
                  <a:lnTo>
                    <a:pt x="261710" y="13664"/>
                  </a:lnTo>
                  <a:lnTo>
                    <a:pt x="263960" y="14998"/>
                  </a:lnTo>
                  <a:lnTo>
                    <a:pt x="265253" y="15765"/>
                  </a:lnTo>
                  <a:lnTo>
                    <a:pt x="265646" y="16003"/>
                  </a:lnTo>
                  <a:lnTo>
                    <a:pt x="277375" y="23100"/>
                  </a:lnTo>
                  <a:lnTo>
                    <a:pt x="279025" y="24099"/>
                  </a:lnTo>
                  <a:lnTo>
                    <a:pt x="288622" y="29837"/>
                  </a:lnTo>
                  <a:lnTo>
                    <a:pt x="291936" y="31819"/>
                  </a:lnTo>
                  <a:lnTo>
                    <a:pt x="295136" y="33583"/>
                  </a:lnTo>
                  <a:lnTo>
                    <a:pt x="306921" y="4007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529915" y="2902048"/>
              <a:ext cx="345951" cy="380255"/>
            </a:xfrm>
            <a:custGeom>
              <a:avLst/>
              <a:pathLst>
                <a:path w="345951" h="380255">
                  <a:moveTo>
                    <a:pt x="232432" y="76074"/>
                  </a:moveTo>
                  <a:lnTo>
                    <a:pt x="232619" y="75879"/>
                  </a:lnTo>
                  <a:lnTo>
                    <a:pt x="233156" y="75319"/>
                  </a:lnTo>
                  <a:lnTo>
                    <a:pt x="233913" y="74529"/>
                  </a:lnTo>
                  <a:lnTo>
                    <a:pt x="234152" y="74280"/>
                  </a:lnTo>
                  <a:lnTo>
                    <a:pt x="239405" y="68799"/>
                  </a:lnTo>
                  <a:lnTo>
                    <a:pt x="240473" y="67684"/>
                  </a:lnTo>
                  <a:lnTo>
                    <a:pt x="240712" y="67435"/>
                  </a:lnTo>
                  <a:lnTo>
                    <a:pt x="242639" y="65424"/>
                  </a:lnTo>
                  <a:lnTo>
                    <a:pt x="242915" y="65137"/>
                  </a:lnTo>
                  <a:lnTo>
                    <a:pt x="243170" y="64870"/>
                  </a:lnTo>
                  <a:lnTo>
                    <a:pt x="243680" y="64339"/>
                  </a:lnTo>
                  <a:lnTo>
                    <a:pt x="243988" y="64017"/>
                  </a:lnTo>
                  <a:lnTo>
                    <a:pt x="244290" y="63772"/>
                  </a:lnTo>
                  <a:lnTo>
                    <a:pt x="244636" y="63956"/>
                  </a:lnTo>
                  <a:lnTo>
                    <a:pt x="244876" y="64084"/>
                  </a:lnTo>
                  <a:lnTo>
                    <a:pt x="245201" y="64257"/>
                  </a:lnTo>
                  <a:lnTo>
                    <a:pt x="245760" y="64554"/>
                  </a:lnTo>
                  <a:lnTo>
                    <a:pt x="246072" y="64721"/>
                  </a:lnTo>
                  <a:lnTo>
                    <a:pt x="247014" y="65222"/>
                  </a:lnTo>
                  <a:lnTo>
                    <a:pt x="247284" y="65365"/>
                  </a:lnTo>
                  <a:lnTo>
                    <a:pt x="247746" y="65611"/>
                  </a:lnTo>
                  <a:lnTo>
                    <a:pt x="248434" y="65978"/>
                  </a:lnTo>
                  <a:lnTo>
                    <a:pt x="250027" y="66826"/>
                  </a:lnTo>
                  <a:lnTo>
                    <a:pt x="250432" y="67041"/>
                  </a:lnTo>
                  <a:lnTo>
                    <a:pt x="250999" y="67343"/>
                  </a:lnTo>
                  <a:lnTo>
                    <a:pt x="252071" y="67914"/>
                  </a:lnTo>
                  <a:lnTo>
                    <a:pt x="252685" y="68240"/>
                  </a:lnTo>
                  <a:lnTo>
                    <a:pt x="253079" y="68450"/>
                  </a:lnTo>
                  <a:lnTo>
                    <a:pt x="253680" y="68770"/>
                  </a:lnTo>
                  <a:lnTo>
                    <a:pt x="254768" y="69349"/>
                  </a:lnTo>
                  <a:lnTo>
                    <a:pt x="255609" y="69796"/>
                  </a:lnTo>
                  <a:lnTo>
                    <a:pt x="255775" y="69885"/>
                  </a:lnTo>
                  <a:lnTo>
                    <a:pt x="255965" y="69986"/>
                  </a:lnTo>
                  <a:lnTo>
                    <a:pt x="256328" y="70179"/>
                  </a:lnTo>
                  <a:lnTo>
                    <a:pt x="256582" y="70314"/>
                  </a:lnTo>
                  <a:lnTo>
                    <a:pt x="256923" y="70496"/>
                  </a:lnTo>
                  <a:lnTo>
                    <a:pt x="257228" y="70658"/>
                  </a:lnTo>
                  <a:lnTo>
                    <a:pt x="257384" y="70741"/>
                  </a:lnTo>
                  <a:lnTo>
                    <a:pt x="257760" y="70942"/>
                  </a:lnTo>
                  <a:lnTo>
                    <a:pt x="258178" y="71160"/>
                  </a:lnTo>
                  <a:lnTo>
                    <a:pt x="258650" y="71335"/>
                  </a:lnTo>
                  <a:lnTo>
                    <a:pt x="258840" y="71405"/>
                  </a:lnTo>
                  <a:lnTo>
                    <a:pt x="259049" y="71482"/>
                  </a:lnTo>
                  <a:lnTo>
                    <a:pt x="259544" y="71665"/>
                  </a:lnTo>
                  <a:lnTo>
                    <a:pt x="259757" y="71743"/>
                  </a:lnTo>
                  <a:lnTo>
                    <a:pt x="260034" y="71846"/>
                  </a:lnTo>
                  <a:lnTo>
                    <a:pt x="260441" y="71996"/>
                  </a:lnTo>
                  <a:lnTo>
                    <a:pt x="260918" y="72172"/>
                  </a:lnTo>
                  <a:lnTo>
                    <a:pt x="261112" y="72244"/>
                  </a:lnTo>
                  <a:lnTo>
                    <a:pt x="261577" y="72415"/>
                  </a:lnTo>
                  <a:lnTo>
                    <a:pt x="261995" y="72569"/>
                  </a:lnTo>
                  <a:lnTo>
                    <a:pt x="262352" y="72701"/>
                  </a:lnTo>
                  <a:lnTo>
                    <a:pt x="263050" y="72959"/>
                  </a:lnTo>
                  <a:lnTo>
                    <a:pt x="265962" y="74033"/>
                  </a:lnTo>
                  <a:lnTo>
                    <a:pt x="266982" y="74410"/>
                  </a:lnTo>
                  <a:lnTo>
                    <a:pt x="267861" y="75092"/>
                  </a:lnTo>
                  <a:lnTo>
                    <a:pt x="268100" y="75592"/>
                  </a:lnTo>
                  <a:lnTo>
                    <a:pt x="268274" y="75954"/>
                  </a:lnTo>
                  <a:lnTo>
                    <a:pt x="268521" y="76469"/>
                  </a:lnTo>
                  <a:lnTo>
                    <a:pt x="268863" y="77183"/>
                  </a:lnTo>
                  <a:lnTo>
                    <a:pt x="269075" y="77625"/>
                  </a:lnTo>
                  <a:lnTo>
                    <a:pt x="269224" y="77937"/>
                  </a:lnTo>
                  <a:lnTo>
                    <a:pt x="269737" y="79008"/>
                  </a:lnTo>
                  <a:lnTo>
                    <a:pt x="269998" y="79551"/>
                  </a:lnTo>
                  <a:lnTo>
                    <a:pt x="270090" y="79743"/>
                  </a:lnTo>
                  <a:lnTo>
                    <a:pt x="270827" y="81280"/>
                  </a:lnTo>
                  <a:lnTo>
                    <a:pt x="270889" y="81411"/>
                  </a:lnTo>
                  <a:lnTo>
                    <a:pt x="272877" y="82719"/>
                  </a:lnTo>
                  <a:lnTo>
                    <a:pt x="275179" y="85070"/>
                  </a:lnTo>
                  <a:lnTo>
                    <a:pt x="276802" y="86727"/>
                  </a:lnTo>
                  <a:lnTo>
                    <a:pt x="277531" y="87472"/>
                  </a:lnTo>
                  <a:lnTo>
                    <a:pt x="281154" y="91172"/>
                  </a:lnTo>
                  <a:lnTo>
                    <a:pt x="281947" y="91982"/>
                  </a:lnTo>
                  <a:lnTo>
                    <a:pt x="291798" y="92191"/>
                  </a:lnTo>
                  <a:lnTo>
                    <a:pt x="295406" y="92266"/>
                  </a:lnTo>
                  <a:lnTo>
                    <a:pt x="295789" y="92274"/>
                  </a:lnTo>
                  <a:lnTo>
                    <a:pt x="298444" y="92329"/>
                  </a:lnTo>
                  <a:lnTo>
                    <a:pt x="301503" y="92392"/>
                  </a:lnTo>
                  <a:lnTo>
                    <a:pt x="302020" y="92403"/>
                  </a:lnTo>
                  <a:lnTo>
                    <a:pt x="305886" y="92936"/>
                  </a:lnTo>
                  <a:lnTo>
                    <a:pt x="306941" y="93081"/>
                  </a:lnTo>
                  <a:lnTo>
                    <a:pt x="307867" y="93303"/>
                  </a:lnTo>
                  <a:lnTo>
                    <a:pt x="309547" y="93704"/>
                  </a:lnTo>
                  <a:lnTo>
                    <a:pt x="312512" y="94413"/>
                  </a:lnTo>
                  <a:lnTo>
                    <a:pt x="312797" y="94862"/>
                  </a:lnTo>
                  <a:lnTo>
                    <a:pt x="312925" y="95065"/>
                  </a:lnTo>
                  <a:lnTo>
                    <a:pt x="313117" y="95367"/>
                  </a:lnTo>
                  <a:lnTo>
                    <a:pt x="313217" y="95525"/>
                  </a:lnTo>
                  <a:lnTo>
                    <a:pt x="313390" y="95798"/>
                  </a:lnTo>
                  <a:lnTo>
                    <a:pt x="313548" y="96047"/>
                  </a:lnTo>
                  <a:lnTo>
                    <a:pt x="313704" y="96293"/>
                  </a:lnTo>
                  <a:lnTo>
                    <a:pt x="313790" y="96430"/>
                  </a:lnTo>
                  <a:lnTo>
                    <a:pt x="314025" y="96800"/>
                  </a:lnTo>
                  <a:lnTo>
                    <a:pt x="314208" y="97088"/>
                  </a:lnTo>
                  <a:lnTo>
                    <a:pt x="314396" y="97395"/>
                  </a:lnTo>
                  <a:lnTo>
                    <a:pt x="314518" y="97593"/>
                  </a:lnTo>
                  <a:lnTo>
                    <a:pt x="314968" y="98328"/>
                  </a:lnTo>
                  <a:lnTo>
                    <a:pt x="315222" y="98741"/>
                  </a:lnTo>
                  <a:lnTo>
                    <a:pt x="315628" y="99402"/>
                  </a:lnTo>
                  <a:lnTo>
                    <a:pt x="315723" y="99557"/>
                  </a:lnTo>
                  <a:lnTo>
                    <a:pt x="316354" y="100586"/>
                  </a:lnTo>
                  <a:lnTo>
                    <a:pt x="316710" y="101166"/>
                  </a:lnTo>
                  <a:lnTo>
                    <a:pt x="316952" y="101561"/>
                  </a:lnTo>
                  <a:lnTo>
                    <a:pt x="317059" y="101734"/>
                  </a:lnTo>
                  <a:lnTo>
                    <a:pt x="317354" y="102214"/>
                  </a:lnTo>
                  <a:lnTo>
                    <a:pt x="317442" y="102359"/>
                  </a:lnTo>
                  <a:lnTo>
                    <a:pt x="317648" y="102694"/>
                  </a:lnTo>
                  <a:lnTo>
                    <a:pt x="317855" y="103032"/>
                  </a:lnTo>
                  <a:lnTo>
                    <a:pt x="318173" y="103549"/>
                  </a:lnTo>
                  <a:lnTo>
                    <a:pt x="318969" y="104846"/>
                  </a:lnTo>
                  <a:lnTo>
                    <a:pt x="319491" y="105698"/>
                  </a:lnTo>
                  <a:lnTo>
                    <a:pt x="319698" y="106035"/>
                  </a:lnTo>
                  <a:lnTo>
                    <a:pt x="319873" y="106320"/>
                  </a:lnTo>
                  <a:lnTo>
                    <a:pt x="320243" y="106923"/>
                  </a:lnTo>
                  <a:lnTo>
                    <a:pt x="320480" y="107309"/>
                  </a:lnTo>
                  <a:lnTo>
                    <a:pt x="320563" y="107444"/>
                  </a:lnTo>
                  <a:lnTo>
                    <a:pt x="320729" y="107714"/>
                  </a:lnTo>
                  <a:lnTo>
                    <a:pt x="320809" y="107845"/>
                  </a:lnTo>
                  <a:lnTo>
                    <a:pt x="320994" y="108147"/>
                  </a:lnTo>
                  <a:lnTo>
                    <a:pt x="321083" y="108291"/>
                  </a:lnTo>
                  <a:lnTo>
                    <a:pt x="321205" y="108490"/>
                  </a:lnTo>
                  <a:lnTo>
                    <a:pt x="321443" y="108878"/>
                  </a:lnTo>
                  <a:lnTo>
                    <a:pt x="322311" y="110293"/>
                  </a:lnTo>
                  <a:lnTo>
                    <a:pt x="322621" y="110798"/>
                  </a:lnTo>
                  <a:lnTo>
                    <a:pt x="323323" y="111941"/>
                  </a:lnTo>
                  <a:lnTo>
                    <a:pt x="323425" y="112107"/>
                  </a:lnTo>
                  <a:lnTo>
                    <a:pt x="324194" y="112793"/>
                  </a:lnTo>
                  <a:lnTo>
                    <a:pt x="324771" y="113306"/>
                  </a:lnTo>
                  <a:lnTo>
                    <a:pt x="325211" y="113699"/>
                  </a:lnTo>
                  <a:lnTo>
                    <a:pt x="325479" y="113937"/>
                  </a:lnTo>
                  <a:lnTo>
                    <a:pt x="325799" y="114222"/>
                  </a:lnTo>
                  <a:lnTo>
                    <a:pt x="326076" y="114469"/>
                  </a:lnTo>
                  <a:lnTo>
                    <a:pt x="326580" y="114918"/>
                  </a:lnTo>
                  <a:lnTo>
                    <a:pt x="326756" y="115075"/>
                  </a:lnTo>
                  <a:lnTo>
                    <a:pt x="327172" y="115445"/>
                  </a:lnTo>
                  <a:lnTo>
                    <a:pt x="327708" y="115922"/>
                  </a:lnTo>
                  <a:lnTo>
                    <a:pt x="327909" y="116102"/>
                  </a:lnTo>
                  <a:lnTo>
                    <a:pt x="328286" y="116438"/>
                  </a:lnTo>
                  <a:lnTo>
                    <a:pt x="328578" y="116698"/>
                  </a:lnTo>
                  <a:lnTo>
                    <a:pt x="329270" y="117313"/>
                  </a:lnTo>
                  <a:lnTo>
                    <a:pt x="329447" y="117471"/>
                  </a:lnTo>
                  <a:lnTo>
                    <a:pt x="329662" y="117663"/>
                  </a:lnTo>
                  <a:lnTo>
                    <a:pt x="330004" y="117967"/>
                  </a:lnTo>
                  <a:lnTo>
                    <a:pt x="330779" y="118657"/>
                  </a:lnTo>
                  <a:lnTo>
                    <a:pt x="331110" y="118952"/>
                  </a:lnTo>
                  <a:lnTo>
                    <a:pt x="331323" y="119142"/>
                  </a:lnTo>
                  <a:lnTo>
                    <a:pt x="331901" y="119657"/>
                  </a:lnTo>
                  <a:lnTo>
                    <a:pt x="332033" y="119775"/>
                  </a:lnTo>
                  <a:lnTo>
                    <a:pt x="332255" y="119973"/>
                  </a:lnTo>
                  <a:lnTo>
                    <a:pt x="332811" y="120595"/>
                  </a:lnTo>
                  <a:lnTo>
                    <a:pt x="332953" y="120754"/>
                  </a:lnTo>
                  <a:lnTo>
                    <a:pt x="333217" y="121050"/>
                  </a:lnTo>
                  <a:lnTo>
                    <a:pt x="333366" y="121216"/>
                  </a:lnTo>
                  <a:lnTo>
                    <a:pt x="333638" y="121521"/>
                  </a:lnTo>
                  <a:lnTo>
                    <a:pt x="334037" y="121967"/>
                  </a:lnTo>
                  <a:lnTo>
                    <a:pt x="334227" y="122180"/>
                  </a:lnTo>
                  <a:lnTo>
                    <a:pt x="334604" y="122604"/>
                  </a:lnTo>
                  <a:lnTo>
                    <a:pt x="334816" y="123083"/>
                  </a:lnTo>
                  <a:lnTo>
                    <a:pt x="334895" y="123261"/>
                  </a:lnTo>
                  <a:lnTo>
                    <a:pt x="335065" y="123645"/>
                  </a:lnTo>
                  <a:lnTo>
                    <a:pt x="335305" y="124187"/>
                  </a:lnTo>
                  <a:lnTo>
                    <a:pt x="335520" y="124673"/>
                  </a:lnTo>
                  <a:lnTo>
                    <a:pt x="335765" y="125226"/>
                  </a:lnTo>
                  <a:lnTo>
                    <a:pt x="335863" y="125448"/>
                  </a:lnTo>
                  <a:lnTo>
                    <a:pt x="335903" y="125612"/>
                  </a:lnTo>
                  <a:lnTo>
                    <a:pt x="335469" y="125829"/>
                  </a:lnTo>
                  <a:lnTo>
                    <a:pt x="335238" y="125945"/>
                  </a:lnTo>
                  <a:lnTo>
                    <a:pt x="334514" y="126309"/>
                  </a:lnTo>
                  <a:lnTo>
                    <a:pt x="334145" y="126494"/>
                  </a:lnTo>
                  <a:lnTo>
                    <a:pt x="333664" y="126735"/>
                  </a:lnTo>
                  <a:lnTo>
                    <a:pt x="333358" y="126889"/>
                  </a:lnTo>
                  <a:lnTo>
                    <a:pt x="332894" y="127122"/>
                  </a:lnTo>
                  <a:lnTo>
                    <a:pt x="332523" y="127309"/>
                  </a:lnTo>
                  <a:lnTo>
                    <a:pt x="332073" y="127535"/>
                  </a:lnTo>
                  <a:lnTo>
                    <a:pt x="331832" y="127655"/>
                  </a:lnTo>
                  <a:lnTo>
                    <a:pt x="331699" y="127722"/>
                  </a:lnTo>
                  <a:lnTo>
                    <a:pt x="331213" y="127966"/>
                  </a:lnTo>
                  <a:lnTo>
                    <a:pt x="330240" y="128454"/>
                  </a:lnTo>
                  <a:lnTo>
                    <a:pt x="329502" y="129233"/>
                  </a:lnTo>
                  <a:lnTo>
                    <a:pt x="329090" y="129667"/>
                  </a:lnTo>
                  <a:lnTo>
                    <a:pt x="328613" y="130170"/>
                  </a:lnTo>
                  <a:lnTo>
                    <a:pt x="328007" y="130810"/>
                  </a:lnTo>
                  <a:lnTo>
                    <a:pt x="327288" y="131567"/>
                  </a:lnTo>
                  <a:lnTo>
                    <a:pt x="326861" y="132018"/>
                  </a:lnTo>
                  <a:lnTo>
                    <a:pt x="326062" y="132860"/>
                  </a:lnTo>
                  <a:lnTo>
                    <a:pt x="325586" y="133362"/>
                  </a:lnTo>
                  <a:lnTo>
                    <a:pt x="325020" y="133960"/>
                  </a:lnTo>
                  <a:lnTo>
                    <a:pt x="324537" y="134468"/>
                  </a:lnTo>
                  <a:lnTo>
                    <a:pt x="323991" y="135044"/>
                  </a:lnTo>
                  <a:lnTo>
                    <a:pt x="323843" y="135200"/>
                  </a:lnTo>
                  <a:lnTo>
                    <a:pt x="323589" y="135468"/>
                  </a:lnTo>
                  <a:lnTo>
                    <a:pt x="323344" y="135726"/>
                  </a:lnTo>
                  <a:lnTo>
                    <a:pt x="322695" y="136410"/>
                  </a:lnTo>
                  <a:lnTo>
                    <a:pt x="322515" y="136600"/>
                  </a:lnTo>
                  <a:lnTo>
                    <a:pt x="322306" y="136821"/>
                  </a:lnTo>
                  <a:lnTo>
                    <a:pt x="322008" y="137135"/>
                  </a:lnTo>
                  <a:lnTo>
                    <a:pt x="321506" y="137653"/>
                  </a:lnTo>
                  <a:lnTo>
                    <a:pt x="321126" y="138018"/>
                  </a:lnTo>
                  <a:lnTo>
                    <a:pt x="320932" y="138205"/>
                  </a:lnTo>
                  <a:lnTo>
                    <a:pt x="320590" y="138533"/>
                  </a:lnTo>
                  <a:lnTo>
                    <a:pt x="320365" y="138750"/>
                  </a:lnTo>
                  <a:lnTo>
                    <a:pt x="319898" y="139198"/>
                  </a:lnTo>
                  <a:lnTo>
                    <a:pt x="319386" y="139691"/>
                  </a:lnTo>
                  <a:lnTo>
                    <a:pt x="319140" y="139927"/>
                  </a:lnTo>
                  <a:lnTo>
                    <a:pt x="318581" y="140464"/>
                  </a:lnTo>
                  <a:lnTo>
                    <a:pt x="318302" y="140732"/>
                  </a:lnTo>
                  <a:lnTo>
                    <a:pt x="317456" y="141545"/>
                  </a:lnTo>
                  <a:lnTo>
                    <a:pt x="317327" y="141669"/>
                  </a:lnTo>
                  <a:lnTo>
                    <a:pt x="317147" y="141842"/>
                  </a:lnTo>
                  <a:lnTo>
                    <a:pt x="316657" y="142314"/>
                  </a:lnTo>
                  <a:lnTo>
                    <a:pt x="316446" y="142516"/>
                  </a:lnTo>
                  <a:lnTo>
                    <a:pt x="316201" y="142751"/>
                  </a:lnTo>
                  <a:lnTo>
                    <a:pt x="315955" y="142988"/>
                  </a:lnTo>
                  <a:lnTo>
                    <a:pt x="315504" y="143421"/>
                  </a:lnTo>
                  <a:lnTo>
                    <a:pt x="314989" y="143917"/>
                  </a:lnTo>
                  <a:lnTo>
                    <a:pt x="314714" y="144181"/>
                  </a:lnTo>
                  <a:lnTo>
                    <a:pt x="313071" y="145760"/>
                  </a:lnTo>
                  <a:lnTo>
                    <a:pt x="312837" y="145985"/>
                  </a:lnTo>
                  <a:lnTo>
                    <a:pt x="310898" y="147848"/>
                  </a:lnTo>
                  <a:lnTo>
                    <a:pt x="310439" y="148289"/>
                  </a:lnTo>
                  <a:lnTo>
                    <a:pt x="309112" y="149565"/>
                  </a:lnTo>
                  <a:lnTo>
                    <a:pt x="308379" y="150269"/>
                  </a:lnTo>
                  <a:lnTo>
                    <a:pt x="307269" y="151335"/>
                  </a:lnTo>
                  <a:lnTo>
                    <a:pt x="306780" y="151805"/>
                  </a:lnTo>
                  <a:lnTo>
                    <a:pt x="306396" y="152174"/>
                  </a:lnTo>
                  <a:lnTo>
                    <a:pt x="306081" y="152478"/>
                  </a:lnTo>
                  <a:lnTo>
                    <a:pt x="304873" y="153639"/>
                  </a:lnTo>
                  <a:lnTo>
                    <a:pt x="304702" y="153803"/>
                  </a:lnTo>
                  <a:lnTo>
                    <a:pt x="304543" y="154118"/>
                  </a:lnTo>
                  <a:lnTo>
                    <a:pt x="304719" y="154302"/>
                  </a:lnTo>
                  <a:lnTo>
                    <a:pt x="304875" y="154465"/>
                  </a:lnTo>
                  <a:lnTo>
                    <a:pt x="305073" y="154671"/>
                  </a:lnTo>
                  <a:lnTo>
                    <a:pt x="305871" y="155501"/>
                  </a:lnTo>
                  <a:lnTo>
                    <a:pt x="306573" y="156232"/>
                  </a:lnTo>
                  <a:lnTo>
                    <a:pt x="307571" y="157272"/>
                  </a:lnTo>
                  <a:lnTo>
                    <a:pt x="308213" y="157941"/>
                  </a:lnTo>
                  <a:lnTo>
                    <a:pt x="309381" y="159158"/>
                  </a:lnTo>
                  <a:lnTo>
                    <a:pt x="309874" y="159671"/>
                  </a:lnTo>
                  <a:lnTo>
                    <a:pt x="311555" y="161422"/>
                  </a:lnTo>
                  <a:lnTo>
                    <a:pt x="311760" y="161635"/>
                  </a:lnTo>
                  <a:lnTo>
                    <a:pt x="312902" y="162825"/>
                  </a:lnTo>
                  <a:lnTo>
                    <a:pt x="313551" y="163501"/>
                  </a:lnTo>
                  <a:lnTo>
                    <a:pt x="314430" y="164416"/>
                  </a:lnTo>
                  <a:lnTo>
                    <a:pt x="315004" y="165014"/>
                  </a:lnTo>
                  <a:lnTo>
                    <a:pt x="315864" y="165909"/>
                  </a:lnTo>
                  <a:lnTo>
                    <a:pt x="316847" y="166933"/>
                  </a:lnTo>
                  <a:lnTo>
                    <a:pt x="317014" y="167108"/>
                  </a:lnTo>
                  <a:lnTo>
                    <a:pt x="317360" y="167467"/>
                  </a:lnTo>
                  <a:lnTo>
                    <a:pt x="317539" y="167655"/>
                  </a:lnTo>
                  <a:lnTo>
                    <a:pt x="318162" y="168303"/>
                  </a:lnTo>
                  <a:lnTo>
                    <a:pt x="318423" y="168575"/>
                  </a:lnTo>
                  <a:lnTo>
                    <a:pt x="319338" y="169528"/>
                  </a:lnTo>
                  <a:lnTo>
                    <a:pt x="319726" y="169932"/>
                  </a:lnTo>
                  <a:lnTo>
                    <a:pt x="320748" y="170997"/>
                  </a:lnTo>
                  <a:lnTo>
                    <a:pt x="321031" y="171291"/>
                  </a:lnTo>
                  <a:lnTo>
                    <a:pt x="321622" y="171907"/>
                  </a:lnTo>
                  <a:lnTo>
                    <a:pt x="322030" y="172332"/>
                  </a:lnTo>
                  <a:lnTo>
                    <a:pt x="323007" y="173349"/>
                  </a:lnTo>
                  <a:lnTo>
                    <a:pt x="323271" y="173624"/>
                  </a:lnTo>
                  <a:lnTo>
                    <a:pt x="323686" y="174056"/>
                  </a:lnTo>
                  <a:lnTo>
                    <a:pt x="324342" y="174740"/>
                  </a:lnTo>
                  <a:lnTo>
                    <a:pt x="324650" y="175061"/>
                  </a:lnTo>
                  <a:lnTo>
                    <a:pt x="325123" y="175553"/>
                  </a:lnTo>
                  <a:lnTo>
                    <a:pt x="325367" y="175807"/>
                  </a:lnTo>
                  <a:lnTo>
                    <a:pt x="325745" y="176201"/>
                  </a:lnTo>
                  <a:lnTo>
                    <a:pt x="326079" y="176548"/>
                  </a:lnTo>
                  <a:lnTo>
                    <a:pt x="326526" y="177014"/>
                  </a:lnTo>
                  <a:lnTo>
                    <a:pt x="326874" y="177377"/>
                  </a:lnTo>
                  <a:lnTo>
                    <a:pt x="327371" y="177895"/>
                  </a:lnTo>
                  <a:lnTo>
                    <a:pt x="327713" y="178251"/>
                  </a:lnTo>
                  <a:lnTo>
                    <a:pt x="328110" y="178664"/>
                  </a:lnTo>
                  <a:lnTo>
                    <a:pt x="329236" y="179837"/>
                  </a:lnTo>
                  <a:lnTo>
                    <a:pt x="329674" y="180293"/>
                  </a:lnTo>
                  <a:lnTo>
                    <a:pt x="329972" y="180604"/>
                  </a:lnTo>
                  <a:lnTo>
                    <a:pt x="330104" y="180741"/>
                  </a:lnTo>
                  <a:lnTo>
                    <a:pt x="330258" y="180902"/>
                  </a:lnTo>
                  <a:lnTo>
                    <a:pt x="330395" y="181044"/>
                  </a:lnTo>
                  <a:lnTo>
                    <a:pt x="331102" y="181780"/>
                  </a:lnTo>
                  <a:lnTo>
                    <a:pt x="334634" y="185459"/>
                  </a:lnTo>
                  <a:lnTo>
                    <a:pt x="336516" y="187419"/>
                  </a:lnTo>
                  <a:lnTo>
                    <a:pt x="338587" y="189577"/>
                  </a:lnTo>
                  <a:lnTo>
                    <a:pt x="340539" y="191609"/>
                  </a:lnTo>
                  <a:lnTo>
                    <a:pt x="343931" y="195142"/>
                  </a:lnTo>
                  <a:lnTo>
                    <a:pt x="345624" y="196906"/>
                  </a:lnTo>
                  <a:lnTo>
                    <a:pt x="345951" y="197246"/>
                  </a:lnTo>
                  <a:lnTo>
                    <a:pt x="345829" y="197376"/>
                  </a:lnTo>
                  <a:lnTo>
                    <a:pt x="345530" y="197695"/>
                  </a:lnTo>
                  <a:lnTo>
                    <a:pt x="345211" y="198035"/>
                  </a:lnTo>
                  <a:lnTo>
                    <a:pt x="344682" y="198599"/>
                  </a:lnTo>
                  <a:lnTo>
                    <a:pt x="344034" y="199291"/>
                  </a:lnTo>
                  <a:lnTo>
                    <a:pt x="342920" y="200479"/>
                  </a:lnTo>
                  <a:lnTo>
                    <a:pt x="339713" y="203898"/>
                  </a:lnTo>
                  <a:lnTo>
                    <a:pt x="336345" y="207490"/>
                  </a:lnTo>
                  <a:lnTo>
                    <a:pt x="333637" y="210379"/>
                  </a:lnTo>
                  <a:lnTo>
                    <a:pt x="332557" y="211531"/>
                  </a:lnTo>
                  <a:lnTo>
                    <a:pt x="331348" y="212821"/>
                  </a:lnTo>
                  <a:lnTo>
                    <a:pt x="331177" y="213003"/>
                  </a:lnTo>
                  <a:lnTo>
                    <a:pt x="330978" y="213215"/>
                  </a:lnTo>
                  <a:lnTo>
                    <a:pt x="330467" y="213760"/>
                  </a:lnTo>
                  <a:lnTo>
                    <a:pt x="330224" y="214019"/>
                  </a:lnTo>
                  <a:lnTo>
                    <a:pt x="330103" y="214148"/>
                  </a:lnTo>
                  <a:lnTo>
                    <a:pt x="329907" y="214357"/>
                  </a:lnTo>
                  <a:lnTo>
                    <a:pt x="329459" y="214835"/>
                  </a:lnTo>
                  <a:lnTo>
                    <a:pt x="328853" y="215482"/>
                  </a:lnTo>
                  <a:lnTo>
                    <a:pt x="328137" y="216245"/>
                  </a:lnTo>
                  <a:lnTo>
                    <a:pt x="325209" y="219368"/>
                  </a:lnTo>
                  <a:lnTo>
                    <a:pt x="323710" y="220967"/>
                  </a:lnTo>
                  <a:lnTo>
                    <a:pt x="323479" y="221212"/>
                  </a:lnTo>
                  <a:lnTo>
                    <a:pt x="323253" y="221453"/>
                  </a:lnTo>
                  <a:lnTo>
                    <a:pt x="322505" y="222252"/>
                  </a:lnTo>
                  <a:lnTo>
                    <a:pt x="320901" y="223958"/>
                  </a:lnTo>
                  <a:lnTo>
                    <a:pt x="319188" y="225591"/>
                  </a:lnTo>
                  <a:lnTo>
                    <a:pt x="318309" y="226430"/>
                  </a:lnTo>
                  <a:lnTo>
                    <a:pt x="316956" y="227720"/>
                  </a:lnTo>
                  <a:lnTo>
                    <a:pt x="315334" y="229266"/>
                  </a:lnTo>
                  <a:lnTo>
                    <a:pt x="313590" y="230929"/>
                  </a:lnTo>
                  <a:lnTo>
                    <a:pt x="312646" y="231828"/>
                  </a:lnTo>
                  <a:lnTo>
                    <a:pt x="311069" y="233332"/>
                  </a:lnTo>
                  <a:lnTo>
                    <a:pt x="310749" y="233638"/>
                  </a:lnTo>
                  <a:lnTo>
                    <a:pt x="310208" y="234154"/>
                  </a:lnTo>
                  <a:lnTo>
                    <a:pt x="307773" y="236475"/>
                  </a:lnTo>
                  <a:lnTo>
                    <a:pt x="307026" y="237187"/>
                  </a:lnTo>
                  <a:lnTo>
                    <a:pt x="303796" y="240267"/>
                  </a:lnTo>
                  <a:lnTo>
                    <a:pt x="303287" y="240752"/>
                  </a:lnTo>
                  <a:lnTo>
                    <a:pt x="302965" y="241060"/>
                  </a:lnTo>
                  <a:lnTo>
                    <a:pt x="302579" y="241427"/>
                  </a:lnTo>
                  <a:lnTo>
                    <a:pt x="302313" y="241681"/>
                  </a:lnTo>
                  <a:lnTo>
                    <a:pt x="302018" y="241963"/>
                  </a:lnTo>
                  <a:lnTo>
                    <a:pt x="301694" y="242271"/>
                  </a:lnTo>
                  <a:lnTo>
                    <a:pt x="301429" y="242524"/>
                  </a:lnTo>
                  <a:lnTo>
                    <a:pt x="301248" y="242696"/>
                  </a:lnTo>
                  <a:lnTo>
                    <a:pt x="300403" y="243502"/>
                  </a:lnTo>
                  <a:lnTo>
                    <a:pt x="299394" y="244464"/>
                  </a:lnTo>
                  <a:lnTo>
                    <a:pt x="298839" y="244994"/>
                  </a:lnTo>
                  <a:lnTo>
                    <a:pt x="298419" y="245394"/>
                  </a:lnTo>
                  <a:lnTo>
                    <a:pt x="297428" y="246339"/>
                  </a:lnTo>
                  <a:lnTo>
                    <a:pt x="297139" y="246614"/>
                  </a:lnTo>
                  <a:lnTo>
                    <a:pt x="295876" y="247819"/>
                  </a:lnTo>
                  <a:lnTo>
                    <a:pt x="294641" y="248996"/>
                  </a:lnTo>
                  <a:lnTo>
                    <a:pt x="290802" y="252657"/>
                  </a:lnTo>
                  <a:lnTo>
                    <a:pt x="290361" y="253077"/>
                  </a:lnTo>
                  <a:lnTo>
                    <a:pt x="290150" y="253278"/>
                  </a:lnTo>
                  <a:lnTo>
                    <a:pt x="289536" y="253864"/>
                  </a:lnTo>
                  <a:lnTo>
                    <a:pt x="288876" y="254493"/>
                  </a:lnTo>
                  <a:lnTo>
                    <a:pt x="288644" y="254715"/>
                  </a:lnTo>
                  <a:lnTo>
                    <a:pt x="286547" y="256714"/>
                  </a:lnTo>
                  <a:lnTo>
                    <a:pt x="285838" y="257390"/>
                  </a:lnTo>
                  <a:lnTo>
                    <a:pt x="285400" y="257807"/>
                  </a:lnTo>
                  <a:lnTo>
                    <a:pt x="284900" y="258285"/>
                  </a:lnTo>
                  <a:lnTo>
                    <a:pt x="283675" y="259453"/>
                  </a:lnTo>
                  <a:lnTo>
                    <a:pt x="283408" y="259707"/>
                  </a:lnTo>
                  <a:lnTo>
                    <a:pt x="283155" y="259948"/>
                  </a:lnTo>
                  <a:lnTo>
                    <a:pt x="282891" y="260200"/>
                  </a:lnTo>
                  <a:lnTo>
                    <a:pt x="275461" y="267284"/>
                  </a:lnTo>
                  <a:lnTo>
                    <a:pt x="274963" y="267760"/>
                  </a:lnTo>
                  <a:lnTo>
                    <a:pt x="264943" y="277313"/>
                  </a:lnTo>
                  <a:lnTo>
                    <a:pt x="262561" y="279584"/>
                  </a:lnTo>
                  <a:lnTo>
                    <a:pt x="261480" y="280615"/>
                  </a:lnTo>
                  <a:lnTo>
                    <a:pt x="257458" y="284450"/>
                  </a:lnTo>
                  <a:lnTo>
                    <a:pt x="247755" y="293702"/>
                  </a:lnTo>
                  <a:lnTo>
                    <a:pt x="244836" y="296485"/>
                  </a:lnTo>
                  <a:lnTo>
                    <a:pt x="232053" y="308673"/>
                  </a:lnTo>
                  <a:lnTo>
                    <a:pt x="227307" y="313199"/>
                  </a:lnTo>
                  <a:lnTo>
                    <a:pt x="217493" y="322556"/>
                  </a:lnTo>
                  <a:lnTo>
                    <a:pt x="215140" y="324800"/>
                  </a:lnTo>
                  <a:lnTo>
                    <a:pt x="214750" y="325171"/>
                  </a:lnTo>
                  <a:lnTo>
                    <a:pt x="212927" y="326909"/>
                  </a:lnTo>
                  <a:lnTo>
                    <a:pt x="203597" y="336043"/>
                  </a:lnTo>
                  <a:lnTo>
                    <a:pt x="197870" y="341649"/>
                  </a:lnTo>
                  <a:lnTo>
                    <a:pt x="188344" y="350974"/>
                  </a:lnTo>
                  <a:lnTo>
                    <a:pt x="187193" y="352101"/>
                  </a:lnTo>
                  <a:lnTo>
                    <a:pt x="184969" y="354563"/>
                  </a:lnTo>
                  <a:lnTo>
                    <a:pt x="184019" y="355398"/>
                  </a:lnTo>
                  <a:lnTo>
                    <a:pt x="181631" y="357497"/>
                  </a:lnTo>
                  <a:lnTo>
                    <a:pt x="174934" y="363385"/>
                  </a:lnTo>
                  <a:lnTo>
                    <a:pt x="173083" y="365012"/>
                  </a:lnTo>
                  <a:lnTo>
                    <a:pt x="164990" y="372126"/>
                  </a:lnTo>
                  <a:lnTo>
                    <a:pt x="161897" y="374845"/>
                  </a:lnTo>
                  <a:lnTo>
                    <a:pt x="155743" y="380255"/>
                  </a:lnTo>
                  <a:lnTo>
                    <a:pt x="155380" y="380135"/>
                  </a:lnTo>
                  <a:lnTo>
                    <a:pt x="152931" y="379326"/>
                  </a:lnTo>
                  <a:lnTo>
                    <a:pt x="152460" y="379233"/>
                  </a:lnTo>
                  <a:lnTo>
                    <a:pt x="146153" y="377985"/>
                  </a:lnTo>
                  <a:lnTo>
                    <a:pt x="143981" y="377699"/>
                  </a:lnTo>
                  <a:lnTo>
                    <a:pt x="142627" y="377521"/>
                  </a:lnTo>
                  <a:lnTo>
                    <a:pt x="138993" y="377042"/>
                  </a:lnTo>
                  <a:lnTo>
                    <a:pt x="133464" y="376313"/>
                  </a:lnTo>
                  <a:lnTo>
                    <a:pt x="126121" y="375346"/>
                  </a:lnTo>
                  <a:lnTo>
                    <a:pt x="124990" y="375197"/>
                  </a:lnTo>
                  <a:lnTo>
                    <a:pt x="123879" y="375050"/>
                  </a:lnTo>
                  <a:lnTo>
                    <a:pt x="120243" y="374571"/>
                  </a:lnTo>
                  <a:lnTo>
                    <a:pt x="112081" y="373502"/>
                  </a:lnTo>
                  <a:lnTo>
                    <a:pt x="106647" y="372791"/>
                  </a:lnTo>
                  <a:lnTo>
                    <a:pt x="105630" y="372658"/>
                  </a:lnTo>
                  <a:lnTo>
                    <a:pt x="101572" y="372126"/>
                  </a:lnTo>
                  <a:lnTo>
                    <a:pt x="94859" y="371247"/>
                  </a:lnTo>
                  <a:lnTo>
                    <a:pt x="83467" y="369755"/>
                  </a:lnTo>
                  <a:lnTo>
                    <a:pt x="78540" y="369110"/>
                  </a:lnTo>
                  <a:lnTo>
                    <a:pt x="75342" y="368692"/>
                  </a:lnTo>
                  <a:lnTo>
                    <a:pt x="74408" y="368569"/>
                  </a:lnTo>
                  <a:lnTo>
                    <a:pt x="69674" y="367901"/>
                  </a:lnTo>
                  <a:lnTo>
                    <a:pt x="57169" y="366135"/>
                  </a:lnTo>
                  <a:lnTo>
                    <a:pt x="56706" y="366070"/>
                  </a:lnTo>
                  <a:lnTo>
                    <a:pt x="35817" y="363121"/>
                  </a:lnTo>
                  <a:lnTo>
                    <a:pt x="33357" y="362773"/>
                  </a:lnTo>
                  <a:lnTo>
                    <a:pt x="32674" y="362677"/>
                  </a:lnTo>
                  <a:lnTo>
                    <a:pt x="31416" y="362499"/>
                  </a:lnTo>
                  <a:lnTo>
                    <a:pt x="30205" y="362328"/>
                  </a:lnTo>
                  <a:lnTo>
                    <a:pt x="14637" y="360130"/>
                  </a:lnTo>
                  <a:lnTo>
                    <a:pt x="12426" y="359818"/>
                  </a:lnTo>
                  <a:lnTo>
                    <a:pt x="12272" y="359796"/>
                  </a:lnTo>
                  <a:lnTo>
                    <a:pt x="10989" y="359615"/>
                  </a:lnTo>
                  <a:lnTo>
                    <a:pt x="0" y="358064"/>
                  </a:lnTo>
                  <a:lnTo>
                    <a:pt x="58" y="357568"/>
                  </a:lnTo>
                  <a:lnTo>
                    <a:pt x="1144" y="348364"/>
                  </a:lnTo>
                  <a:lnTo>
                    <a:pt x="6246" y="305137"/>
                  </a:lnTo>
                  <a:lnTo>
                    <a:pt x="7772" y="292203"/>
                  </a:lnTo>
                  <a:lnTo>
                    <a:pt x="7893" y="291360"/>
                  </a:lnTo>
                  <a:lnTo>
                    <a:pt x="7999" y="290623"/>
                  </a:lnTo>
                  <a:lnTo>
                    <a:pt x="8106" y="289879"/>
                  </a:lnTo>
                  <a:lnTo>
                    <a:pt x="9030" y="283453"/>
                  </a:lnTo>
                  <a:lnTo>
                    <a:pt x="10559" y="272819"/>
                  </a:lnTo>
                  <a:lnTo>
                    <a:pt x="11255" y="267974"/>
                  </a:lnTo>
                  <a:lnTo>
                    <a:pt x="12456" y="259620"/>
                  </a:lnTo>
                  <a:lnTo>
                    <a:pt x="12944" y="256224"/>
                  </a:lnTo>
                  <a:lnTo>
                    <a:pt x="13729" y="250765"/>
                  </a:lnTo>
                  <a:lnTo>
                    <a:pt x="14331" y="246581"/>
                  </a:lnTo>
                  <a:lnTo>
                    <a:pt x="14415" y="245996"/>
                  </a:lnTo>
                  <a:lnTo>
                    <a:pt x="14798" y="243328"/>
                  </a:lnTo>
                  <a:lnTo>
                    <a:pt x="19687" y="213879"/>
                  </a:lnTo>
                  <a:lnTo>
                    <a:pt x="21384" y="203653"/>
                  </a:lnTo>
                  <a:lnTo>
                    <a:pt x="24914" y="182391"/>
                  </a:lnTo>
                  <a:lnTo>
                    <a:pt x="27347" y="167731"/>
                  </a:lnTo>
                  <a:lnTo>
                    <a:pt x="27600" y="166210"/>
                  </a:lnTo>
                  <a:lnTo>
                    <a:pt x="27680" y="165725"/>
                  </a:lnTo>
                  <a:lnTo>
                    <a:pt x="29283" y="156714"/>
                  </a:lnTo>
                  <a:lnTo>
                    <a:pt x="31900" y="142005"/>
                  </a:lnTo>
                  <a:lnTo>
                    <a:pt x="35099" y="124023"/>
                  </a:lnTo>
                  <a:lnTo>
                    <a:pt x="36651" y="115298"/>
                  </a:lnTo>
                  <a:lnTo>
                    <a:pt x="39429" y="99683"/>
                  </a:lnTo>
                  <a:lnTo>
                    <a:pt x="39531" y="99107"/>
                  </a:lnTo>
                  <a:lnTo>
                    <a:pt x="39691" y="98208"/>
                  </a:lnTo>
                  <a:lnTo>
                    <a:pt x="40566" y="93292"/>
                  </a:lnTo>
                  <a:lnTo>
                    <a:pt x="40906" y="91321"/>
                  </a:lnTo>
                  <a:lnTo>
                    <a:pt x="41074" y="90352"/>
                  </a:lnTo>
                  <a:lnTo>
                    <a:pt x="41109" y="90150"/>
                  </a:lnTo>
                  <a:lnTo>
                    <a:pt x="41486" y="87970"/>
                  </a:lnTo>
                  <a:lnTo>
                    <a:pt x="42258" y="83506"/>
                  </a:lnTo>
                  <a:lnTo>
                    <a:pt x="42840" y="80138"/>
                  </a:lnTo>
                  <a:lnTo>
                    <a:pt x="43275" y="77624"/>
                  </a:lnTo>
                  <a:lnTo>
                    <a:pt x="44141" y="72613"/>
                  </a:lnTo>
                  <a:lnTo>
                    <a:pt x="44393" y="71154"/>
                  </a:lnTo>
                  <a:lnTo>
                    <a:pt x="44556" y="70214"/>
                  </a:lnTo>
                  <a:lnTo>
                    <a:pt x="44881" y="68333"/>
                  </a:lnTo>
                  <a:lnTo>
                    <a:pt x="45185" y="66576"/>
                  </a:lnTo>
                  <a:lnTo>
                    <a:pt x="45503" y="64738"/>
                  </a:lnTo>
                  <a:lnTo>
                    <a:pt x="45582" y="64278"/>
                  </a:lnTo>
                  <a:lnTo>
                    <a:pt x="45720" y="63480"/>
                  </a:lnTo>
                  <a:lnTo>
                    <a:pt x="46979" y="56202"/>
                  </a:lnTo>
                  <a:lnTo>
                    <a:pt x="47257" y="54592"/>
                  </a:lnTo>
                  <a:lnTo>
                    <a:pt x="48052" y="49996"/>
                  </a:lnTo>
                  <a:lnTo>
                    <a:pt x="48447" y="47709"/>
                  </a:lnTo>
                  <a:lnTo>
                    <a:pt x="48473" y="47560"/>
                  </a:lnTo>
                  <a:lnTo>
                    <a:pt x="48565" y="47026"/>
                  </a:lnTo>
                  <a:lnTo>
                    <a:pt x="48687" y="46355"/>
                  </a:lnTo>
                  <a:lnTo>
                    <a:pt x="48891" y="45226"/>
                  </a:lnTo>
                  <a:lnTo>
                    <a:pt x="49474" y="42010"/>
                  </a:lnTo>
                  <a:lnTo>
                    <a:pt x="50407" y="36859"/>
                  </a:lnTo>
                  <a:lnTo>
                    <a:pt x="50974" y="33731"/>
                  </a:lnTo>
                  <a:lnTo>
                    <a:pt x="51105" y="33010"/>
                  </a:lnTo>
                  <a:lnTo>
                    <a:pt x="51493" y="30867"/>
                  </a:lnTo>
                  <a:lnTo>
                    <a:pt x="52372" y="26773"/>
                  </a:lnTo>
                  <a:lnTo>
                    <a:pt x="52505" y="26151"/>
                  </a:lnTo>
                  <a:lnTo>
                    <a:pt x="52680" y="25333"/>
                  </a:lnTo>
                  <a:lnTo>
                    <a:pt x="53627" y="20924"/>
                  </a:lnTo>
                  <a:lnTo>
                    <a:pt x="53940" y="19464"/>
                  </a:lnTo>
                  <a:lnTo>
                    <a:pt x="55288" y="13185"/>
                  </a:lnTo>
                  <a:lnTo>
                    <a:pt x="56564" y="7238"/>
                  </a:lnTo>
                  <a:lnTo>
                    <a:pt x="56729" y="6471"/>
                  </a:lnTo>
                  <a:lnTo>
                    <a:pt x="56965" y="5368"/>
                  </a:lnTo>
                  <a:lnTo>
                    <a:pt x="57102" y="4733"/>
                  </a:lnTo>
                  <a:lnTo>
                    <a:pt x="57666" y="2101"/>
                  </a:lnTo>
                  <a:lnTo>
                    <a:pt x="58359" y="0"/>
                  </a:lnTo>
                  <a:lnTo>
                    <a:pt x="58512" y="35"/>
                  </a:lnTo>
                  <a:lnTo>
                    <a:pt x="58743" y="89"/>
                  </a:lnTo>
                  <a:lnTo>
                    <a:pt x="59258" y="209"/>
                  </a:lnTo>
                  <a:lnTo>
                    <a:pt x="62135" y="877"/>
                  </a:lnTo>
                  <a:lnTo>
                    <a:pt x="62731" y="1016"/>
                  </a:lnTo>
                  <a:lnTo>
                    <a:pt x="63371" y="1165"/>
                  </a:lnTo>
                  <a:lnTo>
                    <a:pt x="63988" y="1308"/>
                  </a:lnTo>
                  <a:lnTo>
                    <a:pt x="64396" y="1403"/>
                  </a:lnTo>
                  <a:lnTo>
                    <a:pt x="65044" y="1554"/>
                  </a:lnTo>
                  <a:lnTo>
                    <a:pt x="65330" y="1620"/>
                  </a:lnTo>
                  <a:lnTo>
                    <a:pt x="66066" y="1791"/>
                  </a:lnTo>
                  <a:lnTo>
                    <a:pt x="66235" y="1831"/>
                  </a:lnTo>
                  <a:lnTo>
                    <a:pt x="67306" y="2079"/>
                  </a:lnTo>
                  <a:lnTo>
                    <a:pt x="67542" y="2135"/>
                  </a:lnTo>
                  <a:lnTo>
                    <a:pt x="67699" y="2171"/>
                  </a:lnTo>
                  <a:lnTo>
                    <a:pt x="68773" y="2421"/>
                  </a:lnTo>
                  <a:lnTo>
                    <a:pt x="68992" y="2472"/>
                  </a:lnTo>
                  <a:lnTo>
                    <a:pt x="69491" y="2588"/>
                  </a:lnTo>
                  <a:lnTo>
                    <a:pt x="70013" y="2709"/>
                  </a:lnTo>
                  <a:lnTo>
                    <a:pt x="70319" y="2780"/>
                  </a:lnTo>
                  <a:lnTo>
                    <a:pt x="71029" y="2945"/>
                  </a:lnTo>
                  <a:lnTo>
                    <a:pt x="71165" y="2977"/>
                  </a:lnTo>
                  <a:lnTo>
                    <a:pt x="72218" y="3222"/>
                  </a:lnTo>
                  <a:lnTo>
                    <a:pt x="72390" y="3273"/>
                  </a:lnTo>
                  <a:lnTo>
                    <a:pt x="73544" y="3622"/>
                  </a:lnTo>
                  <a:lnTo>
                    <a:pt x="74798" y="4000"/>
                  </a:lnTo>
                  <a:lnTo>
                    <a:pt x="75004" y="4062"/>
                  </a:lnTo>
                  <a:lnTo>
                    <a:pt x="75878" y="4326"/>
                  </a:lnTo>
                  <a:lnTo>
                    <a:pt x="76206" y="4425"/>
                  </a:lnTo>
                  <a:lnTo>
                    <a:pt x="76401" y="4484"/>
                  </a:lnTo>
                  <a:lnTo>
                    <a:pt x="76954" y="4651"/>
                  </a:lnTo>
                  <a:lnTo>
                    <a:pt x="77120" y="4701"/>
                  </a:lnTo>
                  <a:lnTo>
                    <a:pt x="77472" y="4807"/>
                  </a:lnTo>
                  <a:lnTo>
                    <a:pt x="78360" y="5075"/>
                  </a:lnTo>
                  <a:lnTo>
                    <a:pt x="78541" y="5130"/>
                  </a:lnTo>
                  <a:lnTo>
                    <a:pt x="79524" y="5427"/>
                  </a:lnTo>
                  <a:lnTo>
                    <a:pt x="79908" y="5543"/>
                  </a:lnTo>
                  <a:lnTo>
                    <a:pt x="80057" y="5588"/>
                  </a:lnTo>
                  <a:lnTo>
                    <a:pt x="80979" y="5866"/>
                  </a:lnTo>
                  <a:lnTo>
                    <a:pt x="81484" y="6018"/>
                  </a:lnTo>
                  <a:lnTo>
                    <a:pt x="81692" y="6081"/>
                  </a:lnTo>
                  <a:lnTo>
                    <a:pt x="82427" y="6303"/>
                  </a:lnTo>
                  <a:lnTo>
                    <a:pt x="84305" y="6870"/>
                  </a:lnTo>
                  <a:lnTo>
                    <a:pt x="84812" y="7023"/>
                  </a:lnTo>
                  <a:lnTo>
                    <a:pt x="85871" y="7343"/>
                  </a:lnTo>
                  <a:lnTo>
                    <a:pt x="87622" y="7871"/>
                  </a:lnTo>
                  <a:lnTo>
                    <a:pt x="89054" y="8303"/>
                  </a:lnTo>
                  <a:lnTo>
                    <a:pt x="90536" y="8750"/>
                  </a:lnTo>
                  <a:lnTo>
                    <a:pt x="90734" y="8810"/>
                  </a:lnTo>
                  <a:lnTo>
                    <a:pt x="91298" y="8980"/>
                  </a:lnTo>
                  <a:lnTo>
                    <a:pt x="92658" y="9391"/>
                  </a:lnTo>
                  <a:lnTo>
                    <a:pt x="95849" y="10354"/>
                  </a:lnTo>
                  <a:lnTo>
                    <a:pt x="96815" y="10646"/>
                  </a:lnTo>
                  <a:lnTo>
                    <a:pt x="97487" y="10848"/>
                  </a:lnTo>
                  <a:lnTo>
                    <a:pt x="98568" y="11175"/>
                  </a:lnTo>
                  <a:lnTo>
                    <a:pt x="100141" y="11649"/>
                  </a:lnTo>
                  <a:lnTo>
                    <a:pt x="101356" y="12016"/>
                  </a:lnTo>
                  <a:lnTo>
                    <a:pt x="102626" y="12400"/>
                  </a:lnTo>
                  <a:lnTo>
                    <a:pt x="102952" y="12498"/>
                  </a:lnTo>
                  <a:lnTo>
                    <a:pt x="103685" y="12719"/>
                  </a:lnTo>
                  <a:lnTo>
                    <a:pt x="104537" y="12976"/>
                  </a:lnTo>
                  <a:lnTo>
                    <a:pt x="104680" y="13019"/>
                  </a:lnTo>
                  <a:lnTo>
                    <a:pt x="105491" y="13264"/>
                  </a:lnTo>
                  <a:lnTo>
                    <a:pt x="107035" y="13730"/>
                  </a:lnTo>
                  <a:lnTo>
                    <a:pt x="107584" y="13896"/>
                  </a:lnTo>
                  <a:lnTo>
                    <a:pt x="109453" y="14460"/>
                  </a:lnTo>
                  <a:lnTo>
                    <a:pt x="109925" y="14602"/>
                  </a:lnTo>
                  <a:lnTo>
                    <a:pt x="110621" y="14812"/>
                  </a:lnTo>
                  <a:lnTo>
                    <a:pt x="111030" y="14936"/>
                  </a:lnTo>
                  <a:lnTo>
                    <a:pt x="111234" y="15583"/>
                  </a:lnTo>
                  <a:lnTo>
                    <a:pt x="111281" y="15733"/>
                  </a:lnTo>
                  <a:lnTo>
                    <a:pt x="111416" y="16161"/>
                  </a:lnTo>
                  <a:lnTo>
                    <a:pt x="111637" y="16860"/>
                  </a:lnTo>
                  <a:lnTo>
                    <a:pt x="111736" y="17175"/>
                  </a:lnTo>
                  <a:lnTo>
                    <a:pt x="111977" y="17261"/>
                  </a:lnTo>
                  <a:lnTo>
                    <a:pt x="112860" y="17575"/>
                  </a:lnTo>
                  <a:lnTo>
                    <a:pt x="113476" y="17794"/>
                  </a:lnTo>
                  <a:lnTo>
                    <a:pt x="116317" y="18805"/>
                  </a:lnTo>
                  <a:lnTo>
                    <a:pt x="118173" y="19465"/>
                  </a:lnTo>
                  <a:lnTo>
                    <a:pt x="119126" y="19804"/>
                  </a:lnTo>
                  <a:lnTo>
                    <a:pt x="122299" y="20933"/>
                  </a:lnTo>
                  <a:lnTo>
                    <a:pt x="127375" y="22740"/>
                  </a:lnTo>
                  <a:lnTo>
                    <a:pt x="129073" y="23344"/>
                  </a:lnTo>
                  <a:lnTo>
                    <a:pt x="131152" y="24084"/>
                  </a:lnTo>
                  <a:lnTo>
                    <a:pt x="134064" y="25120"/>
                  </a:lnTo>
                  <a:lnTo>
                    <a:pt x="136491" y="25983"/>
                  </a:lnTo>
                  <a:lnTo>
                    <a:pt x="139474" y="27045"/>
                  </a:lnTo>
                  <a:lnTo>
                    <a:pt x="140065" y="27255"/>
                  </a:lnTo>
                  <a:lnTo>
                    <a:pt x="143961" y="28642"/>
                  </a:lnTo>
                  <a:lnTo>
                    <a:pt x="146763" y="29639"/>
                  </a:lnTo>
                  <a:lnTo>
                    <a:pt x="147286" y="29825"/>
                  </a:lnTo>
                  <a:lnTo>
                    <a:pt x="148246" y="30166"/>
                  </a:lnTo>
                  <a:lnTo>
                    <a:pt x="149205" y="30508"/>
                  </a:lnTo>
                  <a:lnTo>
                    <a:pt x="150647" y="31021"/>
                  </a:lnTo>
                  <a:lnTo>
                    <a:pt x="150781" y="31068"/>
                  </a:lnTo>
                  <a:lnTo>
                    <a:pt x="151553" y="31343"/>
                  </a:lnTo>
                  <a:lnTo>
                    <a:pt x="151908" y="31499"/>
                  </a:lnTo>
                  <a:lnTo>
                    <a:pt x="152249" y="31648"/>
                  </a:lnTo>
                  <a:lnTo>
                    <a:pt x="153059" y="32004"/>
                  </a:lnTo>
                  <a:lnTo>
                    <a:pt x="153684" y="32278"/>
                  </a:lnTo>
                  <a:lnTo>
                    <a:pt x="154852" y="32791"/>
                  </a:lnTo>
                  <a:lnTo>
                    <a:pt x="155022" y="32865"/>
                  </a:lnTo>
                  <a:lnTo>
                    <a:pt x="156331" y="33440"/>
                  </a:lnTo>
                  <a:lnTo>
                    <a:pt x="157441" y="33927"/>
                  </a:lnTo>
                  <a:lnTo>
                    <a:pt x="157885" y="34122"/>
                  </a:lnTo>
                  <a:lnTo>
                    <a:pt x="158317" y="34311"/>
                  </a:lnTo>
                  <a:lnTo>
                    <a:pt x="158518" y="34399"/>
                  </a:lnTo>
                  <a:lnTo>
                    <a:pt x="161193" y="35573"/>
                  </a:lnTo>
                  <a:lnTo>
                    <a:pt x="164473" y="37012"/>
                  </a:lnTo>
                  <a:lnTo>
                    <a:pt x="165402" y="37420"/>
                  </a:lnTo>
                  <a:lnTo>
                    <a:pt x="166660" y="37972"/>
                  </a:lnTo>
                  <a:lnTo>
                    <a:pt x="168706" y="38870"/>
                  </a:lnTo>
                  <a:lnTo>
                    <a:pt x="171110" y="39925"/>
                  </a:lnTo>
                  <a:lnTo>
                    <a:pt x="173677" y="41052"/>
                  </a:lnTo>
                  <a:lnTo>
                    <a:pt x="174452" y="41391"/>
                  </a:lnTo>
                  <a:lnTo>
                    <a:pt x="174984" y="41625"/>
                  </a:lnTo>
                  <a:lnTo>
                    <a:pt x="176132" y="42129"/>
                  </a:lnTo>
                  <a:lnTo>
                    <a:pt x="176289" y="42198"/>
                  </a:lnTo>
                  <a:lnTo>
                    <a:pt x="177226" y="42609"/>
                  </a:lnTo>
                  <a:lnTo>
                    <a:pt x="177600" y="42773"/>
                  </a:lnTo>
                  <a:lnTo>
                    <a:pt x="177765" y="42845"/>
                  </a:lnTo>
                  <a:lnTo>
                    <a:pt x="179238" y="43492"/>
                  </a:lnTo>
                  <a:lnTo>
                    <a:pt x="179992" y="43823"/>
                  </a:lnTo>
                  <a:lnTo>
                    <a:pt x="181491" y="44481"/>
                  </a:lnTo>
                  <a:lnTo>
                    <a:pt x="182444" y="44898"/>
                  </a:lnTo>
                  <a:lnTo>
                    <a:pt x="183043" y="45161"/>
                  </a:lnTo>
                  <a:lnTo>
                    <a:pt x="183660" y="45432"/>
                  </a:lnTo>
                  <a:lnTo>
                    <a:pt x="185489" y="46235"/>
                  </a:lnTo>
                  <a:lnTo>
                    <a:pt x="185846" y="46391"/>
                  </a:lnTo>
                  <a:lnTo>
                    <a:pt x="187804" y="47251"/>
                  </a:lnTo>
                  <a:lnTo>
                    <a:pt x="188019" y="47345"/>
                  </a:lnTo>
                  <a:lnTo>
                    <a:pt x="188596" y="47598"/>
                  </a:lnTo>
                  <a:lnTo>
                    <a:pt x="189188" y="47858"/>
                  </a:lnTo>
                  <a:lnTo>
                    <a:pt x="189401" y="47952"/>
                  </a:lnTo>
                  <a:lnTo>
                    <a:pt x="190344" y="48365"/>
                  </a:lnTo>
                  <a:lnTo>
                    <a:pt x="190794" y="48563"/>
                  </a:lnTo>
                  <a:lnTo>
                    <a:pt x="191567" y="48902"/>
                  </a:lnTo>
                  <a:lnTo>
                    <a:pt x="191702" y="48961"/>
                  </a:lnTo>
                  <a:lnTo>
                    <a:pt x="192757" y="49424"/>
                  </a:lnTo>
                  <a:lnTo>
                    <a:pt x="193208" y="49622"/>
                  </a:lnTo>
                  <a:lnTo>
                    <a:pt x="194070" y="50000"/>
                  </a:lnTo>
                  <a:lnTo>
                    <a:pt x="194594" y="50230"/>
                  </a:lnTo>
                  <a:lnTo>
                    <a:pt x="195136" y="50468"/>
                  </a:lnTo>
                  <a:lnTo>
                    <a:pt x="195850" y="50782"/>
                  </a:lnTo>
                  <a:lnTo>
                    <a:pt x="196125" y="50902"/>
                  </a:lnTo>
                  <a:lnTo>
                    <a:pt x="196491" y="51063"/>
                  </a:lnTo>
                  <a:lnTo>
                    <a:pt x="196823" y="51208"/>
                  </a:lnTo>
                  <a:lnTo>
                    <a:pt x="197022" y="51295"/>
                  </a:lnTo>
                  <a:lnTo>
                    <a:pt x="197191" y="51370"/>
                  </a:lnTo>
                  <a:lnTo>
                    <a:pt x="197561" y="51532"/>
                  </a:lnTo>
                  <a:lnTo>
                    <a:pt x="197942" y="51700"/>
                  </a:lnTo>
                  <a:lnTo>
                    <a:pt x="198078" y="51759"/>
                  </a:lnTo>
                  <a:lnTo>
                    <a:pt x="198593" y="51985"/>
                  </a:lnTo>
                  <a:lnTo>
                    <a:pt x="198795" y="52074"/>
                  </a:lnTo>
                  <a:lnTo>
                    <a:pt x="199126" y="52219"/>
                  </a:lnTo>
                  <a:lnTo>
                    <a:pt x="199296" y="52294"/>
                  </a:lnTo>
                  <a:lnTo>
                    <a:pt x="199670" y="52460"/>
                  </a:lnTo>
                  <a:lnTo>
                    <a:pt x="199843" y="52575"/>
                  </a:lnTo>
                  <a:lnTo>
                    <a:pt x="200725" y="53161"/>
                  </a:lnTo>
                  <a:lnTo>
                    <a:pt x="200874" y="53260"/>
                  </a:lnTo>
                  <a:lnTo>
                    <a:pt x="201980" y="53995"/>
                  </a:lnTo>
                  <a:lnTo>
                    <a:pt x="202630" y="54427"/>
                  </a:lnTo>
                  <a:lnTo>
                    <a:pt x="204133" y="55425"/>
                  </a:lnTo>
                  <a:lnTo>
                    <a:pt x="204303" y="55538"/>
                  </a:lnTo>
                  <a:lnTo>
                    <a:pt x="204816" y="55879"/>
                  </a:lnTo>
                  <a:lnTo>
                    <a:pt x="205458" y="56305"/>
                  </a:lnTo>
                  <a:lnTo>
                    <a:pt x="205694" y="56462"/>
                  </a:lnTo>
                  <a:lnTo>
                    <a:pt x="205965" y="56642"/>
                  </a:lnTo>
                  <a:lnTo>
                    <a:pt x="206508" y="57003"/>
                  </a:lnTo>
                  <a:lnTo>
                    <a:pt x="207385" y="57586"/>
                  </a:lnTo>
                  <a:lnTo>
                    <a:pt x="207515" y="57672"/>
                  </a:lnTo>
                  <a:lnTo>
                    <a:pt x="207820" y="57874"/>
                  </a:lnTo>
                  <a:lnTo>
                    <a:pt x="208110" y="58067"/>
                  </a:lnTo>
                  <a:lnTo>
                    <a:pt x="208425" y="58276"/>
                  </a:lnTo>
                  <a:lnTo>
                    <a:pt x="208591" y="58387"/>
                  </a:lnTo>
                  <a:lnTo>
                    <a:pt x="208917" y="58603"/>
                  </a:lnTo>
                  <a:lnTo>
                    <a:pt x="209263" y="58833"/>
                  </a:lnTo>
                  <a:lnTo>
                    <a:pt x="209708" y="59129"/>
                  </a:lnTo>
                  <a:lnTo>
                    <a:pt x="210170" y="59435"/>
                  </a:lnTo>
                  <a:lnTo>
                    <a:pt x="211080" y="60040"/>
                  </a:lnTo>
                  <a:lnTo>
                    <a:pt x="211381" y="60240"/>
                  </a:lnTo>
                  <a:lnTo>
                    <a:pt x="211823" y="60534"/>
                  </a:lnTo>
                  <a:lnTo>
                    <a:pt x="213274" y="61498"/>
                  </a:lnTo>
                  <a:lnTo>
                    <a:pt x="214131" y="62177"/>
                  </a:lnTo>
                  <a:lnTo>
                    <a:pt x="214686" y="62616"/>
                  </a:lnTo>
                  <a:lnTo>
                    <a:pt x="217152" y="64570"/>
                  </a:lnTo>
                  <a:lnTo>
                    <a:pt x="218529" y="65661"/>
                  </a:lnTo>
                  <a:lnTo>
                    <a:pt x="218768" y="65851"/>
                  </a:lnTo>
                  <a:lnTo>
                    <a:pt x="219646" y="66547"/>
                  </a:lnTo>
                  <a:lnTo>
                    <a:pt x="219955" y="66791"/>
                  </a:lnTo>
                  <a:lnTo>
                    <a:pt x="220759" y="67428"/>
                  </a:lnTo>
                  <a:lnTo>
                    <a:pt x="220986" y="67609"/>
                  </a:lnTo>
                  <a:lnTo>
                    <a:pt x="221642" y="68128"/>
                  </a:lnTo>
                  <a:lnTo>
                    <a:pt x="222178" y="68553"/>
                  </a:lnTo>
                  <a:lnTo>
                    <a:pt x="222549" y="68847"/>
                  </a:lnTo>
                  <a:lnTo>
                    <a:pt x="223758" y="69806"/>
                  </a:lnTo>
                  <a:lnTo>
                    <a:pt x="224618" y="70487"/>
                  </a:lnTo>
                  <a:lnTo>
                    <a:pt x="225318" y="71042"/>
                  </a:lnTo>
                  <a:lnTo>
                    <a:pt x="227255" y="72577"/>
                  </a:lnTo>
                  <a:lnTo>
                    <a:pt x="227954" y="73131"/>
                  </a:lnTo>
                  <a:lnTo>
                    <a:pt x="228626" y="73663"/>
                  </a:lnTo>
                  <a:lnTo>
                    <a:pt x="228907" y="73864"/>
                  </a:lnTo>
                  <a:lnTo>
                    <a:pt x="230208" y="74793"/>
                  </a:lnTo>
                  <a:lnTo>
                    <a:pt x="230672" y="75125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502910" y="3182664"/>
              <a:ext cx="518896" cy="342032"/>
            </a:xfrm>
            <a:custGeom>
              <a:avLst/>
              <a:pathLst>
                <a:path w="518896" h="342032">
                  <a:moveTo>
                    <a:pt x="340122" y="55166"/>
                  </a:moveTo>
                  <a:lnTo>
                    <a:pt x="341069" y="56173"/>
                  </a:lnTo>
                  <a:lnTo>
                    <a:pt x="343778" y="54117"/>
                  </a:lnTo>
                  <a:lnTo>
                    <a:pt x="347230" y="57618"/>
                  </a:lnTo>
                  <a:lnTo>
                    <a:pt x="356792" y="67316"/>
                  </a:lnTo>
                  <a:lnTo>
                    <a:pt x="359436" y="68272"/>
                  </a:lnTo>
                  <a:lnTo>
                    <a:pt x="359749" y="68544"/>
                  </a:lnTo>
                  <a:lnTo>
                    <a:pt x="367868" y="75626"/>
                  </a:lnTo>
                  <a:lnTo>
                    <a:pt x="366554" y="76043"/>
                  </a:lnTo>
                  <a:lnTo>
                    <a:pt x="362526" y="77322"/>
                  </a:lnTo>
                  <a:lnTo>
                    <a:pt x="357456" y="78402"/>
                  </a:lnTo>
                  <a:lnTo>
                    <a:pt x="357295" y="78390"/>
                  </a:lnTo>
                  <a:lnTo>
                    <a:pt x="355331" y="78250"/>
                  </a:lnTo>
                  <a:lnTo>
                    <a:pt x="346667" y="77201"/>
                  </a:lnTo>
                  <a:lnTo>
                    <a:pt x="335486" y="77102"/>
                  </a:lnTo>
                  <a:lnTo>
                    <a:pt x="325586" y="75509"/>
                  </a:lnTo>
                  <a:lnTo>
                    <a:pt x="325670" y="75960"/>
                  </a:lnTo>
                  <a:lnTo>
                    <a:pt x="326479" y="80274"/>
                  </a:lnTo>
                  <a:lnTo>
                    <a:pt x="330338" y="85593"/>
                  </a:lnTo>
                  <a:lnTo>
                    <a:pt x="335984" y="91579"/>
                  </a:lnTo>
                  <a:lnTo>
                    <a:pt x="336812" y="92457"/>
                  </a:lnTo>
                  <a:lnTo>
                    <a:pt x="341232" y="94232"/>
                  </a:lnTo>
                  <a:lnTo>
                    <a:pt x="348480" y="97143"/>
                  </a:lnTo>
                  <a:lnTo>
                    <a:pt x="359587" y="101603"/>
                  </a:lnTo>
                  <a:lnTo>
                    <a:pt x="369451" y="104917"/>
                  </a:lnTo>
                  <a:lnTo>
                    <a:pt x="370029" y="105111"/>
                  </a:lnTo>
                  <a:lnTo>
                    <a:pt x="371255" y="106070"/>
                  </a:lnTo>
                  <a:lnTo>
                    <a:pt x="375482" y="109378"/>
                  </a:lnTo>
                  <a:lnTo>
                    <a:pt x="379159" y="112254"/>
                  </a:lnTo>
                  <a:lnTo>
                    <a:pt x="382016" y="114489"/>
                  </a:lnTo>
                  <a:lnTo>
                    <a:pt x="382719" y="115419"/>
                  </a:lnTo>
                  <a:lnTo>
                    <a:pt x="386136" y="119934"/>
                  </a:lnTo>
                  <a:lnTo>
                    <a:pt x="387891" y="120899"/>
                  </a:lnTo>
                  <a:lnTo>
                    <a:pt x="390683" y="122433"/>
                  </a:lnTo>
                  <a:lnTo>
                    <a:pt x="396898" y="125848"/>
                  </a:lnTo>
                  <a:lnTo>
                    <a:pt x="404924" y="130258"/>
                  </a:lnTo>
                  <a:lnTo>
                    <a:pt x="406339" y="130840"/>
                  </a:lnTo>
                  <a:lnTo>
                    <a:pt x="408156" y="131588"/>
                  </a:lnTo>
                  <a:lnTo>
                    <a:pt x="408484" y="131723"/>
                  </a:lnTo>
                  <a:lnTo>
                    <a:pt x="412651" y="133438"/>
                  </a:lnTo>
                  <a:lnTo>
                    <a:pt x="412837" y="133569"/>
                  </a:lnTo>
                  <a:lnTo>
                    <a:pt x="413882" y="134306"/>
                  </a:lnTo>
                  <a:lnTo>
                    <a:pt x="415057" y="135134"/>
                  </a:lnTo>
                  <a:lnTo>
                    <a:pt x="417556" y="136896"/>
                  </a:lnTo>
                  <a:lnTo>
                    <a:pt x="422702" y="143483"/>
                  </a:lnTo>
                  <a:lnTo>
                    <a:pt x="426825" y="147718"/>
                  </a:lnTo>
                  <a:lnTo>
                    <a:pt x="428001" y="148927"/>
                  </a:lnTo>
                  <a:lnTo>
                    <a:pt x="428330" y="151648"/>
                  </a:lnTo>
                  <a:lnTo>
                    <a:pt x="433871" y="158346"/>
                  </a:lnTo>
                  <a:lnTo>
                    <a:pt x="439115" y="164687"/>
                  </a:lnTo>
                  <a:lnTo>
                    <a:pt x="439431" y="165069"/>
                  </a:lnTo>
                  <a:lnTo>
                    <a:pt x="439659" y="165344"/>
                  </a:lnTo>
                  <a:lnTo>
                    <a:pt x="441945" y="168277"/>
                  </a:lnTo>
                  <a:lnTo>
                    <a:pt x="442867" y="169460"/>
                  </a:lnTo>
                  <a:lnTo>
                    <a:pt x="443771" y="170621"/>
                  </a:lnTo>
                  <a:lnTo>
                    <a:pt x="444350" y="171363"/>
                  </a:lnTo>
                  <a:lnTo>
                    <a:pt x="444563" y="171636"/>
                  </a:lnTo>
                  <a:lnTo>
                    <a:pt x="463857" y="183683"/>
                  </a:lnTo>
                  <a:lnTo>
                    <a:pt x="476826" y="206943"/>
                  </a:lnTo>
                  <a:lnTo>
                    <a:pt x="482756" y="204524"/>
                  </a:lnTo>
                  <a:lnTo>
                    <a:pt x="502268" y="238409"/>
                  </a:lnTo>
                  <a:lnTo>
                    <a:pt x="503112" y="247058"/>
                  </a:lnTo>
                  <a:lnTo>
                    <a:pt x="518896" y="251265"/>
                  </a:lnTo>
                  <a:lnTo>
                    <a:pt x="516010" y="258430"/>
                  </a:lnTo>
                  <a:lnTo>
                    <a:pt x="500528" y="283420"/>
                  </a:lnTo>
                  <a:lnTo>
                    <a:pt x="492692" y="278224"/>
                  </a:lnTo>
                  <a:lnTo>
                    <a:pt x="482851" y="284493"/>
                  </a:lnTo>
                  <a:lnTo>
                    <a:pt x="490904" y="290300"/>
                  </a:lnTo>
                  <a:lnTo>
                    <a:pt x="489590" y="299247"/>
                  </a:lnTo>
                  <a:lnTo>
                    <a:pt x="483092" y="321187"/>
                  </a:lnTo>
                  <a:lnTo>
                    <a:pt x="441401" y="329360"/>
                  </a:lnTo>
                  <a:lnTo>
                    <a:pt x="411986" y="342032"/>
                  </a:lnTo>
                  <a:lnTo>
                    <a:pt x="409516" y="339646"/>
                  </a:lnTo>
                  <a:lnTo>
                    <a:pt x="401248" y="335163"/>
                  </a:lnTo>
                  <a:lnTo>
                    <a:pt x="378891" y="327789"/>
                  </a:lnTo>
                  <a:lnTo>
                    <a:pt x="378825" y="326424"/>
                  </a:lnTo>
                  <a:lnTo>
                    <a:pt x="378865" y="325059"/>
                  </a:lnTo>
                  <a:lnTo>
                    <a:pt x="379012" y="323700"/>
                  </a:lnTo>
                  <a:lnTo>
                    <a:pt x="379265" y="322359"/>
                  </a:lnTo>
                  <a:lnTo>
                    <a:pt x="379573" y="321219"/>
                  </a:lnTo>
                  <a:lnTo>
                    <a:pt x="365677" y="304279"/>
                  </a:lnTo>
                  <a:lnTo>
                    <a:pt x="351542" y="314266"/>
                  </a:lnTo>
                  <a:lnTo>
                    <a:pt x="345786" y="307526"/>
                  </a:lnTo>
                  <a:lnTo>
                    <a:pt x="337377" y="299505"/>
                  </a:lnTo>
                  <a:lnTo>
                    <a:pt x="331919" y="294643"/>
                  </a:lnTo>
                  <a:lnTo>
                    <a:pt x="346997" y="282839"/>
                  </a:lnTo>
                  <a:lnTo>
                    <a:pt x="354205" y="279440"/>
                  </a:lnTo>
                  <a:lnTo>
                    <a:pt x="354484" y="279308"/>
                  </a:lnTo>
                  <a:lnTo>
                    <a:pt x="366282" y="273745"/>
                  </a:lnTo>
                  <a:lnTo>
                    <a:pt x="361662" y="269504"/>
                  </a:lnTo>
                  <a:lnTo>
                    <a:pt x="360167" y="268027"/>
                  </a:lnTo>
                  <a:lnTo>
                    <a:pt x="352086" y="260041"/>
                  </a:lnTo>
                  <a:lnTo>
                    <a:pt x="348074" y="264997"/>
                  </a:lnTo>
                  <a:lnTo>
                    <a:pt x="347720" y="263740"/>
                  </a:lnTo>
                  <a:lnTo>
                    <a:pt x="342069" y="255064"/>
                  </a:lnTo>
                  <a:lnTo>
                    <a:pt x="341621" y="254376"/>
                  </a:lnTo>
                  <a:lnTo>
                    <a:pt x="340897" y="254155"/>
                  </a:lnTo>
                  <a:lnTo>
                    <a:pt x="326232" y="249681"/>
                  </a:lnTo>
                  <a:lnTo>
                    <a:pt x="321174" y="255393"/>
                  </a:lnTo>
                  <a:lnTo>
                    <a:pt x="304046" y="236923"/>
                  </a:lnTo>
                  <a:lnTo>
                    <a:pt x="295053" y="227226"/>
                  </a:lnTo>
                  <a:lnTo>
                    <a:pt x="288027" y="225888"/>
                  </a:lnTo>
                  <a:lnTo>
                    <a:pt x="280842" y="233705"/>
                  </a:lnTo>
                  <a:lnTo>
                    <a:pt x="275580" y="235943"/>
                  </a:lnTo>
                  <a:lnTo>
                    <a:pt x="267474" y="239390"/>
                  </a:lnTo>
                  <a:lnTo>
                    <a:pt x="260202" y="245697"/>
                  </a:lnTo>
                  <a:lnTo>
                    <a:pt x="250456" y="254149"/>
                  </a:lnTo>
                  <a:lnTo>
                    <a:pt x="246809" y="257337"/>
                  </a:lnTo>
                  <a:lnTo>
                    <a:pt x="246796" y="259277"/>
                  </a:lnTo>
                  <a:lnTo>
                    <a:pt x="256967" y="270618"/>
                  </a:lnTo>
                  <a:lnTo>
                    <a:pt x="261100" y="275935"/>
                  </a:lnTo>
                  <a:lnTo>
                    <a:pt x="259764" y="277146"/>
                  </a:lnTo>
                  <a:lnTo>
                    <a:pt x="255221" y="287726"/>
                  </a:lnTo>
                  <a:lnTo>
                    <a:pt x="247747" y="289837"/>
                  </a:lnTo>
                  <a:lnTo>
                    <a:pt x="247779" y="288877"/>
                  </a:lnTo>
                  <a:lnTo>
                    <a:pt x="230810" y="271791"/>
                  </a:lnTo>
                  <a:lnTo>
                    <a:pt x="218887" y="259786"/>
                  </a:lnTo>
                  <a:lnTo>
                    <a:pt x="218154" y="258961"/>
                  </a:lnTo>
                  <a:lnTo>
                    <a:pt x="207540" y="270856"/>
                  </a:lnTo>
                  <a:lnTo>
                    <a:pt x="195918" y="259636"/>
                  </a:lnTo>
                  <a:lnTo>
                    <a:pt x="186975" y="251003"/>
                  </a:lnTo>
                  <a:lnTo>
                    <a:pt x="176389" y="258130"/>
                  </a:lnTo>
                  <a:lnTo>
                    <a:pt x="176480" y="256392"/>
                  </a:lnTo>
                  <a:lnTo>
                    <a:pt x="104609" y="247954"/>
                  </a:lnTo>
                  <a:lnTo>
                    <a:pt x="76347" y="244635"/>
                  </a:lnTo>
                  <a:lnTo>
                    <a:pt x="59228" y="242625"/>
                  </a:lnTo>
                  <a:lnTo>
                    <a:pt x="58649" y="242557"/>
                  </a:lnTo>
                  <a:lnTo>
                    <a:pt x="22869" y="237377"/>
                  </a:lnTo>
                  <a:lnTo>
                    <a:pt x="22527" y="237328"/>
                  </a:lnTo>
                  <a:lnTo>
                    <a:pt x="12592" y="235890"/>
                  </a:lnTo>
                  <a:lnTo>
                    <a:pt x="1711" y="232845"/>
                  </a:lnTo>
                  <a:lnTo>
                    <a:pt x="0" y="232366"/>
                  </a:lnTo>
                  <a:lnTo>
                    <a:pt x="422" y="231013"/>
                  </a:lnTo>
                  <a:lnTo>
                    <a:pt x="887" y="229525"/>
                  </a:lnTo>
                  <a:lnTo>
                    <a:pt x="2946" y="222931"/>
                  </a:lnTo>
                  <a:lnTo>
                    <a:pt x="3292" y="221821"/>
                  </a:lnTo>
                  <a:lnTo>
                    <a:pt x="7502" y="208484"/>
                  </a:lnTo>
                  <a:lnTo>
                    <a:pt x="7682" y="207911"/>
                  </a:lnTo>
                  <a:lnTo>
                    <a:pt x="10282" y="196165"/>
                  </a:lnTo>
                  <a:lnTo>
                    <a:pt x="11853" y="189066"/>
                  </a:lnTo>
                  <a:lnTo>
                    <a:pt x="13511" y="180470"/>
                  </a:lnTo>
                  <a:lnTo>
                    <a:pt x="14604" y="174804"/>
                  </a:lnTo>
                  <a:lnTo>
                    <a:pt x="14733" y="174136"/>
                  </a:lnTo>
                  <a:lnTo>
                    <a:pt x="14793" y="173827"/>
                  </a:lnTo>
                  <a:lnTo>
                    <a:pt x="14926" y="173137"/>
                  </a:lnTo>
                  <a:lnTo>
                    <a:pt x="17340" y="156311"/>
                  </a:lnTo>
                  <a:lnTo>
                    <a:pt x="17418" y="155716"/>
                  </a:lnTo>
                  <a:lnTo>
                    <a:pt x="18499" y="147396"/>
                  </a:lnTo>
                  <a:lnTo>
                    <a:pt x="20086" y="135184"/>
                  </a:lnTo>
                  <a:lnTo>
                    <a:pt x="20980" y="128301"/>
                  </a:lnTo>
                  <a:lnTo>
                    <a:pt x="21072" y="127594"/>
                  </a:lnTo>
                  <a:lnTo>
                    <a:pt x="22684" y="113173"/>
                  </a:lnTo>
                  <a:lnTo>
                    <a:pt x="25107" y="91511"/>
                  </a:lnTo>
                  <a:lnTo>
                    <a:pt x="25462" y="88332"/>
                  </a:lnTo>
                  <a:lnTo>
                    <a:pt x="27122" y="77465"/>
                  </a:lnTo>
                  <a:lnTo>
                    <a:pt x="37993" y="79000"/>
                  </a:lnTo>
                  <a:lnTo>
                    <a:pt x="39277" y="79181"/>
                  </a:lnTo>
                  <a:lnTo>
                    <a:pt x="39430" y="79203"/>
                  </a:lnTo>
                  <a:lnTo>
                    <a:pt x="41642" y="79515"/>
                  </a:lnTo>
                  <a:lnTo>
                    <a:pt x="57209" y="81713"/>
                  </a:lnTo>
                  <a:lnTo>
                    <a:pt x="58421" y="81884"/>
                  </a:lnTo>
                  <a:lnTo>
                    <a:pt x="59678" y="82061"/>
                  </a:lnTo>
                  <a:lnTo>
                    <a:pt x="60361" y="82158"/>
                  </a:lnTo>
                  <a:lnTo>
                    <a:pt x="62821" y="82505"/>
                  </a:lnTo>
                  <a:lnTo>
                    <a:pt x="83711" y="85454"/>
                  </a:lnTo>
                  <a:lnTo>
                    <a:pt x="84174" y="85520"/>
                  </a:lnTo>
                  <a:lnTo>
                    <a:pt x="96678" y="87285"/>
                  </a:lnTo>
                  <a:lnTo>
                    <a:pt x="101413" y="87954"/>
                  </a:lnTo>
                  <a:lnTo>
                    <a:pt x="102347" y="88076"/>
                  </a:lnTo>
                  <a:lnTo>
                    <a:pt x="105544" y="88495"/>
                  </a:lnTo>
                  <a:lnTo>
                    <a:pt x="110472" y="89140"/>
                  </a:lnTo>
                  <a:lnTo>
                    <a:pt x="121864" y="90632"/>
                  </a:lnTo>
                  <a:lnTo>
                    <a:pt x="128576" y="91511"/>
                  </a:lnTo>
                  <a:lnTo>
                    <a:pt x="132724" y="92054"/>
                  </a:lnTo>
                  <a:lnTo>
                    <a:pt x="133651" y="92175"/>
                  </a:lnTo>
                  <a:lnTo>
                    <a:pt x="139085" y="92887"/>
                  </a:lnTo>
                  <a:lnTo>
                    <a:pt x="147275" y="93959"/>
                  </a:lnTo>
                  <a:lnTo>
                    <a:pt x="150884" y="94435"/>
                  </a:lnTo>
                  <a:lnTo>
                    <a:pt x="151995" y="94581"/>
                  </a:lnTo>
                  <a:lnTo>
                    <a:pt x="153125" y="94730"/>
                  </a:lnTo>
                  <a:lnTo>
                    <a:pt x="160469" y="95698"/>
                  </a:lnTo>
                  <a:lnTo>
                    <a:pt x="165997" y="96426"/>
                  </a:lnTo>
                  <a:lnTo>
                    <a:pt x="169632" y="96905"/>
                  </a:lnTo>
                  <a:lnTo>
                    <a:pt x="170986" y="97083"/>
                  </a:lnTo>
                  <a:lnTo>
                    <a:pt x="173158" y="97370"/>
                  </a:lnTo>
                  <a:lnTo>
                    <a:pt x="179464" y="98617"/>
                  </a:lnTo>
                  <a:lnTo>
                    <a:pt x="179935" y="98710"/>
                  </a:lnTo>
                  <a:lnTo>
                    <a:pt x="182384" y="99520"/>
                  </a:lnTo>
                  <a:lnTo>
                    <a:pt x="182748" y="99640"/>
                  </a:lnTo>
                  <a:lnTo>
                    <a:pt x="188902" y="94230"/>
                  </a:lnTo>
                  <a:lnTo>
                    <a:pt x="191995" y="91511"/>
                  </a:lnTo>
                  <a:lnTo>
                    <a:pt x="200087" y="84397"/>
                  </a:lnTo>
                  <a:lnTo>
                    <a:pt x="201939" y="82769"/>
                  </a:lnTo>
                  <a:lnTo>
                    <a:pt x="208636" y="76882"/>
                  </a:lnTo>
                  <a:lnTo>
                    <a:pt x="211024" y="74783"/>
                  </a:lnTo>
                  <a:lnTo>
                    <a:pt x="211974" y="73948"/>
                  </a:lnTo>
                  <a:lnTo>
                    <a:pt x="214197" y="71486"/>
                  </a:lnTo>
                  <a:lnTo>
                    <a:pt x="215349" y="70359"/>
                  </a:lnTo>
                  <a:lnTo>
                    <a:pt x="224875" y="61033"/>
                  </a:lnTo>
                  <a:lnTo>
                    <a:pt x="230602" y="55427"/>
                  </a:lnTo>
                  <a:lnTo>
                    <a:pt x="239932" y="46294"/>
                  </a:lnTo>
                  <a:lnTo>
                    <a:pt x="241755" y="44556"/>
                  </a:lnTo>
                  <a:lnTo>
                    <a:pt x="242144" y="44184"/>
                  </a:lnTo>
                  <a:lnTo>
                    <a:pt x="244497" y="41941"/>
                  </a:lnTo>
                  <a:lnTo>
                    <a:pt x="254312" y="32583"/>
                  </a:lnTo>
                  <a:lnTo>
                    <a:pt x="259058" y="28057"/>
                  </a:lnTo>
                  <a:lnTo>
                    <a:pt x="271841" y="15869"/>
                  </a:lnTo>
                  <a:lnTo>
                    <a:pt x="274759" y="13087"/>
                  </a:lnTo>
                  <a:lnTo>
                    <a:pt x="284463" y="3834"/>
                  </a:lnTo>
                  <a:lnTo>
                    <a:pt x="288485" y="0"/>
                  </a:lnTo>
                  <a:lnTo>
                    <a:pt x="296715" y="8575"/>
                  </a:lnTo>
                  <a:lnTo>
                    <a:pt x="302631" y="14740"/>
                  </a:lnTo>
                  <a:lnTo>
                    <a:pt x="316238" y="29420"/>
                  </a:lnTo>
                  <a:lnTo>
                    <a:pt x="316860" y="30092"/>
                  </a:lnTo>
                  <a:lnTo>
                    <a:pt x="329518" y="43748"/>
                  </a:lnTo>
                  <a:lnTo>
                    <a:pt x="329771" y="44020"/>
                  </a:lnTo>
                  <a:lnTo>
                    <a:pt x="338753" y="5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157817" y="4023558"/>
              <a:ext cx="333264" cy="333845"/>
            </a:xfrm>
            <a:custGeom>
              <a:avLst/>
              <a:pathLst>
                <a:path w="333264" h="333845">
                  <a:moveTo>
                    <a:pt x="185793" y="188244"/>
                  </a:moveTo>
                  <a:lnTo>
                    <a:pt x="186374" y="188081"/>
                  </a:lnTo>
                  <a:lnTo>
                    <a:pt x="197959" y="185353"/>
                  </a:lnTo>
                  <a:lnTo>
                    <a:pt x="199022" y="185103"/>
                  </a:lnTo>
                  <a:lnTo>
                    <a:pt x="199965" y="184881"/>
                  </a:lnTo>
                  <a:lnTo>
                    <a:pt x="206100" y="183436"/>
                  </a:lnTo>
                  <a:lnTo>
                    <a:pt x="203744" y="190748"/>
                  </a:lnTo>
                  <a:lnTo>
                    <a:pt x="203301" y="192123"/>
                  </a:lnTo>
                  <a:lnTo>
                    <a:pt x="200086" y="202103"/>
                  </a:lnTo>
                  <a:lnTo>
                    <a:pt x="229591" y="210357"/>
                  </a:lnTo>
                  <a:lnTo>
                    <a:pt x="234055" y="199249"/>
                  </a:lnTo>
                  <a:lnTo>
                    <a:pt x="261454" y="218438"/>
                  </a:lnTo>
                  <a:lnTo>
                    <a:pt x="289772" y="239759"/>
                  </a:lnTo>
                  <a:lnTo>
                    <a:pt x="294492" y="243604"/>
                  </a:lnTo>
                  <a:lnTo>
                    <a:pt x="298366" y="248988"/>
                  </a:lnTo>
                  <a:lnTo>
                    <a:pt x="306401" y="258071"/>
                  </a:lnTo>
                  <a:lnTo>
                    <a:pt x="306987" y="258987"/>
                  </a:lnTo>
                  <a:lnTo>
                    <a:pt x="307540" y="260293"/>
                  </a:lnTo>
                  <a:lnTo>
                    <a:pt x="309028" y="262937"/>
                  </a:lnTo>
                  <a:lnTo>
                    <a:pt x="316500" y="268817"/>
                  </a:lnTo>
                  <a:lnTo>
                    <a:pt x="332066" y="278447"/>
                  </a:lnTo>
                  <a:lnTo>
                    <a:pt x="333264" y="279277"/>
                  </a:lnTo>
                  <a:lnTo>
                    <a:pt x="331079" y="289591"/>
                  </a:lnTo>
                  <a:lnTo>
                    <a:pt x="319479" y="299126"/>
                  </a:lnTo>
                  <a:lnTo>
                    <a:pt x="300456" y="304928"/>
                  </a:lnTo>
                  <a:lnTo>
                    <a:pt x="285791" y="303635"/>
                  </a:lnTo>
                  <a:lnTo>
                    <a:pt x="273273" y="308433"/>
                  </a:lnTo>
                  <a:lnTo>
                    <a:pt x="259893" y="318462"/>
                  </a:lnTo>
                  <a:lnTo>
                    <a:pt x="252311" y="332593"/>
                  </a:lnTo>
                  <a:lnTo>
                    <a:pt x="251723" y="333845"/>
                  </a:lnTo>
                  <a:lnTo>
                    <a:pt x="247998" y="329962"/>
                  </a:lnTo>
                  <a:lnTo>
                    <a:pt x="244596" y="326290"/>
                  </a:lnTo>
                  <a:lnTo>
                    <a:pt x="243779" y="325075"/>
                  </a:lnTo>
                  <a:lnTo>
                    <a:pt x="243081" y="324037"/>
                  </a:lnTo>
                  <a:lnTo>
                    <a:pt x="241565" y="322714"/>
                  </a:lnTo>
                  <a:lnTo>
                    <a:pt x="239609" y="321615"/>
                  </a:lnTo>
                  <a:lnTo>
                    <a:pt x="239441" y="321567"/>
                  </a:lnTo>
                  <a:lnTo>
                    <a:pt x="236920" y="320835"/>
                  </a:lnTo>
                  <a:lnTo>
                    <a:pt x="236107" y="320599"/>
                  </a:lnTo>
                  <a:lnTo>
                    <a:pt x="231212" y="319179"/>
                  </a:lnTo>
                  <a:lnTo>
                    <a:pt x="227660" y="318149"/>
                  </a:lnTo>
                  <a:lnTo>
                    <a:pt x="223496" y="316941"/>
                  </a:lnTo>
                  <a:lnTo>
                    <a:pt x="213724" y="314107"/>
                  </a:lnTo>
                  <a:lnTo>
                    <a:pt x="213193" y="313934"/>
                  </a:lnTo>
                  <a:lnTo>
                    <a:pt x="211310" y="313312"/>
                  </a:lnTo>
                  <a:lnTo>
                    <a:pt x="208806" y="312486"/>
                  </a:lnTo>
                  <a:lnTo>
                    <a:pt x="202380" y="310366"/>
                  </a:lnTo>
                  <a:lnTo>
                    <a:pt x="193140" y="307318"/>
                  </a:lnTo>
                  <a:lnTo>
                    <a:pt x="183176" y="304138"/>
                  </a:lnTo>
                  <a:lnTo>
                    <a:pt x="182120" y="303801"/>
                  </a:lnTo>
                  <a:lnTo>
                    <a:pt x="175924" y="301824"/>
                  </a:lnTo>
                  <a:lnTo>
                    <a:pt x="170953" y="300238"/>
                  </a:lnTo>
                  <a:lnTo>
                    <a:pt x="160017" y="296748"/>
                  </a:lnTo>
                  <a:lnTo>
                    <a:pt x="158639" y="296308"/>
                  </a:lnTo>
                  <a:lnTo>
                    <a:pt x="156188" y="296587"/>
                  </a:lnTo>
                  <a:lnTo>
                    <a:pt x="154174" y="295257"/>
                  </a:lnTo>
                  <a:lnTo>
                    <a:pt x="147080" y="293125"/>
                  </a:lnTo>
                  <a:lnTo>
                    <a:pt x="141891" y="287316"/>
                  </a:lnTo>
                  <a:lnTo>
                    <a:pt x="140225" y="285451"/>
                  </a:lnTo>
                  <a:lnTo>
                    <a:pt x="137832" y="286030"/>
                  </a:lnTo>
                  <a:lnTo>
                    <a:pt x="130160" y="287885"/>
                  </a:lnTo>
                  <a:lnTo>
                    <a:pt x="124804" y="289180"/>
                  </a:lnTo>
                  <a:lnTo>
                    <a:pt x="124083" y="289355"/>
                  </a:lnTo>
                  <a:lnTo>
                    <a:pt x="118082" y="290806"/>
                  </a:lnTo>
                  <a:lnTo>
                    <a:pt x="115445" y="291444"/>
                  </a:lnTo>
                  <a:lnTo>
                    <a:pt x="115314" y="291476"/>
                  </a:lnTo>
                  <a:lnTo>
                    <a:pt x="112574" y="292138"/>
                  </a:lnTo>
                  <a:lnTo>
                    <a:pt x="107241" y="293428"/>
                  </a:lnTo>
                  <a:lnTo>
                    <a:pt x="106995" y="293487"/>
                  </a:lnTo>
                  <a:lnTo>
                    <a:pt x="104638" y="294058"/>
                  </a:lnTo>
                  <a:lnTo>
                    <a:pt x="103715" y="294281"/>
                  </a:lnTo>
                  <a:lnTo>
                    <a:pt x="102014" y="294692"/>
                  </a:lnTo>
                  <a:lnTo>
                    <a:pt x="101193" y="294909"/>
                  </a:lnTo>
                  <a:lnTo>
                    <a:pt x="100763" y="295022"/>
                  </a:lnTo>
                  <a:lnTo>
                    <a:pt x="97453" y="295897"/>
                  </a:lnTo>
                  <a:lnTo>
                    <a:pt x="95092" y="296520"/>
                  </a:lnTo>
                  <a:lnTo>
                    <a:pt x="94234" y="296747"/>
                  </a:lnTo>
                  <a:lnTo>
                    <a:pt x="93241" y="297009"/>
                  </a:lnTo>
                  <a:lnTo>
                    <a:pt x="91447" y="297483"/>
                  </a:lnTo>
                  <a:lnTo>
                    <a:pt x="88890" y="298158"/>
                  </a:lnTo>
                  <a:lnTo>
                    <a:pt x="86785" y="298713"/>
                  </a:lnTo>
                  <a:lnTo>
                    <a:pt x="86162" y="298878"/>
                  </a:lnTo>
                  <a:lnTo>
                    <a:pt x="82819" y="299761"/>
                  </a:lnTo>
                  <a:lnTo>
                    <a:pt x="81598" y="300083"/>
                  </a:lnTo>
                  <a:lnTo>
                    <a:pt x="78065" y="301016"/>
                  </a:lnTo>
                  <a:lnTo>
                    <a:pt x="73659" y="302180"/>
                  </a:lnTo>
                  <a:lnTo>
                    <a:pt x="72260" y="302549"/>
                  </a:lnTo>
                  <a:lnTo>
                    <a:pt x="68636" y="303506"/>
                  </a:lnTo>
                  <a:lnTo>
                    <a:pt x="65581" y="304313"/>
                  </a:lnTo>
                  <a:lnTo>
                    <a:pt x="63221" y="304936"/>
                  </a:lnTo>
                  <a:lnTo>
                    <a:pt x="60749" y="305589"/>
                  </a:lnTo>
                  <a:lnTo>
                    <a:pt x="60340" y="305697"/>
                  </a:lnTo>
                  <a:lnTo>
                    <a:pt x="58020" y="306309"/>
                  </a:lnTo>
                  <a:lnTo>
                    <a:pt x="54694" y="307188"/>
                  </a:lnTo>
                  <a:lnTo>
                    <a:pt x="52977" y="307641"/>
                  </a:lnTo>
                  <a:lnTo>
                    <a:pt x="48570" y="308805"/>
                  </a:lnTo>
                  <a:lnTo>
                    <a:pt x="48106" y="308927"/>
                  </a:lnTo>
                  <a:lnTo>
                    <a:pt x="47151" y="309179"/>
                  </a:lnTo>
                  <a:lnTo>
                    <a:pt x="45247" y="309682"/>
                  </a:lnTo>
                  <a:lnTo>
                    <a:pt x="43259" y="310207"/>
                  </a:lnTo>
                  <a:lnTo>
                    <a:pt x="42792" y="310330"/>
                  </a:lnTo>
                  <a:lnTo>
                    <a:pt x="42364" y="310443"/>
                  </a:lnTo>
                  <a:lnTo>
                    <a:pt x="41835" y="310583"/>
                  </a:lnTo>
                  <a:lnTo>
                    <a:pt x="39599" y="311173"/>
                  </a:lnTo>
                  <a:lnTo>
                    <a:pt x="39224" y="311273"/>
                  </a:lnTo>
                  <a:lnTo>
                    <a:pt x="39013" y="311328"/>
                  </a:lnTo>
                  <a:lnTo>
                    <a:pt x="38055" y="311581"/>
                  </a:lnTo>
                  <a:lnTo>
                    <a:pt x="37563" y="311711"/>
                  </a:lnTo>
                  <a:lnTo>
                    <a:pt x="36872" y="311827"/>
                  </a:lnTo>
                  <a:lnTo>
                    <a:pt x="36461" y="310242"/>
                  </a:lnTo>
                  <a:lnTo>
                    <a:pt x="35519" y="306597"/>
                  </a:lnTo>
                  <a:lnTo>
                    <a:pt x="35115" y="305033"/>
                  </a:lnTo>
                  <a:lnTo>
                    <a:pt x="34841" y="303975"/>
                  </a:lnTo>
                  <a:lnTo>
                    <a:pt x="31483" y="290984"/>
                  </a:lnTo>
                  <a:lnTo>
                    <a:pt x="30612" y="287615"/>
                  </a:lnTo>
                  <a:lnTo>
                    <a:pt x="27262" y="274653"/>
                  </a:lnTo>
                  <a:lnTo>
                    <a:pt x="26036" y="269664"/>
                  </a:lnTo>
                  <a:lnTo>
                    <a:pt x="21666" y="251878"/>
                  </a:lnTo>
                  <a:lnTo>
                    <a:pt x="18376" y="238488"/>
                  </a:lnTo>
                  <a:lnTo>
                    <a:pt x="17146" y="233482"/>
                  </a:lnTo>
                  <a:lnTo>
                    <a:pt x="16891" y="232444"/>
                  </a:lnTo>
                  <a:lnTo>
                    <a:pt x="16741" y="231835"/>
                  </a:lnTo>
                  <a:lnTo>
                    <a:pt x="14587" y="223110"/>
                  </a:lnTo>
                  <a:lnTo>
                    <a:pt x="13772" y="219812"/>
                  </a:lnTo>
                  <a:lnTo>
                    <a:pt x="11848" y="212017"/>
                  </a:lnTo>
                  <a:lnTo>
                    <a:pt x="7283" y="193530"/>
                  </a:lnTo>
                  <a:lnTo>
                    <a:pt x="6015" y="188391"/>
                  </a:lnTo>
                  <a:lnTo>
                    <a:pt x="5812" y="187570"/>
                  </a:lnTo>
                  <a:lnTo>
                    <a:pt x="5489" y="186153"/>
                  </a:lnTo>
                  <a:lnTo>
                    <a:pt x="3909" y="179235"/>
                  </a:lnTo>
                  <a:lnTo>
                    <a:pt x="2278" y="166732"/>
                  </a:lnTo>
                  <a:lnTo>
                    <a:pt x="914" y="156818"/>
                  </a:lnTo>
                  <a:lnTo>
                    <a:pt x="20" y="131364"/>
                  </a:lnTo>
                  <a:lnTo>
                    <a:pt x="0" y="130789"/>
                  </a:lnTo>
                  <a:lnTo>
                    <a:pt x="80" y="127497"/>
                  </a:lnTo>
                  <a:lnTo>
                    <a:pt x="272" y="119579"/>
                  </a:lnTo>
                  <a:lnTo>
                    <a:pt x="407" y="118062"/>
                  </a:lnTo>
                  <a:lnTo>
                    <a:pt x="1088" y="110418"/>
                  </a:lnTo>
                  <a:lnTo>
                    <a:pt x="1298" y="108057"/>
                  </a:lnTo>
                  <a:lnTo>
                    <a:pt x="3690" y="91751"/>
                  </a:lnTo>
                  <a:lnTo>
                    <a:pt x="3761" y="91267"/>
                  </a:lnTo>
                  <a:lnTo>
                    <a:pt x="4278" y="87742"/>
                  </a:lnTo>
                  <a:lnTo>
                    <a:pt x="6167" y="75342"/>
                  </a:lnTo>
                  <a:lnTo>
                    <a:pt x="7078" y="69357"/>
                  </a:lnTo>
                  <a:lnTo>
                    <a:pt x="7924" y="63808"/>
                  </a:lnTo>
                  <a:lnTo>
                    <a:pt x="8148" y="60955"/>
                  </a:lnTo>
                  <a:lnTo>
                    <a:pt x="8656" y="54512"/>
                  </a:lnTo>
                  <a:lnTo>
                    <a:pt x="9074" y="46604"/>
                  </a:lnTo>
                  <a:lnTo>
                    <a:pt x="9345" y="36693"/>
                  </a:lnTo>
                  <a:lnTo>
                    <a:pt x="9476" y="31887"/>
                  </a:lnTo>
                  <a:lnTo>
                    <a:pt x="9569" y="28472"/>
                  </a:lnTo>
                  <a:lnTo>
                    <a:pt x="9611" y="26929"/>
                  </a:lnTo>
                  <a:lnTo>
                    <a:pt x="9660" y="22508"/>
                  </a:lnTo>
                  <a:lnTo>
                    <a:pt x="9682" y="20517"/>
                  </a:lnTo>
                  <a:lnTo>
                    <a:pt x="9713" y="17722"/>
                  </a:lnTo>
                  <a:lnTo>
                    <a:pt x="9782" y="11462"/>
                  </a:lnTo>
                  <a:lnTo>
                    <a:pt x="9822" y="7793"/>
                  </a:lnTo>
                  <a:lnTo>
                    <a:pt x="9838" y="5781"/>
                  </a:lnTo>
                  <a:lnTo>
                    <a:pt x="9854" y="3837"/>
                  </a:lnTo>
                  <a:lnTo>
                    <a:pt x="9868" y="1984"/>
                  </a:lnTo>
                  <a:lnTo>
                    <a:pt x="9954" y="0"/>
                  </a:lnTo>
                  <a:lnTo>
                    <a:pt x="11459" y="107"/>
                  </a:lnTo>
                  <a:lnTo>
                    <a:pt x="12161" y="158"/>
                  </a:lnTo>
                  <a:lnTo>
                    <a:pt x="13017" y="219"/>
                  </a:lnTo>
                  <a:lnTo>
                    <a:pt x="15406" y="390"/>
                  </a:lnTo>
                  <a:lnTo>
                    <a:pt x="17281" y="524"/>
                  </a:lnTo>
                  <a:lnTo>
                    <a:pt x="23520" y="970"/>
                  </a:lnTo>
                  <a:lnTo>
                    <a:pt x="41427" y="2252"/>
                  </a:lnTo>
                  <a:lnTo>
                    <a:pt x="47891" y="2714"/>
                  </a:lnTo>
                  <a:lnTo>
                    <a:pt x="68163" y="4165"/>
                  </a:lnTo>
                  <a:lnTo>
                    <a:pt x="69517" y="4261"/>
                  </a:lnTo>
                  <a:lnTo>
                    <a:pt x="70940" y="4363"/>
                  </a:lnTo>
                  <a:lnTo>
                    <a:pt x="72692" y="4489"/>
                  </a:lnTo>
                  <a:lnTo>
                    <a:pt x="77445" y="4829"/>
                  </a:lnTo>
                  <a:lnTo>
                    <a:pt x="96662" y="6204"/>
                  </a:lnTo>
                  <a:lnTo>
                    <a:pt x="98686" y="6348"/>
                  </a:lnTo>
                  <a:lnTo>
                    <a:pt x="106734" y="6924"/>
                  </a:lnTo>
                  <a:lnTo>
                    <a:pt x="107649" y="6984"/>
                  </a:lnTo>
                  <a:lnTo>
                    <a:pt x="108153" y="6979"/>
                  </a:lnTo>
                  <a:lnTo>
                    <a:pt x="111362" y="6950"/>
                  </a:lnTo>
                  <a:lnTo>
                    <a:pt x="114344" y="6923"/>
                  </a:lnTo>
                  <a:lnTo>
                    <a:pt x="115937" y="6604"/>
                  </a:lnTo>
                  <a:lnTo>
                    <a:pt x="116567" y="6478"/>
                  </a:lnTo>
                  <a:lnTo>
                    <a:pt x="118354" y="6121"/>
                  </a:lnTo>
                  <a:lnTo>
                    <a:pt x="118885" y="6015"/>
                  </a:lnTo>
                  <a:lnTo>
                    <a:pt x="120185" y="5755"/>
                  </a:lnTo>
                  <a:lnTo>
                    <a:pt x="120382" y="5819"/>
                  </a:lnTo>
                  <a:lnTo>
                    <a:pt x="120598" y="5889"/>
                  </a:lnTo>
                  <a:lnTo>
                    <a:pt x="120842" y="5968"/>
                  </a:lnTo>
                  <a:lnTo>
                    <a:pt x="121596" y="6213"/>
                  </a:lnTo>
                  <a:lnTo>
                    <a:pt x="121749" y="6262"/>
                  </a:lnTo>
                  <a:lnTo>
                    <a:pt x="121954" y="6329"/>
                  </a:lnTo>
                  <a:lnTo>
                    <a:pt x="122659" y="6557"/>
                  </a:lnTo>
                  <a:lnTo>
                    <a:pt x="123116" y="6706"/>
                  </a:lnTo>
                  <a:lnTo>
                    <a:pt x="123640" y="6876"/>
                  </a:lnTo>
                  <a:lnTo>
                    <a:pt x="125201" y="7382"/>
                  </a:lnTo>
                  <a:lnTo>
                    <a:pt x="125839" y="7589"/>
                  </a:lnTo>
                  <a:lnTo>
                    <a:pt x="127664" y="8181"/>
                  </a:lnTo>
                  <a:lnTo>
                    <a:pt x="128115" y="8327"/>
                  </a:lnTo>
                  <a:lnTo>
                    <a:pt x="128276" y="8380"/>
                  </a:lnTo>
                  <a:lnTo>
                    <a:pt x="128839" y="8562"/>
                  </a:lnTo>
                  <a:lnTo>
                    <a:pt x="130176" y="8996"/>
                  </a:lnTo>
                  <a:lnTo>
                    <a:pt x="130601" y="9068"/>
                  </a:lnTo>
                  <a:lnTo>
                    <a:pt x="134248" y="9657"/>
                  </a:lnTo>
                  <a:lnTo>
                    <a:pt x="135231" y="9815"/>
                  </a:lnTo>
                  <a:lnTo>
                    <a:pt x="137893" y="10245"/>
                  </a:lnTo>
                  <a:lnTo>
                    <a:pt x="139384" y="10485"/>
                  </a:lnTo>
                  <a:lnTo>
                    <a:pt x="140834" y="10719"/>
                  </a:lnTo>
                  <a:lnTo>
                    <a:pt x="143686" y="11180"/>
                  </a:lnTo>
                  <a:lnTo>
                    <a:pt x="144288" y="11277"/>
                  </a:lnTo>
                  <a:lnTo>
                    <a:pt x="145645" y="11496"/>
                  </a:lnTo>
                  <a:lnTo>
                    <a:pt x="146711" y="11668"/>
                  </a:lnTo>
                  <a:lnTo>
                    <a:pt x="150755" y="12320"/>
                  </a:lnTo>
                  <a:lnTo>
                    <a:pt x="151366" y="12403"/>
                  </a:lnTo>
                  <a:lnTo>
                    <a:pt x="151564" y="12430"/>
                  </a:lnTo>
                  <a:lnTo>
                    <a:pt x="151816" y="12464"/>
                  </a:lnTo>
                  <a:lnTo>
                    <a:pt x="156142" y="13049"/>
                  </a:lnTo>
                  <a:lnTo>
                    <a:pt x="156767" y="13133"/>
                  </a:lnTo>
                  <a:lnTo>
                    <a:pt x="158648" y="13387"/>
                  </a:lnTo>
                  <a:lnTo>
                    <a:pt x="162496" y="13908"/>
                  </a:lnTo>
                  <a:lnTo>
                    <a:pt x="164534" y="14183"/>
                  </a:lnTo>
                  <a:lnTo>
                    <a:pt x="165079" y="14257"/>
                  </a:lnTo>
                  <a:lnTo>
                    <a:pt x="167410" y="14572"/>
                  </a:lnTo>
                  <a:lnTo>
                    <a:pt x="168389" y="14691"/>
                  </a:lnTo>
                  <a:lnTo>
                    <a:pt x="169630" y="14627"/>
                  </a:lnTo>
                  <a:lnTo>
                    <a:pt x="173927" y="14405"/>
                  </a:lnTo>
                  <a:lnTo>
                    <a:pt x="174584" y="14373"/>
                  </a:lnTo>
                  <a:lnTo>
                    <a:pt x="174760" y="14370"/>
                  </a:lnTo>
                  <a:lnTo>
                    <a:pt x="177667" y="14323"/>
                  </a:lnTo>
                  <a:lnTo>
                    <a:pt x="180153" y="14283"/>
                  </a:lnTo>
                  <a:lnTo>
                    <a:pt x="181005" y="14269"/>
                  </a:lnTo>
                  <a:lnTo>
                    <a:pt x="181665" y="14258"/>
                  </a:lnTo>
                  <a:lnTo>
                    <a:pt x="182514" y="14244"/>
                  </a:lnTo>
                  <a:lnTo>
                    <a:pt x="183537" y="14265"/>
                  </a:lnTo>
                  <a:lnTo>
                    <a:pt x="183711" y="14268"/>
                  </a:lnTo>
                  <a:lnTo>
                    <a:pt x="186110" y="14317"/>
                  </a:lnTo>
                  <a:lnTo>
                    <a:pt x="188129" y="14357"/>
                  </a:lnTo>
                  <a:lnTo>
                    <a:pt x="189022" y="14375"/>
                  </a:lnTo>
                  <a:lnTo>
                    <a:pt x="190881" y="14412"/>
                  </a:lnTo>
                  <a:lnTo>
                    <a:pt x="191485" y="14425"/>
                  </a:lnTo>
                  <a:lnTo>
                    <a:pt x="191724" y="14474"/>
                  </a:lnTo>
                  <a:lnTo>
                    <a:pt x="191978" y="14526"/>
                  </a:lnTo>
                  <a:lnTo>
                    <a:pt x="193208" y="14779"/>
                  </a:lnTo>
                  <a:lnTo>
                    <a:pt x="193794" y="14899"/>
                  </a:lnTo>
                  <a:lnTo>
                    <a:pt x="194103" y="14963"/>
                  </a:lnTo>
                  <a:lnTo>
                    <a:pt x="195349" y="15219"/>
                  </a:lnTo>
                  <a:lnTo>
                    <a:pt x="198519" y="15870"/>
                  </a:lnTo>
                  <a:lnTo>
                    <a:pt x="200413" y="16326"/>
                  </a:lnTo>
                  <a:lnTo>
                    <a:pt x="200366" y="16843"/>
                  </a:lnTo>
                  <a:lnTo>
                    <a:pt x="200046" y="20380"/>
                  </a:lnTo>
                  <a:lnTo>
                    <a:pt x="199093" y="30923"/>
                  </a:lnTo>
                  <a:lnTo>
                    <a:pt x="198666" y="34069"/>
                  </a:lnTo>
                  <a:lnTo>
                    <a:pt x="198493" y="35344"/>
                  </a:lnTo>
                  <a:lnTo>
                    <a:pt x="194254" y="85615"/>
                  </a:lnTo>
                  <a:lnTo>
                    <a:pt x="188881" y="135303"/>
                  </a:lnTo>
                  <a:lnTo>
                    <a:pt x="188818" y="13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707478" y="3737186"/>
              <a:ext cx="355880" cy="475366"/>
            </a:xfrm>
            <a:custGeom>
              <a:avLst/>
              <a:pathLst>
                <a:path w="355880" h="475366">
                  <a:moveTo>
                    <a:pt x="148516" y="475303"/>
                  </a:moveTo>
                  <a:lnTo>
                    <a:pt x="147860" y="475366"/>
                  </a:lnTo>
                  <a:lnTo>
                    <a:pt x="147559" y="475081"/>
                  </a:lnTo>
                  <a:lnTo>
                    <a:pt x="147087" y="474636"/>
                  </a:lnTo>
                  <a:lnTo>
                    <a:pt x="146878" y="474438"/>
                  </a:lnTo>
                  <a:lnTo>
                    <a:pt x="146733" y="474299"/>
                  </a:lnTo>
                  <a:lnTo>
                    <a:pt x="143635" y="471335"/>
                  </a:lnTo>
                  <a:lnTo>
                    <a:pt x="139275" y="467165"/>
                  </a:lnTo>
                  <a:lnTo>
                    <a:pt x="133036" y="461201"/>
                  </a:lnTo>
                  <a:lnTo>
                    <a:pt x="129632" y="457948"/>
                  </a:lnTo>
                  <a:lnTo>
                    <a:pt x="119742" y="448705"/>
                  </a:lnTo>
                  <a:lnTo>
                    <a:pt x="119011" y="448023"/>
                  </a:lnTo>
                  <a:lnTo>
                    <a:pt x="112066" y="441533"/>
                  </a:lnTo>
                  <a:lnTo>
                    <a:pt x="106411" y="436248"/>
                  </a:lnTo>
                  <a:lnTo>
                    <a:pt x="91556" y="422352"/>
                  </a:lnTo>
                  <a:lnTo>
                    <a:pt x="78207" y="409887"/>
                  </a:lnTo>
                  <a:lnTo>
                    <a:pt x="76546" y="408337"/>
                  </a:lnTo>
                  <a:lnTo>
                    <a:pt x="65327" y="397870"/>
                  </a:lnTo>
                  <a:lnTo>
                    <a:pt x="55548" y="389179"/>
                  </a:lnTo>
                  <a:lnTo>
                    <a:pt x="53580" y="387753"/>
                  </a:lnTo>
                  <a:lnTo>
                    <a:pt x="45301" y="381752"/>
                  </a:lnTo>
                  <a:lnTo>
                    <a:pt x="41512" y="379119"/>
                  </a:lnTo>
                  <a:lnTo>
                    <a:pt x="39367" y="377788"/>
                  </a:lnTo>
                  <a:lnTo>
                    <a:pt x="36006" y="375703"/>
                  </a:lnTo>
                  <a:lnTo>
                    <a:pt x="26544" y="369255"/>
                  </a:lnTo>
                  <a:lnTo>
                    <a:pt x="25374" y="368458"/>
                  </a:lnTo>
                  <a:lnTo>
                    <a:pt x="25121" y="368286"/>
                  </a:lnTo>
                  <a:lnTo>
                    <a:pt x="23885" y="367443"/>
                  </a:lnTo>
                  <a:lnTo>
                    <a:pt x="18370" y="363686"/>
                  </a:lnTo>
                  <a:lnTo>
                    <a:pt x="16457" y="362382"/>
                  </a:lnTo>
                  <a:lnTo>
                    <a:pt x="12972" y="360008"/>
                  </a:lnTo>
                  <a:lnTo>
                    <a:pt x="12697" y="359820"/>
                  </a:lnTo>
                  <a:lnTo>
                    <a:pt x="5861" y="356109"/>
                  </a:lnTo>
                  <a:lnTo>
                    <a:pt x="1007" y="353412"/>
                  </a:lnTo>
                  <a:lnTo>
                    <a:pt x="0" y="352850"/>
                  </a:lnTo>
                  <a:lnTo>
                    <a:pt x="890" y="350313"/>
                  </a:lnTo>
                  <a:lnTo>
                    <a:pt x="992" y="350023"/>
                  </a:lnTo>
                  <a:lnTo>
                    <a:pt x="12741" y="316539"/>
                  </a:lnTo>
                  <a:lnTo>
                    <a:pt x="15150" y="309673"/>
                  </a:lnTo>
                  <a:lnTo>
                    <a:pt x="15600" y="308391"/>
                  </a:lnTo>
                  <a:lnTo>
                    <a:pt x="17077" y="305009"/>
                  </a:lnTo>
                  <a:lnTo>
                    <a:pt x="18037" y="302805"/>
                  </a:lnTo>
                  <a:lnTo>
                    <a:pt x="21739" y="294381"/>
                  </a:lnTo>
                  <a:lnTo>
                    <a:pt x="23026" y="291613"/>
                  </a:lnTo>
                  <a:lnTo>
                    <a:pt x="27737" y="282224"/>
                  </a:lnTo>
                  <a:lnTo>
                    <a:pt x="32661" y="272409"/>
                  </a:lnTo>
                  <a:lnTo>
                    <a:pt x="38949" y="261408"/>
                  </a:lnTo>
                  <a:lnTo>
                    <a:pt x="40220" y="259185"/>
                  </a:lnTo>
                  <a:lnTo>
                    <a:pt x="43486" y="253648"/>
                  </a:lnTo>
                  <a:lnTo>
                    <a:pt x="44756" y="251515"/>
                  </a:lnTo>
                  <a:lnTo>
                    <a:pt x="46415" y="248744"/>
                  </a:lnTo>
                  <a:lnTo>
                    <a:pt x="47312" y="247246"/>
                  </a:lnTo>
                  <a:lnTo>
                    <a:pt x="52280" y="238949"/>
                  </a:lnTo>
                  <a:lnTo>
                    <a:pt x="59157" y="227466"/>
                  </a:lnTo>
                  <a:lnTo>
                    <a:pt x="63754" y="219791"/>
                  </a:lnTo>
                  <a:lnTo>
                    <a:pt x="72741" y="204004"/>
                  </a:lnTo>
                  <a:lnTo>
                    <a:pt x="79586" y="191979"/>
                  </a:lnTo>
                  <a:lnTo>
                    <a:pt x="89211" y="175073"/>
                  </a:lnTo>
                  <a:lnTo>
                    <a:pt x="100758" y="153330"/>
                  </a:lnTo>
                  <a:lnTo>
                    <a:pt x="101606" y="151797"/>
                  </a:lnTo>
                  <a:lnTo>
                    <a:pt x="106505" y="142945"/>
                  </a:lnTo>
                  <a:lnTo>
                    <a:pt x="112761" y="131641"/>
                  </a:lnTo>
                  <a:lnTo>
                    <a:pt x="117492" y="123091"/>
                  </a:lnTo>
                  <a:lnTo>
                    <a:pt x="130688" y="99245"/>
                  </a:lnTo>
                  <a:lnTo>
                    <a:pt x="131860" y="97127"/>
                  </a:lnTo>
                  <a:lnTo>
                    <a:pt x="133570" y="93920"/>
                  </a:lnTo>
                  <a:lnTo>
                    <a:pt x="145572" y="71410"/>
                  </a:lnTo>
                  <a:lnTo>
                    <a:pt x="153240" y="57028"/>
                  </a:lnTo>
                  <a:lnTo>
                    <a:pt x="154207" y="55283"/>
                  </a:lnTo>
                  <a:lnTo>
                    <a:pt x="163599" y="38330"/>
                  </a:lnTo>
                  <a:lnTo>
                    <a:pt x="174823" y="17298"/>
                  </a:lnTo>
                  <a:lnTo>
                    <a:pt x="177142" y="12952"/>
                  </a:lnTo>
                  <a:lnTo>
                    <a:pt x="177236" y="12776"/>
                  </a:lnTo>
                  <a:lnTo>
                    <a:pt x="178833" y="9785"/>
                  </a:lnTo>
                  <a:lnTo>
                    <a:pt x="179442" y="8642"/>
                  </a:lnTo>
                  <a:lnTo>
                    <a:pt x="181271" y="5215"/>
                  </a:lnTo>
                  <a:lnTo>
                    <a:pt x="181375" y="5021"/>
                  </a:lnTo>
                  <a:lnTo>
                    <a:pt x="181677" y="4456"/>
                  </a:lnTo>
                  <a:lnTo>
                    <a:pt x="181779" y="4265"/>
                  </a:lnTo>
                  <a:lnTo>
                    <a:pt x="184055" y="0"/>
                  </a:lnTo>
                  <a:lnTo>
                    <a:pt x="184799" y="416"/>
                  </a:lnTo>
                  <a:lnTo>
                    <a:pt x="188212" y="2327"/>
                  </a:lnTo>
                  <a:lnTo>
                    <a:pt x="213351" y="16403"/>
                  </a:lnTo>
                  <a:lnTo>
                    <a:pt x="213776" y="16641"/>
                  </a:lnTo>
                  <a:lnTo>
                    <a:pt x="221683" y="20682"/>
                  </a:lnTo>
                  <a:lnTo>
                    <a:pt x="231268" y="25580"/>
                  </a:lnTo>
                  <a:lnTo>
                    <a:pt x="232518" y="26315"/>
                  </a:lnTo>
                  <a:lnTo>
                    <a:pt x="237159" y="29046"/>
                  </a:lnTo>
                  <a:lnTo>
                    <a:pt x="241443" y="32148"/>
                  </a:lnTo>
                  <a:lnTo>
                    <a:pt x="245012" y="35432"/>
                  </a:lnTo>
                  <a:lnTo>
                    <a:pt x="245686" y="36220"/>
                  </a:lnTo>
                  <a:lnTo>
                    <a:pt x="248913" y="39999"/>
                  </a:lnTo>
                  <a:lnTo>
                    <a:pt x="250401" y="41742"/>
                  </a:lnTo>
                  <a:lnTo>
                    <a:pt x="262054" y="55386"/>
                  </a:lnTo>
                  <a:lnTo>
                    <a:pt x="263397" y="56959"/>
                  </a:lnTo>
                  <a:lnTo>
                    <a:pt x="265120" y="58911"/>
                  </a:lnTo>
                  <a:lnTo>
                    <a:pt x="274744" y="69814"/>
                  </a:lnTo>
                  <a:lnTo>
                    <a:pt x="277618" y="73069"/>
                  </a:lnTo>
                  <a:lnTo>
                    <a:pt x="292902" y="90386"/>
                  </a:lnTo>
                  <a:lnTo>
                    <a:pt x="293027" y="90527"/>
                  </a:lnTo>
                  <a:lnTo>
                    <a:pt x="307303" y="105850"/>
                  </a:lnTo>
                  <a:lnTo>
                    <a:pt x="308796" y="107454"/>
                  </a:lnTo>
                  <a:lnTo>
                    <a:pt x="312823" y="111776"/>
                  </a:lnTo>
                  <a:lnTo>
                    <a:pt x="314521" y="113497"/>
                  </a:lnTo>
                  <a:lnTo>
                    <a:pt x="315432" y="114419"/>
                  </a:lnTo>
                  <a:lnTo>
                    <a:pt x="316406" y="115406"/>
                  </a:lnTo>
                  <a:lnTo>
                    <a:pt x="319049" y="118083"/>
                  </a:lnTo>
                  <a:lnTo>
                    <a:pt x="340776" y="137340"/>
                  </a:lnTo>
                  <a:lnTo>
                    <a:pt x="340918" y="137501"/>
                  </a:lnTo>
                  <a:lnTo>
                    <a:pt x="341205" y="137825"/>
                  </a:lnTo>
                  <a:lnTo>
                    <a:pt x="341338" y="137975"/>
                  </a:lnTo>
                  <a:lnTo>
                    <a:pt x="342031" y="138759"/>
                  </a:lnTo>
                  <a:lnTo>
                    <a:pt x="342229" y="138982"/>
                  </a:lnTo>
                  <a:lnTo>
                    <a:pt x="342507" y="139296"/>
                  </a:lnTo>
                  <a:lnTo>
                    <a:pt x="342852" y="139686"/>
                  </a:lnTo>
                  <a:lnTo>
                    <a:pt x="343234" y="140118"/>
                  </a:lnTo>
                  <a:lnTo>
                    <a:pt x="343399" y="140304"/>
                  </a:lnTo>
                  <a:lnTo>
                    <a:pt x="343775" y="140729"/>
                  </a:lnTo>
                  <a:lnTo>
                    <a:pt x="344402" y="141437"/>
                  </a:lnTo>
                  <a:lnTo>
                    <a:pt x="344869" y="141965"/>
                  </a:lnTo>
                  <a:lnTo>
                    <a:pt x="345164" y="142299"/>
                  </a:lnTo>
                  <a:lnTo>
                    <a:pt x="345620" y="142815"/>
                  </a:lnTo>
                  <a:lnTo>
                    <a:pt x="346327" y="143613"/>
                  </a:lnTo>
                  <a:lnTo>
                    <a:pt x="346612" y="143935"/>
                  </a:lnTo>
                  <a:lnTo>
                    <a:pt x="346808" y="144156"/>
                  </a:lnTo>
                  <a:lnTo>
                    <a:pt x="347572" y="145020"/>
                  </a:lnTo>
                  <a:lnTo>
                    <a:pt x="347873" y="145359"/>
                  </a:lnTo>
                  <a:lnTo>
                    <a:pt x="348392" y="145946"/>
                  </a:lnTo>
                  <a:lnTo>
                    <a:pt x="348710" y="146306"/>
                  </a:lnTo>
                  <a:lnTo>
                    <a:pt x="349219" y="146881"/>
                  </a:lnTo>
                  <a:lnTo>
                    <a:pt x="349850" y="147594"/>
                  </a:lnTo>
                  <a:lnTo>
                    <a:pt x="350053" y="147824"/>
                  </a:lnTo>
                  <a:lnTo>
                    <a:pt x="350370" y="148182"/>
                  </a:lnTo>
                  <a:lnTo>
                    <a:pt x="351304" y="149238"/>
                  </a:lnTo>
                  <a:lnTo>
                    <a:pt x="351439" y="149390"/>
                  </a:lnTo>
                  <a:lnTo>
                    <a:pt x="351791" y="149787"/>
                  </a:lnTo>
                  <a:lnTo>
                    <a:pt x="352448" y="150530"/>
                  </a:lnTo>
                  <a:lnTo>
                    <a:pt x="353049" y="151209"/>
                  </a:lnTo>
                  <a:lnTo>
                    <a:pt x="353554" y="151780"/>
                  </a:lnTo>
                  <a:lnTo>
                    <a:pt x="353693" y="151937"/>
                  </a:lnTo>
                  <a:lnTo>
                    <a:pt x="353827" y="152088"/>
                  </a:lnTo>
                  <a:lnTo>
                    <a:pt x="354348" y="152677"/>
                  </a:lnTo>
                  <a:lnTo>
                    <a:pt x="354737" y="153117"/>
                  </a:lnTo>
                  <a:lnTo>
                    <a:pt x="355069" y="153492"/>
                  </a:lnTo>
                  <a:lnTo>
                    <a:pt x="355586" y="154076"/>
                  </a:lnTo>
                  <a:lnTo>
                    <a:pt x="355880" y="154408"/>
                  </a:lnTo>
                  <a:lnTo>
                    <a:pt x="341944" y="173116"/>
                  </a:lnTo>
                  <a:lnTo>
                    <a:pt x="341193" y="174125"/>
                  </a:lnTo>
                  <a:lnTo>
                    <a:pt x="333260" y="186062"/>
                  </a:lnTo>
                  <a:lnTo>
                    <a:pt x="325629" y="197650"/>
                  </a:lnTo>
                  <a:lnTo>
                    <a:pt x="312560" y="215182"/>
                  </a:lnTo>
                  <a:lnTo>
                    <a:pt x="311599" y="216471"/>
                  </a:lnTo>
                  <a:lnTo>
                    <a:pt x="286171" y="251647"/>
                  </a:lnTo>
                  <a:lnTo>
                    <a:pt x="285120" y="253014"/>
                  </a:lnTo>
                  <a:lnTo>
                    <a:pt x="284734" y="253516"/>
                  </a:lnTo>
                  <a:lnTo>
                    <a:pt x="284320" y="254055"/>
                  </a:lnTo>
                  <a:lnTo>
                    <a:pt x="284189" y="254225"/>
                  </a:lnTo>
                  <a:lnTo>
                    <a:pt x="283432" y="255210"/>
                  </a:lnTo>
                  <a:lnTo>
                    <a:pt x="283303" y="255378"/>
                  </a:lnTo>
                  <a:lnTo>
                    <a:pt x="283070" y="255681"/>
                  </a:lnTo>
                  <a:lnTo>
                    <a:pt x="282743" y="256106"/>
                  </a:lnTo>
                  <a:lnTo>
                    <a:pt x="281348" y="257920"/>
                  </a:lnTo>
                  <a:lnTo>
                    <a:pt x="281242" y="258072"/>
                  </a:lnTo>
                  <a:lnTo>
                    <a:pt x="280787" y="258719"/>
                  </a:lnTo>
                  <a:lnTo>
                    <a:pt x="279941" y="259921"/>
                  </a:lnTo>
                  <a:lnTo>
                    <a:pt x="279479" y="260579"/>
                  </a:lnTo>
                  <a:lnTo>
                    <a:pt x="279215" y="260954"/>
                  </a:lnTo>
                  <a:lnTo>
                    <a:pt x="278547" y="261903"/>
                  </a:lnTo>
                  <a:lnTo>
                    <a:pt x="277990" y="262695"/>
                  </a:lnTo>
                  <a:lnTo>
                    <a:pt x="277513" y="263374"/>
                  </a:lnTo>
                  <a:lnTo>
                    <a:pt x="277305" y="263669"/>
                  </a:lnTo>
                  <a:lnTo>
                    <a:pt x="276887" y="264263"/>
                  </a:lnTo>
                  <a:lnTo>
                    <a:pt x="276699" y="264531"/>
                  </a:lnTo>
                  <a:lnTo>
                    <a:pt x="275563" y="266146"/>
                  </a:lnTo>
                  <a:lnTo>
                    <a:pt x="275412" y="266360"/>
                  </a:lnTo>
                  <a:lnTo>
                    <a:pt x="275054" y="266870"/>
                  </a:lnTo>
                  <a:lnTo>
                    <a:pt x="273675" y="268831"/>
                  </a:lnTo>
                  <a:lnTo>
                    <a:pt x="273361" y="269277"/>
                  </a:lnTo>
                  <a:lnTo>
                    <a:pt x="273080" y="269676"/>
                  </a:lnTo>
                  <a:lnTo>
                    <a:pt x="272317" y="270762"/>
                  </a:lnTo>
                  <a:lnTo>
                    <a:pt x="270748" y="272993"/>
                  </a:lnTo>
                  <a:lnTo>
                    <a:pt x="270132" y="273868"/>
                  </a:lnTo>
                  <a:lnTo>
                    <a:pt x="269278" y="275083"/>
                  </a:lnTo>
                  <a:lnTo>
                    <a:pt x="267689" y="277341"/>
                  </a:lnTo>
                  <a:lnTo>
                    <a:pt x="266820" y="278577"/>
                  </a:lnTo>
                  <a:lnTo>
                    <a:pt x="266611" y="278875"/>
                  </a:lnTo>
                  <a:lnTo>
                    <a:pt x="266427" y="279136"/>
                  </a:lnTo>
                  <a:lnTo>
                    <a:pt x="264849" y="281380"/>
                  </a:lnTo>
                  <a:lnTo>
                    <a:pt x="264514" y="281856"/>
                  </a:lnTo>
                  <a:lnTo>
                    <a:pt x="263129" y="283825"/>
                  </a:lnTo>
                  <a:lnTo>
                    <a:pt x="262808" y="284283"/>
                  </a:lnTo>
                  <a:lnTo>
                    <a:pt x="262571" y="284619"/>
                  </a:lnTo>
                  <a:lnTo>
                    <a:pt x="261699" y="285859"/>
                  </a:lnTo>
                  <a:lnTo>
                    <a:pt x="260697" y="287284"/>
                  </a:lnTo>
                  <a:lnTo>
                    <a:pt x="260543" y="287502"/>
                  </a:lnTo>
                  <a:lnTo>
                    <a:pt x="259673" y="288740"/>
                  </a:lnTo>
                  <a:lnTo>
                    <a:pt x="259387" y="289146"/>
                  </a:lnTo>
                  <a:lnTo>
                    <a:pt x="258541" y="290350"/>
                  </a:lnTo>
                  <a:lnTo>
                    <a:pt x="257339" y="292058"/>
                  </a:lnTo>
                  <a:lnTo>
                    <a:pt x="257016" y="292518"/>
                  </a:lnTo>
                  <a:lnTo>
                    <a:pt x="256855" y="292746"/>
                  </a:lnTo>
                  <a:lnTo>
                    <a:pt x="256468" y="293296"/>
                  </a:lnTo>
                  <a:lnTo>
                    <a:pt x="255108" y="295231"/>
                  </a:lnTo>
                  <a:lnTo>
                    <a:pt x="254267" y="296427"/>
                  </a:lnTo>
                  <a:lnTo>
                    <a:pt x="253831" y="297047"/>
                  </a:lnTo>
                  <a:lnTo>
                    <a:pt x="253552" y="297442"/>
                  </a:lnTo>
                  <a:lnTo>
                    <a:pt x="252907" y="298360"/>
                  </a:lnTo>
                  <a:lnTo>
                    <a:pt x="251706" y="300068"/>
                  </a:lnTo>
                  <a:lnTo>
                    <a:pt x="250892" y="301225"/>
                  </a:lnTo>
                  <a:lnTo>
                    <a:pt x="250069" y="302395"/>
                  </a:lnTo>
                  <a:lnTo>
                    <a:pt x="249684" y="302943"/>
                  </a:lnTo>
                  <a:lnTo>
                    <a:pt x="249275" y="303525"/>
                  </a:lnTo>
                  <a:lnTo>
                    <a:pt x="248686" y="304362"/>
                  </a:lnTo>
                  <a:lnTo>
                    <a:pt x="247283" y="306356"/>
                  </a:lnTo>
                  <a:lnTo>
                    <a:pt x="247037" y="306706"/>
                  </a:lnTo>
                  <a:lnTo>
                    <a:pt x="246704" y="307180"/>
                  </a:lnTo>
                  <a:lnTo>
                    <a:pt x="246290" y="307769"/>
                  </a:lnTo>
                  <a:lnTo>
                    <a:pt x="245849" y="308395"/>
                  </a:lnTo>
                  <a:lnTo>
                    <a:pt x="244613" y="310153"/>
                  </a:lnTo>
                  <a:lnTo>
                    <a:pt x="244403" y="310452"/>
                  </a:lnTo>
                  <a:lnTo>
                    <a:pt x="243478" y="311767"/>
                  </a:lnTo>
                  <a:lnTo>
                    <a:pt x="243337" y="311967"/>
                  </a:lnTo>
                  <a:lnTo>
                    <a:pt x="242735" y="312823"/>
                  </a:lnTo>
                  <a:lnTo>
                    <a:pt x="242253" y="313509"/>
                  </a:lnTo>
                  <a:lnTo>
                    <a:pt x="242156" y="313647"/>
                  </a:lnTo>
                  <a:lnTo>
                    <a:pt x="241937" y="313959"/>
                  </a:lnTo>
                  <a:lnTo>
                    <a:pt x="241111" y="315132"/>
                  </a:lnTo>
                  <a:lnTo>
                    <a:pt x="239802" y="316994"/>
                  </a:lnTo>
                  <a:lnTo>
                    <a:pt x="238974" y="318171"/>
                  </a:lnTo>
                  <a:lnTo>
                    <a:pt x="238697" y="318565"/>
                  </a:lnTo>
                  <a:lnTo>
                    <a:pt x="238562" y="318756"/>
                  </a:lnTo>
                  <a:lnTo>
                    <a:pt x="237562" y="320178"/>
                  </a:lnTo>
                  <a:lnTo>
                    <a:pt x="236609" y="321533"/>
                  </a:lnTo>
                  <a:lnTo>
                    <a:pt x="235341" y="323337"/>
                  </a:lnTo>
                  <a:lnTo>
                    <a:pt x="235231" y="323492"/>
                  </a:lnTo>
                  <a:lnTo>
                    <a:pt x="234847" y="324038"/>
                  </a:lnTo>
                  <a:lnTo>
                    <a:pt x="234519" y="324506"/>
                  </a:lnTo>
                  <a:lnTo>
                    <a:pt x="233946" y="325320"/>
                  </a:lnTo>
                  <a:lnTo>
                    <a:pt x="233385" y="326117"/>
                  </a:lnTo>
                  <a:lnTo>
                    <a:pt x="233060" y="326580"/>
                  </a:lnTo>
                  <a:lnTo>
                    <a:pt x="232176" y="327836"/>
                  </a:lnTo>
                  <a:lnTo>
                    <a:pt x="232031" y="328043"/>
                  </a:lnTo>
                  <a:lnTo>
                    <a:pt x="231166" y="329272"/>
                  </a:lnTo>
                  <a:lnTo>
                    <a:pt x="230322" y="330472"/>
                  </a:lnTo>
                  <a:lnTo>
                    <a:pt x="229603" y="331495"/>
                  </a:lnTo>
                  <a:lnTo>
                    <a:pt x="228661" y="332835"/>
                  </a:lnTo>
                  <a:lnTo>
                    <a:pt x="227847" y="333992"/>
                  </a:lnTo>
                  <a:lnTo>
                    <a:pt x="227691" y="334214"/>
                  </a:lnTo>
                  <a:lnTo>
                    <a:pt x="227453" y="334553"/>
                  </a:lnTo>
                  <a:lnTo>
                    <a:pt x="226641" y="335706"/>
                  </a:lnTo>
                  <a:lnTo>
                    <a:pt x="224947" y="338116"/>
                  </a:lnTo>
                  <a:lnTo>
                    <a:pt x="224427" y="338854"/>
                  </a:lnTo>
                  <a:lnTo>
                    <a:pt x="224010" y="339447"/>
                  </a:lnTo>
                  <a:lnTo>
                    <a:pt x="222489" y="341610"/>
                  </a:lnTo>
                  <a:lnTo>
                    <a:pt x="222244" y="341958"/>
                  </a:lnTo>
                  <a:lnTo>
                    <a:pt x="221942" y="342388"/>
                  </a:lnTo>
                  <a:lnTo>
                    <a:pt x="221535" y="342896"/>
                  </a:lnTo>
                  <a:lnTo>
                    <a:pt x="221135" y="343394"/>
                  </a:lnTo>
                  <a:lnTo>
                    <a:pt x="219675" y="345216"/>
                  </a:lnTo>
                  <a:lnTo>
                    <a:pt x="219293" y="345693"/>
                  </a:lnTo>
                  <a:lnTo>
                    <a:pt x="218774" y="346340"/>
                  </a:lnTo>
                  <a:lnTo>
                    <a:pt x="218590" y="346570"/>
                  </a:lnTo>
                  <a:lnTo>
                    <a:pt x="218201" y="347055"/>
                  </a:lnTo>
                  <a:lnTo>
                    <a:pt x="216806" y="348795"/>
                  </a:lnTo>
                  <a:lnTo>
                    <a:pt x="216397" y="349306"/>
                  </a:lnTo>
                  <a:lnTo>
                    <a:pt x="215207" y="350791"/>
                  </a:lnTo>
                  <a:lnTo>
                    <a:pt x="214136" y="352126"/>
                  </a:lnTo>
                  <a:lnTo>
                    <a:pt x="213894" y="352428"/>
                  </a:lnTo>
                  <a:lnTo>
                    <a:pt x="213703" y="352666"/>
                  </a:lnTo>
                  <a:lnTo>
                    <a:pt x="212455" y="354224"/>
                  </a:lnTo>
                  <a:lnTo>
                    <a:pt x="211571" y="355327"/>
                  </a:lnTo>
                  <a:lnTo>
                    <a:pt x="211100" y="355913"/>
                  </a:lnTo>
                  <a:lnTo>
                    <a:pt x="210149" y="357100"/>
                  </a:lnTo>
                  <a:lnTo>
                    <a:pt x="209168" y="358324"/>
                  </a:lnTo>
                  <a:lnTo>
                    <a:pt x="208996" y="358538"/>
                  </a:lnTo>
                  <a:lnTo>
                    <a:pt x="208824" y="358753"/>
                  </a:lnTo>
                  <a:lnTo>
                    <a:pt x="208130" y="359619"/>
                  </a:lnTo>
                  <a:lnTo>
                    <a:pt x="207635" y="360236"/>
                  </a:lnTo>
                  <a:lnTo>
                    <a:pt x="207305" y="360649"/>
                  </a:lnTo>
                  <a:lnTo>
                    <a:pt x="206595" y="361534"/>
                  </a:lnTo>
                  <a:lnTo>
                    <a:pt x="206282" y="361924"/>
                  </a:lnTo>
                  <a:lnTo>
                    <a:pt x="206001" y="362275"/>
                  </a:lnTo>
                  <a:lnTo>
                    <a:pt x="205555" y="362831"/>
                  </a:lnTo>
                  <a:lnTo>
                    <a:pt x="205349" y="363088"/>
                  </a:lnTo>
                  <a:lnTo>
                    <a:pt x="205247" y="363215"/>
                  </a:lnTo>
                  <a:lnTo>
                    <a:pt x="204970" y="363561"/>
                  </a:lnTo>
                  <a:lnTo>
                    <a:pt x="204731" y="364198"/>
                  </a:lnTo>
                  <a:lnTo>
                    <a:pt x="204991" y="364403"/>
                  </a:lnTo>
                  <a:lnTo>
                    <a:pt x="205303" y="364649"/>
                  </a:lnTo>
                  <a:lnTo>
                    <a:pt x="205441" y="364758"/>
                  </a:lnTo>
                  <a:lnTo>
                    <a:pt x="205911" y="365130"/>
                  </a:lnTo>
                  <a:lnTo>
                    <a:pt x="206145" y="365315"/>
                  </a:lnTo>
                  <a:lnTo>
                    <a:pt x="206273" y="365416"/>
                  </a:lnTo>
                  <a:lnTo>
                    <a:pt x="206718" y="365767"/>
                  </a:lnTo>
                  <a:lnTo>
                    <a:pt x="207082" y="366055"/>
                  </a:lnTo>
                  <a:lnTo>
                    <a:pt x="207310" y="366234"/>
                  </a:lnTo>
                  <a:lnTo>
                    <a:pt x="207913" y="366711"/>
                  </a:lnTo>
                  <a:lnTo>
                    <a:pt x="208049" y="366818"/>
                  </a:lnTo>
                  <a:lnTo>
                    <a:pt x="208221" y="366954"/>
                  </a:lnTo>
                  <a:lnTo>
                    <a:pt x="208430" y="367119"/>
                  </a:lnTo>
                  <a:lnTo>
                    <a:pt x="208557" y="367219"/>
                  </a:lnTo>
                  <a:lnTo>
                    <a:pt x="208985" y="367558"/>
                  </a:lnTo>
                  <a:lnTo>
                    <a:pt x="209479" y="367948"/>
                  </a:lnTo>
                  <a:lnTo>
                    <a:pt x="209635" y="368071"/>
                  </a:lnTo>
                  <a:lnTo>
                    <a:pt x="209893" y="368274"/>
                  </a:lnTo>
                  <a:lnTo>
                    <a:pt x="210194" y="368512"/>
                  </a:lnTo>
                  <a:lnTo>
                    <a:pt x="210455" y="368718"/>
                  </a:lnTo>
                  <a:lnTo>
                    <a:pt x="210807" y="368996"/>
                  </a:lnTo>
                  <a:lnTo>
                    <a:pt x="211047" y="369186"/>
                  </a:lnTo>
                  <a:lnTo>
                    <a:pt x="211220" y="369322"/>
                  </a:lnTo>
                  <a:lnTo>
                    <a:pt x="211481" y="369528"/>
                  </a:lnTo>
                  <a:lnTo>
                    <a:pt x="211825" y="369800"/>
                  </a:lnTo>
                  <a:lnTo>
                    <a:pt x="212355" y="370219"/>
                  </a:lnTo>
                  <a:lnTo>
                    <a:pt x="213086" y="370795"/>
                  </a:lnTo>
                  <a:lnTo>
                    <a:pt x="213274" y="370944"/>
                  </a:lnTo>
                  <a:lnTo>
                    <a:pt x="213639" y="371232"/>
                  </a:lnTo>
                  <a:lnTo>
                    <a:pt x="214232" y="371701"/>
                  </a:lnTo>
                  <a:lnTo>
                    <a:pt x="214514" y="371924"/>
                  </a:lnTo>
                  <a:lnTo>
                    <a:pt x="214739" y="372101"/>
                  </a:lnTo>
                  <a:lnTo>
                    <a:pt x="215153" y="372428"/>
                  </a:lnTo>
                  <a:lnTo>
                    <a:pt x="215521" y="372719"/>
                  </a:lnTo>
                  <a:lnTo>
                    <a:pt x="216482" y="373478"/>
                  </a:lnTo>
                  <a:lnTo>
                    <a:pt x="217288" y="374114"/>
                  </a:lnTo>
                  <a:lnTo>
                    <a:pt x="217905" y="374601"/>
                  </a:lnTo>
                  <a:lnTo>
                    <a:pt x="218108" y="374761"/>
                  </a:lnTo>
                  <a:lnTo>
                    <a:pt x="218250" y="374873"/>
                  </a:lnTo>
                  <a:lnTo>
                    <a:pt x="218883" y="375373"/>
                  </a:lnTo>
                  <a:lnTo>
                    <a:pt x="219312" y="375713"/>
                  </a:lnTo>
                  <a:lnTo>
                    <a:pt x="219656" y="375984"/>
                  </a:lnTo>
                  <a:lnTo>
                    <a:pt x="219840" y="376129"/>
                  </a:lnTo>
                  <a:lnTo>
                    <a:pt x="220361" y="376541"/>
                  </a:lnTo>
                  <a:lnTo>
                    <a:pt x="220915" y="376978"/>
                  </a:lnTo>
                  <a:lnTo>
                    <a:pt x="221317" y="377296"/>
                  </a:lnTo>
                  <a:lnTo>
                    <a:pt x="221508" y="377447"/>
                  </a:lnTo>
                  <a:lnTo>
                    <a:pt x="221709" y="377605"/>
                  </a:lnTo>
                  <a:lnTo>
                    <a:pt x="222472" y="378207"/>
                  </a:lnTo>
                  <a:lnTo>
                    <a:pt x="222849" y="378506"/>
                  </a:lnTo>
                  <a:lnTo>
                    <a:pt x="223407" y="378946"/>
                  </a:lnTo>
                  <a:lnTo>
                    <a:pt x="223641" y="379131"/>
                  </a:lnTo>
                  <a:lnTo>
                    <a:pt x="224095" y="379489"/>
                  </a:lnTo>
                  <a:lnTo>
                    <a:pt x="224744" y="380002"/>
                  </a:lnTo>
                  <a:lnTo>
                    <a:pt x="224906" y="380130"/>
                  </a:lnTo>
                  <a:lnTo>
                    <a:pt x="225261" y="380410"/>
                  </a:lnTo>
                  <a:lnTo>
                    <a:pt x="225901" y="380915"/>
                  </a:lnTo>
                  <a:lnTo>
                    <a:pt x="226045" y="381029"/>
                  </a:lnTo>
                  <a:lnTo>
                    <a:pt x="226364" y="381281"/>
                  </a:lnTo>
                  <a:lnTo>
                    <a:pt x="226577" y="381449"/>
                  </a:lnTo>
                  <a:lnTo>
                    <a:pt x="227365" y="382071"/>
                  </a:lnTo>
                  <a:lnTo>
                    <a:pt x="228172" y="382709"/>
                  </a:lnTo>
                  <a:lnTo>
                    <a:pt x="228350" y="382849"/>
                  </a:lnTo>
                  <a:lnTo>
                    <a:pt x="228527" y="382989"/>
                  </a:lnTo>
                  <a:lnTo>
                    <a:pt x="229115" y="383454"/>
                  </a:lnTo>
                  <a:lnTo>
                    <a:pt x="229543" y="383791"/>
                  </a:lnTo>
                  <a:lnTo>
                    <a:pt x="229868" y="384049"/>
                  </a:lnTo>
                  <a:lnTo>
                    <a:pt x="230315" y="384401"/>
                  </a:lnTo>
                  <a:lnTo>
                    <a:pt x="230497" y="384545"/>
                  </a:lnTo>
                  <a:lnTo>
                    <a:pt x="230662" y="384675"/>
                  </a:lnTo>
                  <a:lnTo>
                    <a:pt x="231207" y="385105"/>
                  </a:lnTo>
                  <a:lnTo>
                    <a:pt x="231519" y="385352"/>
                  </a:lnTo>
                  <a:lnTo>
                    <a:pt x="231708" y="385501"/>
                  </a:lnTo>
                  <a:lnTo>
                    <a:pt x="232347" y="386104"/>
                  </a:lnTo>
                  <a:lnTo>
                    <a:pt x="231922" y="386556"/>
                  </a:lnTo>
                  <a:lnTo>
                    <a:pt x="231793" y="386694"/>
                  </a:lnTo>
                  <a:lnTo>
                    <a:pt x="231438" y="387071"/>
                  </a:lnTo>
                  <a:lnTo>
                    <a:pt x="231047" y="387487"/>
                  </a:lnTo>
                  <a:lnTo>
                    <a:pt x="230596" y="387968"/>
                  </a:lnTo>
                  <a:lnTo>
                    <a:pt x="229025" y="389639"/>
                  </a:lnTo>
                  <a:lnTo>
                    <a:pt x="228633" y="390056"/>
                  </a:lnTo>
                  <a:lnTo>
                    <a:pt x="226865" y="391937"/>
                  </a:lnTo>
                  <a:lnTo>
                    <a:pt x="226639" y="392178"/>
                  </a:lnTo>
                  <a:lnTo>
                    <a:pt x="225966" y="392894"/>
                  </a:lnTo>
                  <a:lnTo>
                    <a:pt x="224548" y="394403"/>
                  </a:lnTo>
                  <a:lnTo>
                    <a:pt x="223233" y="395801"/>
                  </a:lnTo>
                  <a:lnTo>
                    <a:pt x="221679" y="397455"/>
                  </a:lnTo>
                  <a:lnTo>
                    <a:pt x="221557" y="397585"/>
                  </a:lnTo>
                  <a:lnTo>
                    <a:pt x="221002" y="398176"/>
                  </a:lnTo>
                  <a:lnTo>
                    <a:pt x="218823" y="400494"/>
                  </a:lnTo>
                  <a:lnTo>
                    <a:pt x="217567" y="401831"/>
                  </a:lnTo>
                  <a:lnTo>
                    <a:pt x="217256" y="402161"/>
                  </a:lnTo>
                  <a:lnTo>
                    <a:pt x="216746" y="402704"/>
                  </a:lnTo>
                  <a:lnTo>
                    <a:pt x="213813" y="405825"/>
                  </a:lnTo>
                  <a:lnTo>
                    <a:pt x="213235" y="406439"/>
                  </a:lnTo>
                  <a:lnTo>
                    <a:pt x="212827" y="406874"/>
                  </a:lnTo>
                  <a:lnTo>
                    <a:pt x="209206" y="410727"/>
                  </a:lnTo>
                  <a:lnTo>
                    <a:pt x="209033" y="410911"/>
                  </a:lnTo>
                  <a:lnTo>
                    <a:pt x="208304" y="411686"/>
                  </a:lnTo>
                  <a:lnTo>
                    <a:pt x="207359" y="412692"/>
                  </a:lnTo>
                  <a:lnTo>
                    <a:pt x="204636" y="415590"/>
                  </a:lnTo>
                  <a:lnTo>
                    <a:pt x="204213" y="416040"/>
                  </a:lnTo>
                  <a:lnTo>
                    <a:pt x="203861" y="416414"/>
                  </a:lnTo>
                  <a:lnTo>
                    <a:pt x="202755" y="417591"/>
                  </a:lnTo>
                  <a:lnTo>
                    <a:pt x="200073" y="420444"/>
                  </a:lnTo>
                  <a:lnTo>
                    <a:pt x="199147" y="421429"/>
                  </a:lnTo>
                  <a:lnTo>
                    <a:pt x="198078" y="422568"/>
                  </a:lnTo>
                  <a:lnTo>
                    <a:pt x="196184" y="424582"/>
                  </a:lnTo>
                  <a:lnTo>
                    <a:pt x="195713" y="425084"/>
                  </a:lnTo>
                  <a:lnTo>
                    <a:pt x="194487" y="426388"/>
                  </a:lnTo>
                  <a:lnTo>
                    <a:pt x="193545" y="427390"/>
                  </a:lnTo>
                  <a:lnTo>
                    <a:pt x="191611" y="429448"/>
                  </a:lnTo>
                  <a:lnTo>
                    <a:pt x="191083" y="430010"/>
                  </a:lnTo>
                  <a:lnTo>
                    <a:pt x="189155" y="432062"/>
                  </a:lnTo>
                  <a:lnTo>
                    <a:pt x="187486" y="433837"/>
                  </a:lnTo>
                  <a:lnTo>
                    <a:pt x="186733" y="434638"/>
                  </a:lnTo>
                  <a:lnTo>
                    <a:pt x="186112" y="435300"/>
                  </a:lnTo>
                  <a:lnTo>
                    <a:pt x="185185" y="436286"/>
                  </a:lnTo>
                  <a:lnTo>
                    <a:pt x="183902" y="437651"/>
                  </a:lnTo>
                  <a:lnTo>
                    <a:pt x="182099" y="439569"/>
                  </a:lnTo>
                  <a:lnTo>
                    <a:pt x="181608" y="440092"/>
                  </a:lnTo>
                  <a:lnTo>
                    <a:pt x="181451" y="440258"/>
                  </a:lnTo>
                  <a:lnTo>
                    <a:pt x="180384" y="441394"/>
                  </a:lnTo>
                  <a:lnTo>
                    <a:pt x="178610" y="443282"/>
                  </a:lnTo>
                  <a:lnTo>
                    <a:pt x="177976" y="443957"/>
                  </a:lnTo>
                  <a:lnTo>
                    <a:pt x="177830" y="444112"/>
                  </a:lnTo>
                  <a:lnTo>
                    <a:pt x="176839" y="445166"/>
                  </a:lnTo>
                  <a:lnTo>
                    <a:pt x="174450" y="447708"/>
                  </a:lnTo>
                  <a:lnTo>
                    <a:pt x="173896" y="448298"/>
                  </a:lnTo>
                  <a:lnTo>
                    <a:pt x="172642" y="449632"/>
                  </a:lnTo>
                  <a:lnTo>
                    <a:pt x="171157" y="451212"/>
                  </a:lnTo>
                  <a:lnTo>
                    <a:pt x="170957" y="451425"/>
                  </a:lnTo>
                  <a:lnTo>
                    <a:pt x="170725" y="451671"/>
                  </a:lnTo>
                  <a:lnTo>
                    <a:pt x="168864" y="453652"/>
                  </a:lnTo>
                  <a:lnTo>
                    <a:pt x="167137" y="455489"/>
                  </a:lnTo>
                  <a:lnTo>
                    <a:pt x="167011" y="455623"/>
                  </a:lnTo>
                  <a:lnTo>
                    <a:pt x="166696" y="455959"/>
                  </a:lnTo>
                  <a:lnTo>
                    <a:pt x="164512" y="458282"/>
                  </a:lnTo>
                  <a:lnTo>
                    <a:pt x="163491" y="459369"/>
                  </a:lnTo>
                  <a:lnTo>
                    <a:pt x="162776" y="460129"/>
                  </a:lnTo>
                  <a:lnTo>
                    <a:pt x="162411" y="460518"/>
                  </a:lnTo>
                  <a:lnTo>
                    <a:pt x="162129" y="460818"/>
                  </a:lnTo>
                  <a:lnTo>
                    <a:pt x="161787" y="461182"/>
                  </a:lnTo>
                  <a:lnTo>
                    <a:pt x="160933" y="462090"/>
                  </a:lnTo>
                  <a:lnTo>
                    <a:pt x="160384" y="462674"/>
                  </a:lnTo>
                  <a:lnTo>
                    <a:pt x="159694" y="463409"/>
                  </a:lnTo>
                  <a:lnTo>
                    <a:pt x="159365" y="463759"/>
                  </a:lnTo>
                  <a:lnTo>
                    <a:pt x="158997" y="464150"/>
                  </a:lnTo>
                  <a:lnTo>
                    <a:pt x="158162" y="465039"/>
                  </a:lnTo>
                  <a:lnTo>
                    <a:pt x="157975" y="465238"/>
                  </a:lnTo>
                  <a:lnTo>
                    <a:pt x="157605" y="465632"/>
                  </a:lnTo>
                  <a:lnTo>
                    <a:pt x="156890" y="466392"/>
                  </a:lnTo>
                  <a:lnTo>
                    <a:pt x="156192" y="467135"/>
                  </a:lnTo>
                  <a:lnTo>
                    <a:pt x="155615" y="467749"/>
                  </a:lnTo>
                  <a:lnTo>
                    <a:pt x="155323" y="468060"/>
                  </a:lnTo>
                  <a:lnTo>
                    <a:pt x="154678" y="468746"/>
                  </a:lnTo>
                  <a:lnTo>
                    <a:pt x="153943" y="469528"/>
                  </a:lnTo>
                  <a:lnTo>
                    <a:pt x="153207" y="470311"/>
                  </a:lnTo>
                  <a:lnTo>
                    <a:pt x="152647" y="470906"/>
                  </a:lnTo>
                  <a:lnTo>
                    <a:pt x="151810" y="471798"/>
                  </a:lnTo>
                  <a:lnTo>
                    <a:pt x="151351" y="472286"/>
                  </a:lnTo>
                  <a:lnTo>
                    <a:pt x="151035" y="472622"/>
                  </a:lnTo>
                  <a:lnTo>
                    <a:pt x="150885" y="472782"/>
                  </a:lnTo>
                  <a:lnTo>
                    <a:pt x="150343" y="473358"/>
                  </a:lnTo>
                  <a:lnTo>
                    <a:pt x="149899" y="473830"/>
                  </a:lnTo>
                  <a:lnTo>
                    <a:pt x="149469" y="474288"/>
                  </a:lnTo>
                  <a:lnTo>
                    <a:pt x="149292" y="474477"/>
                  </a:lnTo>
                  <a:lnTo>
                    <a:pt x="148911" y="474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342178" y="3588219"/>
              <a:ext cx="549355" cy="402719"/>
            </a:xfrm>
            <a:custGeom>
              <a:avLst/>
              <a:pathLst>
                <a:path w="549355" h="402719">
                  <a:moveTo>
                    <a:pt x="440567" y="88950"/>
                  </a:moveTo>
                  <a:lnTo>
                    <a:pt x="448788" y="94644"/>
                  </a:lnTo>
                  <a:lnTo>
                    <a:pt x="490841" y="117327"/>
                  </a:lnTo>
                  <a:lnTo>
                    <a:pt x="496768" y="120524"/>
                  </a:lnTo>
                  <a:lnTo>
                    <a:pt x="500580" y="122581"/>
                  </a:lnTo>
                  <a:lnTo>
                    <a:pt x="518623" y="132339"/>
                  </a:lnTo>
                  <a:lnTo>
                    <a:pt x="529894" y="138436"/>
                  </a:lnTo>
                  <a:lnTo>
                    <a:pt x="549216" y="148889"/>
                  </a:lnTo>
                  <a:lnTo>
                    <a:pt x="549355" y="148966"/>
                  </a:lnTo>
                  <a:lnTo>
                    <a:pt x="547079" y="153232"/>
                  </a:lnTo>
                  <a:lnTo>
                    <a:pt x="546977" y="153423"/>
                  </a:lnTo>
                  <a:lnTo>
                    <a:pt x="546676" y="153988"/>
                  </a:lnTo>
                  <a:lnTo>
                    <a:pt x="546572" y="154182"/>
                  </a:lnTo>
                  <a:lnTo>
                    <a:pt x="544743" y="157609"/>
                  </a:lnTo>
                  <a:lnTo>
                    <a:pt x="544133" y="158752"/>
                  </a:lnTo>
                  <a:lnTo>
                    <a:pt x="542537" y="161743"/>
                  </a:lnTo>
                  <a:lnTo>
                    <a:pt x="542443" y="161919"/>
                  </a:lnTo>
                  <a:lnTo>
                    <a:pt x="540124" y="166265"/>
                  </a:lnTo>
                  <a:lnTo>
                    <a:pt x="528900" y="187297"/>
                  </a:lnTo>
                  <a:lnTo>
                    <a:pt x="519507" y="204250"/>
                  </a:lnTo>
                  <a:lnTo>
                    <a:pt x="518540" y="205995"/>
                  </a:lnTo>
                  <a:lnTo>
                    <a:pt x="510872" y="220376"/>
                  </a:lnTo>
                  <a:lnTo>
                    <a:pt x="498871" y="242887"/>
                  </a:lnTo>
                  <a:lnTo>
                    <a:pt x="497115" y="246177"/>
                  </a:lnTo>
                  <a:lnTo>
                    <a:pt x="495988" y="248212"/>
                  </a:lnTo>
                  <a:lnTo>
                    <a:pt x="482793" y="272058"/>
                  </a:lnTo>
                  <a:lnTo>
                    <a:pt x="478061" y="280607"/>
                  </a:lnTo>
                  <a:lnTo>
                    <a:pt x="471806" y="291911"/>
                  </a:lnTo>
                  <a:lnTo>
                    <a:pt x="466907" y="300764"/>
                  </a:lnTo>
                  <a:lnTo>
                    <a:pt x="466018" y="302370"/>
                  </a:lnTo>
                  <a:lnTo>
                    <a:pt x="454511" y="324040"/>
                  </a:lnTo>
                  <a:lnTo>
                    <a:pt x="444887" y="340946"/>
                  </a:lnTo>
                  <a:lnTo>
                    <a:pt x="438041" y="352971"/>
                  </a:lnTo>
                  <a:lnTo>
                    <a:pt x="429054" y="368758"/>
                  </a:lnTo>
                  <a:lnTo>
                    <a:pt x="424458" y="376433"/>
                  </a:lnTo>
                  <a:lnTo>
                    <a:pt x="417581" y="387916"/>
                  </a:lnTo>
                  <a:lnTo>
                    <a:pt x="412613" y="396212"/>
                  </a:lnTo>
                  <a:lnTo>
                    <a:pt x="411714" y="397713"/>
                  </a:lnTo>
                  <a:lnTo>
                    <a:pt x="410056" y="400482"/>
                  </a:lnTo>
                  <a:lnTo>
                    <a:pt x="408691" y="402719"/>
                  </a:lnTo>
                  <a:lnTo>
                    <a:pt x="404071" y="400120"/>
                  </a:lnTo>
                  <a:lnTo>
                    <a:pt x="379734" y="386431"/>
                  </a:lnTo>
                  <a:lnTo>
                    <a:pt x="377229" y="385022"/>
                  </a:lnTo>
                  <a:lnTo>
                    <a:pt x="376143" y="384379"/>
                  </a:lnTo>
                  <a:lnTo>
                    <a:pt x="360696" y="375223"/>
                  </a:lnTo>
                  <a:lnTo>
                    <a:pt x="342120" y="364212"/>
                  </a:lnTo>
                  <a:lnTo>
                    <a:pt x="338079" y="361817"/>
                  </a:lnTo>
                  <a:lnTo>
                    <a:pt x="327096" y="355576"/>
                  </a:lnTo>
                  <a:lnTo>
                    <a:pt x="302809" y="341777"/>
                  </a:lnTo>
                  <a:lnTo>
                    <a:pt x="298642" y="339410"/>
                  </a:lnTo>
                  <a:lnTo>
                    <a:pt x="293505" y="336493"/>
                  </a:lnTo>
                  <a:lnTo>
                    <a:pt x="271700" y="324114"/>
                  </a:lnTo>
                  <a:lnTo>
                    <a:pt x="267833" y="321889"/>
                  </a:lnTo>
                  <a:lnTo>
                    <a:pt x="258473" y="316336"/>
                  </a:lnTo>
                  <a:lnTo>
                    <a:pt x="240417" y="305624"/>
                  </a:lnTo>
                  <a:lnTo>
                    <a:pt x="238943" y="304776"/>
                  </a:lnTo>
                  <a:lnTo>
                    <a:pt x="236244" y="303222"/>
                  </a:lnTo>
                  <a:lnTo>
                    <a:pt x="235894" y="303021"/>
                  </a:lnTo>
                  <a:lnTo>
                    <a:pt x="227276" y="298288"/>
                  </a:lnTo>
                  <a:lnTo>
                    <a:pt x="217471" y="292905"/>
                  </a:lnTo>
                  <a:lnTo>
                    <a:pt x="213470" y="290602"/>
                  </a:lnTo>
                  <a:lnTo>
                    <a:pt x="213273" y="290485"/>
                  </a:lnTo>
                  <a:lnTo>
                    <a:pt x="201851" y="283687"/>
                  </a:lnTo>
                  <a:lnTo>
                    <a:pt x="191891" y="278920"/>
                  </a:lnTo>
                  <a:lnTo>
                    <a:pt x="186455" y="276869"/>
                  </a:lnTo>
                  <a:lnTo>
                    <a:pt x="184295" y="276054"/>
                  </a:lnTo>
                  <a:lnTo>
                    <a:pt x="176990" y="273551"/>
                  </a:lnTo>
                  <a:lnTo>
                    <a:pt x="176573" y="273408"/>
                  </a:lnTo>
                  <a:lnTo>
                    <a:pt x="174069" y="272550"/>
                  </a:lnTo>
                  <a:lnTo>
                    <a:pt x="166983" y="270459"/>
                  </a:lnTo>
                  <a:lnTo>
                    <a:pt x="160302" y="269640"/>
                  </a:lnTo>
                  <a:lnTo>
                    <a:pt x="158362" y="269565"/>
                  </a:lnTo>
                  <a:lnTo>
                    <a:pt x="153219" y="269367"/>
                  </a:lnTo>
                  <a:lnTo>
                    <a:pt x="148246" y="269523"/>
                  </a:lnTo>
                  <a:lnTo>
                    <a:pt x="145485" y="269610"/>
                  </a:lnTo>
                  <a:lnTo>
                    <a:pt x="134443" y="270638"/>
                  </a:lnTo>
                  <a:lnTo>
                    <a:pt x="132689" y="270906"/>
                  </a:lnTo>
                  <a:lnTo>
                    <a:pt x="128486" y="271547"/>
                  </a:lnTo>
                  <a:lnTo>
                    <a:pt x="108102" y="275328"/>
                  </a:lnTo>
                  <a:lnTo>
                    <a:pt x="102533" y="276361"/>
                  </a:lnTo>
                  <a:lnTo>
                    <a:pt x="101086" y="276675"/>
                  </a:lnTo>
                  <a:lnTo>
                    <a:pt x="91960" y="278651"/>
                  </a:lnTo>
                  <a:lnTo>
                    <a:pt x="91667" y="278712"/>
                  </a:lnTo>
                  <a:lnTo>
                    <a:pt x="91188" y="278810"/>
                  </a:lnTo>
                  <a:lnTo>
                    <a:pt x="90500" y="278953"/>
                  </a:lnTo>
                  <a:lnTo>
                    <a:pt x="88943" y="279274"/>
                  </a:lnTo>
                  <a:lnTo>
                    <a:pt x="82918" y="280518"/>
                  </a:lnTo>
                  <a:lnTo>
                    <a:pt x="75171" y="282118"/>
                  </a:lnTo>
                  <a:lnTo>
                    <a:pt x="67393" y="283797"/>
                  </a:lnTo>
                  <a:lnTo>
                    <a:pt x="54359" y="286413"/>
                  </a:lnTo>
                  <a:lnTo>
                    <a:pt x="51954" y="286896"/>
                  </a:lnTo>
                  <a:lnTo>
                    <a:pt x="32843" y="290732"/>
                  </a:lnTo>
                  <a:lnTo>
                    <a:pt x="30205" y="291262"/>
                  </a:lnTo>
                  <a:lnTo>
                    <a:pt x="28924" y="291519"/>
                  </a:lnTo>
                  <a:lnTo>
                    <a:pt x="24528" y="268904"/>
                  </a:lnTo>
                  <a:lnTo>
                    <a:pt x="24199" y="267099"/>
                  </a:lnTo>
                  <a:lnTo>
                    <a:pt x="23768" y="264732"/>
                  </a:lnTo>
                  <a:lnTo>
                    <a:pt x="22786" y="259334"/>
                  </a:lnTo>
                  <a:lnTo>
                    <a:pt x="8942" y="183261"/>
                  </a:lnTo>
                  <a:lnTo>
                    <a:pt x="4656" y="159708"/>
                  </a:lnTo>
                  <a:lnTo>
                    <a:pt x="0" y="134123"/>
                  </a:lnTo>
                  <a:lnTo>
                    <a:pt x="22458" y="130128"/>
                  </a:lnTo>
                  <a:lnTo>
                    <a:pt x="51721" y="124922"/>
                  </a:lnTo>
                  <a:lnTo>
                    <a:pt x="61992" y="121475"/>
                  </a:lnTo>
                  <a:lnTo>
                    <a:pt x="69350" y="117401"/>
                  </a:lnTo>
                  <a:lnTo>
                    <a:pt x="76095" y="111134"/>
                  </a:lnTo>
                  <a:lnTo>
                    <a:pt x="78499" y="108201"/>
                  </a:lnTo>
                  <a:lnTo>
                    <a:pt x="80847" y="105337"/>
                  </a:lnTo>
                  <a:lnTo>
                    <a:pt x="81069" y="104809"/>
                  </a:lnTo>
                  <a:lnTo>
                    <a:pt x="84527" y="96562"/>
                  </a:lnTo>
                  <a:lnTo>
                    <a:pt x="86085" y="90582"/>
                  </a:lnTo>
                  <a:lnTo>
                    <a:pt x="85883" y="86347"/>
                  </a:lnTo>
                  <a:lnTo>
                    <a:pt x="85676" y="82017"/>
                  </a:lnTo>
                  <a:lnTo>
                    <a:pt x="79411" y="50529"/>
                  </a:lnTo>
                  <a:lnTo>
                    <a:pt x="78505" y="45863"/>
                  </a:lnTo>
                  <a:lnTo>
                    <a:pt x="72600" y="15459"/>
                  </a:lnTo>
                  <a:lnTo>
                    <a:pt x="71857" y="11635"/>
                  </a:lnTo>
                  <a:lnTo>
                    <a:pt x="111074" y="908"/>
                  </a:lnTo>
                  <a:lnTo>
                    <a:pt x="114397" y="0"/>
                  </a:lnTo>
                  <a:lnTo>
                    <a:pt x="115612" y="5653"/>
                  </a:lnTo>
                  <a:lnTo>
                    <a:pt x="115693" y="6029"/>
                  </a:lnTo>
                  <a:lnTo>
                    <a:pt x="115722" y="6163"/>
                  </a:lnTo>
                  <a:lnTo>
                    <a:pt x="125150" y="5765"/>
                  </a:lnTo>
                  <a:lnTo>
                    <a:pt x="126390" y="5713"/>
                  </a:lnTo>
                  <a:lnTo>
                    <a:pt x="137357" y="6799"/>
                  </a:lnTo>
                  <a:lnTo>
                    <a:pt x="140937" y="7154"/>
                  </a:lnTo>
                  <a:lnTo>
                    <a:pt x="150642" y="11855"/>
                  </a:lnTo>
                  <a:lnTo>
                    <a:pt x="155945" y="14425"/>
                  </a:lnTo>
                  <a:lnTo>
                    <a:pt x="177045" y="25547"/>
                  </a:lnTo>
                  <a:lnTo>
                    <a:pt x="178197" y="26155"/>
                  </a:lnTo>
                  <a:lnTo>
                    <a:pt x="179651" y="26921"/>
                  </a:lnTo>
                  <a:lnTo>
                    <a:pt x="184762" y="24226"/>
                  </a:lnTo>
                  <a:lnTo>
                    <a:pt x="242257" y="56172"/>
                  </a:lnTo>
                  <a:lnTo>
                    <a:pt x="252458" y="61840"/>
                  </a:lnTo>
                  <a:lnTo>
                    <a:pt x="274598" y="74142"/>
                  </a:lnTo>
                  <a:lnTo>
                    <a:pt x="274592" y="75120"/>
                  </a:lnTo>
                  <a:lnTo>
                    <a:pt x="274591" y="75254"/>
                  </a:lnTo>
                  <a:lnTo>
                    <a:pt x="274583" y="76605"/>
                  </a:lnTo>
                  <a:lnTo>
                    <a:pt x="274578" y="77390"/>
                  </a:lnTo>
                  <a:lnTo>
                    <a:pt x="274574" y="78122"/>
                  </a:lnTo>
                  <a:lnTo>
                    <a:pt x="274757" y="78939"/>
                  </a:lnTo>
                  <a:lnTo>
                    <a:pt x="274921" y="79031"/>
                  </a:lnTo>
                  <a:lnTo>
                    <a:pt x="314626" y="101305"/>
                  </a:lnTo>
                  <a:lnTo>
                    <a:pt x="315000" y="101515"/>
                  </a:lnTo>
                  <a:lnTo>
                    <a:pt x="342313" y="116477"/>
                  </a:lnTo>
                  <a:lnTo>
                    <a:pt x="342483" y="116570"/>
                  </a:lnTo>
                  <a:lnTo>
                    <a:pt x="355525" y="123720"/>
                  </a:lnTo>
                  <a:lnTo>
                    <a:pt x="362262" y="127413"/>
                  </a:lnTo>
                  <a:lnTo>
                    <a:pt x="367346" y="130200"/>
                  </a:lnTo>
                  <a:lnTo>
                    <a:pt x="382817" y="138681"/>
                  </a:lnTo>
                  <a:lnTo>
                    <a:pt x="404908" y="150791"/>
                  </a:lnTo>
                  <a:lnTo>
                    <a:pt x="406641" y="147764"/>
                  </a:lnTo>
                  <a:lnTo>
                    <a:pt x="413110" y="136460"/>
                  </a:lnTo>
                  <a:lnTo>
                    <a:pt x="417210" y="129295"/>
                  </a:lnTo>
                  <a:lnTo>
                    <a:pt x="432176" y="103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912043" y="3738544"/>
              <a:ext cx="347893" cy="472099"/>
            </a:xfrm>
            <a:custGeom>
              <a:avLst/>
              <a:pathLst>
                <a:path w="347893" h="472099">
                  <a:moveTo>
                    <a:pt x="201490" y="452545"/>
                  </a:moveTo>
                  <a:lnTo>
                    <a:pt x="186493" y="456252"/>
                  </a:lnTo>
                  <a:lnTo>
                    <a:pt x="184806" y="456669"/>
                  </a:lnTo>
                  <a:lnTo>
                    <a:pt x="184364" y="453549"/>
                  </a:lnTo>
                  <a:lnTo>
                    <a:pt x="158624" y="459817"/>
                  </a:lnTo>
                  <a:lnTo>
                    <a:pt x="157353" y="460127"/>
                  </a:lnTo>
                  <a:lnTo>
                    <a:pt x="156185" y="460416"/>
                  </a:lnTo>
                  <a:lnTo>
                    <a:pt x="156045" y="460450"/>
                  </a:lnTo>
                  <a:lnTo>
                    <a:pt x="149014" y="462190"/>
                  </a:lnTo>
                  <a:lnTo>
                    <a:pt x="147698" y="462640"/>
                  </a:lnTo>
                  <a:lnTo>
                    <a:pt x="136408" y="466498"/>
                  </a:lnTo>
                  <a:lnTo>
                    <a:pt x="123256" y="472099"/>
                  </a:lnTo>
                  <a:lnTo>
                    <a:pt x="111979" y="452609"/>
                  </a:lnTo>
                  <a:lnTo>
                    <a:pt x="110446" y="450745"/>
                  </a:lnTo>
                  <a:lnTo>
                    <a:pt x="109769" y="449922"/>
                  </a:lnTo>
                  <a:lnTo>
                    <a:pt x="109332" y="449391"/>
                  </a:lnTo>
                  <a:lnTo>
                    <a:pt x="109185" y="449212"/>
                  </a:lnTo>
                  <a:lnTo>
                    <a:pt x="108613" y="448516"/>
                  </a:lnTo>
                  <a:lnTo>
                    <a:pt x="94132" y="437074"/>
                  </a:lnTo>
                  <a:lnTo>
                    <a:pt x="84762" y="429671"/>
                  </a:lnTo>
                  <a:lnTo>
                    <a:pt x="68504" y="416824"/>
                  </a:lnTo>
                  <a:lnTo>
                    <a:pt x="67707" y="416194"/>
                  </a:lnTo>
                  <a:lnTo>
                    <a:pt x="63009" y="412482"/>
                  </a:lnTo>
                  <a:lnTo>
                    <a:pt x="38512" y="393125"/>
                  </a:lnTo>
                  <a:lnTo>
                    <a:pt x="31519" y="387600"/>
                  </a:lnTo>
                  <a:lnTo>
                    <a:pt x="28180" y="384961"/>
                  </a:lnTo>
                  <a:lnTo>
                    <a:pt x="27498" y="384423"/>
                  </a:lnTo>
                  <a:lnTo>
                    <a:pt x="27134" y="384136"/>
                  </a:lnTo>
                  <a:lnTo>
                    <a:pt x="26921" y="383967"/>
                  </a:lnTo>
                  <a:lnTo>
                    <a:pt x="26642" y="383747"/>
                  </a:lnTo>
                  <a:lnTo>
                    <a:pt x="26097" y="383316"/>
                  </a:lnTo>
                  <a:lnTo>
                    <a:pt x="25931" y="383186"/>
                  </a:lnTo>
                  <a:lnTo>
                    <a:pt x="25677" y="382985"/>
                  </a:lnTo>
                  <a:lnTo>
                    <a:pt x="25240" y="382639"/>
                  </a:lnTo>
                  <a:lnTo>
                    <a:pt x="24977" y="382432"/>
                  </a:lnTo>
                  <a:lnTo>
                    <a:pt x="24550" y="382095"/>
                  </a:lnTo>
                  <a:lnTo>
                    <a:pt x="23962" y="381630"/>
                  </a:lnTo>
                  <a:lnTo>
                    <a:pt x="23785" y="381491"/>
                  </a:lnTo>
                  <a:lnTo>
                    <a:pt x="23503" y="381268"/>
                  </a:lnTo>
                  <a:lnTo>
                    <a:pt x="22724" y="380653"/>
                  </a:lnTo>
                  <a:lnTo>
                    <a:pt x="21967" y="380055"/>
                  </a:lnTo>
                  <a:lnTo>
                    <a:pt x="21799" y="379923"/>
                  </a:lnTo>
                  <a:lnTo>
                    <a:pt x="21479" y="379670"/>
                  </a:lnTo>
                  <a:lnTo>
                    <a:pt x="21336" y="379556"/>
                  </a:lnTo>
                  <a:lnTo>
                    <a:pt x="20695" y="379051"/>
                  </a:lnTo>
                  <a:lnTo>
                    <a:pt x="20338" y="378769"/>
                  </a:lnTo>
                  <a:lnTo>
                    <a:pt x="20178" y="378643"/>
                  </a:lnTo>
                  <a:lnTo>
                    <a:pt x="19530" y="378130"/>
                  </a:lnTo>
                  <a:lnTo>
                    <a:pt x="19076" y="377772"/>
                  </a:lnTo>
                  <a:lnTo>
                    <a:pt x="18814" y="377565"/>
                  </a:lnTo>
                  <a:lnTo>
                    <a:pt x="18284" y="377147"/>
                  </a:lnTo>
                  <a:lnTo>
                    <a:pt x="17907" y="376849"/>
                  </a:lnTo>
                  <a:lnTo>
                    <a:pt x="17109" y="376219"/>
                  </a:lnTo>
                  <a:lnTo>
                    <a:pt x="16943" y="376088"/>
                  </a:lnTo>
                  <a:lnTo>
                    <a:pt x="16752" y="375937"/>
                  </a:lnTo>
                  <a:lnTo>
                    <a:pt x="16350" y="375619"/>
                  </a:lnTo>
                  <a:lnTo>
                    <a:pt x="15796" y="375182"/>
                  </a:lnTo>
                  <a:lnTo>
                    <a:pt x="15265" y="374762"/>
                  </a:lnTo>
                  <a:lnTo>
                    <a:pt x="15091" y="374625"/>
                  </a:lnTo>
                  <a:lnTo>
                    <a:pt x="14747" y="374354"/>
                  </a:lnTo>
                  <a:lnTo>
                    <a:pt x="14317" y="374014"/>
                  </a:lnTo>
                  <a:lnTo>
                    <a:pt x="13684" y="373514"/>
                  </a:lnTo>
                  <a:lnTo>
                    <a:pt x="13477" y="373351"/>
                  </a:lnTo>
                  <a:lnTo>
                    <a:pt x="13340" y="373242"/>
                  </a:lnTo>
                  <a:lnTo>
                    <a:pt x="12610" y="372666"/>
                  </a:lnTo>
                  <a:lnTo>
                    <a:pt x="11660" y="371915"/>
                  </a:lnTo>
                  <a:lnTo>
                    <a:pt x="10956" y="371360"/>
                  </a:lnTo>
                  <a:lnTo>
                    <a:pt x="10587" y="371069"/>
                  </a:lnTo>
                  <a:lnTo>
                    <a:pt x="10137" y="370713"/>
                  </a:lnTo>
                  <a:lnTo>
                    <a:pt x="9949" y="370565"/>
                  </a:lnTo>
                  <a:lnTo>
                    <a:pt x="9667" y="370342"/>
                  </a:lnTo>
                  <a:lnTo>
                    <a:pt x="9074" y="369874"/>
                  </a:lnTo>
                  <a:lnTo>
                    <a:pt x="8708" y="369585"/>
                  </a:lnTo>
                  <a:lnTo>
                    <a:pt x="8305" y="369267"/>
                  </a:lnTo>
                  <a:lnTo>
                    <a:pt x="7724" y="368808"/>
                  </a:lnTo>
                  <a:lnTo>
                    <a:pt x="7055" y="368280"/>
                  </a:lnTo>
                  <a:lnTo>
                    <a:pt x="6915" y="368169"/>
                  </a:lnTo>
                  <a:lnTo>
                    <a:pt x="6655" y="367963"/>
                  </a:lnTo>
                  <a:lnTo>
                    <a:pt x="6482" y="367827"/>
                  </a:lnTo>
                  <a:lnTo>
                    <a:pt x="6242" y="367637"/>
                  </a:lnTo>
                  <a:lnTo>
                    <a:pt x="5890" y="367359"/>
                  </a:lnTo>
                  <a:lnTo>
                    <a:pt x="5469" y="367027"/>
                  </a:lnTo>
                  <a:lnTo>
                    <a:pt x="5328" y="366915"/>
                  </a:lnTo>
                  <a:lnTo>
                    <a:pt x="5070" y="366712"/>
                  </a:lnTo>
                  <a:lnTo>
                    <a:pt x="4914" y="366589"/>
                  </a:lnTo>
                  <a:lnTo>
                    <a:pt x="4298" y="366102"/>
                  </a:lnTo>
                  <a:lnTo>
                    <a:pt x="3992" y="365861"/>
                  </a:lnTo>
                  <a:lnTo>
                    <a:pt x="3864" y="365760"/>
                  </a:lnTo>
                  <a:lnTo>
                    <a:pt x="3656" y="365595"/>
                  </a:lnTo>
                  <a:lnTo>
                    <a:pt x="3484" y="365460"/>
                  </a:lnTo>
                  <a:lnTo>
                    <a:pt x="3257" y="365280"/>
                  </a:lnTo>
                  <a:lnTo>
                    <a:pt x="2745" y="364876"/>
                  </a:lnTo>
                  <a:lnTo>
                    <a:pt x="2517" y="364696"/>
                  </a:lnTo>
                  <a:lnTo>
                    <a:pt x="1959" y="364255"/>
                  </a:lnTo>
                  <a:lnTo>
                    <a:pt x="1708" y="364057"/>
                  </a:lnTo>
                  <a:lnTo>
                    <a:pt x="1580" y="363956"/>
                  </a:lnTo>
                  <a:lnTo>
                    <a:pt x="1346" y="363771"/>
                  </a:lnTo>
                  <a:lnTo>
                    <a:pt x="876" y="363400"/>
                  </a:lnTo>
                  <a:lnTo>
                    <a:pt x="737" y="363290"/>
                  </a:lnTo>
                  <a:lnTo>
                    <a:pt x="426" y="363045"/>
                  </a:lnTo>
                  <a:lnTo>
                    <a:pt x="0" y="362708"/>
                  </a:lnTo>
                  <a:lnTo>
                    <a:pt x="405" y="362202"/>
                  </a:lnTo>
                  <a:lnTo>
                    <a:pt x="682" y="361856"/>
                  </a:lnTo>
                  <a:lnTo>
                    <a:pt x="784" y="361729"/>
                  </a:lnTo>
                  <a:lnTo>
                    <a:pt x="990" y="361472"/>
                  </a:lnTo>
                  <a:lnTo>
                    <a:pt x="1436" y="360916"/>
                  </a:lnTo>
                  <a:lnTo>
                    <a:pt x="1774" y="360494"/>
                  </a:lnTo>
                  <a:lnTo>
                    <a:pt x="2030" y="360175"/>
                  </a:lnTo>
                  <a:lnTo>
                    <a:pt x="2739" y="359290"/>
                  </a:lnTo>
                  <a:lnTo>
                    <a:pt x="3070" y="358877"/>
                  </a:lnTo>
                  <a:lnTo>
                    <a:pt x="3565" y="358260"/>
                  </a:lnTo>
                  <a:lnTo>
                    <a:pt x="4259" y="357394"/>
                  </a:lnTo>
                  <a:lnTo>
                    <a:pt x="4431" y="357179"/>
                  </a:lnTo>
                  <a:lnTo>
                    <a:pt x="4603" y="356965"/>
                  </a:lnTo>
                  <a:lnTo>
                    <a:pt x="5584" y="355741"/>
                  </a:lnTo>
                  <a:lnTo>
                    <a:pt x="6535" y="354554"/>
                  </a:lnTo>
                  <a:lnTo>
                    <a:pt x="7102" y="353848"/>
                  </a:lnTo>
                  <a:lnTo>
                    <a:pt x="7889" y="352865"/>
                  </a:lnTo>
                  <a:lnTo>
                    <a:pt x="9138" y="351307"/>
                  </a:lnTo>
                  <a:lnTo>
                    <a:pt x="9329" y="351069"/>
                  </a:lnTo>
                  <a:lnTo>
                    <a:pt x="9571" y="350767"/>
                  </a:lnTo>
                  <a:lnTo>
                    <a:pt x="10641" y="349432"/>
                  </a:lnTo>
                  <a:lnTo>
                    <a:pt x="11909" y="347850"/>
                  </a:lnTo>
                  <a:lnTo>
                    <a:pt x="12241" y="347436"/>
                  </a:lnTo>
                  <a:lnTo>
                    <a:pt x="13636" y="345696"/>
                  </a:lnTo>
                  <a:lnTo>
                    <a:pt x="14025" y="345211"/>
                  </a:lnTo>
                  <a:lnTo>
                    <a:pt x="14209" y="344981"/>
                  </a:lnTo>
                  <a:lnTo>
                    <a:pt x="14727" y="344334"/>
                  </a:lnTo>
                  <a:lnTo>
                    <a:pt x="15110" y="343857"/>
                  </a:lnTo>
                  <a:lnTo>
                    <a:pt x="16570" y="342035"/>
                  </a:lnTo>
                  <a:lnTo>
                    <a:pt x="16969" y="341537"/>
                  </a:lnTo>
                  <a:lnTo>
                    <a:pt x="17377" y="341029"/>
                  </a:lnTo>
                  <a:lnTo>
                    <a:pt x="17679" y="340599"/>
                  </a:lnTo>
                  <a:lnTo>
                    <a:pt x="17924" y="340251"/>
                  </a:lnTo>
                  <a:lnTo>
                    <a:pt x="19445" y="338089"/>
                  </a:lnTo>
                  <a:lnTo>
                    <a:pt x="19862" y="337495"/>
                  </a:lnTo>
                  <a:lnTo>
                    <a:pt x="20468" y="336634"/>
                  </a:lnTo>
                  <a:lnTo>
                    <a:pt x="22076" y="334347"/>
                  </a:lnTo>
                  <a:lnTo>
                    <a:pt x="22887" y="333194"/>
                  </a:lnTo>
                  <a:lnTo>
                    <a:pt x="23126" y="332855"/>
                  </a:lnTo>
                  <a:lnTo>
                    <a:pt x="23282" y="332633"/>
                  </a:lnTo>
                  <a:lnTo>
                    <a:pt x="24095" y="331476"/>
                  </a:lnTo>
                  <a:lnTo>
                    <a:pt x="25038" y="330136"/>
                  </a:lnTo>
                  <a:lnTo>
                    <a:pt x="25818" y="329027"/>
                  </a:lnTo>
                  <a:lnTo>
                    <a:pt x="26601" y="327913"/>
                  </a:lnTo>
                  <a:lnTo>
                    <a:pt x="27466" y="326684"/>
                  </a:lnTo>
                  <a:lnTo>
                    <a:pt x="27611" y="326477"/>
                  </a:lnTo>
                  <a:lnTo>
                    <a:pt x="28552" y="325139"/>
                  </a:lnTo>
                  <a:lnTo>
                    <a:pt x="28820" y="324758"/>
                  </a:lnTo>
                  <a:lnTo>
                    <a:pt x="29381" y="323961"/>
                  </a:lnTo>
                  <a:lnTo>
                    <a:pt x="29953" y="323147"/>
                  </a:lnTo>
                  <a:lnTo>
                    <a:pt x="30282" y="322680"/>
                  </a:lnTo>
                  <a:lnTo>
                    <a:pt x="30666" y="322133"/>
                  </a:lnTo>
                  <a:lnTo>
                    <a:pt x="30775" y="321978"/>
                  </a:lnTo>
                  <a:lnTo>
                    <a:pt x="32044" y="320174"/>
                  </a:lnTo>
                  <a:lnTo>
                    <a:pt x="32997" y="318819"/>
                  </a:lnTo>
                  <a:lnTo>
                    <a:pt x="33997" y="317397"/>
                  </a:lnTo>
                  <a:lnTo>
                    <a:pt x="34192" y="317120"/>
                  </a:lnTo>
                  <a:lnTo>
                    <a:pt x="34409" y="316812"/>
                  </a:lnTo>
                  <a:lnTo>
                    <a:pt x="35311" y="315528"/>
                  </a:lnTo>
                  <a:lnTo>
                    <a:pt x="36546" y="313773"/>
                  </a:lnTo>
                  <a:lnTo>
                    <a:pt x="37371" y="312600"/>
                  </a:lnTo>
                  <a:lnTo>
                    <a:pt x="37591" y="312288"/>
                  </a:lnTo>
                  <a:lnTo>
                    <a:pt x="37688" y="312150"/>
                  </a:lnTo>
                  <a:lnTo>
                    <a:pt x="38170" y="311464"/>
                  </a:lnTo>
                  <a:lnTo>
                    <a:pt x="38772" y="310608"/>
                  </a:lnTo>
                  <a:lnTo>
                    <a:pt x="38913" y="310408"/>
                  </a:lnTo>
                  <a:lnTo>
                    <a:pt x="39838" y="309093"/>
                  </a:lnTo>
                  <a:lnTo>
                    <a:pt x="40048" y="308794"/>
                  </a:lnTo>
                  <a:lnTo>
                    <a:pt x="41284" y="307036"/>
                  </a:lnTo>
                  <a:lnTo>
                    <a:pt x="41803" y="306298"/>
                  </a:lnTo>
                  <a:lnTo>
                    <a:pt x="42138" y="305821"/>
                  </a:lnTo>
                  <a:lnTo>
                    <a:pt x="42472" y="305347"/>
                  </a:lnTo>
                  <a:lnTo>
                    <a:pt x="42718" y="304997"/>
                  </a:lnTo>
                  <a:lnTo>
                    <a:pt x="44121" y="303003"/>
                  </a:lnTo>
                  <a:lnTo>
                    <a:pt x="44709" y="302166"/>
                  </a:lnTo>
                  <a:lnTo>
                    <a:pt x="45119" y="301584"/>
                  </a:lnTo>
                  <a:lnTo>
                    <a:pt x="45504" y="301037"/>
                  </a:lnTo>
                  <a:lnTo>
                    <a:pt x="46327" y="299866"/>
                  </a:lnTo>
                  <a:lnTo>
                    <a:pt x="47141" y="298709"/>
                  </a:lnTo>
                  <a:lnTo>
                    <a:pt x="48342" y="297001"/>
                  </a:lnTo>
                  <a:lnTo>
                    <a:pt x="48987" y="296083"/>
                  </a:lnTo>
                  <a:lnTo>
                    <a:pt x="49266" y="295688"/>
                  </a:lnTo>
                  <a:lnTo>
                    <a:pt x="49701" y="295068"/>
                  </a:lnTo>
                  <a:lnTo>
                    <a:pt x="50543" y="293872"/>
                  </a:lnTo>
                  <a:lnTo>
                    <a:pt x="51903" y="291937"/>
                  </a:lnTo>
                  <a:lnTo>
                    <a:pt x="52290" y="291387"/>
                  </a:lnTo>
                  <a:lnTo>
                    <a:pt x="52451" y="291159"/>
                  </a:lnTo>
                  <a:lnTo>
                    <a:pt x="52774" y="290699"/>
                  </a:lnTo>
                  <a:lnTo>
                    <a:pt x="53975" y="288991"/>
                  </a:lnTo>
                  <a:lnTo>
                    <a:pt x="54822" y="287787"/>
                  </a:lnTo>
                  <a:lnTo>
                    <a:pt x="55107" y="287381"/>
                  </a:lnTo>
                  <a:lnTo>
                    <a:pt x="55978" y="286143"/>
                  </a:lnTo>
                  <a:lnTo>
                    <a:pt x="56132" y="285925"/>
                  </a:lnTo>
                  <a:lnTo>
                    <a:pt x="57134" y="284500"/>
                  </a:lnTo>
                  <a:lnTo>
                    <a:pt x="58006" y="283260"/>
                  </a:lnTo>
                  <a:lnTo>
                    <a:pt x="58303" y="282838"/>
                  </a:lnTo>
                  <a:lnTo>
                    <a:pt x="58564" y="282467"/>
                  </a:lnTo>
                  <a:lnTo>
                    <a:pt x="59949" y="280497"/>
                  </a:lnTo>
                  <a:lnTo>
                    <a:pt x="60327" y="279960"/>
                  </a:lnTo>
                  <a:lnTo>
                    <a:pt x="61881" y="277750"/>
                  </a:lnTo>
                  <a:lnTo>
                    <a:pt x="62046" y="277516"/>
                  </a:lnTo>
                  <a:lnTo>
                    <a:pt x="62255" y="277218"/>
                  </a:lnTo>
                  <a:lnTo>
                    <a:pt x="63124" y="275982"/>
                  </a:lnTo>
                  <a:lnTo>
                    <a:pt x="64749" y="273673"/>
                  </a:lnTo>
                  <a:lnTo>
                    <a:pt x="65576" y="272497"/>
                  </a:lnTo>
                  <a:lnTo>
                    <a:pt x="66182" y="271634"/>
                  </a:lnTo>
                  <a:lnTo>
                    <a:pt x="67752" y="269403"/>
                  </a:lnTo>
                  <a:lnTo>
                    <a:pt x="68515" y="268317"/>
                  </a:lnTo>
                  <a:lnTo>
                    <a:pt x="68796" y="267918"/>
                  </a:lnTo>
                  <a:lnTo>
                    <a:pt x="69173" y="267382"/>
                  </a:lnTo>
                  <a:lnTo>
                    <a:pt x="70489" y="265511"/>
                  </a:lnTo>
                  <a:lnTo>
                    <a:pt x="70847" y="265001"/>
                  </a:lnTo>
                  <a:lnTo>
                    <a:pt x="70998" y="264787"/>
                  </a:lnTo>
                  <a:lnTo>
                    <a:pt x="72134" y="263172"/>
                  </a:lnTo>
                  <a:lnTo>
                    <a:pt x="72322" y="262904"/>
                  </a:lnTo>
                  <a:lnTo>
                    <a:pt x="72740" y="262311"/>
                  </a:lnTo>
                  <a:lnTo>
                    <a:pt x="72948" y="262015"/>
                  </a:lnTo>
                  <a:lnTo>
                    <a:pt x="73425" y="261336"/>
                  </a:lnTo>
                  <a:lnTo>
                    <a:pt x="73982" y="260544"/>
                  </a:lnTo>
                  <a:lnTo>
                    <a:pt x="74650" y="259595"/>
                  </a:lnTo>
                  <a:lnTo>
                    <a:pt x="74913" y="259220"/>
                  </a:lnTo>
                  <a:lnTo>
                    <a:pt x="75376" y="258562"/>
                  </a:lnTo>
                  <a:lnTo>
                    <a:pt x="76221" y="257360"/>
                  </a:lnTo>
                  <a:lnTo>
                    <a:pt x="76677" y="256713"/>
                  </a:lnTo>
                  <a:lnTo>
                    <a:pt x="76797" y="256543"/>
                  </a:lnTo>
                  <a:lnTo>
                    <a:pt x="78178" y="254747"/>
                  </a:lnTo>
                  <a:lnTo>
                    <a:pt x="78505" y="254322"/>
                  </a:lnTo>
                  <a:lnTo>
                    <a:pt x="78738" y="254019"/>
                  </a:lnTo>
                  <a:lnTo>
                    <a:pt x="78867" y="253851"/>
                  </a:lnTo>
                  <a:lnTo>
                    <a:pt x="79624" y="252866"/>
                  </a:lnTo>
                  <a:lnTo>
                    <a:pt x="79798" y="252640"/>
                  </a:lnTo>
                  <a:lnTo>
                    <a:pt x="80169" y="252157"/>
                  </a:lnTo>
                  <a:lnTo>
                    <a:pt x="80555" y="251655"/>
                  </a:lnTo>
                  <a:lnTo>
                    <a:pt x="81606" y="250288"/>
                  </a:lnTo>
                  <a:lnTo>
                    <a:pt x="107034" y="215112"/>
                  </a:lnTo>
                  <a:lnTo>
                    <a:pt x="107995" y="213823"/>
                  </a:lnTo>
                  <a:lnTo>
                    <a:pt x="121064" y="196291"/>
                  </a:lnTo>
                  <a:lnTo>
                    <a:pt x="128699" y="184698"/>
                  </a:lnTo>
                  <a:lnTo>
                    <a:pt x="136628" y="172766"/>
                  </a:lnTo>
                  <a:lnTo>
                    <a:pt x="137379" y="171757"/>
                  </a:lnTo>
                  <a:lnTo>
                    <a:pt x="151270" y="152999"/>
                  </a:lnTo>
                  <a:lnTo>
                    <a:pt x="150832" y="152504"/>
                  </a:lnTo>
                  <a:lnTo>
                    <a:pt x="150504" y="152133"/>
                  </a:lnTo>
                  <a:lnTo>
                    <a:pt x="150172" y="151758"/>
                  </a:lnTo>
                  <a:lnTo>
                    <a:pt x="149783" y="151318"/>
                  </a:lnTo>
                  <a:lnTo>
                    <a:pt x="149261" y="150729"/>
                  </a:lnTo>
                  <a:lnTo>
                    <a:pt x="149128" y="150578"/>
                  </a:lnTo>
                  <a:lnTo>
                    <a:pt x="148989" y="150421"/>
                  </a:lnTo>
                  <a:lnTo>
                    <a:pt x="148484" y="149850"/>
                  </a:lnTo>
                  <a:lnTo>
                    <a:pt x="147883" y="149171"/>
                  </a:lnTo>
                  <a:lnTo>
                    <a:pt x="147226" y="148429"/>
                  </a:lnTo>
                  <a:lnTo>
                    <a:pt x="146874" y="148031"/>
                  </a:lnTo>
                  <a:lnTo>
                    <a:pt x="146739" y="147879"/>
                  </a:lnTo>
                  <a:lnTo>
                    <a:pt x="145805" y="146823"/>
                  </a:lnTo>
                  <a:lnTo>
                    <a:pt x="145488" y="146465"/>
                  </a:lnTo>
                  <a:lnTo>
                    <a:pt x="145285" y="146235"/>
                  </a:lnTo>
                  <a:lnTo>
                    <a:pt x="144654" y="145522"/>
                  </a:lnTo>
                  <a:lnTo>
                    <a:pt x="144145" y="144947"/>
                  </a:lnTo>
                  <a:lnTo>
                    <a:pt x="143826" y="144587"/>
                  </a:lnTo>
                  <a:lnTo>
                    <a:pt x="143307" y="144001"/>
                  </a:lnTo>
                  <a:lnTo>
                    <a:pt x="143007" y="143661"/>
                  </a:lnTo>
                  <a:lnTo>
                    <a:pt x="142243" y="142798"/>
                  </a:lnTo>
                  <a:lnTo>
                    <a:pt x="142047" y="142576"/>
                  </a:lnTo>
                  <a:lnTo>
                    <a:pt x="141762" y="142254"/>
                  </a:lnTo>
                  <a:lnTo>
                    <a:pt x="141055" y="141456"/>
                  </a:lnTo>
                  <a:lnTo>
                    <a:pt x="140599" y="140940"/>
                  </a:lnTo>
                  <a:lnTo>
                    <a:pt x="140304" y="140606"/>
                  </a:lnTo>
                  <a:lnTo>
                    <a:pt x="139819" y="140058"/>
                  </a:lnTo>
                  <a:lnTo>
                    <a:pt x="139208" y="139368"/>
                  </a:lnTo>
                  <a:lnTo>
                    <a:pt x="138833" y="138945"/>
                  </a:lnTo>
                  <a:lnTo>
                    <a:pt x="138669" y="138759"/>
                  </a:lnTo>
                  <a:lnTo>
                    <a:pt x="138287" y="138327"/>
                  </a:lnTo>
                  <a:lnTo>
                    <a:pt x="137941" y="137937"/>
                  </a:lnTo>
                  <a:lnTo>
                    <a:pt x="137664" y="137623"/>
                  </a:lnTo>
                  <a:lnTo>
                    <a:pt x="137353" y="137272"/>
                  </a:lnTo>
                  <a:lnTo>
                    <a:pt x="136772" y="136616"/>
                  </a:lnTo>
                  <a:lnTo>
                    <a:pt x="136640" y="136466"/>
                  </a:lnTo>
                  <a:lnTo>
                    <a:pt x="136353" y="136142"/>
                  </a:lnTo>
                  <a:lnTo>
                    <a:pt x="136193" y="135961"/>
                  </a:lnTo>
                  <a:lnTo>
                    <a:pt x="138930" y="133676"/>
                  </a:lnTo>
                  <a:lnTo>
                    <a:pt x="152711" y="122167"/>
                  </a:lnTo>
                  <a:lnTo>
                    <a:pt x="156784" y="118766"/>
                  </a:lnTo>
                  <a:lnTo>
                    <a:pt x="174839" y="103688"/>
                  </a:lnTo>
                  <a:lnTo>
                    <a:pt x="179003" y="100211"/>
                  </a:lnTo>
                  <a:lnTo>
                    <a:pt x="180444" y="98945"/>
                  </a:lnTo>
                  <a:lnTo>
                    <a:pt x="206098" y="76414"/>
                  </a:lnTo>
                  <a:lnTo>
                    <a:pt x="211899" y="71319"/>
                  </a:lnTo>
                  <a:lnTo>
                    <a:pt x="212521" y="70757"/>
                  </a:lnTo>
                  <a:lnTo>
                    <a:pt x="244890" y="41509"/>
                  </a:lnTo>
                  <a:lnTo>
                    <a:pt x="245107" y="41312"/>
                  </a:lnTo>
                  <a:lnTo>
                    <a:pt x="254012" y="33266"/>
                  </a:lnTo>
                  <a:lnTo>
                    <a:pt x="266956" y="21570"/>
                  </a:lnTo>
                  <a:lnTo>
                    <a:pt x="272453" y="16603"/>
                  </a:lnTo>
                  <a:lnTo>
                    <a:pt x="276551" y="12900"/>
                  </a:lnTo>
                  <a:lnTo>
                    <a:pt x="283115" y="6968"/>
                  </a:lnTo>
                  <a:lnTo>
                    <a:pt x="290828" y="0"/>
                  </a:lnTo>
                  <a:lnTo>
                    <a:pt x="290985" y="194"/>
                  </a:lnTo>
                  <a:lnTo>
                    <a:pt x="304165" y="16565"/>
                  </a:lnTo>
                  <a:lnTo>
                    <a:pt x="304453" y="16893"/>
                  </a:lnTo>
                  <a:lnTo>
                    <a:pt x="311262" y="24672"/>
                  </a:lnTo>
                  <a:lnTo>
                    <a:pt x="324535" y="38159"/>
                  </a:lnTo>
                  <a:lnTo>
                    <a:pt x="325720" y="38942"/>
                  </a:lnTo>
                  <a:lnTo>
                    <a:pt x="330156" y="41876"/>
                  </a:lnTo>
                  <a:lnTo>
                    <a:pt x="345645" y="52102"/>
                  </a:lnTo>
                  <a:lnTo>
                    <a:pt x="347893" y="53586"/>
                  </a:lnTo>
                  <a:lnTo>
                    <a:pt x="338461" y="67810"/>
                  </a:lnTo>
                  <a:lnTo>
                    <a:pt x="335977" y="71556"/>
                  </a:lnTo>
                  <a:lnTo>
                    <a:pt x="332898" y="76198"/>
                  </a:lnTo>
                  <a:lnTo>
                    <a:pt x="332098" y="77405"/>
                  </a:lnTo>
                  <a:lnTo>
                    <a:pt x="323868" y="89289"/>
                  </a:lnTo>
                  <a:lnTo>
                    <a:pt x="323696" y="89537"/>
                  </a:lnTo>
                  <a:lnTo>
                    <a:pt x="318452" y="97178"/>
                  </a:lnTo>
                  <a:lnTo>
                    <a:pt x="315833" y="100994"/>
                  </a:lnTo>
                  <a:lnTo>
                    <a:pt x="312549" y="105778"/>
                  </a:lnTo>
                  <a:lnTo>
                    <a:pt x="311358" y="107513"/>
                  </a:lnTo>
                  <a:lnTo>
                    <a:pt x="310305" y="109048"/>
                  </a:lnTo>
                  <a:lnTo>
                    <a:pt x="308772" y="111282"/>
                  </a:lnTo>
                  <a:lnTo>
                    <a:pt x="298984" y="126875"/>
                  </a:lnTo>
                  <a:lnTo>
                    <a:pt x="296419" y="131042"/>
                  </a:lnTo>
                  <a:lnTo>
                    <a:pt x="292476" y="137449"/>
                  </a:lnTo>
                  <a:lnTo>
                    <a:pt x="289737" y="141900"/>
                  </a:lnTo>
                  <a:lnTo>
                    <a:pt x="289312" y="142699"/>
                  </a:lnTo>
                  <a:lnTo>
                    <a:pt x="283810" y="153047"/>
                  </a:lnTo>
                  <a:lnTo>
                    <a:pt x="279660" y="161464"/>
                  </a:lnTo>
                  <a:lnTo>
                    <a:pt x="279149" y="162500"/>
                  </a:lnTo>
                  <a:lnTo>
                    <a:pt x="276243" y="170223"/>
                  </a:lnTo>
                  <a:lnTo>
                    <a:pt x="274984" y="173568"/>
                  </a:lnTo>
                  <a:lnTo>
                    <a:pt x="271027" y="184317"/>
                  </a:lnTo>
                  <a:lnTo>
                    <a:pt x="270465" y="186202"/>
                  </a:lnTo>
                  <a:lnTo>
                    <a:pt x="269299" y="190109"/>
                  </a:lnTo>
                  <a:lnTo>
                    <a:pt x="267279" y="196876"/>
                  </a:lnTo>
                  <a:lnTo>
                    <a:pt x="266111" y="201525"/>
                  </a:lnTo>
                  <a:lnTo>
                    <a:pt x="264380" y="208412"/>
                  </a:lnTo>
                  <a:lnTo>
                    <a:pt x="262385" y="216352"/>
                  </a:lnTo>
                  <a:lnTo>
                    <a:pt x="260692" y="226159"/>
                  </a:lnTo>
                  <a:lnTo>
                    <a:pt x="259886" y="230826"/>
                  </a:lnTo>
                  <a:lnTo>
                    <a:pt x="258116" y="246471"/>
                  </a:lnTo>
                  <a:lnTo>
                    <a:pt x="257486" y="253785"/>
                  </a:lnTo>
                  <a:lnTo>
                    <a:pt x="256733" y="262518"/>
                  </a:lnTo>
                  <a:lnTo>
                    <a:pt x="256658" y="263393"/>
                  </a:lnTo>
                  <a:lnTo>
                    <a:pt x="256324" y="271156"/>
                  </a:lnTo>
                  <a:lnTo>
                    <a:pt x="256090" y="276591"/>
                  </a:lnTo>
                  <a:lnTo>
                    <a:pt x="255728" y="285013"/>
                  </a:lnTo>
                  <a:lnTo>
                    <a:pt x="255642" y="286998"/>
                  </a:lnTo>
                  <a:lnTo>
                    <a:pt x="255627" y="288851"/>
                  </a:lnTo>
                  <a:lnTo>
                    <a:pt x="255612" y="290794"/>
                  </a:lnTo>
                  <a:lnTo>
                    <a:pt x="255596" y="292807"/>
                  </a:lnTo>
                  <a:lnTo>
                    <a:pt x="255556" y="296475"/>
                  </a:lnTo>
                  <a:lnTo>
                    <a:pt x="255487" y="302736"/>
                  </a:lnTo>
                  <a:lnTo>
                    <a:pt x="255456" y="305530"/>
                  </a:lnTo>
                  <a:lnTo>
                    <a:pt x="255434" y="307522"/>
                  </a:lnTo>
                  <a:lnTo>
                    <a:pt x="255385" y="311943"/>
                  </a:lnTo>
                  <a:lnTo>
                    <a:pt x="255343" y="313486"/>
                  </a:lnTo>
                  <a:lnTo>
                    <a:pt x="255250" y="316901"/>
                  </a:lnTo>
                  <a:lnTo>
                    <a:pt x="255118" y="321707"/>
                  </a:lnTo>
                  <a:lnTo>
                    <a:pt x="254847" y="331618"/>
                  </a:lnTo>
                  <a:lnTo>
                    <a:pt x="254429" y="339525"/>
                  </a:lnTo>
                  <a:lnTo>
                    <a:pt x="253922" y="345968"/>
                  </a:lnTo>
                  <a:lnTo>
                    <a:pt x="253697" y="348821"/>
                  </a:lnTo>
                  <a:lnTo>
                    <a:pt x="252852" y="354370"/>
                  </a:lnTo>
                  <a:lnTo>
                    <a:pt x="251940" y="360355"/>
                  </a:lnTo>
                  <a:lnTo>
                    <a:pt x="250051" y="372756"/>
                  </a:lnTo>
                  <a:lnTo>
                    <a:pt x="249534" y="376280"/>
                  </a:lnTo>
                  <a:lnTo>
                    <a:pt x="249463" y="376764"/>
                  </a:lnTo>
                  <a:lnTo>
                    <a:pt x="247072" y="393071"/>
                  </a:lnTo>
                  <a:lnTo>
                    <a:pt x="246852" y="395544"/>
                  </a:lnTo>
                  <a:lnTo>
                    <a:pt x="246181" y="403075"/>
                  </a:lnTo>
                  <a:lnTo>
                    <a:pt x="246046" y="404592"/>
                  </a:lnTo>
                  <a:lnTo>
                    <a:pt x="245853" y="412511"/>
                  </a:lnTo>
                  <a:lnTo>
                    <a:pt x="245773" y="415802"/>
                  </a:lnTo>
                  <a:lnTo>
                    <a:pt x="245793" y="416378"/>
                  </a:lnTo>
                  <a:lnTo>
                    <a:pt x="246686" y="441832"/>
                  </a:lnTo>
                  <a:lnTo>
                    <a:pt x="245501" y="442102"/>
                  </a:lnTo>
                  <a:lnTo>
                    <a:pt x="238396" y="443721"/>
                  </a:lnTo>
                  <a:lnTo>
                    <a:pt x="237603" y="443902"/>
                  </a:lnTo>
                  <a:lnTo>
                    <a:pt x="234064" y="444708"/>
                  </a:lnTo>
                  <a:lnTo>
                    <a:pt x="226565" y="446417"/>
                  </a:lnTo>
                  <a:lnTo>
                    <a:pt x="222997" y="447230"/>
                  </a:lnTo>
                  <a:lnTo>
                    <a:pt x="220738" y="447788"/>
                  </a:lnTo>
                  <a:lnTo>
                    <a:pt x="219940" y="447985"/>
                  </a:lnTo>
                  <a:lnTo>
                    <a:pt x="215098" y="449182"/>
                  </a:lnTo>
                  <a:lnTo>
                    <a:pt x="207869" y="450968"/>
                  </a:lnTo>
                  <a:lnTo>
                    <a:pt x="203406" y="452072"/>
                  </a:lnTo>
                  <a:lnTo>
                    <a:pt x="201751" y="452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712642" y="4414517"/>
              <a:ext cx="409248" cy="380414"/>
            </a:xfrm>
            <a:custGeom>
              <a:avLst/>
              <a:pathLst>
                <a:path w="409248" h="380414">
                  <a:moveTo>
                    <a:pt x="342135" y="361750"/>
                  </a:moveTo>
                  <a:lnTo>
                    <a:pt x="335827" y="380414"/>
                  </a:lnTo>
                  <a:lnTo>
                    <a:pt x="290511" y="365401"/>
                  </a:lnTo>
                  <a:lnTo>
                    <a:pt x="243243" y="349741"/>
                  </a:lnTo>
                  <a:lnTo>
                    <a:pt x="242334" y="349440"/>
                  </a:lnTo>
                  <a:lnTo>
                    <a:pt x="240574" y="348857"/>
                  </a:lnTo>
                  <a:lnTo>
                    <a:pt x="231649" y="345900"/>
                  </a:lnTo>
                  <a:lnTo>
                    <a:pt x="225423" y="343702"/>
                  </a:lnTo>
                  <a:lnTo>
                    <a:pt x="218911" y="341403"/>
                  </a:lnTo>
                  <a:lnTo>
                    <a:pt x="218384" y="341217"/>
                  </a:lnTo>
                  <a:lnTo>
                    <a:pt x="216469" y="340540"/>
                  </a:lnTo>
                  <a:lnTo>
                    <a:pt x="215446" y="340179"/>
                  </a:lnTo>
                  <a:lnTo>
                    <a:pt x="214094" y="339829"/>
                  </a:lnTo>
                  <a:lnTo>
                    <a:pt x="213380" y="339581"/>
                  </a:lnTo>
                  <a:lnTo>
                    <a:pt x="198468" y="334737"/>
                  </a:lnTo>
                  <a:lnTo>
                    <a:pt x="197436" y="334532"/>
                  </a:lnTo>
                  <a:lnTo>
                    <a:pt x="195405" y="334129"/>
                  </a:lnTo>
                  <a:lnTo>
                    <a:pt x="193451" y="333740"/>
                  </a:lnTo>
                  <a:lnTo>
                    <a:pt x="180351" y="331889"/>
                  </a:lnTo>
                  <a:lnTo>
                    <a:pt x="167390" y="330892"/>
                  </a:lnTo>
                  <a:lnTo>
                    <a:pt x="156380" y="329467"/>
                  </a:lnTo>
                  <a:lnTo>
                    <a:pt x="149879" y="328445"/>
                  </a:lnTo>
                  <a:lnTo>
                    <a:pt x="149133" y="328328"/>
                  </a:lnTo>
                  <a:lnTo>
                    <a:pt x="142592" y="326768"/>
                  </a:lnTo>
                  <a:lnTo>
                    <a:pt x="140771" y="326333"/>
                  </a:lnTo>
                  <a:lnTo>
                    <a:pt x="116785" y="317966"/>
                  </a:lnTo>
                  <a:lnTo>
                    <a:pt x="115990" y="317689"/>
                  </a:lnTo>
                  <a:lnTo>
                    <a:pt x="62958" y="299421"/>
                  </a:lnTo>
                  <a:lnTo>
                    <a:pt x="62148" y="299138"/>
                  </a:lnTo>
                  <a:lnTo>
                    <a:pt x="60959" y="298747"/>
                  </a:lnTo>
                  <a:lnTo>
                    <a:pt x="58570" y="297962"/>
                  </a:lnTo>
                  <a:lnTo>
                    <a:pt x="57049" y="297463"/>
                  </a:lnTo>
                  <a:lnTo>
                    <a:pt x="50868" y="295975"/>
                  </a:lnTo>
                  <a:lnTo>
                    <a:pt x="45369" y="295199"/>
                  </a:lnTo>
                  <a:lnTo>
                    <a:pt x="35017" y="294485"/>
                  </a:lnTo>
                  <a:lnTo>
                    <a:pt x="28279" y="294113"/>
                  </a:lnTo>
                  <a:lnTo>
                    <a:pt x="12909" y="293425"/>
                  </a:lnTo>
                  <a:lnTo>
                    <a:pt x="12584" y="293411"/>
                  </a:lnTo>
                  <a:lnTo>
                    <a:pt x="12450" y="273181"/>
                  </a:lnTo>
                  <a:lnTo>
                    <a:pt x="12332" y="266728"/>
                  </a:lnTo>
                  <a:lnTo>
                    <a:pt x="12289" y="264418"/>
                  </a:lnTo>
                  <a:lnTo>
                    <a:pt x="12190" y="259021"/>
                  </a:lnTo>
                  <a:lnTo>
                    <a:pt x="11857" y="253877"/>
                  </a:lnTo>
                  <a:lnTo>
                    <a:pt x="10982" y="227321"/>
                  </a:lnTo>
                  <a:lnTo>
                    <a:pt x="10970" y="226945"/>
                  </a:lnTo>
                  <a:lnTo>
                    <a:pt x="9521" y="182940"/>
                  </a:lnTo>
                  <a:lnTo>
                    <a:pt x="9484" y="181818"/>
                  </a:lnTo>
                  <a:lnTo>
                    <a:pt x="9174" y="166803"/>
                  </a:lnTo>
                  <a:lnTo>
                    <a:pt x="9141" y="165215"/>
                  </a:lnTo>
                  <a:lnTo>
                    <a:pt x="8823" y="149780"/>
                  </a:lnTo>
                  <a:lnTo>
                    <a:pt x="8817" y="149503"/>
                  </a:lnTo>
                  <a:lnTo>
                    <a:pt x="8104" y="114928"/>
                  </a:lnTo>
                  <a:lnTo>
                    <a:pt x="8099" y="114711"/>
                  </a:lnTo>
                  <a:lnTo>
                    <a:pt x="7655" y="101737"/>
                  </a:lnTo>
                  <a:lnTo>
                    <a:pt x="7434" y="95265"/>
                  </a:lnTo>
                  <a:lnTo>
                    <a:pt x="7171" y="87588"/>
                  </a:lnTo>
                  <a:lnTo>
                    <a:pt x="6973" y="82869"/>
                  </a:lnTo>
                  <a:lnTo>
                    <a:pt x="6577" y="77139"/>
                  </a:lnTo>
                  <a:lnTo>
                    <a:pt x="6116" y="71948"/>
                  </a:lnTo>
                  <a:lnTo>
                    <a:pt x="5652" y="67083"/>
                  </a:lnTo>
                  <a:lnTo>
                    <a:pt x="5390" y="64330"/>
                  </a:lnTo>
                  <a:lnTo>
                    <a:pt x="4269" y="54150"/>
                  </a:lnTo>
                  <a:lnTo>
                    <a:pt x="2842" y="42618"/>
                  </a:lnTo>
                  <a:lnTo>
                    <a:pt x="2795" y="42237"/>
                  </a:lnTo>
                  <a:lnTo>
                    <a:pt x="2746" y="41836"/>
                  </a:lnTo>
                  <a:lnTo>
                    <a:pt x="2092" y="36555"/>
                  </a:lnTo>
                  <a:lnTo>
                    <a:pt x="660" y="25876"/>
                  </a:lnTo>
                  <a:lnTo>
                    <a:pt x="0" y="20947"/>
                  </a:lnTo>
                  <a:lnTo>
                    <a:pt x="9623" y="19047"/>
                  </a:lnTo>
                  <a:lnTo>
                    <a:pt x="13847" y="18213"/>
                  </a:lnTo>
                  <a:lnTo>
                    <a:pt x="15264" y="17933"/>
                  </a:lnTo>
                  <a:lnTo>
                    <a:pt x="18724" y="17250"/>
                  </a:lnTo>
                  <a:lnTo>
                    <a:pt x="29586" y="15106"/>
                  </a:lnTo>
                  <a:lnTo>
                    <a:pt x="41670" y="12720"/>
                  </a:lnTo>
                  <a:lnTo>
                    <a:pt x="53315" y="10421"/>
                  </a:lnTo>
                  <a:lnTo>
                    <a:pt x="54027" y="10280"/>
                  </a:lnTo>
                  <a:lnTo>
                    <a:pt x="59666" y="9167"/>
                  </a:lnTo>
                  <a:lnTo>
                    <a:pt x="77742" y="5598"/>
                  </a:lnTo>
                  <a:lnTo>
                    <a:pt x="84926" y="4180"/>
                  </a:lnTo>
                  <a:lnTo>
                    <a:pt x="96794" y="1837"/>
                  </a:lnTo>
                  <a:lnTo>
                    <a:pt x="106101" y="0"/>
                  </a:lnTo>
                  <a:lnTo>
                    <a:pt x="109109" y="8071"/>
                  </a:lnTo>
                  <a:lnTo>
                    <a:pt x="111762" y="13659"/>
                  </a:lnTo>
                  <a:lnTo>
                    <a:pt x="112254" y="14496"/>
                  </a:lnTo>
                  <a:lnTo>
                    <a:pt x="120659" y="28786"/>
                  </a:lnTo>
                  <a:lnTo>
                    <a:pt x="126801" y="36242"/>
                  </a:lnTo>
                  <a:lnTo>
                    <a:pt x="130763" y="41051"/>
                  </a:lnTo>
                  <a:lnTo>
                    <a:pt x="144298" y="52716"/>
                  </a:lnTo>
                  <a:lnTo>
                    <a:pt x="153709" y="59220"/>
                  </a:lnTo>
                  <a:lnTo>
                    <a:pt x="159519" y="62303"/>
                  </a:lnTo>
                  <a:lnTo>
                    <a:pt x="170731" y="66630"/>
                  </a:lnTo>
                  <a:lnTo>
                    <a:pt x="173763" y="67897"/>
                  </a:lnTo>
                  <a:lnTo>
                    <a:pt x="196491" y="77398"/>
                  </a:lnTo>
                  <a:lnTo>
                    <a:pt x="197010" y="77615"/>
                  </a:lnTo>
                  <a:lnTo>
                    <a:pt x="198253" y="78135"/>
                  </a:lnTo>
                  <a:lnTo>
                    <a:pt x="198695" y="78319"/>
                  </a:lnTo>
                  <a:lnTo>
                    <a:pt x="219591" y="86728"/>
                  </a:lnTo>
                  <a:lnTo>
                    <a:pt x="221727" y="87588"/>
                  </a:lnTo>
                  <a:lnTo>
                    <a:pt x="222387" y="87853"/>
                  </a:lnTo>
                  <a:lnTo>
                    <a:pt x="251393" y="99222"/>
                  </a:lnTo>
                  <a:lnTo>
                    <a:pt x="252501" y="99657"/>
                  </a:lnTo>
                  <a:lnTo>
                    <a:pt x="257242" y="101515"/>
                  </a:lnTo>
                  <a:lnTo>
                    <a:pt x="258488" y="102062"/>
                  </a:lnTo>
                  <a:lnTo>
                    <a:pt x="273000" y="108436"/>
                  </a:lnTo>
                  <a:lnTo>
                    <a:pt x="278135" y="110692"/>
                  </a:lnTo>
                  <a:lnTo>
                    <a:pt x="279100" y="111115"/>
                  </a:lnTo>
                  <a:lnTo>
                    <a:pt x="309153" y="123197"/>
                  </a:lnTo>
                  <a:lnTo>
                    <a:pt x="311291" y="124123"/>
                  </a:lnTo>
                  <a:lnTo>
                    <a:pt x="313113" y="124914"/>
                  </a:lnTo>
                  <a:lnTo>
                    <a:pt x="334156" y="134035"/>
                  </a:lnTo>
                  <a:lnTo>
                    <a:pt x="334506" y="134187"/>
                  </a:lnTo>
                  <a:lnTo>
                    <a:pt x="335827" y="134798"/>
                  </a:lnTo>
                  <a:lnTo>
                    <a:pt x="343715" y="138447"/>
                  </a:lnTo>
                  <a:lnTo>
                    <a:pt x="349072" y="140354"/>
                  </a:lnTo>
                  <a:lnTo>
                    <a:pt x="358918" y="143858"/>
                  </a:lnTo>
                  <a:lnTo>
                    <a:pt x="379588" y="151214"/>
                  </a:lnTo>
                  <a:lnTo>
                    <a:pt x="400118" y="158520"/>
                  </a:lnTo>
                  <a:lnTo>
                    <a:pt x="409248" y="161769"/>
                  </a:lnTo>
                  <a:lnTo>
                    <a:pt x="406594" y="170556"/>
                  </a:lnTo>
                  <a:lnTo>
                    <a:pt x="405297" y="174851"/>
                  </a:lnTo>
                  <a:lnTo>
                    <a:pt x="404893" y="176044"/>
                  </a:lnTo>
                  <a:lnTo>
                    <a:pt x="398444" y="195128"/>
                  </a:lnTo>
                  <a:lnTo>
                    <a:pt x="389208" y="222457"/>
                  </a:lnTo>
                  <a:lnTo>
                    <a:pt x="382719" y="241661"/>
                  </a:lnTo>
                  <a:lnTo>
                    <a:pt x="375827" y="262054"/>
                  </a:lnTo>
                  <a:lnTo>
                    <a:pt x="375422" y="263251"/>
                  </a:lnTo>
                  <a:lnTo>
                    <a:pt x="373917" y="267705"/>
                  </a:lnTo>
                  <a:lnTo>
                    <a:pt x="373841" y="267930"/>
                  </a:lnTo>
                  <a:lnTo>
                    <a:pt x="361160" y="305454"/>
                  </a:lnTo>
                  <a:lnTo>
                    <a:pt x="358219" y="314156"/>
                  </a:lnTo>
                  <a:lnTo>
                    <a:pt x="358139" y="314393"/>
                  </a:lnTo>
                  <a:lnTo>
                    <a:pt x="343042" y="359067"/>
                  </a:lnTo>
                  <a:lnTo>
                    <a:pt x="342265" y="361365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4092345" y="2897432"/>
              <a:ext cx="443493" cy="984753"/>
            </a:xfrm>
            <a:custGeom>
              <a:avLst/>
              <a:pathLst>
                <a:path w="443493" h="984753">
                  <a:moveTo>
                    <a:pt x="111475" y="230714"/>
                  </a:moveTo>
                  <a:lnTo>
                    <a:pt x="117304" y="246455"/>
                  </a:lnTo>
                  <a:lnTo>
                    <a:pt x="133894" y="222974"/>
                  </a:lnTo>
                  <a:lnTo>
                    <a:pt x="148006" y="203000"/>
                  </a:lnTo>
                  <a:lnTo>
                    <a:pt x="150434" y="199550"/>
                  </a:lnTo>
                  <a:lnTo>
                    <a:pt x="170230" y="171431"/>
                  </a:lnTo>
                  <a:lnTo>
                    <a:pt x="213985" y="109277"/>
                  </a:lnTo>
                  <a:lnTo>
                    <a:pt x="216893" y="105147"/>
                  </a:lnTo>
                  <a:lnTo>
                    <a:pt x="219548" y="101403"/>
                  </a:lnTo>
                  <a:lnTo>
                    <a:pt x="219926" y="104008"/>
                  </a:lnTo>
                  <a:lnTo>
                    <a:pt x="223974" y="131872"/>
                  </a:lnTo>
                  <a:lnTo>
                    <a:pt x="229722" y="171431"/>
                  </a:lnTo>
                  <a:lnTo>
                    <a:pt x="230371" y="175895"/>
                  </a:lnTo>
                  <a:lnTo>
                    <a:pt x="237257" y="223290"/>
                  </a:lnTo>
                  <a:lnTo>
                    <a:pt x="238076" y="228926"/>
                  </a:lnTo>
                  <a:lnTo>
                    <a:pt x="242073" y="256437"/>
                  </a:lnTo>
                  <a:lnTo>
                    <a:pt x="245459" y="279744"/>
                  </a:lnTo>
                  <a:lnTo>
                    <a:pt x="245529" y="280226"/>
                  </a:lnTo>
                  <a:lnTo>
                    <a:pt x="249454" y="307242"/>
                  </a:lnTo>
                  <a:lnTo>
                    <a:pt x="249682" y="308831"/>
                  </a:lnTo>
                  <a:lnTo>
                    <a:pt x="249897" y="310323"/>
                  </a:lnTo>
                  <a:lnTo>
                    <a:pt x="250038" y="311306"/>
                  </a:lnTo>
                  <a:lnTo>
                    <a:pt x="251799" y="323572"/>
                  </a:lnTo>
                  <a:lnTo>
                    <a:pt x="258565" y="370697"/>
                  </a:lnTo>
                  <a:lnTo>
                    <a:pt x="263770" y="406950"/>
                  </a:lnTo>
                  <a:lnTo>
                    <a:pt x="264266" y="410405"/>
                  </a:lnTo>
                  <a:lnTo>
                    <a:pt x="264967" y="415290"/>
                  </a:lnTo>
                  <a:lnTo>
                    <a:pt x="270339" y="452705"/>
                  </a:lnTo>
                  <a:lnTo>
                    <a:pt x="276167" y="493293"/>
                  </a:lnTo>
                  <a:lnTo>
                    <a:pt x="261643" y="535967"/>
                  </a:lnTo>
                  <a:lnTo>
                    <a:pt x="242382" y="594330"/>
                  </a:lnTo>
                  <a:lnTo>
                    <a:pt x="241991" y="595515"/>
                  </a:lnTo>
                  <a:lnTo>
                    <a:pt x="242857" y="595043"/>
                  </a:lnTo>
                  <a:lnTo>
                    <a:pt x="263213" y="583964"/>
                  </a:lnTo>
                  <a:lnTo>
                    <a:pt x="271741" y="578444"/>
                  </a:lnTo>
                  <a:lnTo>
                    <a:pt x="278099" y="574328"/>
                  </a:lnTo>
                  <a:lnTo>
                    <a:pt x="286127" y="569132"/>
                  </a:lnTo>
                  <a:lnTo>
                    <a:pt x="287923" y="567794"/>
                  </a:lnTo>
                  <a:lnTo>
                    <a:pt x="297393" y="560740"/>
                  </a:lnTo>
                  <a:lnTo>
                    <a:pt x="315761" y="544810"/>
                  </a:lnTo>
                  <a:lnTo>
                    <a:pt x="316186" y="544415"/>
                  </a:lnTo>
                  <a:lnTo>
                    <a:pt x="334321" y="527529"/>
                  </a:lnTo>
                  <a:lnTo>
                    <a:pt x="343182" y="518130"/>
                  </a:lnTo>
                  <a:lnTo>
                    <a:pt x="345988" y="514889"/>
                  </a:lnTo>
                  <a:lnTo>
                    <a:pt x="349295" y="511070"/>
                  </a:lnTo>
                  <a:lnTo>
                    <a:pt x="354736" y="504321"/>
                  </a:lnTo>
                  <a:lnTo>
                    <a:pt x="355348" y="503504"/>
                  </a:lnTo>
                  <a:lnTo>
                    <a:pt x="356930" y="504364"/>
                  </a:lnTo>
                  <a:lnTo>
                    <a:pt x="357862" y="504870"/>
                  </a:lnTo>
                  <a:lnTo>
                    <a:pt x="359675" y="505855"/>
                  </a:lnTo>
                  <a:lnTo>
                    <a:pt x="391563" y="523179"/>
                  </a:lnTo>
                  <a:lnTo>
                    <a:pt x="404120" y="530001"/>
                  </a:lnTo>
                  <a:lnTo>
                    <a:pt x="443493" y="553557"/>
                  </a:lnTo>
                  <a:lnTo>
                    <a:pt x="442832" y="554776"/>
                  </a:lnTo>
                  <a:lnTo>
                    <a:pt x="441425" y="557465"/>
                  </a:lnTo>
                  <a:lnTo>
                    <a:pt x="438983" y="562132"/>
                  </a:lnTo>
                  <a:lnTo>
                    <a:pt x="438901" y="562290"/>
                  </a:lnTo>
                  <a:lnTo>
                    <a:pt x="438798" y="562486"/>
                  </a:lnTo>
                  <a:lnTo>
                    <a:pt x="438520" y="563016"/>
                  </a:lnTo>
                  <a:lnTo>
                    <a:pt x="438214" y="563602"/>
                  </a:lnTo>
                  <a:lnTo>
                    <a:pt x="435226" y="569313"/>
                  </a:lnTo>
                  <a:lnTo>
                    <a:pt x="432129" y="575232"/>
                  </a:lnTo>
                  <a:lnTo>
                    <a:pt x="432028" y="575426"/>
                  </a:lnTo>
                  <a:lnTo>
                    <a:pt x="429643" y="579984"/>
                  </a:lnTo>
                  <a:lnTo>
                    <a:pt x="429393" y="580462"/>
                  </a:lnTo>
                  <a:lnTo>
                    <a:pt x="425269" y="588345"/>
                  </a:lnTo>
                  <a:lnTo>
                    <a:pt x="422289" y="594041"/>
                  </a:lnTo>
                  <a:lnTo>
                    <a:pt x="418981" y="600363"/>
                  </a:lnTo>
                  <a:lnTo>
                    <a:pt x="409548" y="618392"/>
                  </a:lnTo>
                  <a:lnTo>
                    <a:pt x="406366" y="624474"/>
                  </a:lnTo>
                  <a:lnTo>
                    <a:pt x="405864" y="625433"/>
                  </a:lnTo>
                  <a:lnTo>
                    <a:pt x="400227" y="636209"/>
                  </a:lnTo>
                  <a:lnTo>
                    <a:pt x="399610" y="637388"/>
                  </a:lnTo>
                  <a:lnTo>
                    <a:pt x="396741" y="641028"/>
                  </a:lnTo>
                  <a:lnTo>
                    <a:pt x="388489" y="651498"/>
                  </a:lnTo>
                  <a:lnTo>
                    <a:pt x="374684" y="667959"/>
                  </a:lnTo>
                  <a:lnTo>
                    <a:pt x="364499" y="678054"/>
                  </a:lnTo>
                  <a:lnTo>
                    <a:pt x="362029" y="680502"/>
                  </a:lnTo>
                  <a:lnTo>
                    <a:pt x="362093" y="680802"/>
                  </a:lnTo>
                  <a:lnTo>
                    <a:pt x="363166" y="685815"/>
                  </a:lnTo>
                  <a:lnTo>
                    <a:pt x="363688" y="688252"/>
                  </a:lnTo>
                  <a:lnTo>
                    <a:pt x="364230" y="690786"/>
                  </a:lnTo>
                  <a:lnTo>
                    <a:pt x="360907" y="691695"/>
                  </a:lnTo>
                  <a:lnTo>
                    <a:pt x="353477" y="693727"/>
                  </a:lnTo>
                  <a:lnTo>
                    <a:pt x="350590" y="694517"/>
                  </a:lnTo>
                  <a:lnTo>
                    <a:pt x="327100" y="700942"/>
                  </a:lnTo>
                  <a:lnTo>
                    <a:pt x="325788" y="701300"/>
                  </a:lnTo>
                  <a:lnTo>
                    <a:pt x="321690" y="702421"/>
                  </a:lnTo>
                  <a:lnTo>
                    <a:pt x="322433" y="706246"/>
                  </a:lnTo>
                  <a:lnTo>
                    <a:pt x="323012" y="709226"/>
                  </a:lnTo>
                  <a:lnTo>
                    <a:pt x="328338" y="736650"/>
                  </a:lnTo>
                  <a:lnTo>
                    <a:pt x="329244" y="741316"/>
                  </a:lnTo>
                  <a:lnTo>
                    <a:pt x="335509" y="772803"/>
                  </a:lnTo>
                  <a:lnTo>
                    <a:pt x="335716" y="777134"/>
                  </a:lnTo>
                  <a:lnTo>
                    <a:pt x="335918" y="781369"/>
                  </a:lnTo>
                  <a:lnTo>
                    <a:pt x="334360" y="787349"/>
                  </a:lnTo>
                  <a:lnTo>
                    <a:pt x="330902" y="795595"/>
                  </a:lnTo>
                  <a:lnTo>
                    <a:pt x="330680" y="796123"/>
                  </a:lnTo>
                  <a:lnTo>
                    <a:pt x="328332" y="798988"/>
                  </a:lnTo>
                  <a:lnTo>
                    <a:pt x="325928" y="801921"/>
                  </a:lnTo>
                  <a:lnTo>
                    <a:pt x="319183" y="808188"/>
                  </a:lnTo>
                  <a:lnTo>
                    <a:pt x="311825" y="812262"/>
                  </a:lnTo>
                  <a:lnTo>
                    <a:pt x="301554" y="815709"/>
                  </a:lnTo>
                  <a:lnTo>
                    <a:pt x="272291" y="820914"/>
                  </a:lnTo>
                  <a:lnTo>
                    <a:pt x="249832" y="824910"/>
                  </a:lnTo>
                  <a:lnTo>
                    <a:pt x="254489" y="850495"/>
                  </a:lnTo>
                  <a:lnTo>
                    <a:pt x="258775" y="874048"/>
                  </a:lnTo>
                  <a:lnTo>
                    <a:pt x="272619" y="950121"/>
                  </a:lnTo>
                  <a:lnTo>
                    <a:pt x="273601" y="955519"/>
                  </a:lnTo>
                  <a:lnTo>
                    <a:pt x="274032" y="957886"/>
                  </a:lnTo>
                  <a:lnTo>
                    <a:pt x="274361" y="959691"/>
                  </a:lnTo>
                  <a:lnTo>
                    <a:pt x="278757" y="982306"/>
                  </a:lnTo>
                  <a:lnTo>
                    <a:pt x="278327" y="982395"/>
                  </a:lnTo>
                  <a:lnTo>
                    <a:pt x="276019" y="982875"/>
                  </a:lnTo>
                  <a:lnTo>
                    <a:pt x="272046" y="983701"/>
                  </a:lnTo>
                  <a:lnTo>
                    <a:pt x="271380" y="983839"/>
                  </a:lnTo>
                  <a:lnTo>
                    <a:pt x="271020" y="983914"/>
                  </a:lnTo>
                  <a:lnTo>
                    <a:pt x="270678" y="983985"/>
                  </a:lnTo>
                  <a:lnTo>
                    <a:pt x="269833" y="984161"/>
                  </a:lnTo>
                  <a:lnTo>
                    <a:pt x="268036" y="984534"/>
                  </a:lnTo>
                  <a:lnTo>
                    <a:pt x="266984" y="984753"/>
                  </a:lnTo>
                  <a:lnTo>
                    <a:pt x="266861" y="984141"/>
                  </a:lnTo>
                  <a:lnTo>
                    <a:pt x="266382" y="981744"/>
                  </a:lnTo>
                  <a:lnTo>
                    <a:pt x="265942" y="979545"/>
                  </a:lnTo>
                  <a:lnTo>
                    <a:pt x="265616" y="977912"/>
                  </a:lnTo>
                  <a:lnTo>
                    <a:pt x="265516" y="977412"/>
                  </a:lnTo>
                  <a:lnTo>
                    <a:pt x="264830" y="973982"/>
                  </a:lnTo>
                  <a:lnTo>
                    <a:pt x="263955" y="969606"/>
                  </a:lnTo>
                  <a:lnTo>
                    <a:pt x="263526" y="967465"/>
                  </a:lnTo>
                  <a:lnTo>
                    <a:pt x="262519" y="962427"/>
                  </a:lnTo>
                  <a:lnTo>
                    <a:pt x="262369" y="961677"/>
                  </a:lnTo>
                  <a:lnTo>
                    <a:pt x="262219" y="960853"/>
                  </a:lnTo>
                  <a:lnTo>
                    <a:pt x="254211" y="962174"/>
                  </a:lnTo>
                  <a:lnTo>
                    <a:pt x="252675" y="962427"/>
                  </a:lnTo>
                  <a:lnTo>
                    <a:pt x="250775" y="962741"/>
                  </a:lnTo>
                  <a:lnTo>
                    <a:pt x="248577" y="963103"/>
                  </a:lnTo>
                  <a:lnTo>
                    <a:pt x="245461" y="962229"/>
                  </a:lnTo>
                  <a:lnTo>
                    <a:pt x="243206" y="960775"/>
                  </a:lnTo>
                  <a:lnTo>
                    <a:pt x="235961" y="956104"/>
                  </a:lnTo>
                  <a:lnTo>
                    <a:pt x="231949" y="956539"/>
                  </a:lnTo>
                  <a:lnTo>
                    <a:pt x="227444" y="957028"/>
                  </a:lnTo>
                  <a:lnTo>
                    <a:pt x="225338" y="957257"/>
                  </a:lnTo>
                  <a:lnTo>
                    <a:pt x="221115" y="957715"/>
                  </a:lnTo>
                  <a:lnTo>
                    <a:pt x="212173" y="958686"/>
                  </a:lnTo>
                  <a:lnTo>
                    <a:pt x="176804" y="962526"/>
                  </a:lnTo>
                  <a:lnTo>
                    <a:pt x="176073" y="962606"/>
                  </a:lnTo>
                  <a:lnTo>
                    <a:pt x="173454" y="962890"/>
                  </a:lnTo>
                  <a:lnTo>
                    <a:pt x="154612" y="964936"/>
                  </a:lnTo>
                  <a:lnTo>
                    <a:pt x="153449" y="965062"/>
                  </a:lnTo>
                  <a:lnTo>
                    <a:pt x="137677" y="966774"/>
                  </a:lnTo>
                  <a:lnTo>
                    <a:pt x="137332" y="966812"/>
                  </a:lnTo>
                  <a:lnTo>
                    <a:pt x="133603" y="967217"/>
                  </a:lnTo>
                  <a:lnTo>
                    <a:pt x="126648" y="967972"/>
                  </a:lnTo>
                  <a:lnTo>
                    <a:pt x="116153" y="969111"/>
                  </a:lnTo>
                  <a:lnTo>
                    <a:pt x="113312" y="969420"/>
                  </a:lnTo>
                  <a:lnTo>
                    <a:pt x="112288" y="969531"/>
                  </a:lnTo>
                  <a:lnTo>
                    <a:pt x="109849" y="969796"/>
                  </a:lnTo>
                  <a:lnTo>
                    <a:pt x="107104" y="970094"/>
                  </a:lnTo>
                  <a:lnTo>
                    <a:pt x="102555" y="970623"/>
                  </a:lnTo>
                  <a:lnTo>
                    <a:pt x="96620" y="971313"/>
                  </a:lnTo>
                  <a:lnTo>
                    <a:pt x="95327" y="971463"/>
                  </a:lnTo>
                  <a:lnTo>
                    <a:pt x="91855" y="971867"/>
                  </a:lnTo>
                  <a:lnTo>
                    <a:pt x="86879" y="972438"/>
                  </a:lnTo>
                  <a:lnTo>
                    <a:pt x="86854" y="972043"/>
                  </a:lnTo>
                  <a:lnTo>
                    <a:pt x="86840" y="971820"/>
                  </a:lnTo>
                  <a:lnTo>
                    <a:pt x="86800" y="971170"/>
                  </a:lnTo>
                  <a:lnTo>
                    <a:pt x="86738" y="970179"/>
                  </a:lnTo>
                  <a:lnTo>
                    <a:pt x="86718" y="969854"/>
                  </a:lnTo>
                  <a:lnTo>
                    <a:pt x="86705" y="969653"/>
                  </a:lnTo>
                  <a:lnTo>
                    <a:pt x="86670" y="969083"/>
                  </a:lnTo>
                  <a:lnTo>
                    <a:pt x="86661" y="968178"/>
                  </a:lnTo>
                  <a:lnTo>
                    <a:pt x="86624" y="964483"/>
                  </a:lnTo>
                  <a:lnTo>
                    <a:pt x="86615" y="963596"/>
                  </a:lnTo>
                  <a:lnTo>
                    <a:pt x="86603" y="962438"/>
                  </a:lnTo>
                  <a:lnTo>
                    <a:pt x="86338" y="959887"/>
                  </a:lnTo>
                  <a:lnTo>
                    <a:pt x="86226" y="958816"/>
                  </a:lnTo>
                  <a:lnTo>
                    <a:pt x="85664" y="953416"/>
                  </a:lnTo>
                  <a:lnTo>
                    <a:pt x="85650" y="953278"/>
                  </a:lnTo>
                  <a:lnTo>
                    <a:pt x="85189" y="948854"/>
                  </a:lnTo>
                  <a:lnTo>
                    <a:pt x="85067" y="947675"/>
                  </a:lnTo>
                  <a:lnTo>
                    <a:pt x="84798" y="945090"/>
                  </a:lnTo>
                  <a:lnTo>
                    <a:pt x="84693" y="944090"/>
                  </a:lnTo>
                  <a:lnTo>
                    <a:pt x="84473" y="941970"/>
                  </a:lnTo>
                  <a:lnTo>
                    <a:pt x="84088" y="938277"/>
                  </a:lnTo>
                  <a:lnTo>
                    <a:pt x="83995" y="937383"/>
                  </a:lnTo>
                  <a:lnTo>
                    <a:pt x="83381" y="931485"/>
                  </a:lnTo>
                  <a:lnTo>
                    <a:pt x="83323" y="930924"/>
                  </a:lnTo>
                  <a:lnTo>
                    <a:pt x="83274" y="930422"/>
                  </a:lnTo>
                  <a:lnTo>
                    <a:pt x="82884" y="926484"/>
                  </a:lnTo>
                  <a:lnTo>
                    <a:pt x="82781" y="925445"/>
                  </a:lnTo>
                  <a:lnTo>
                    <a:pt x="82291" y="920486"/>
                  </a:lnTo>
                  <a:lnTo>
                    <a:pt x="82188" y="919451"/>
                  </a:lnTo>
                  <a:lnTo>
                    <a:pt x="81860" y="916127"/>
                  </a:lnTo>
                  <a:lnTo>
                    <a:pt x="81736" y="914881"/>
                  </a:lnTo>
                  <a:lnTo>
                    <a:pt x="81659" y="914102"/>
                  </a:lnTo>
                  <a:lnTo>
                    <a:pt x="81444" y="911920"/>
                  </a:lnTo>
                  <a:lnTo>
                    <a:pt x="81273" y="910200"/>
                  </a:lnTo>
                  <a:lnTo>
                    <a:pt x="80937" y="906801"/>
                  </a:lnTo>
                  <a:lnTo>
                    <a:pt x="80761" y="905017"/>
                  </a:lnTo>
                  <a:lnTo>
                    <a:pt x="80472" y="902092"/>
                  </a:lnTo>
                  <a:lnTo>
                    <a:pt x="80413" y="901495"/>
                  </a:lnTo>
                  <a:lnTo>
                    <a:pt x="80209" y="899439"/>
                  </a:lnTo>
                  <a:lnTo>
                    <a:pt x="79654" y="893825"/>
                  </a:lnTo>
                  <a:lnTo>
                    <a:pt x="79586" y="893133"/>
                  </a:lnTo>
                  <a:lnTo>
                    <a:pt x="79558" y="892807"/>
                  </a:lnTo>
                  <a:lnTo>
                    <a:pt x="79143" y="887983"/>
                  </a:lnTo>
                  <a:lnTo>
                    <a:pt x="79020" y="886548"/>
                  </a:lnTo>
                  <a:lnTo>
                    <a:pt x="78810" y="884103"/>
                  </a:lnTo>
                  <a:lnTo>
                    <a:pt x="78369" y="878979"/>
                  </a:lnTo>
                  <a:lnTo>
                    <a:pt x="78270" y="877827"/>
                  </a:lnTo>
                  <a:lnTo>
                    <a:pt x="78170" y="876673"/>
                  </a:lnTo>
                  <a:lnTo>
                    <a:pt x="77849" y="872933"/>
                  </a:lnTo>
                  <a:lnTo>
                    <a:pt x="77747" y="871747"/>
                  </a:lnTo>
                  <a:lnTo>
                    <a:pt x="77573" y="869727"/>
                  </a:lnTo>
                  <a:lnTo>
                    <a:pt x="77169" y="865034"/>
                  </a:lnTo>
                  <a:lnTo>
                    <a:pt x="77077" y="863960"/>
                  </a:lnTo>
                  <a:lnTo>
                    <a:pt x="77015" y="863236"/>
                  </a:lnTo>
                  <a:lnTo>
                    <a:pt x="76846" y="861276"/>
                  </a:lnTo>
                  <a:lnTo>
                    <a:pt x="76614" y="858719"/>
                  </a:lnTo>
                  <a:lnTo>
                    <a:pt x="76461" y="857033"/>
                  </a:lnTo>
                  <a:lnTo>
                    <a:pt x="76413" y="856508"/>
                  </a:lnTo>
                  <a:lnTo>
                    <a:pt x="76334" y="855634"/>
                  </a:lnTo>
                  <a:lnTo>
                    <a:pt x="75941" y="851315"/>
                  </a:lnTo>
                  <a:lnTo>
                    <a:pt x="75735" y="849041"/>
                  </a:lnTo>
                  <a:lnTo>
                    <a:pt x="75217" y="843340"/>
                  </a:lnTo>
                  <a:lnTo>
                    <a:pt x="75117" y="842245"/>
                  </a:lnTo>
                  <a:lnTo>
                    <a:pt x="74433" y="834712"/>
                  </a:lnTo>
                  <a:lnTo>
                    <a:pt x="74294" y="833177"/>
                  </a:lnTo>
                  <a:lnTo>
                    <a:pt x="74027" y="830238"/>
                  </a:lnTo>
                  <a:lnTo>
                    <a:pt x="73729" y="826962"/>
                  </a:lnTo>
                  <a:lnTo>
                    <a:pt x="73612" y="825676"/>
                  </a:lnTo>
                  <a:lnTo>
                    <a:pt x="73237" y="821548"/>
                  </a:lnTo>
                  <a:lnTo>
                    <a:pt x="73099" y="820024"/>
                  </a:lnTo>
                  <a:lnTo>
                    <a:pt x="72942" y="818292"/>
                  </a:lnTo>
                  <a:lnTo>
                    <a:pt x="72917" y="818025"/>
                  </a:lnTo>
                  <a:lnTo>
                    <a:pt x="72520" y="813648"/>
                  </a:lnTo>
                  <a:lnTo>
                    <a:pt x="72414" y="812479"/>
                  </a:lnTo>
                  <a:lnTo>
                    <a:pt x="71957" y="807453"/>
                  </a:lnTo>
                  <a:lnTo>
                    <a:pt x="71778" y="805481"/>
                  </a:lnTo>
                  <a:lnTo>
                    <a:pt x="71682" y="804424"/>
                  </a:lnTo>
                  <a:lnTo>
                    <a:pt x="71368" y="800966"/>
                  </a:lnTo>
                  <a:lnTo>
                    <a:pt x="71253" y="799704"/>
                  </a:lnTo>
                  <a:lnTo>
                    <a:pt x="71103" y="798052"/>
                  </a:lnTo>
                  <a:lnTo>
                    <a:pt x="70500" y="791414"/>
                  </a:lnTo>
                  <a:lnTo>
                    <a:pt x="70367" y="789944"/>
                  </a:lnTo>
                  <a:lnTo>
                    <a:pt x="69805" y="783754"/>
                  </a:lnTo>
                  <a:lnTo>
                    <a:pt x="69617" y="781685"/>
                  </a:lnTo>
                  <a:lnTo>
                    <a:pt x="69536" y="780796"/>
                  </a:lnTo>
                  <a:lnTo>
                    <a:pt x="69138" y="776410"/>
                  </a:lnTo>
                  <a:lnTo>
                    <a:pt x="68973" y="774595"/>
                  </a:lnTo>
                  <a:lnTo>
                    <a:pt x="68509" y="769494"/>
                  </a:lnTo>
                  <a:lnTo>
                    <a:pt x="68352" y="767767"/>
                  </a:lnTo>
                  <a:lnTo>
                    <a:pt x="68340" y="767630"/>
                  </a:lnTo>
                  <a:lnTo>
                    <a:pt x="67799" y="761677"/>
                  </a:lnTo>
                  <a:lnTo>
                    <a:pt x="67714" y="760740"/>
                  </a:lnTo>
                  <a:lnTo>
                    <a:pt x="67075" y="753702"/>
                  </a:lnTo>
                  <a:lnTo>
                    <a:pt x="67059" y="753522"/>
                  </a:lnTo>
                  <a:lnTo>
                    <a:pt x="66430" y="746606"/>
                  </a:lnTo>
                  <a:lnTo>
                    <a:pt x="66282" y="744975"/>
                  </a:lnTo>
                  <a:lnTo>
                    <a:pt x="66195" y="744058"/>
                  </a:lnTo>
                  <a:lnTo>
                    <a:pt x="65788" y="739755"/>
                  </a:lnTo>
                  <a:lnTo>
                    <a:pt x="65644" y="738238"/>
                  </a:lnTo>
                  <a:lnTo>
                    <a:pt x="65359" y="735228"/>
                  </a:lnTo>
                  <a:lnTo>
                    <a:pt x="62496" y="704983"/>
                  </a:lnTo>
                  <a:lnTo>
                    <a:pt x="61495" y="694399"/>
                  </a:lnTo>
                  <a:lnTo>
                    <a:pt x="55356" y="629539"/>
                  </a:lnTo>
                  <a:lnTo>
                    <a:pt x="54611" y="621666"/>
                  </a:lnTo>
                  <a:lnTo>
                    <a:pt x="53581" y="609714"/>
                  </a:lnTo>
                  <a:lnTo>
                    <a:pt x="52732" y="599857"/>
                  </a:lnTo>
                  <a:lnTo>
                    <a:pt x="51462" y="585124"/>
                  </a:lnTo>
                  <a:lnTo>
                    <a:pt x="51066" y="580519"/>
                  </a:lnTo>
                  <a:lnTo>
                    <a:pt x="45733" y="518613"/>
                  </a:lnTo>
                  <a:lnTo>
                    <a:pt x="45639" y="517523"/>
                  </a:lnTo>
                  <a:lnTo>
                    <a:pt x="45386" y="514589"/>
                  </a:lnTo>
                  <a:lnTo>
                    <a:pt x="41549" y="473534"/>
                  </a:lnTo>
                  <a:lnTo>
                    <a:pt x="38457" y="440455"/>
                  </a:lnTo>
                  <a:lnTo>
                    <a:pt x="35009" y="406655"/>
                  </a:lnTo>
                  <a:lnTo>
                    <a:pt x="31998" y="377141"/>
                  </a:lnTo>
                  <a:lnTo>
                    <a:pt x="31854" y="375728"/>
                  </a:lnTo>
                  <a:lnTo>
                    <a:pt x="30402" y="357657"/>
                  </a:lnTo>
                  <a:lnTo>
                    <a:pt x="27651" y="323411"/>
                  </a:lnTo>
                  <a:lnTo>
                    <a:pt x="27109" y="316669"/>
                  </a:lnTo>
                  <a:lnTo>
                    <a:pt x="26973" y="315232"/>
                  </a:lnTo>
                  <a:lnTo>
                    <a:pt x="26805" y="313447"/>
                  </a:lnTo>
                  <a:lnTo>
                    <a:pt x="26381" y="308956"/>
                  </a:lnTo>
                  <a:lnTo>
                    <a:pt x="23750" y="281108"/>
                  </a:lnTo>
                  <a:lnTo>
                    <a:pt x="22895" y="272052"/>
                  </a:lnTo>
                  <a:lnTo>
                    <a:pt x="17016" y="209819"/>
                  </a:lnTo>
                  <a:lnTo>
                    <a:pt x="13266" y="170114"/>
                  </a:lnTo>
                  <a:lnTo>
                    <a:pt x="13080" y="168144"/>
                  </a:lnTo>
                  <a:lnTo>
                    <a:pt x="12373" y="160855"/>
                  </a:lnTo>
                  <a:lnTo>
                    <a:pt x="12166" y="158810"/>
                  </a:lnTo>
                  <a:lnTo>
                    <a:pt x="11153" y="148817"/>
                  </a:lnTo>
                  <a:lnTo>
                    <a:pt x="6449" y="102437"/>
                  </a:lnTo>
                  <a:lnTo>
                    <a:pt x="2197" y="60507"/>
                  </a:lnTo>
                  <a:lnTo>
                    <a:pt x="1072" y="49418"/>
                  </a:lnTo>
                  <a:lnTo>
                    <a:pt x="600" y="44756"/>
                  </a:lnTo>
                  <a:lnTo>
                    <a:pt x="529" y="44064"/>
                  </a:lnTo>
                  <a:lnTo>
                    <a:pt x="378" y="38599"/>
                  </a:lnTo>
                  <a:lnTo>
                    <a:pt x="317" y="36408"/>
                  </a:lnTo>
                  <a:lnTo>
                    <a:pt x="250" y="33959"/>
                  </a:lnTo>
                  <a:lnTo>
                    <a:pt x="164" y="30861"/>
                  </a:lnTo>
                  <a:lnTo>
                    <a:pt x="94" y="28340"/>
                  </a:lnTo>
                  <a:lnTo>
                    <a:pt x="57" y="27001"/>
                  </a:lnTo>
                  <a:lnTo>
                    <a:pt x="28" y="25942"/>
                  </a:lnTo>
                  <a:lnTo>
                    <a:pt x="23" y="25759"/>
                  </a:lnTo>
                  <a:lnTo>
                    <a:pt x="10" y="25310"/>
                  </a:lnTo>
                  <a:lnTo>
                    <a:pt x="0" y="24928"/>
                  </a:lnTo>
                  <a:lnTo>
                    <a:pt x="7018" y="24273"/>
                  </a:lnTo>
                  <a:lnTo>
                    <a:pt x="18658" y="13216"/>
                  </a:lnTo>
                  <a:lnTo>
                    <a:pt x="30919" y="4908"/>
                  </a:lnTo>
                  <a:lnTo>
                    <a:pt x="37343" y="0"/>
                  </a:lnTo>
                  <a:lnTo>
                    <a:pt x="38251" y="1894"/>
                  </a:lnTo>
                  <a:lnTo>
                    <a:pt x="38367" y="2138"/>
                  </a:lnTo>
                  <a:lnTo>
                    <a:pt x="38690" y="2912"/>
                  </a:lnTo>
                  <a:lnTo>
                    <a:pt x="38764" y="3092"/>
                  </a:lnTo>
                  <a:lnTo>
                    <a:pt x="39843" y="5685"/>
                  </a:lnTo>
                  <a:lnTo>
                    <a:pt x="44823" y="13848"/>
                  </a:lnTo>
                  <a:lnTo>
                    <a:pt x="45334" y="15060"/>
                  </a:lnTo>
                  <a:lnTo>
                    <a:pt x="45611" y="15717"/>
                  </a:lnTo>
                  <a:lnTo>
                    <a:pt x="49400" y="24702"/>
                  </a:lnTo>
                  <a:lnTo>
                    <a:pt x="50333" y="26914"/>
                  </a:lnTo>
                  <a:lnTo>
                    <a:pt x="52868" y="35475"/>
                  </a:lnTo>
                  <a:lnTo>
                    <a:pt x="53549" y="40848"/>
                  </a:lnTo>
                  <a:lnTo>
                    <a:pt x="54411" y="47640"/>
                  </a:lnTo>
                  <a:lnTo>
                    <a:pt x="57427" y="60303"/>
                  </a:lnTo>
                  <a:lnTo>
                    <a:pt x="62566" y="81882"/>
                  </a:lnTo>
                  <a:lnTo>
                    <a:pt x="62670" y="82354"/>
                  </a:lnTo>
                  <a:lnTo>
                    <a:pt x="66286" y="98811"/>
                  </a:lnTo>
                  <a:lnTo>
                    <a:pt x="70611" y="118490"/>
                  </a:lnTo>
                  <a:lnTo>
                    <a:pt x="76364" y="147669"/>
                  </a:lnTo>
                  <a:lnTo>
                    <a:pt x="76603" y="148878"/>
                  </a:lnTo>
                  <a:lnTo>
                    <a:pt x="77390" y="152870"/>
                  </a:lnTo>
                  <a:lnTo>
                    <a:pt x="78091" y="156425"/>
                  </a:lnTo>
                  <a:lnTo>
                    <a:pt x="79317" y="162644"/>
                  </a:lnTo>
                  <a:lnTo>
                    <a:pt x="85806" y="190074"/>
                  </a:lnTo>
                  <a:lnTo>
                    <a:pt x="86788" y="194228"/>
                  </a:lnTo>
                  <a:lnTo>
                    <a:pt x="86934" y="194845"/>
                  </a:lnTo>
                  <a:lnTo>
                    <a:pt x="90943" y="197163"/>
                  </a:lnTo>
                  <a:lnTo>
                    <a:pt x="91226" y="197327"/>
                  </a:lnTo>
                  <a:lnTo>
                    <a:pt x="92705" y="198182"/>
                  </a:lnTo>
                  <a:lnTo>
                    <a:pt x="107525" y="220047"/>
                  </a:lnTo>
                  <a:lnTo>
                    <a:pt x="110746" y="228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184200" y="3853536"/>
              <a:ext cx="244595" cy="399811"/>
            </a:xfrm>
            <a:custGeom>
              <a:avLst/>
              <a:pathLst>
                <a:path w="244595" h="399811">
                  <a:moveTo>
                    <a:pt x="153606" y="6124"/>
                  </a:moveTo>
                  <a:lnTo>
                    <a:pt x="156721" y="6999"/>
                  </a:lnTo>
                  <a:lnTo>
                    <a:pt x="158965" y="6629"/>
                  </a:lnTo>
                  <a:lnTo>
                    <a:pt x="160820" y="6323"/>
                  </a:lnTo>
                  <a:lnTo>
                    <a:pt x="162356" y="6070"/>
                  </a:lnTo>
                  <a:lnTo>
                    <a:pt x="170364" y="4749"/>
                  </a:lnTo>
                  <a:lnTo>
                    <a:pt x="170514" y="5573"/>
                  </a:lnTo>
                  <a:lnTo>
                    <a:pt x="170664" y="6323"/>
                  </a:lnTo>
                  <a:lnTo>
                    <a:pt x="171671" y="11360"/>
                  </a:lnTo>
                  <a:lnTo>
                    <a:pt x="172099" y="13502"/>
                  </a:lnTo>
                  <a:lnTo>
                    <a:pt x="172975" y="17878"/>
                  </a:lnTo>
                  <a:lnTo>
                    <a:pt x="173661" y="21308"/>
                  </a:lnTo>
                  <a:lnTo>
                    <a:pt x="173761" y="21808"/>
                  </a:lnTo>
                  <a:lnTo>
                    <a:pt x="174087" y="23441"/>
                  </a:lnTo>
                  <a:lnTo>
                    <a:pt x="174527" y="25640"/>
                  </a:lnTo>
                  <a:lnTo>
                    <a:pt x="175006" y="28037"/>
                  </a:lnTo>
                  <a:lnTo>
                    <a:pt x="175132" y="28648"/>
                  </a:lnTo>
                  <a:lnTo>
                    <a:pt x="176180" y="28430"/>
                  </a:lnTo>
                  <a:lnTo>
                    <a:pt x="178092" y="28033"/>
                  </a:lnTo>
                  <a:lnTo>
                    <a:pt x="178977" y="27849"/>
                  </a:lnTo>
                  <a:lnTo>
                    <a:pt x="179293" y="27783"/>
                  </a:lnTo>
                  <a:lnTo>
                    <a:pt x="179588" y="27722"/>
                  </a:lnTo>
                  <a:lnTo>
                    <a:pt x="179672" y="28203"/>
                  </a:lnTo>
                  <a:lnTo>
                    <a:pt x="181003" y="35770"/>
                  </a:lnTo>
                  <a:lnTo>
                    <a:pt x="181428" y="37984"/>
                  </a:lnTo>
                  <a:lnTo>
                    <a:pt x="181631" y="39042"/>
                  </a:lnTo>
                  <a:lnTo>
                    <a:pt x="181834" y="40095"/>
                  </a:lnTo>
                  <a:lnTo>
                    <a:pt x="188045" y="72443"/>
                  </a:lnTo>
                  <a:lnTo>
                    <a:pt x="188252" y="73523"/>
                  </a:lnTo>
                  <a:lnTo>
                    <a:pt x="188596" y="75314"/>
                  </a:lnTo>
                  <a:lnTo>
                    <a:pt x="190223" y="83790"/>
                  </a:lnTo>
                  <a:lnTo>
                    <a:pt x="190545" y="85575"/>
                  </a:lnTo>
                  <a:lnTo>
                    <a:pt x="190747" y="86699"/>
                  </a:lnTo>
                  <a:lnTo>
                    <a:pt x="198540" y="129943"/>
                  </a:lnTo>
                  <a:lnTo>
                    <a:pt x="198702" y="130839"/>
                  </a:lnTo>
                  <a:lnTo>
                    <a:pt x="199448" y="134982"/>
                  </a:lnTo>
                  <a:lnTo>
                    <a:pt x="199607" y="135865"/>
                  </a:lnTo>
                  <a:lnTo>
                    <a:pt x="199713" y="136449"/>
                  </a:lnTo>
                  <a:lnTo>
                    <a:pt x="201210" y="143703"/>
                  </a:lnTo>
                  <a:lnTo>
                    <a:pt x="201422" y="144728"/>
                  </a:lnTo>
                  <a:lnTo>
                    <a:pt x="201683" y="145996"/>
                  </a:lnTo>
                  <a:lnTo>
                    <a:pt x="202708" y="150958"/>
                  </a:lnTo>
                  <a:lnTo>
                    <a:pt x="203912" y="156791"/>
                  </a:lnTo>
                  <a:lnTo>
                    <a:pt x="204636" y="160300"/>
                  </a:lnTo>
                  <a:lnTo>
                    <a:pt x="204927" y="161708"/>
                  </a:lnTo>
                  <a:lnTo>
                    <a:pt x="205444" y="164214"/>
                  </a:lnTo>
                  <a:lnTo>
                    <a:pt x="205654" y="165232"/>
                  </a:lnTo>
                  <a:lnTo>
                    <a:pt x="206867" y="171108"/>
                  </a:lnTo>
                  <a:lnTo>
                    <a:pt x="207690" y="175576"/>
                  </a:lnTo>
                  <a:lnTo>
                    <a:pt x="207847" y="176432"/>
                  </a:lnTo>
                  <a:lnTo>
                    <a:pt x="208691" y="181019"/>
                  </a:lnTo>
                  <a:lnTo>
                    <a:pt x="208874" y="182009"/>
                  </a:lnTo>
                  <a:lnTo>
                    <a:pt x="209781" y="186939"/>
                  </a:lnTo>
                  <a:lnTo>
                    <a:pt x="209999" y="188124"/>
                  </a:lnTo>
                  <a:lnTo>
                    <a:pt x="210936" y="193213"/>
                  </a:lnTo>
                  <a:lnTo>
                    <a:pt x="211095" y="194080"/>
                  </a:lnTo>
                  <a:lnTo>
                    <a:pt x="212634" y="202441"/>
                  </a:lnTo>
                  <a:lnTo>
                    <a:pt x="213186" y="205448"/>
                  </a:lnTo>
                  <a:lnTo>
                    <a:pt x="213310" y="206125"/>
                  </a:lnTo>
                  <a:lnTo>
                    <a:pt x="213901" y="209348"/>
                  </a:lnTo>
                  <a:lnTo>
                    <a:pt x="214308" y="211567"/>
                  </a:lnTo>
                  <a:lnTo>
                    <a:pt x="214445" y="212315"/>
                  </a:lnTo>
                  <a:lnTo>
                    <a:pt x="214648" y="213422"/>
                  </a:lnTo>
                  <a:lnTo>
                    <a:pt x="214785" y="214168"/>
                  </a:lnTo>
                  <a:lnTo>
                    <a:pt x="214925" y="214935"/>
                  </a:lnTo>
                  <a:lnTo>
                    <a:pt x="215677" y="219033"/>
                  </a:lnTo>
                  <a:lnTo>
                    <a:pt x="215934" y="220437"/>
                  </a:lnTo>
                  <a:lnTo>
                    <a:pt x="216733" y="224791"/>
                  </a:lnTo>
                  <a:lnTo>
                    <a:pt x="217002" y="226258"/>
                  </a:lnTo>
                  <a:lnTo>
                    <a:pt x="217814" y="230690"/>
                  </a:lnTo>
                  <a:lnTo>
                    <a:pt x="218493" y="234560"/>
                  </a:lnTo>
                  <a:lnTo>
                    <a:pt x="218732" y="235925"/>
                  </a:lnTo>
                  <a:lnTo>
                    <a:pt x="220665" y="246953"/>
                  </a:lnTo>
                  <a:lnTo>
                    <a:pt x="221101" y="249443"/>
                  </a:lnTo>
                  <a:lnTo>
                    <a:pt x="226280" y="248458"/>
                  </a:lnTo>
                  <a:lnTo>
                    <a:pt x="226600" y="251373"/>
                  </a:lnTo>
                  <a:lnTo>
                    <a:pt x="227033" y="255316"/>
                  </a:lnTo>
                  <a:lnTo>
                    <a:pt x="227327" y="257999"/>
                  </a:lnTo>
                  <a:lnTo>
                    <a:pt x="228125" y="265277"/>
                  </a:lnTo>
                  <a:lnTo>
                    <a:pt x="228018" y="268044"/>
                  </a:lnTo>
                  <a:lnTo>
                    <a:pt x="227999" y="268527"/>
                  </a:lnTo>
                  <a:lnTo>
                    <a:pt x="227736" y="275360"/>
                  </a:lnTo>
                  <a:lnTo>
                    <a:pt x="227536" y="280524"/>
                  </a:lnTo>
                  <a:lnTo>
                    <a:pt x="227278" y="287217"/>
                  </a:lnTo>
                  <a:lnTo>
                    <a:pt x="227278" y="288003"/>
                  </a:lnTo>
                  <a:lnTo>
                    <a:pt x="227278" y="296608"/>
                  </a:lnTo>
                  <a:lnTo>
                    <a:pt x="227278" y="299630"/>
                  </a:lnTo>
                  <a:lnTo>
                    <a:pt x="228044" y="304718"/>
                  </a:lnTo>
                  <a:lnTo>
                    <a:pt x="229061" y="311477"/>
                  </a:lnTo>
                  <a:lnTo>
                    <a:pt x="229537" y="314641"/>
                  </a:lnTo>
                  <a:lnTo>
                    <a:pt x="229661" y="315268"/>
                  </a:lnTo>
                  <a:lnTo>
                    <a:pt x="231540" y="324793"/>
                  </a:lnTo>
                  <a:lnTo>
                    <a:pt x="232584" y="330085"/>
                  </a:lnTo>
                  <a:lnTo>
                    <a:pt x="233110" y="332753"/>
                  </a:lnTo>
                  <a:lnTo>
                    <a:pt x="233648" y="335482"/>
                  </a:lnTo>
                  <a:lnTo>
                    <a:pt x="235993" y="347369"/>
                  </a:lnTo>
                  <a:lnTo>
                    <a:pt x="236384" y="349352"/>
                  </a:lnTo>
                  <a:lnTo>
                    <a:pt x="236598" y="350437"/>
                  </a:lnTo>
                  <a:lnTo>
                    <a:pt x="236690" y="350810"/>
                  </a:lnTo>
                  <a:lnTo>
                    <a:pt x="237883" y="355668"/>
                  </a:lnTo>
                  <a:lnTo>
                    <a:pt x="239218" y="361102"/>
                  </a:lnTo>
                  <a:lnTo>
                    <a:pt x="240409" y="365949"/>
                  </a:lnTo>
                  <a:lnTo>
                    <a:pt x="240628" y="366841"/>
                  </a:lnTo>
                  <a:lnTo>
                    <a:pt x="240880" y="367868"/>
                  </a:lnTo>
                  <a:lnTo>
                    <a:pt x="241618" y="370874"/>
                  </a:lnTo>
                  <a:lnTo>
                    <a:pt x="242319" y="373725"/>
                  </a:lnTo>
                  <a:lnTo>
                    <a:pt x="243536" y="378680"/>
                  </a:lnTo>
                  <a:lnTo>
                    <a:pt x="244595" y="383821"/>
                  </a:lnTo>
                  <a:lnTo>
                    <a:pt x="242016" y="387459"/>
                  </a:lnTo>
                  <a:lnTo>
                    <a:pt x="233133" y="389203"/>
                  </a:lnTo>
                  <a:lnTo>
                    <a:pt x="232857" y="389257"/>
                  </a:lnTo>
                  <a:lnTo>
                    <a:pt x="232379" y="389363"/>
                  </a:lnTo>
                  <a:lnTo>
                    <a:pt x="222398" y="391570"/>
                  </a:lnTo>
                  <a:lnTo>
                    <a:pt x="214762" y="393258"/>
                  </a:lnTo>
                  <a:lnTo>
                    <a:pt x="214210" y="393380"/>
                  </a:lnTo>
                  <a:lnTo>
                    <a:pt x="201122" y="396102"/>
                  </a:lnTo>
                  <a:lnTo>
                    <a:pt x="200067" y="396321"/>
                  </a:lnTo>
                  <a:lnTo>
                    <a:pt x="199101" y="396522"/>
                  </a:lnTo>
                  <a:lnTo>
                    <a:pt x="182824" y="399811"/>
                  </a:lnTo>
                  <a:lnTo>
                    <a:pt x="176516" y="365463"/>
                  </a:lnTo>
                  <a:lnTo>
                    <a:pt x="176286" y="364211"/>
                  </a:lnTo>
                  <a:lnTo>
                    <a:pt x="176054" y="364263"/>
                  </a:lnTo>
                  <a:lnTo>
                    <a:pt x="164975" y="366240"/>
                  </a:lnTo>
                  <a:lnTo>
                    <a:pt x="163536" y="366496"/>
                  </a:lnTo>
                  <a:lnTo>
                    <a:pt x="161101" y="366931"/>
                  </a:lnTo>
                  <a:lnTo>
                    <a:pt x="160961" y="366956"/>
                  </a:lnTo>
                  <a:lnTo>
                    <a:pt x="146418" y="369628"/>
                  </a:lnTo>
                  <a:lnTo>
                    <a:pt x="138894" y="371011"/>
                  </a:lnTo>
                  <a:lnTo>
                    <a:pt x="136132" y="371519"/>
                  </a:lnTo>
                  <a:lnTo>
                    <a:pt x="133236" y="372009"/>
                  </a:lnTo>
                  <a:lnTo>
                    <a:pt x="122773" y="373779"/>
                  </a:lnTo>
                  <a:lnTo>
                    <a:pt x="116554" y="374831"/>
                  </a:lnTo>
                  <a:lnTo>
                    <a:pt x="115426" y="375022"/>
                  </a:lnTo>
                  <a:lnTo>
                    <a:pt x="114328" y="375207"/>
                  </a:lnTo>
                  <a:lnTo>
                    <a:pt x="95541" y="378396"/>
                  </a:lnTo>
                  <a:lnTo>
                    <a:pt x="93344" y="378769"/>
                  </a:lnTo>
                  <a:lnTo>
                    <a:pt x="91783" y="379034"/>
                  </a:lnTo>
                  <a:lnTo>
                    <a:pt x="77898" y="381391"/>
                  </a:lnTo>
                  <a:lnTo>
                    <a:pt x="74610" y="381949"/>
                  </a:lnTo>
                  <a:lnTo>
                    <a:pt x="73154" y="382201"/>
                  </a:lnTo>
                  <a:lnTo>
                    <a:pt x="52471" y="385787"/>
                  </a:lnTo>
                  <a:lnTo>
                    <a:pt x="50878" y="386063"/>
                  </a:lnTo>
                  <a:lnTo>
                    <a:pt x="50231" y="386175"/>
                  </a:lnTo>
                  <a:lnTo>
                    <a:pt x="43795" y="387672"/>
                  </a:lnTo>
                  <a:lnTo>
                    <a:pt x="43153" y="387821"/>
                  </a:lnTo>
                  <a:lnTo>
                    <a:pt x="35477" y="389605"/>
                  </a:lnTo>
                  <a:lnTo>
                    <a:pt x="32572" y="390280"/>
                  </a:lnTo>
                  <a:lnTo>
                    <a:pt x="32353" y="388697"/>
                  </a:lnTo>
                  <a:lnTo>
                    <a:pt x="32194" y="387554"/>
                  </a:lnTo>
                  <a:lnTo>
                    <a:pt x="32120" y="387020"/>
                  </a:lnTo>
                  <a:lnTo>
                    <a:pt x="32054" y="386543"/>
                  </a:lnTo>
                  <a:lnTo>
                    <a:pt x="30191" y="373106"/>
                  </a:lnTo>
                  <a:lnTo>
                    <a:pt x="29553" y="368505"/>
                  </a:lnTo>
                  <a:lnTo>
                    <a:pt x="29296" y="366650"/>
                  </a:lnTo>
                  <a:lnTo>
                    <a:pt x="29201" y="365621"/>
                  </a:lnTo>
                  <a:lnTo>
                    <a:pt x="28557" y="358599"/>
                  </a:lnTo>
                  <a:lnTo>
                    <a:pt x="27803" y="350374"/>
                  </a:lnTo>
                  <a:lnTo>
                    <a:pt x="26866" y="340159"/>
                  </a:lnTo>
                  <a:lnTo>
                    <a:pt x="24486" y="314216"/>
                  </a:lnTo>
                  <a:lnTo>
                    <a:pt x="24336" y="312583"/>
                  </a:lnTo>
                  <a:lnTo>
                    <a:pt x="23774" y="306361"/>
                  </a:lnTo>
                  <a:lnTo>
                    <a:pt x="23347" y="301649"/>
                  </a:lnTo>
                  <a:lnTo>
                    <a:pt x="22908" y="296793"/>
                  </a:lnTo>
                  <a:lnTo>
                    <a:pt x="22500" y="292282"/>
                  </a:lnTo>
                  <a:lnTo>
                    <a:pt x="21630" y="282670"/>
                  </a:lnTo>
                  <a:lnTo>
                    <a:pt x="20311" y="268088"/>
                  </a:lnTo>
                  <a:lnTo>
                    <a:pt x="20038" y="265072"/>
                  </a:lnTo>
                  <a:lnTo>
                    <a:pt x="18805" y="252019"/>
                  </a:lnTo>
                  <a:lnTo>
                    <a:pt x="18596" y="249808"/>
                  </a:lnTo>
                  <a:lnTo>
                    <a:pt x="18481" y="248592"/>
                  </a:lnTo>
                  <a:lnTo>
                    <a:pt x="18144" y="245022"/>
                  </a:lnTo>
                  <a:lnTo>
                    <a:pt x="17245" y="235515"/>
                  </a:lnTo>
                  <a:lnTo>
                    <a:pt x="17149" y="234496"/>
                  </a:lnTo>
                  <a:lnTo>
                    <a:pt x="16014" y="222483"/>
                  </a:lnTo>
                  <a:lnTo>
                    <a:pt x="14627" y="207809"/>
                  </a:lnTo>
                  <a:lnTo>
                    <a:pt x="14418" y="205599"/>
                  </a:lnTo>
                  <a:lnTo>
                    <a:pt x="13935" y="200424"/>
                  </a:lnTo>
                  <a:lnTo>
                    <a:pt x="13662" y="197502"/>
                  </a:lnTo>
                  <a:lnTo>
                    <a:pt x="12467" y="184711"/>
                  </a:lnTo>
                  <a:lnTo>
                    <a:pt x="11641" y="175863"/>
                  </a:lnTo>
                  <a:lnTo>
                    <a:pt x="11437" y="173172"/>
                  </a:lnTo>
                  <a:lnTo>
                    <a:pt x="10796" y="164690"/>
                  </a:lnTo>
                  <a:lnTo>
                    <a:pt x="8266" y="131214"/>
                  </a:lnTo>
                  <a:lnTo>
                    <a:pt x="8207" y="130438"/>
                  </a:lnTo>
                  <a:lnTo>
                    <a:pt x="6973" y="114107"/>
                  </a:lnTo>
                  <a:lnTo>
                    <a:pt x="5883" y="99689"/>
                  </a:lnTo>
                  <a:lnTo>
                    <a:pt x="4629" y="81794"/>
                  </a:lnTo>
                  <a:lnTo>
                    <a:pt x="4118" y="74515"/>
                  </a:lnTo>
                  <a:lnTo>
                    <a:pt x="3682" y="68291"/>
                  </a:lnTo>
                  <a:lnTo>
                    <a:pt x="3620" y="67401"/>
                  </a:lnTo>
                  <a:lnTo>
                    <a:pt x="3566" y="66637"/>
                  </a:lnTo>
                  <a:lnTo>
                    <a:pt x="1034" y="30515"/>
                  </a:lnTo>
                  <a:lnTo>
                    <a:pt x="959" y="29449"/>
                  </a:lnTo>
                  <a:lnTo>
                    <a:pt x="741" y="26341"/>
                  </a:lnTo>
                  <a:lnTo>
                    <a:pt x="567" y="23853"/>
                  </a:lnTo>
                  <a:lnTo>
                    <a:pt x="417" y="21725"/>
                  </a:lnTo>
                  <a:lnTo>
                    <a:pt x="344" y="20677"/>
                  </a:lnTo>
                  <a:lnTo>
                    <a:pt x="272" y="19654"/>
                  </a:lnTo>
                  <a:lnTo>
                    <a:pt x="0" y="15763"/>
                  </a:lnTo>
                  <a:lnTo>
                    <a:pt x="3472" y="15359"/>
                  </a:lnTo>
                  <a:lnTo>
                    <a:pt x="4765" y="15209"/>
                  </a:lnTo>
                  <a:lnTo>
                    <a:pt x="10700" y="14519"/>
                  </a:lnTo>
                  <a:lnTo>
                    <a:pt x="15249" y="13990"/>
                  </a:lnTo>
                  <a:lnTo>
                    <a:pt x="17994" y="13692"/>
                  </a:lnTo>
                  <a:lnTo>
                    <a:pt x="20433" y="13427"/>
                  </a:lnTo>
                  <a:lnTo>
                    <a:pt x="21457" y="13316"/>
                  </a:lnTo>
                  <a:lnTo>
                    <a:pt x="24298" y="13007"/>
                  </a:lnTo>
                  <a:lnTo>
                    <a:pt x="34793" y="11868"/>
                  </a:lnTo>
                  <a:lnTo>
                    <a:pt x="41748" y="11113"/>
                  </a:lnTo>
                  <a:lnTo>
                    <a:pt x="45477" y="10708"/>
                  </a:lnTo>
                  <a:lnTo>
                    <a:pt x="45822" y="10670"/>
                  </a:lnTo>
                  <a:lnTo>
                    <a:pt x="61594" y="8958"/>
                  </a:lnTo>
                  <a:lnTo>
                    <a:pt x="62757" y="8832"/>
                  </a:lnTo>
                  <a:lnTo>
                    <a:pt x="81599" y="6786"/>
                  </a:lnTo>
                  <a:lnTo>
                    <a:pt x="84218" y="6502"/>
                  </a:lnTo>
                  <a:lnTo>
                    <a:pt x="84949" y="6422"/>
                  </a:lnTo>
                  <a:lnTo>
                    <a:pt x="120318" y="2582"/>
                  </a:lnTo>
                  <a:lnTo>
                    <a:pt x="129260" y="1611"/>
                  </a:lnTo>
                  <a:lnTo>
                    <a:pt x="133483" y="1153"/>
                  </a:lnTo>
                  <a:lnTo>
                    <a:pt x="135589" y="924"/>
                  </a:lnTo>
                  <a:lnTo>
                    <a:pt x="140094" y="435"/>
                  </a:lnTo>
                  <a:lnTo>
                    <a:pt x="144106" y="0"/>
                  </a:lnTo>
                  <a:lnTo>
                    <a:pt x="151351" y="4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80656" y="4077646"/>
              <a:ext cx="371493" cy="275341"/>
            </a:xfrm>
            <a:custGeom>
              <a:avLst/>
              <a:pathLst>
                <a:path w="371493" h="275341">
                  <a:moveTo>
                    <a:pt x="360204" y="108048"/>
                  </a:moveTo>
                  <a:lnTo>
                    <a:pt x="353062" y="126866"/>
                  </a:lnTo>
                  <a:lnTo>
                    <a:pt x="352886" y="128005"/>
                  </a:lnTo>
                  <a:lnTo>
                    <a:pt x="352560" y="130112"/>
                  </a:lnTo>
                  <a:lnTo>
                    <a:pt x="350234" y="136939"/>
                  </a:lnTo>
                  <a:lnTo>
                    <a:pt x="346433" y="148096"/>
                  </a:lnTo>
                  <a:lnTo>
                    <a:pt x="346156" y="148909"/>
                  </a:lnTo>
                  <a:lnTo>
                    <a:pt x="339399" y="168743"/>
                  </a:lnTo>
                  <a:lnTo>
                    <a:pt x="339151" y="169472"/>
                  </a:lnTo>
                  <a:lnTo>
                    <a:pt x="333003" y="187517"/>
                  </a:lnTo>
                  <a:lnTo>
                    <a:pt x="332780" y="188512"/>
                  </a:lnTo>
                  <a:lnTo>
                    <a:pt x="332591" y="189353"/>
                  </a:lnTo>
                  <a:lnTo>
                    <a:pt x="332178" y="191189"/>
                  </a:lnTo>
                  <a:lnTo>
                    <a:pt x="328357" y="209541"/>
                  </a:lnTo>
                  <a:lnTo>
                    <a:pt x="349895" y="215458"/>
                  </a:lnTo>
                  <a:lnTo>
                    <a:pt x="352255" y="216165"/>
                  </a:lnTo>
                  <a:lnTo>
                    <a:pt x="352559" y="216256"/>
                  </a:lnTo>
                  <a:lnTo>
                    <a:pt x="355039" y="216978"/>
                  </a:lnTo>
                  <a:lnTo>
                    <a:pt x="364639" y="219773"/>
                  </a:lnTo>
                  <a:lnTo>
                    <a:pt x="361977" y="228922"/>
                  </a:lnTo>
                  <a:lnTo>
                    <a:pt x="353623" y="226101"/>
                  </a:lnTo>
                  <a:lnTo>
                    <a:pt x="351961" y="225744"/>
                  </a:lnTo>
                  <a:lnTo>
                    <a:pt x="345436" y="224343"/>
                  </a:lnTo>
                  <a:lnTo>
                    <a:pt x="339330" y="224026"/>
                  </a:lnTo>
                  <a:lnTo>
                    <a:pt x="336079" y="224200"/>
                  </a:lnTo>
                  <a:lnTo>
                    <a:pt x="335788" y="231135"/>
                  </a:lnTo>
                  <a:lnTo>
                    <a:pt x="335652" y="234376"/>
                  </a:lnTo>
                  <a:lnTo>
                    <a:pt x="335637" y="234734"/>
                  </a:lnTo>
                  <a:lnTo>
                    <a:pt x="335598" y="235675"/>
                  </a:lnTo>
                  <a:lnTo>
                    <a:pt x="335507" y="236733"/>
                  </a:lnTo>
                  <a:lnTo>
                    <a:pt x="335405" y="237917"/>
                  </a:lnTo>
                  <a:lnTo>
                    <a:pt x="335431" y="239031"/>
                  </a:lnTo>
                  <a:lnTo>
                    <a:pt x="335512" y="242529"/>
                  </a:lnTo>
                  <a:lnTo>
                    <a:pt x="335623" y="247276"/>
                  </a:lnTo>
                  <a:lnTo>
                    <a:pt x="335632" y="247664"/>
                  </a:lnTo>
                  <a:lnTo>
                    <a:pt x="335646" y="248285"/>
                  </a:lnTo>
                  <a:lnTo>
                    <a:pt x="335568" y="253566"/>
                  </a:lnTo>
                  <a:lnTo>
                    <a:pt x="335358" y="255843"/>
                  </a:lnTo>
                  <a:lnTo>
                    <a:pt x="334693" y="263054"/>
                  </a:lnTo>
                  <a:lnTo>
                    <a:pt x="286571" y="267654"/>
                  </a:lnTo>
                  <a:lnTo>
                    <a:pt x="243341" y="275341"/>
                  </a:lnTo>
                  <a:lnTo>
                    <a:pt x="206423" y="244084"/>
                  </a:lnTo>
                  <a:lnTo>
                    <a:pt x="225158" y="229722"/>
                  </a:lnTo>
                  <a:lnTo>
                    <a:pt x="246584" y="215263"/>
                  </a:lnTo>
                  <a:lnTo>
                    <a:pt x="248770" y="210826"/>
                  </a:lnTo>
                  <a:lnTo>
                    <a:pt x="248529" y="208772"/>
                  </a:lnTo>
                  <a:lnTo>
                    <a:pt x="246741" y="206375"/>
                  </a:lnTo>
                  <a:lnTo>
                    <a:pt x="219215" y="194992"/>
                  </a:lnTo>
                  <a:lnTo>
                    <a:pt x="214453" y="194354"/>
                  </a:lnTo>
                  <a:lnTo>
                    <a:pt x="193226" y="209616"/>
                  </a:lnTo>
                  <a:lnTo>
                    <a:pt x="176860" y="215361"/>
                  </a:lnTo>
                  <a:lnTo>
                    <a:pt x="128714" y="233957"/>
                  </a:lnTo>
                  <a:lnTo>
                    <a:pt x="123827" y="239083"/>
                  </a:lnTo>
                  <a:lnTo>
                    <a:pt x="125187" y="249276"/>
                  </a:lnTo>
                  <a:lnTo>
                    <a:pt x="122128" y="255715"/>
                  </a:lnTo>
                  <a:lnTo>
                    <a:pt x="112760" y="263881"/>
                  </a:lnTo>
                  <a:lnTo>
                    <a:pt x="108214" y="264022"/>
                  </a:lnTo>
                  <a:lnTo>
                    <a:pt x="99186" y="267092"/>
                  </a:lnTo>
                  <a:lnTo>
                    <a:pt x="88826" y="269120"/>
                  </a:lnTo>
                  <a:lnTo>
                    <a:pt x="76830" y="259955"/>
                  </a:lnTo>
                  <a:lnTo>
                    <a:pt x="61048" y="252295"/>
                  </a:lnTo>
                  <a:lnTo>
                    <a:pt x="62920" y="248374"/>
                  </a:lnTo>
                  <a:lnTo>
                    <a:pt x="61048" y="225848"/>
                  </a:lnTo>
                  <a:lnTo>
                    <a:pt x="52685" y="223644"/>
                  </a:lnTo>
                  <a:lnTo>
                    <a:pt x="45522" y="216041"/>
                  </a:lnTo>
                  <a:lnTo>
                    <a:pt x="45383" y="165451"/>
                  </a:lnTo>
                  <a:lnTo>
                    <a:pt x="42813" y="159329"/>
                  </a:lnTo>
                  <a:lnTo>
                    <a:pt x="36815" y="157796"/>
                  </a:lnTo>
                  <a:lnTo>
                    <a:pt x="25665" y="160987"/>
                  </a:lnTo>
                  <a:lnTo>
                    <a:pt x="17465" y="165178"/>
                  </a:lnTo>
                  <a:lnTo>
                    <a:pt x="15509" y="159882"/>
                  </a:lnTo>
                  <a:lnTo>
                    <a:pt x="12347" y="151325"/>
                  </a:lnTo>
                  <a:lnTo>
                    <a:pt x="11924" y="150331"/>
                  </a:lnTo>
                  <a:lnTo>
                    <a:pt x="9479" y="139661"/>
                  </a:lnTo>
                  <a:lnTo>
                    <a:pt x="8766" y="136547"/>
                  </a:lnTo>
                  <a:lnTo>
                    <a:pt x="8760" y="135900"/>
                  </a:lnTo>
                  <a:lnTo>
                    <a:pt x="8718" y="130939"/>
                  </a:lnTo>
                  <a:lnTo>
                    <a:pt x="11141" y="127005"/>
                  </a:lnTo>
                  <a:lnTo>
                    <a:pt x="11907" y="125759"/>
                  </a:lnTo>
                  <a:lnTo>
                    <a:pt x="8086" y="121095"/>
                  </a:lnTo>
                  <a:lnTo>
                    <a:pt x="1301" y="112813"/>
                  </a:lnTo>
                  <a:lnTo>
                    <a:pt x="843" y="111947"/>
                  </a:lnTo>
                  <a:lnTo>
                    <a:pt x="694" y="111664"/>
                  </a:lnTo>
                  <a:lnTo>
                    <a:pt x="0" y="110351"/>
                  </a:lnTo>
                  <a:lnTo>
                    <a:pt x="3811" y="107733"/>
                  </a:lnTo>
                  <a:lnTo>
                    <a:pt x="14927" y="107274"/>
                  </a:lnTo>
                  <a:lnTo>
                    <a:pt x="16822" y="107201"/>
                  </a:lnTo>
                  <a:lnTo>
                    <a:pt x="17102" y="107191"/>
                  </a:lnTo>
                  <a:lnTo>
                    <a:pt x="18531" y="107136"/>
                  </a:lnTo>
                  <a:lnTo>
                    <a:pt x="19402" y="107102"/>
                  </a:lnTo>
                  <a:lnTo>
                    <a:pt x="21297" y="107030"/>
                  </a:lnTo>
                  <a:lnTo>
                    <a:pt x="23127" y="106959"/>
                  </a:lnTo>
                  <a:lnTo>
                    <a:pt x="25397" y="107226"/>
                  </a:lnTo>
                  <a:lnTo>
                    <a:pt x="35902" y="108461"/>
                  </a:lnTo>
                  <a:lnTo>
                    <a:pt x="43351" y="109336"/>
                  </a:lnTo>
                  <a:lnTo>
                    <a:pt x="43506" y="109354"/>
                  </a:lnTo>
                  <a:lnTo>
                    <a:pt x="51897" y="110341"/>
                  </a:lnTo>
                  <a:lnTo>
                    <a:pt x="52240" y="110405"/>
                  </a:lnTo>
                  <a:lnTo>
                    <a:pt x="62920" y="112423"/>
                  </a:lnTo>
                  <a:lnTo>
                    <a:pt x="63716" y="112574"/>
                  </a:lnTo>
                  <a:lnTo>
                    <a:pt x="70122" y="113784"/>
                  </a:lnTo>
                  <a:lnTo>
                    <a:pt x="79435" y="115544"/>
                  </a:lnTo>
                  <a:lnTo>
                    <a:pt x="79489" y="115383"/>
                  </a:lnTo>
                  <a:lnTo>
                    <a:pt x="79880" y="114219"/>
                  </a:lnTo>
                  <a:lnTo>
                    <a:pt x="80472" y="112459"/>
                  </a:lnTo>
                  <a:lnTo>
                    <a:pt x="80597" y="112084"/>
                  </a:lnTo>
                  <a:lnTo>
                    <a:pt x="83074" y="104714"/>
                  </a:lnTo>
                  <a:lnTo>
                    <a:pt x="83505" y="103431"/>
                  </a:lnTo>
                  <a:lnTo>
                    <a:pt x="87057" y="92862"/>
                  </a:lnTo>
                  <a:lnTo>
                    <a:pt x="87486" y="91659"/>
                  </a:lnTo>
                  <a:lnTo>
                    <a:pt x="87865" y="90400"/>
                  </a:lnTo>
                  <a:lnTo>
                    <a:pt x="87987" y="89994"/>
                  </a:lnTo>
                  <a:lnTo>
                    <a:pt x="88381" y="88685"/>
                  </a:lnTo>
                  <a:lnTo>
                    <a:pt x="88437" y="88498"/>
                  </a:lnTo>
                  <a:lnTo>
                    <a:pt x="89231" y="86184"/>
                  </a:lnTo>
                  <a:lnTo>
                    <a:pt x="90031" y="83853"/>
                  </a:lnTo>
                  <a:lnTo>
                    <a:pt x="90532" y="82395"/>
                  </a:lnTo>
                  <a:lnTo>
                    <a:pt x="91110" y="80710"/>
                  </a:lnTo>
                  <a:lnTo>
                    <a:pt x="93160" y="74739"/>
                  </a:lnTo>
                  <a:lnTo>
                    <a:pt x="93335" y="74228"/>
                  </a:lnTo>
                  <a:lnTo>
                    <a:pt x="93718" y="73110"/>
                  </a:lnTo>
                  <a:lnTo>
                    <a:pt x="95074" y="69161"/>
                  </a:lnTo>
                  <a:lnTo>
                    <a:pt x="95191" y="68821"/>
                  </a:lnTo>
                  <a:lnTo>
                    <a:pt x="95236" y="68690"/>
                  </a:lnTo>
                  <a:lnTo>
                    <a:pt x="95383" y="68261"/>
                  </a:lnTo>
                  <a:lnTo>
                    <a:pt x="95444" y="68083"/>
                  </a:lnTo>
                  <a:lnTo>
                    <a:pt x="95499" y="67924"/>
                  </a:lnTo>
                  <a:lnTo>
                    <a:pt x="95753" y="67182"/>
                  </a:lnTo>
                  <a:lnTo>
                    <a:pt x="96137" y="66062"/>
                  </a:lnTo>
                  <a:lnTo>
                    <a:pt x="96843" y="63976"/>
                  </a:lnTo>
                  <a:lnTo>
                    <a:pt x="97523" y="61966"/>
                  </a:lnTo>
                  <a:lnTo>
                    <a:pt x="97697" y="61451"/>
                  </a:lnTo>
                  <a:lnTo>
                    <a:pt x="98120" y="60198"/>
                  </a:lnTo>
                  <a:lnTo>
                    <a:pt x="98562" y="58891"/>
                  </a:lnTo>
                  <a:lnTo>
                    <a:pt x="98753" y="58326"/>
                  </a:lnTo>
                  <a:lnTo>
                    <a:pt x="101399" y="50502"/>
                  </a:lnTo>
                  <a:lnTo>
                    <a:pt x="101770" y="49407"/>
                  </a:lnTo>
                  <a:lnTo>
                    <a:pt x="102451" y="47391"/>
                  </a:lnTo>
                  <a:lnTo>
                    <a:pt x="102745" y="46521"/>
                  </a:lnTo>
                  <a:lnTo>
                    <a:pt x="103221" y="45114"/>
                  </a:lnTo>
                  <a:lnTo>
                    <a:pt x="103450" y="44438"/>
                  </a:lnTo>
                  <a:lnTo>
                    <a:pt x="103622" y="43921"/>
                  </a:lnTo>
                  <a:lnTo>
                    <a:pt x="103686" y="43703"/>
                  </a:lnTo>
                  <a:lnTo>
                    <a:pt x="104088" y="42343"/>
                  </a:lnTo>
                  <a:lnTo>
                    <a:pt x="104200" y="41967"/>
                  </a:lnTo>
                  <a:lnTo>
                    <a:pt x="107166" y="31936"/>
                  </a:lnTo>
                  <a:lnTo>
                    <a:pt x="111506" y="17263"/>
                  </a:lnTo>
                  <a:lnTo>
                    <a:pt x="111767" y="16219"/>
                  </a:lnTo>
                  <a:lnTo>
                    <a:pt x="114206" y="6458"/>
                  </a:lnTo>
                  <a:lnTo>
                    <a:pt x="115820" y="0"/>
                  </a:lnTo>
                  <a:lnTo>
                    <a:pt x="116933" y="280"/>
                  </a:lnTo>
                  <a:lnTo>
                    <a:pt x="117094" y="321"/>
                  </a:lnTo>
                  <a:lnTo>
                    <a:pt x="129012" y="3326"/>
                  </a:lnTo>
                  <a:lnTo>
                    <a:pt x="129605" y="3475"/>
                  </a:lnTo>
                  <a:lnTo>
                    <a:pt x="153856" y="9590"/>
                  </a:lnTo>
                  <a:lnTo>
                    <a:pt x="154678" y="9797"/>
                  </a:lnTo>
                  <a:lnTo>
                    <a:pt x="163215" y="11950"/>
                  </a:lnTo>
                  <a:lnTo>
                    <a:pt x="164124" y="12183"/>
                  </a:lnTo>
                  <a:lnTo>
                    <a:pt x="168067" y="13194"/>
                  </a:lnTo>
                  <a:lnTo>
                    <a:pt x="180609" y="16410"/>
                  </a:lnTo>
                  <a:lnTo>
                    <a:pt x="189691" y="18739"/>
                  </a:lnTo>
                  <a:lnTo>
                    <a:pt x="194787" y="20045"/>
                  </a:lnTo>
                  <a:lnTo>
                    <a:pt x="196818" y="20566"/>
                  </a:lnTo>
                  <a:lnTo>
                    <a:pt x="216332" y="25570"/>
                  </a:lnTo>
                  <a:lnTo>
                    <a:pt x="220114" y="26540"/>
                  </a:lnTo>
                  <a:lnTo>
                    <a:pt x="221566" y="26923"/>
                  </a:lnTo>
                  <a:lnTo>
                    <a:pt x="222304" y="27118"/>
                  </a:lnTo>
                  <a:lnTo>
                    <a:pt x="223255" y="27368"/>
                  </a:lnTo>
                  <a:lnTo>
                    <a:pt x="223668" y="27477"/>
                  </a:lnTo>
                  <a:lnTo>
                    <a:pt x="224867" y="27794"/>
                  </a:lnTo>
                  <a:lnTo>
                    <a:pt x="241563" y="32197"/>
                  </a:lnTo>
                  <a:lnTo>
                    <a:pt x="246099" y="33394"/>
                  </a:lnTo>
                  <a:lnTo>
                    <a:pt x="260907" y="37392"/>
                  </a:lnTo>
                  <a:lnTo>
                    <a:pt x="262098" y="37691"/>
                  </a:lnTo>
                  <a:lnTo>
                    <a:pt x="286037" y="43715"/>
                  </a:lnTo>
                  <a:lnTo>
                    <a:pt x="288539" y="44408"/>
                  </a:lnTo>
                  <a:lnTo>
                    <a:pt x="289385" y="44642"/>
                  </a:lnTo>
                  <a:lnTo>
                    <a:pt x="289874" y="44777"/>
                  </a:lnTo>
                  <a:lnTo>
                    <a:pt x="303372" y="48514"/>
                  </a:lnTo>
                  <a:lnTo>
                    <a:pt x="314515" y="51599"/>
                  </a:lnTo>
                  <a:lnTo>
                    <a:pt x="315419" y="51849"/>
                  </a:lnTo>
                  <a:lnTo>
                    <a:pt x="315639" y="51909"/>
                  </a:lnTo>
                  <a:lnTo>
                    <a:pt x="317393" y="52383"/>
                  </a:lnTo>
                  <a:lnTo>
                    <a:pt x="318154" y="52589"/>
                  </a:lnTo>
                  <a:lnTo>
                    <a:pt x="318607" y="52712"/>
                  </a:lnTo>
                  <a:lnTo>
                    <a:pt x="345238" y="59917"/>
                  </a:lnTo>
                  <a:lnTo>
                    <a:pt x="367606" y="65969"/>
                  </a:lnTo>
                  <a:lnTo>
                    <a:pt x="370774" y="66912"/>
                  </a:lnTo>
                  <a:lnTo>
                    <a:pt x="371493" y="67126"/>
                  </a:lnTo>
                  <a:lnTo>
                    <a:pt x="365537" y="88921"/>
                  </a:lnTo>
                  <a:lnTo>
                    <a:pt x="362154" y="101303"/>
                  </a:lnTo>
                  <a:lnTo>
                    <a:pt x="360584" y="107048"/>
                  </a:lnTo>
                  <a:lnTo>
                    <a:pt x="360273" y="107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212357" y="4217748"/>
              <a:ext cx="402953" cy="385847"/>
            </a:xfrm>
            <a:custGeom>
              <a:avLst/>
              <a:pathLst>
                <a:path w="402953" h="385847">
                  <a:moveTo>
                    <a:pt x="148359" y="1251"/>
                  </a:moveTo>
                  <a:lnTo>
                    <a:pt x="154667" y="35600"/>
                  </a:lnTo>
                  <a:lnTo>
                    <a:pt x="170944" y="32311"/>
                  </a:lnTo>
                  <a:lnTo>
                    <a:pt x="171910" y="32110"/>
                  </a:lnTo>
                  <a:lnTo>
                    <a:pt x="172964" y="31891"/>
                  </a:lnTo>
                  <a:lnTo>
                    <a:pt x="186053" y="29168"/>
                  </a:lnTo>
                  <a:lnTo>
                    <a:pt x="186604" y="29046"/>
                  </a:lnTo>
                  <a:lnTo>
                    <a:pt x="194241" y="27358"/>
                  </a:lnTo>
                  <a:lnTo>
                    <a:pt x="204222" y="25151"/>
                  </a:lnTo>
                  <a:lnTo>
                    <a:pt x="204700" y="25046"/>
                  </a:lnTo>
                  <a:lnTo>
                    <a:pt x="204976" y="24992"/>
                  </a:lnTo>
                  <a:lnTo>
                    <a:pt x="213858" y="23248"/>
                  </a:lnTo>
                  <a:lnTo>
                    <a:pt x="216437" y="19609"/>
                  </a:lnTo>
                  <a:lnTo>
                    <a:pt x="215379" y="14469"/>
                  </a:lnTo>
                  <a:lnTo>
                    <a:pt x="215817" y="14387"/>
                  </a:lnTo>
                  <a:lnTo>
                    <a:pt x="221502" y="13332"/>
                  </a:lnTo>
                  <a:lnTo>
                    <a:pt x="224822" y="12715"/>
                  </a:lnTo>
                  <a:lnTo>
                    <a:pt x="231812" y="11974"/>
                  </a:lnTo>
                  <a:lnTo>
                    <a:pt x="241477" y="10949"/>
                  </a:lnTo>
                  <a:lnTo>
                    <a:pt x="255520" y="10215"/>
                  </a:lnTo>
                  <a:lnTo>
                    <a:pt x="265458" y="9695"/>
                  </a:lnTo>
                  <a:lnTo>
                    <a:pt x="267427" y="9689"/>
                  </a:lnTo>
                  <a:lnTo>
                    <a:pt x="269423" y="9682"/>
                  </a:lnTo>
                  <a:lnTo>
                    <a:pt x="284124" y="9634"/>
                  </a:lnTo>
                  <a:lnTo>
                    <a:pt x="285591" y="9722"/>
                  </a:lnTo>
                  <a:lnTo>
                    <a:pt x="304906" y="10869"/>
                  </a:lnTo>
                  <a:lnTo>
                    <a:pt x="305658" y="10914"/>
                  </a:lnTo>
                  <a:lnTo>
                    <a:pt x="307819" y="11126"/>
                  </a:lnTo>
                  <a:lnTo>
                    <a:pt x="309042" y="11247"/>
                  </a:lnTo>
                  <a:lnTo>
                    <a:pt x="320210" y="12344"/>
                  </a:lnTo>
                  <a:lnTo>
                    <a:pt x="331256" y="13710"/>
                  </a:lnTo>
                  <a:lnTo>
                    <a:pt x="333024" y="13929"/>
                  </a:lnTo>
                  <a:lnTo>
                    <a:pt x="351940" y="17334"/>
                  </a:lnTo>
                  <a:lnTo>
                    <a:pt x="353004" y="17526"/>
                  </a:lnTo>
                  <a:lnTo>
                    <a:pt x="355173" y="17916"/>
                  </a:lnTo>
                  <a:lnTo>
                    <a:pt x="355374" y="17952"/>
                  </a:lnTo>
                  <a:lnTo>
                    <a:pt x="354406" y="22605"/>
                  </a:lnTo>
                  <a:lnTo>
                    <a:pt x="349717" y="45152"/>
                  </a:lnTo>
                  <a:lnTo>
                    <a:pt x="349342" y="48174"/>
                  </a:lnTo>
                  <a:lnTo>
                    <a:pt x="348455" y="55315"/>
                  </a:lnTo>
                  <a:lnTo>
                    <a:pt x="349086" y="65157"/>
                  </a:lnTo>
                  <a:lnTo>
                    <a:pt x="350695" y="73851"/>
                  </a:lnTo>
                  <a:lnTo>
                    <a:pt x="351296" y="77095"/>
                  </a:lnTo>
                  <a:lnTo>
                    <a:pt x="357610" y="107425"/>
                  </a:lnTo>
                  <a:lnTo>
                    <a:pt x="359508" y="117151"/>
                  </a:lnTo>
                  <a:lnTo>
                    <a:pt x="359624" y="117743"/>
                  </a:lnTo>
                  <a:lnTo>
                    <a:pt x="360450" y="121975"/>
                  </a:lnTo>
                  <a:lnTo>
                    <a:pt x="360544" y="122460"/>
                  </a:lnTo>
                  <a:lnTo>
                    <a:pt x="364738" y="143945"/>
                  </a:lnTo>
                  <a:lnTo>
                    <a:pt x="364785" y="144185"/>
                  </a:lnTo>
                  <a:lnTo>
                    <a:pt x="364933" y="144946"/>
                  </a:lnTo>
                  <a:lnTo>
                    <a:pt x="369110" y="166342"/>
                  </a:lnTo>
                  <a:lnTo>
                    <a:pt x="376543" y="204426"/>
                  </a:lnTo>
                  <a:lnTo>
                    <a:pt x="376784" y="205658"/>
                  </a:lnTo>
                  <a:lnTo>
                    <a:pt x="377854" y="210415"/>
                  </a:lnTo>
                  <a:lnTo>
                    <a:pt x="380509" y="222210"/>
                  </a:lnTo>
                  <a:lnTo>
                    <a:pt x="380706" y="223085"/>
                  </a:lnTo>
                  <a:lnTo>
                    <a:pt x="382811" y="232437"/>
                  </a:lnTo>
                  <a:lnTo>
                    <a:pt x="387115" y="255353"/>
                  </a:lnTo>
                  <a:lnTo>
                    <a:pt x="392190" y="281333"/>
                  </a:lnTo>
                  <a:lnTo>
                    <a:pt x="394505" y="293185"/>
                  </a:lnTo>
                  <a:lnTo>
                    <a:pt x="395914" y="300395"/>
                  </a:lnTo>
                  <a:lnTo>
                    <a:pt x="399961" y="318792"/>
                  </a:lnTo>
                  <a:lnTo>
                    <a:pt x="402953" y="331580"/>
                  </a:lnTo>
                  <a:lnTo>
                    <a:pt x="402153" y="331751"/>
                  </a:lnTo>
                  <a:lnTo>
                    <a:pt x="382942" y="335629"/>
                  </a:lnTo>
                  <a:lnTo>
                    <a:pt x="355060" y="341258"/>
                  </a:lnTo>
                  <a:lnTo>
                    <a:pt x="343013" y="343590"/>
                  </a:lnTo>
                  <a:lnTo>
                    <a:pt x="342054" y="343776"/>
                  </a:lnTo>
                  <a:lnTo>
                    <a:pt x="329132" y="346278"/>
                  </a:lnTo>
                  <a:lnTo>
                    <a:pt x="301617" y="351606"/>
                  </a:lnTo>
                  <a:lnTo>
                    <a:pt x="300733" y="351777"/>
                  </a:lnTo>
                  <a:lnTo>
                    <a:pt x="298458" y="352217"/>
                  </a:lnTo>
                  <a:lnTo>
                    <a:pt x="295164" y="352855"/>
                  </a:lnTo>
                  <a:lnTo>
                    <a:pt x="292212" y="353427"/>
                  </a:lnTo>
                  <a:lnTo>
                    <a:pt x="291801" y="351685"/>
                  </a:lnTo>
                  <a:lnTo>
                    <a:pt x="291577" y="350737"/>
                  </a:lnTo>
                  <a:lnTo>
                    <a:pt x="291492" y="350378"/>
                  </a:lnTo>
                  <a:lnTo>
                    <a:pt x="290706" y="350428"/>
                  </a:lnTo>
                  <a:lnTo>
                    <a:pt x="289812" y="350484"/>
                  </a:lnTo>
                  <a:lnTo>
                    <a:pt x="285066" y="350782"/>
                  </a:lnTo>
                  <a:lnTo>
                    <a:pt x="274800" y="351427"/>
                  </a:lnTo>
                  <a:lnTo>
                    <a:pt x="272479" y="351794"/>
                  </a:lnTo>
                  <a:lnTo>
                    <a:pt x="270426" y="352118"/>
                  </a:lnTo>
                  <a:lnTo>
                    <a:pt x="270178" y="352157"/>
                  </a:lnTo>
                  <a:lnTo>
                    <a:pt x="269789" y="352219"/>
                  </a:lnTo>
                  <a:lnTo>
                    <a:pt x="269247" y="352305"/>
                  </a:lnTo>
                  <a:lnTo>
                    <a:pt x="268845" y="352368"/>
                  </a:lnTo>
                  <a:lnTo>
                    <a:pt x="264132" y="353113"/>
                  </a:lnTo>
                  <a:lnTo>
                    <a:pt x="260742" y="353649"/>
                  </a:lnTo>
                  <a:lnTo>
                    <a:pt x="259554" y="353837"/>
                  </a:lnTo>
                  <a:lnTo>
                    <a:pt x="249532" y="355422"/>
                  </a:lnTo>
                  <a:lnTo>
                    <a:pt x="240814" y="356800"/>
                  </a:lnTo>
                  <a:lnTo>
                    <a:pt x="231617" y="358254"/>
                  </a:lnTo>
                  <a:lnTo>
                    <a:pt x="223164" y="359591"/>
                  </a:lnTo>
                  <a:lnTo>
                    <a:pt x="221792" y="359808"/>
                  </a:lnTo>
                  <a:lnTo>
                    <a:pt x="207470" y="362198"/>
                  </a:lnTo>
                  <a:lnTo>
                    <a:pt x="205488" y="362529"/>
                  </a:lnTo>
                  <a:lnTo>
                    <a:pt x="201493" y="363196"/>
                  </a:lnTo>
                  <a:lnTo>
                    <a:pt x="188888" y="365300"/>
                  </a:lnTo>
                  <a:lnTo>
                    <a:pt x="188085" y="365434"/>
                  </a:lnTo>
                  <a:lnTo>
                    <a:pt x="177710" y="367084"/>
                  </a:lnTo>
                  <a:lnTo>
                    <a:pt x="170529" y="368170"/>
                  </a:lnTo>
                  <a:lnTo>
                    <a:pt x="164869" y="369025"/>
                  </a:lnTo>
                  <a:lnTo>
                    <a:pt x="156017" y="370364"/>
                  </a:lnTo>
                  <a:lnTo>
                    <a:pt x="147580" y="371640"/>
                  </a:lnTo>
                  <a:lnTo>
                    <a:pt x="109398" y="377413"/>
                  </a:lnTo>
                  <a:lnTo>
                    <a:pt x="95571" y="379504"/>
                  </a:lnTo>
                  <a:lnTo>
                    <a:pt x="67164" y="383799"/>
                  </a:lnTo>
                  <a:lnTo>
                    <a:pt x="58582" y="385096"/>
                  </a:lnTo>
                  <a:lnTo>
                    <a:pt x="57279" y="385281"/>
                  </a:lnTo>
                  <a:lnTo>
                    <a:pt x="56836" y="385343"/>
                  </a:lnTo>
                  <a:lnTo>
                    <a:pt x="55739" y="385499"/>
                  </a:lnTo>
                  <a:lnTo>
                    <a:pt x="54203" y="385716"/>
                  </a:lnTo>
                  <a:lnTo>
                    <a:pt x="53880" y="385762"/>
                  </a:lnTo>
                  <a:lnTo>
                    <a:pt x="53274" y="385847"/>
                  </a:lnTo>
                  <a:lnTo>
                    <a:pt x="53194" y="385317"/>
                  </a:lnTo>
                  <a:lnTo>
                    <a:pt x="53089" y="384618"/>
                  </a:lnTo>
                  <a:lnTo>
                    <a:pt x="53055" y="384393"/>
                  </a:lnTo>
                  <a:lnTo>
                    <a:pt x="52975" y="383860"/>
                  </a:lnTo>
                  <a:lnTo>
                    <a:pt x="52903" y="383382"/>
                  </a:lnTo>
                  <a:lnTo>
                    <a:pt x="52661" y="381769"/>
                  </a:lnTo>
                  <a:lnTo>
                    <a:pt x="51692" y="375326"/>
                  </a:lnTo>
                  <a:lnTo>
                    <a:pt x="50756" y="369091"/>
                  </a:lnTo>
                  <a:lnTo>
                    <a:pt x="50023" y="364217"/>
                  </a:lnTo>
                  <a:lnTo>
                    <a:pt x="47371" y="346569"/>
                  </a:lnTo>
                  <a:lnTo>
                    <a:pt x="46838" y="343024"/>
                  </a:lnTo>
                  <a:lnTo>
                    <a:pt x="45176" y="331963"/>
                  </a:lnTo>
                  <a:lnTo>
                    <a:pt x="44543" y="327753"/>
                  </a:lnTo>
                  <a:lnTo>
                    <a:pt x="43837" y="323056"/>
                  </a:lnTo>
                  <a:lnTo>
                    <a:pt x="42102" y="311510"/>
                  </a:lnTo>
                  <a:lnTo>
                    <a:pt x="40989" y="304104"/>
                  </a:lnTo>
                  <a:lnTo>
                    <a:pt x="40365" y="299947"/>
                  </a:lnTo>
                  <a:lnTo>
                    <a:pt x="38444" y="287169"/>
                  </a:lnTo>
                  <a:lnTo>
                    <a:pt x="37871" y="283350"/>
                  </a:lnTo>
                  <a:lnTo>
                    <a:pt x="36911" y="276965"/>
                  </a:lnTo>
                  <a:lnTo>
                    <a:pt x="34909" y="263644"/>
                  </a:lnTo>
                  <a:lnTo>
                    <a:pt x="32920" y="250404"/>
                  </a:lnTo>
                  <a:lnTo>
                    <a:pt x="32239" y="245877"/>
                  </a:lnTo>
                  <a:lnTo>
                    <a:pt x="32097" y="244928"/>
                  </a:lnTo>
                  <a:lnTo>
                    <a:pt x="29290" y="226254"/>
                  </a:lnTo>
                  <a:lnTo>
                    <a:pt x="28333" y="220225"/>
                  </a:lnTo>
                  <a:lnTo>
                    <a:pt x="23201" y="187911"/>
                  </a:lnTo>
                  <a:lnTo>
                    <a:pt x="22112" y="181057"/>
                  </a:lnTo>
                  <a:lnTo>
                    <a:pt x="18456" y="158040"/>
                  </a:lnTo>
                  <a:lnTo>
                    <a:pt x="17911" y="154607"/>
                  </a:lnTo>
                  <a:lnTo>
                    <a:pt x="14808" y="135069"/>
                  </a:lnTo>
                  <a:lnTo>
                    <a:pt x="14499" y="133013"/>
                  </a:lnTo>
                  <a:lnTo>
                    <a:pt x="13872" y="128835"/>
                  </a:lnTo>
                  <a:lnTo>
                    <a:pt x="12664" y="120792"/>
                  </a:lnTo>
                  <a:lnTo>
                    <a:pt x="12298" y="118353"/>
                  </a:lnTo>
                  <a:lnTo>
                    <a:pt x="11959" y="116096"/>
                  </a:lnTo>
                  <a:lnTo>
                    <a:pt x="10797" y="108361"/>
                  </a:lnTo>
                  <a:lnTo>
                    <a:pt x="5991" y="76356"/>
                  </a:lnTo>
                  <a:lnTo>
                    <a:pt x="3407" y="58614"/>
                  </a:lnTo>
                  <a:lnTo>
                    <a:pt x="2674" y="53582"/>
                  </a:lnTo>
                  <a:lnTo>
                    <a:pt x="0" y="32173"/>
                  </a:lnTo>
                  <a:lnTo>
                    <a:pt x="394" y="31628"/>
                  </a:lnTo>
                  <a:lnTo>
                    <a:pt x="1225" y="30478"/>
                  </a:lnTo>
                  <a:lnTo>
                    <a:pt x="1509" y="30086"/>
                  </a:lnTo>
                  <a:lnTo>
                    <a:pt x="3023" y="27992"/>
                  </a:lnTo>
                  <a:lnTo>
                    <a:pt x="3268" y="27655"/>
                  </a:lnTo>
                  <a:lnTo>
                    <a:pt x="4415" y="26069"/>
                  </a:lnTo>
                  <a:lnTo>
                    <a:pt x="7319" y="25393"/>
                  </a:lnTo>
                  <a:lnTo>
                    <a:pt x="14995" y="23609"/>
                  </a:lnTo>
                  <a:lnTo>
                    <a:pt x="15637" y="23460"/>
                  </a:lnTo>
                  <a:lnTo>
                    <a:pt x="22074" y="21964"/>
                  </a:lnTo>
                  <a:lnTo>
                    <a:pt x="22721" y="21852"/>
                  </a:lnTo>
                  <a:lnTo>
                    <a:pt x="24313" y="21575"/>
                  </a:lnTo>
                  <a:lnTo>
                    <a:pt x="44996" y="17990"/>
                  </a:lnTo>
                  <a:lnTo>
                    <a:pt x="46453" y="17737"/>
                  </a:lnTo>
                  <a:lnTo>
                    <a:pt x="49741" y="17179"/>
                  </a:lnTo>
                  <a:lnTo>
                    <a:pt x="63625" y="14822"/>
                  </a:lnTo>
                  <a:lnTo>
                    <a:pt x="65186" y="14558"/>
                  </a:lnTo>
                  <a:lnTo>
                    <a:pt x="67383" y="14185"/>
                  </a:lnTo>
                  <a:lnTo>
                    <a:pt x="86171" y="10996"/>
                  </a:lnTo>
                  <a:lnTo>
                    <a:pt x="87269" y="10810"/>
                  </a:lnTo>
                  <a:lnTo>
                    <a:pt x="88396" y="10619"/>
                  </a:lnTo>
                  <a:lnTo>
                    <a:pt x="94615" y="9567"/>
                  </a:lnTo>
                  <a:lnTo>
                    <a:pt x="105078" y="7797"/>
                  </a:lnTo>
                  <a:lnTo>
                    <a:pt x="107974" y="7307"/>
                  </a:lnTo>
                  <a:lnTo>
                    <a:pt x="110736" y="6800"/>
                  </a:lnTo>
                  <a:lnTo>
                    <a:pt x="118260" y="5417"/>
                  </a:lnTo>
                  <a:lnTo>
                    <a:pt x="132803" y="2744"/>
                  </a:lnTo>
                  <a:lnTo>
                    <a:pt x="132944" y="2719"/>
                  </a:lnTo>
                  <a:lnTo>
                    <a:pt x="135378" y="2285"/>
                  </a:lnTo>
                  <a:lnTo>
                    <a:pt x="136817" y="2028"/>
                  </a:lnTo>
                  <a:lnTo>
                    <a:pt x="147896" y="51"/>
                  </a:lnTo>
                  <a:lnTo>
                    <a:pt x="1481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512144" y="3697796"/>
              <a:ext cx="410670" cy="272062"/>
            </a:xfrm>
            <a:custGeom>
              <a:avLst/>
              <a:pathLst>
                <a:path w="410670" h="272062">
                  <a:moveTo>
                    <a:pt x="319797" y="5535"/>
                  </a:moveTo>
                  <a:lnTo>
                    <a:pt x="322177" y="13138"/>
                  </a:lnTo>
                  <a:lnTo>
                    <a:pt x="327903" y="24202"/>
                  </a:lnTo>
                  <a:lnTo>
                    <a:pt x="328192" y="24751"/>
                  </a:lnTo>
                  <a:lnTo>
                    <a:pt x="328981" y="26252"/>
                  </a:lnTo>
                  <a:lnTo>
                    <a:pt x="331593" y="25538"/>
                  </a:lnTo>
                  <a:lnTo>
                    <a:pt x="340771" y="21382"/>
                  </a:lnTo>
                  <a:lnTo>
                    <a:pt x="346740" y="18678"/>
                  </a:lnTo>
                  <a:lnTo>
                    <a:pt x="351021" y="16740"/>
                  </a:lnTo>
                  <a:lnTo>
                    <a:pt x="356210" y="26265"/>
                  </a:lnTo>
                  <a:lnTo>
                    <a:pt x="358516" y="29908"/>
                  </a:lnTo>
                  <a:lnTo>
                    <a:pt x="363691" y="38084"/>
                  </a:lnTo>
                  <a:lnTo>
                    <a:pt x="363980" y="38623"/>
                  </a:lnTo>
                  <a:lnTo>
                    <a:pt x="364777" y="40109"/>
                  </a:lnTo>
                  <a:lnTo>
                    <a:pt x="369299" y="48541"/>
                  </a:lnTo>
                  <a:lnTo>
                    <a:pt x="370813" y="51365"/>
                  </a:lnTo>
                  <a:lnTo>
                    <a:pt x="372100" y="54189"/>
                  </a:lnTo>
                  <a:lnTo>
                    <a:pt x="372394" y="54834"/>
                  </a:lnTo>
                  <a:lnTo>
                    <a:pt x="372491" y="55049"/>
                  </a:lnTo>
                  <a:lnTo>
                    <a:pt x="377251" y="65500"/>
                  </a:lnTo>
                  <a:lnTo>
                    <a:pt x="396563" y="78627"/>
                  </a:lnTo>
                  <a:lnTo>
                    <a:pt x="397374" y="78552"/>
                  </a:lnTo>
                  <a:lnTo>
                    <a:pt x="400802" y="78234"/>
                  </a:lnTo>
                  <a:lnTo>
                    <a:pt x="405095" y="80852"/>
                  </a:lnTo>
                  <a:lnTo>
                    <a:pt x="406232" y="81545"/>
                  </a:lnTo>
                  <a:lnTo>
                    <a:pt x="406407" y="83424"/>
                  </a:lnTo>
                  <a:lnTo>
                    <a:pt x="407643" y="96647"/>
                  </a:lnTo>
                  <a:lnTo>
                    <a:pt x="408817" y="108895"/>
                  </a:lnTo>
                  <a:lnTo>
                    <a:pt x="409080" y="111640"/>
                  </a:lnTo>
                  <a:lnTo>
                    <a:pt x="409148" y="113572"/>
                  </a:lnTo>
                  <a:lnTo>
                    <a:pt x="409638" y="127582"/>
                  </a:lnTo>
                  <a:lnTo>
                    <a:pt x="409695" y="128542"/>
                  </a:lnTo>
                  <a:lnTo>
                    <a:pt x="410423" y="140721"/>
                  </a:lnTo>
                  <a:lnTo>
                    <a:pt x="410522" y="142382"/>
                  </a:lnTo>
                  <a:lnTo>
                    <a:pt x="410536" y="144140"/>
                  </a:lnTo>
                  <a:lnTo>
                    <a:pt x="410543" y="145009"/>
                  </a:lnTo>
                  <a:lnTo>
                    <a:pt x="410564" y="147556"/>
                  </a:lnTo>
                  <a:lnTo>
                    <a:pt x="410595" y="151424"/>
                  </a:lnTo>
                  <a:lnTo>
                    <a:pt x="410649" y="158144"/>
                  </a:lnTo>
                  <a:lnTo>
                    <a:pt x="410670" y="160726"/>
                  </a:lnTo>
                  <a:lnTo>
                    <a:pt x="410316" y="165530"/>
                  </a:lnTo>
                  <a:lnTo>
                    <a:pt x="409769" y="172966"/>
                  </a:lnTo>
                  <a:lnTo>
                    <a:pt x="409613" y="173738"/>
                  </a:lnTo>
                  <a:lnTo>
                    <a:pt x="408872" y="177418"/>
                  </a:lnTo>
                  <a:lnTo>
                    <a:pt x="408918" y="177921"/>
                  </a:lnTo>
                  <a:lnTo>
                    <a:pt x="409477" y="183946"/>
                  </a:lnTo>
                  <a:lnTo>
                    <a:pt x="409921" y="188728"/>
                  </a:lnTo>
                  <a:lnTo>
                    <a:pt x="410092" y="190576"/>
                  </a:lnTo>
                  <a:lnTo>
                    <a:pt x="409428" y="192431"/>
                  </a:lnTo>
                  <a:lnTo>
                    <a:pt x="406652" y="200179"/>
                  </a:lnTo>
                  <a:lnTo>
                    <a:pt x="404729" y="205545"/>
                  </a:lnTo>
                  <a:lnTo>
                    <a:pt x="404040" y="206237"/>
                  </a:lnTo>
                  <a:lnTo>
                    <a:pt x="403197" y="207083"/>
                  </a:lnTo>
                  <a:lnTo>
                    <a:pt x="394972" y="215333"/>
                  </a:lnTo>
                  <a:lnTo>
                    <a:pt x="394285" y="216023"/>
                  </a:lnTo>
                  <a:lnTo>
                    <a:pt x="399011" y="218844"/>
                  </a:lnTo>
                  <a:lnTo>
                    <a:pt x="406916" y="223562"/>
                  </a:lnTo>
                  <a:lnTo>
                    <a:pt x="402469" y="228744"/>
                  </a:lnTo>
                  <a:lnTo>
                    <a:pt x="391353" y="225285"/>
                  </a:lnTo>
                  <a:lnTo>
                    <a:pt x="383225" y="222756"/>
                  </a:lnTo>
                  <a:lnTo>
                    <a:pt x="382981" y="222680"/>
                  </a:lnTo>
                  <a:lnTo>
                    <a:pt x="382803" y="222625"/>
                  </a:lnTo>
                  <a:lnTo>
                    <a:pt x="371190" y="220352"/>
                  </a:lnTo>
                  <a:lnTo>
                    <a:pt x="370780" y="222250"/>
                  </a:lnTo>
                  <a:lnTo>
                    <a:pt x="368861" y="231153"/>
                  </a:lnTo>
                  <a:lnTo>
                    <a:pt x="368397" y="233304"/>
                  </a:lnTo>
                  <a:lnTo>
                    <a:pt x="361104" y="233608"/>
                  </a:lnTo>
                  <a:lnTo>
                    <a:pt x="356224" y="233811"/>
                  </a:lnTo>
                  <a:lnTo>
                    <a:pt x="353079" y="233942"/>
                  </a:lnTo>
                  <a:lnTo>
                    <a:pt x="353378" y="231152"/>
                  </a:lnTo>
                  <a:lnTo>
                    <a:pt x="344555" y="230324"/>
                  </a:lnTo>
                  <a:lnTo>
                    <a:pt x="343873" y="238813"/>
                  </a:lnTo>
                  <a:lnTo>
                    <a:pt x="343744" y="240423"/>
                  </a:lnTo>
                  <a:lnTo>
                    <a:pt x="339386" y="240168"/>
                  </a:lnTo>
                  <a:lnTo>
                    <a:pt x="333277" y="239811"/>
                  </a:lnTo>
                  <a:lnTo>
                    <a:pt x="332901" y="239789"/>
                  </a:lnTo>
                  <a:lnTo>
                    <a:pt x="331685" y="239718"/>
                  </a:lnTo>
                  <a:lnTo>
                    <a:pt x="327355" y="239465"/>
                  </a:lnTo>
                  <a:lnTo>
                    <a:pt x="327395" y="238488"/>
                  </a:lnTo>
                  <a:lnTo>
                    <a:pt x="327787" y="229087"/>
                  </a:lnTo>
                  <a:lnTo>
                    <a:pt x="327928" y="225694"/>
                  </a:lnTo>
                  <a:lnTo>
                    <a:pt x="323393" y="225822"/>
                  </a:lnTo>
                  <a:lnTo>
                    <a:pt x="320795" y="225895"/>
                  </a:lnTo>
                  <a:lnTo>
                    <a:pt x="319623" y="225907"/>
                  </a:lnTo>
                  <a:lnTo>
                    <a:pt x="312558" y="225978"/>
                  </a:lnTo>
                  <a:lnTo>
                    <a:pt x="312424" y="229087"/>
                  </a:lnTo>
                  <a:lnTo>
                    <a:pt x="312277" y="232493"/>
                  </a:lnTo>
                  <a:lnTo>
                    <a:pt x="310626" y="232238"/>
                  </a:lnTo>
                  <a:lnTo>
                    <a:pt x="304379" y="231275"/>
                  </a:lnTo>
                  <a:lnTo>
                    <a:pt x="303559" y="244944"/>
                  </a:lnTo>
                  <a:lnTo>
                    <a:pt x="302268" y="244603"/>
                  </a:lnTo>
                  <a:lnTo>
                    <a:pt x="292825" y="242111"/>
                  </a:lnTo>
                  <a:lnTo>
                    <a:pt x="291491" y="242306"/>
                  </a:lnTo>
                  <a:lnTo>
                    <a:pt x="288205" y="242786"/>
                  </a:lnTo>
                  <a:lnTo>
                    <a:pt x="281972" y="243697"/>
                  </a:lnTo>
                  <a:lnTo>
                    <a:pt x="271476" y="247463"/>
                  </a:lnTo>
                  <a:lnTo>
                    <a:pt x="266802" y="249140"/>
                  </a:lnTo>
                  <a:lnTo>
                    <a:pt x="244051" y="262539"/>
                  </a:lnTo>
                  <a:lnTo>
                    <a:pt x="243033" y="262935"/>
                  </a:lnTo>
                  <a:lnTo>
                    <a:pt x="237986" y="264901"/>
                  </a:lnTo>
                  <a:lnTo>
                    <a:pt x="236812" y="265359"/>
                  </a:lnTo>
                  <a:lnTo>
                    <a:pt x="237652" y="267101"/>
                  </a:lnTo>
                  <a:lnTo>
                    <a:pt x="236037" y="267593"/>
                  </a:lnTo>
                  <a:lnTo>
                    <a:pt x="234962" y="267920"/>
                  </a:lnTo>
                  <a:lnTo>
                    <a:pt x="230116" y="269393"/>
                  </a:lnTo>
                  <a:lnTo>
                    <a:pt x="226682" y="270438"/>
                  </a:lnTo>
                  <a:lnTo>
                    <a:pt x="221578" y="271990"/>
                  </a:lnTo>
                  <a:lnTo>
                    <a:pt x="215654" y="272062"/>
                  </a:lnTo>
                  <a:lnTo>
                    <a:pt x="213660" y="271580"/>
                  </a:lnTo>
                  <a:lnTo>
                    <a:pt x="193991" y="266826"/>
                  </a:lnTo>
                  <a:lnTo>
                    <a:pt x="186514" y="265019"/>
                  </a:lnTo>
                  <a:lnTo>
                    <a:pt x="185567" y="264790"/>
                  </a:lnTo>
                  <a:lnTo>
                    <a:pt x="184114" y="264422"/>
                  </a:lnTo>
                  <a:lnTo>
                    <a:pt x="179328" y="263211"/>
                  </a:lnTo>
                  <a:lnTo>
                    <a:pt x="179148" y="263165"/>
                  </a:lnTo>
                  <a:lnTo>
                    <a:pt x="173839" y="261822"/>
                  </a:lnTo>
                  <a:lnTo>
                    <a:pt x="164714" y="259512"/>
                  </a:lnTo>
                  <a:lnTo>
                    <a:pt x="151523" y="256174"/>
                  </a:lnTo>
                  <a:lnTo>
                    <a:pt x="149249" y="255599"/>
                  </a:lnTo>
                  <a:lnTo>
                    <a:pt x="148195" y="255332"/>
                  </a:lnTo>
                  <a:lnTo>
                    <a:pt x="146287" y="254849"/>
                  </a:lnTo>
                  <a:lnTo>
                    <a:pt x="145180" y="254569"/>
                  </a:lnTo>
                  <a:lnTo>
                    <a:pt x="111845" y="246133"/>
                  </a:lnTo>
                  <a:lnTo>
                    <a:pt x="111254" y="245983"/>
                  </a:lnTo>
                  <a:lnTo>
                    <a:pt x="111008" y="245921"/>
                  </a:lnTo>
                  <a:lnTo>
                    <a:pt x="106610" y="244679"/>
                  </a:lnTo>
                  <a:lnTo>
                    <a:pt x="104057" y="243958"/>
                  </a:lnTo>
                  <a:lnTo>
                    <a:pt x="95161" y="241445"/>
                  </a:lnTo>
                  <a:lnTo>
                    <a:pt x="88291" y="239505"/>
                  </a:lnTo>
                  <a:lnTo>
                    <a:pt x="87085" y="239165"/>
                  </a:lnTo>
                  <a:lnTo>
                    <a:pt x="75875" y="235999"/>
                  </a:lnTo>
                  <a:lnTo>
                    <a:pt x="74775" y="235688"/>
                  </a:lnTo>
                  <a:lnTo>
                    <a:pt x="74606" y="235641"/>
                  </a:lnTo>
                  <a:lnTo>
                    <a:pt x="69380" y="234175"/>
                  </a:lnTo>
                  <a:lnTo>
                    <a:pt x="43409" y="226891"/>
                  </a:lnTo>
                  <a:lnTo>
                    <a:pt x="37261" y="225167"/>
                  </a:lnTo>
                  <a:lnTo>
                    <a:pt x="36622" y="224988"/>
                  </a:lnTo>
                  <a:lnTo>
                    <a:pt x="13232" y="217953"/>
                  </a:lnTo>
                  <a:lnTo>
                    <a:pt x="0" y="213973"/>
                  </a:lnTo>
                  <a:lnTo>
                    <a:pt x="3959" y="201887"/>
                  </a:lnTo>
                  <a:lnTo>
                    <a:pt x="6788" y="193249"/>
                  </a:lnTo>
                  <a:lnTo>
                    <a:pt x="13726" y="172388"/>
                  </a:lnTo>
                  <a:lnTo>
                    <a:pt x="14903" y="168847"/>
                  </a:lnTo>
                  <a:lnTo>
                    <a:pt x="21087" y="150254"/>
                  </a:lnTo>
                  <a:lnTo>
                    <a:pt x="28089" y="129198"/>
                  </a:lnTo>
                  <a:lnTo>
                    <a:pt x="34861" y="108837"/>
                  </a:lnTo>
                  <a:lnTo>
                    <a:pt x="42156" y="86903"/>
                  </a:lnTo>
                  <a:lnTo>
                    <a:pt x="48694" y="67243"/>
                  </a:lnTo>
                  <a:lnTo>
                    <a:pt x="85721" y="77527"/>
                  </a:lnTo>
                  <a:lnTo>
                    <a:pt x="92053" y="79286"/>
                  </a:lnTo>
                  <a:lnTo>
                    <a:pt x="123290" y="87963"/>
                  </a:lnTo>
                  <a:lnTo>
                    <a:pt x="143125" y="93472"/>
                  </a:lnTo>
                  <a:lnTo>
                    <a:pt x="148530" y="94974"/>
                  </a:lnTo>
                  <a:lnTo>
                    <a:pt x="160874" y="98402"/>
                  </a:lnTo>
                  <a:lnTo>
                    <a:pt x="181070" y="104012"/>
                  </a:lnTo>
                  <a:lnTo>
                    <a:pt x="197101" y="108465"/>
                  </a:lnTo>
                  <a:lnTo>
                    <a:pt x="201248" y="109617"/>
                  </a:lnTo>
                  <a:lnTo>
                    <a:pt x="203147" y="101163"/>
                  </a:lnTo>
                  <a:lnTo>
                    <a:pt x="204356" y="95784"/>
                  </a:lnTo>
                  <a:lnTo>
                    <a:pt x="204714" y="94187"/>
                  </a:lnTo>
                  <a:lnTo>
                    <a:pt x="204865" y="93210"/>
                  </a:lnTo>
                  <a:lnTo>
                    <a:pt x="212290" y="95771"/>
                  </a:lnTo>
                  <a:lnTo>
                    <a:pt x="215310" y="97608"/>
                  </a:lnTo>
                  <a:lnTo>
                    <a:pt x="215769" y="98065"/>
                  </a:lnTo>
                  <a:lnTo>
                    <a:pt x="216255" y="98492"/>
                  </a:lnTo>
                  <a:lnTo>
                    <a:pt x="216764" y="98890"/>
                  </a:lnTo>
                  <a:lnTo>
                    <a:pt x="217401" y="99314"/>
                  </a:lnTo>
                  <a:lnTo>
                    <a:pt x="218245" y="99797"/>
                  </a:lnTo>
                  <a:lnTo>
                    <a:pt x="219242" y="100238"/>
                  </a:lnTo>
                  <a:lnTo>
                    <a:pt x="220374" y="100598"/>
                  </a:lnTo>
                  <a:lnTo>
                    <a:pt x="221539" y="100828"/>
                  </a:lnTo>
                  <a:lnTo>
                    <a:pt x="225049" y="100913"/>
                  </a:lnTo>
                  <a:lnTo>
                    <a:pt x="228412" y="91177"/>
                  </a:lnTo>
                  <a:lnTo>
                    <a:pt x="228513" y="90973"/>
                  </a:lnTo>
                  <a:lnTo>
                    <a:pt x="231975" y="83979"/>
                  </a:lnTo>
                  <a:lnTo>
                    <a:pt x="236138" y="75570"/>
                  </a:lnTo>
                  <a:lnTo>
                    <a:pt x="236635" y="74194"/>
                  </a:lnTo>
                  <a:lnTo>
                    <a:pt x="236749" y="73876"/>
                  </a:lnTo>
                  <a:lnTo>
                    <a:pt x="237843" y="70810"/>
                  </a:lnTo>
                  <a:lnTo>
                    <a:pt x="238824" y="66083"/>
                  </a:lnTo>
                  <a:lnTo>
                    <a:pt x="239222" y="58651"/>
                  </a:lnTo>
                  <a:lnTo>
                    <a:pt x="239312" y="56990"/>
                  </a:lnTo>
                  <a:lnTo>
                    <a:pt x="239402" y="56583"/>
                  </a:lnTo>
                  <a:lnTo>
                    <a:pt x="239677" y="55351"/>
                  </a:lnTo>
                  <a:lnTo>
                    <a:pt x="239948" y="54660"/>
                  </a:lnTo>
                  <a:lnTo>
                    <a:pt x="251459" y="55211"/>
                  </a:lnTo>
                  <a:lnTo>
                    <a:pt x="251501" y="54078"/>
                  </a:lnTo>
                  <a:lnTo>
                    <a:pt x="251802" y="46019"/>
                  </a:lnTo>
                  <a:lnTo>
                    <a:pt x="251843" y="44934"/>
                  </a:lnTo>
                  <a:lnTo>
                    <a:pt x="251405" y="39250"/>
                  </a:lnTo>
                  <a:lnTo>
                    <a:pt x="250782" y="31164"/>
                  </a:lnTo>
                  <a:lnTo>
                    <a:pt x="250559" y="28543"/>
                  </a:lnTo>
                  <a:lnTo>
                    <a:pt x="250347" y="26054"/>
                  </a:lnTo>
                  <a:lnTo>
                    <a:pt x="250519" y="25956"/>
                  </a:lnTo>
                  <a:lnTo>
                    <a:pt x="252778" y="24655"/>
                  </a:lnTo>
                  <a:lnTo>
                    <a:pt x="253679" y="24014"/>
                  </a:lnTo>
                  <a:lnTo>
                    <a:pt x="257640" y="21198"/>
                  </a:lnTo>
                  <a:lnTo>
                    <a:pt x="265588" y="16508"/>
                  </a:lnTo>
                  <a:lnTo>
                    <a:pt x="267475" y="15168"/>
                  </a:lnTo>
                  <a:lnTo>
                    <a:pt x="268519" y="14427"/>
                  </a:lnTo>
                  <a:lnTo>
                    <a:pt x="275848" y="22924"/>
                  </a:lnTo>
                  <a:lnTo>
                    <a:pt x="291372" y="12226"/>
                  </a:lnTo>
                  <a:lnTo>
                    <a:pt x="311910" y="12832"/>
                  </a:lnTo>
                  <a:lnTo>
                    <a:pt x="313841" y="9327"/>
                  </a:lnTo>
                  <a:lnTo>
                    <a:pt x="317854" y="2044"/>
                  </a:lnTo>
                  <a:lnTo>
                    <a:pt x="319164" y="0"/>
                  </a:lnTo>
                  <a:lnTo>
                    <a:pt x="319203" y="2276"/>
                  </a:lnTo>
                  <a:lnTo>
                    <a:pt x="319229" y="3720"/>
                  </a:lnTo>
                  <a:lnTo>
                    <a:pt x="319550" y="4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903237" y="2522329"/>
              <a:ext cx="499689" cy="373289"/>
            </a:xfrm>
            <a:custGeom>
              <a:avLst/>
              <a:pathLst>
                <a:path w="499689" h="373289">
                  <a:moveTo>
                    <a:pt x="378574" y="0"/>
                  </a:moveTo>
                  <a:lnTo>
                    <a:pt x="369146" y="10650"/>
                  </a:lnTo>
                  <a:lnTo>
                    <a:pt x="373116" y="19272"/>
                  </a:lnTo>
                  <a:lnTo>
                    <a:pt x="376093" y="29923"/>
                  </a:lnTo>
                  <a:lnTo>
                    <a:pt x="383537" y="46660"/>
                  </a:lnTo>
                  <a:lnTo>
                    <a:pt x="392965" y="55282"/>
                  </a:lnTo>
                  <a:lnTo>
                    <a:pt x="400872" y="58140"/>
                  </a:lnTo>
                  <a:lnTo>
                    <a:pt x="400439" y="59294"/>
                  </a:lnTo>
                  <a:lnTo>
                    <a:pt x="400822" y="59569"/>
                  </a:lnTo>
                  <a:lnTo>
                    <a:pt x="401183" y="59800"/>
                  </a:lnTo>
                  <a:lnTo>
                    <a:pt x="410336" y="66408"/>
                  </a:lnTo>
                  <a:lnTo>
                    <a:pt x="412526" y="67988"/>
                  </a:lnTo>
                  <a:lnTo>
                    <a:pt x="413115" y="68414"/>
                  </a:lnTo>
                  <a:lnTo>
                    <a:pt x="415568" y="70185"/>
                  </a:lnTo>
                  <a:lnTo>
                    <a:pt x="413640" y="73093"/>
                  </a:lnTo>
                  <a:lnTo>
                    <a:pt x="411288" y="76638"/>
                  </a:lnTo>
                  <a:lnTo>
                    <a:pt x="414542" y="78904"/>
                  </a:lnTo>
                  <a:lnTo>
                    <a:pt x="411721" y="87161"/>
                  </a:lnTo>
                  <a:lnTo>
                    <a:pt x="411618" y="87464"/>
                  </a:lnTo>
                  <a:lnTo>
                    <a:pt x="411592" y="87609"/>
                  </a:lnTo>
                  <a:lnTo>
                    <a:pt x="409907" y="97085"/>
                  </a:lnTo>
                  <a:lnTo>
                    <a:pt x="409691" y="97883"/>
                  </a:lnTo>
                  <a:lnTo>
                    <a:pt x="409417" y="98661"/>
                  </a:lnTo>
                  <a:lnTo>
                    <a:pt x="409085" y="99415"/>
                  </a:lnTo>
                  <a:lnTo>
                    <a:pt x="408698" y="100142"/>
                  </a:lnTo>
                  <a:lnTo>
                    <a:pt x="408216" y="100893"/>
                  </a:lnTo>
                  <a:lnTo>
                    <a:pt x="407635" y="101705"/>
                  </a:lnTo>
                  <a:lnTo>
                    <a:pt x="407033" y="102466"/>
                  </a:lnTo>
                  <a:lnTo>
                    <a:pt x="406883" y="102638"/>
                  </a:lnTo>
                  <a:lnTo>
                    <a:pt x="406379" y="103216"/>
                  </a:lnTo>
                  <a:lnTo>
                    <a:pt x="405728" y="103898"/>
                  </a:lnTo>
                  <a:lnTo>
                    <a:pt x="405423" y="104189"/>
                  </a:lnTo>
                  <a:lnTo>
                    <a:pt x="405037" y="104557"/>
                  </a:lnTo>
                  <a:lnTo>
                    <a:pt x="404312" y="105186"/>
                  </a:lnTo>
                  <a:lnTo>
                    <a:pt x="404131" y="105329"/>
                  </a:lnTo>
                  <a:lnTo>
                    <a:pt x="403560" y="105780"/>
                  </a:lnTo>
                  <a:lnTo>
                    <a:pt x="402393" y="106595"/>
                  </a:lnTo>
                  <a:lnTo>
                    <a:pt x="401174" y="107325"/>
                  </a:lnTo>
                  <a:lnTo>
                    <a:pt x="400575" y="107558"/>
                  </a:lnTo>
                  <a:lnTo>
                    <a:pt x="397060" y="108936"/>
                  </a:lnTo>
                  <a:lnTo>
                    <a:pt x="397031" y="110325"/>
                  </a:lnTo>
                  <a:lnTo>
                    <a:pt x="399005" y="118883"/>
                  </a:lnTo>
                  <a:lnTo>
                    <a:pt x="400032" y="122411"/>
                  </a:lnTo>
                  <a:lnTo>
                    <a:pt x="401013" y="125785"/>
                  </a:lnTo>
                  <a:lnTo>
                    <a:pt x="402253" y="130046"/>
                  </a:lnTo>
                  <a:lnTo>
                    <a:pt x="404518" y="129584"/>
                  </a:lnTo>
                  <a:lnTo>
                    <a:pt x="412495" y="127958"/>
                  </a:lnTo>
                  <a:lnTo>
                    <a:pt x="423157" y="125785"/>
                  </a:lnTo>
                  <a:lnTo>
                    <a:pt x="437732" y="122814"/>
                  </a:lnTo>
                  <a:lnTo>
                    <a:pt x="438881" y="125785"/>
                  </a:lnTo>
                  <a:lnTo>
                    <a:pt x="440494" y="129954"/>
                  </a:lnTo>
                  <a:lnTo>
                    <a:pt x="443582" y="137937"/>
                  </a:lnTo>
                  <a:lnTo>
                    <a:pt x="445967" y="144102"/>
                  </a:lnTo>
                  <a:lnTo>
                    <a:pt x="446793" y="146680"/>
                  </a:lnTo>
                  <a:lnTo>
                    <a:pt x="448759" y="152818"/>
                  </a:lnTo>
                  <a:lnTo>
                    <a:pt x="449659" y="155630"/>
                  </a:lnTo>
                  <a:lnTo>
                    <a:pt x="453090" y="166341"/>
                  </a:lnTo>
                  <a:lnTo>
                    <a:pt x="453228" y="166772"/>
                  </a:lnTo>
                  <a:lnTo>
                    <a:pt x="455681" y="174433"/>
                  </a:lnTo>
                  <a:lnTo>
                    <a:pt x="457706" y="180752"/>
                  </a:lnTo>
                  <a:lnTo>
                    <a:pt x="459358" y="185913"/>
                  </a:lnTo>
                  <a:lnTo>
                    <a:pt x="461163" y="191549"/>
                  </a:lnTo>
                  <a:lnTo>
                    <a:pt x="461315" y="192020"/>
                  </a:lnTo>
                  <a:lnTo>
                    <a:pt x="461398" y="192282"/>
                  </a:lnTo>
                  <a:lnTo>
                    <a:pt x="470615" y="190172"/>
                  </a:lnTo>
                  <a:lnTo>
                    <a:pt x="477822" y="188522"/>
                  </a:lnTo>
                  <a:lnTo>
                    <a:pt x="484027" y="187101"/>
                  </a:lnTo>
                  <a:lnTo>
                    <a:pt x="486752" y="186478"/>
                  </a:lnTo>
                  <a:lnTo>
                    <a:pt x="487700" y="186435"/>
                  </a:lnTo>
                  <a:lnTo>
                    <a:pt x="494126" y="211296"/>
                  </a:lnTo>
                  <a:lnTo>
                    <a:pt x="499689" y="232902"/>
                  </a:lnTo>
                  <a:lnTo>
                    <a:pt x="498638" y="233150"/>
                  </a:lnTo>
                  <a:lnTo>
                    <a:pt x="497210" y="233488"/>
                  </a:lnTo>
                  <a:lnTo>
                    <a:pt x="451092" y="244388"/>
                  </a:lnTo>
                  <a:lnTo>
                    <a:pt x="428594" y="249705"/>
                  </a:lnTo>
                  <a:lnTo>
                    <a:pt x="413045" y="253380"/>
                  </a:lnTo>
                  <a:lnTo>
                    <a:pt x="372086" y="263061"/>
                  </a:lnTo>
                  <a:lnTo>
                    <a:pt x="346568" y="269092"/>
                  </a:lnTo>
                  <a:lnTo>
                    <a:pt x="329851" y="273043"/>
                  </a:lnTo>
                  <a:lnTo>
                    <a:pt x="281435" y="284486"/>
                  </a:lnTo>
                  <a:lnTo>
                    <a:pt x="281244" y="284531"/>
                  </a:lnTo>
                  <a:lnTo>
                    <a:pt x="270225" y="287135"/>
                  </a:lnTo>
                  <a:lnTo>
                    <a:pt x="269775" y="287240"/>
                  </a:lnTo>
                  <a:lnTo>
                    <a:pt x="269144" y="286162"/>
                  </a:lnTo>
                  <a:lnTo>
                    <a:pt x="268040" y="284274"/>
                  </a:lnTo>
                  <a:lnTo>
                    <a:pt x="267388" y="283159"/>
                  </a:lnTo>
                  <a:lnTo>
                    <a:pt x="266831" y="283496"/>
                  </a:lnTo>
                  <a:lnTo>
                    <a:pt x="262927" y="285865"/>
                  </a:lnTo>
                  <a:lnTo>
                    <a:pt x="243109" y="297885"/>
                  </a:lnTo>
                  <a:lnTo>
                    <a:pt x="237415" y="301339"/>
                  </a:lnTo>
                  <a:lnTo>
                    <a:pt x="221911" y="310743"/>
                  </a:lnTo>
                  <a:lnTo>
                    <a:pt x="217362" y="313502"/>
                  </a:lnTo>
                  <a:lnTo>
                    <a:pt x="216339" y="314123"/>
                  </a:lnTo>
                  <a:lnTo>
                    <a:pt x="212917" y="316198"/>
                  </a:lnTo>
                  <a:lnTo>
                    <a:pt x="211870" y="316833"/>
                  </a:lnTo>
                  <a:lnTo>
                    <a:pt x="196564" y="326117"/>
                  </a:lnTo>
                  <a:lnTo>
                    <a:pt x="179192" y="336654"/>
                  </a:lnTo>
                  <a:lnTo>
                    <a:pt x="177757" y="337557"/>
                  </a:lnTo>
                  <a:lnTo>
                    <a:pt x="175245" y="339137"/>
                  </a:lnTo>
                  <a:lnTo>
                    <a:pt x="165260" y="345420"/>
                  </a:lnTo>
                  <a:lnTo>
                    <a:pt x="165066" y="345542"/>
                  </a:lnTo>
                  <a:lnTo>
                    <a:pt x="159676" y="348934"/>
                  </a:lnTo>
                  <a:lnTo>
                    <a:pt x="145975" y="357554"/>
                  </a:lnTo>
                  <a:lnTo>
                    <a:pt x="144598" y="358420"/>
                  </a:lnTo>
                  <a:lnTo>
                    <a:pt x="143838" y="358899"/>
                  </a:lnTo>
                  <a:lnTo>
                    <a:pt x="141276" y="360214"/>
                  </a:lnTo>
                  <a:lnTo>
                    <a:pt x="140588" y="360567"/>
                  </a:lnTo>
                  <a:lnTo>
                    <a:pt x="126503" y="367797"/>
                  </a:lnTo>
                  <a:lnTo>
                    <a:pt x="124497" y="368572"/>
                  </a:lnTo>
                  <a:lnTo>
                    <a:pt x="122477" y="369308"/>
                  </a:lnTo>
                  <a:lnTo>
                    <a:pt x="120898" y="369847"/>
                  </a:lnTo>
                  <a:lnTo>
                    <a:pt x="120443" y="370003"/>
                  </a:lnTo>
                  <a:lnTo>
                    <a:pt x="118396" y="370657"/>
                  </a:lnTo>
                  <a:lnTo>
                    <a:pt x="116338" y="371271"/>
                  </a:lnTo>
                  <a:lnTo>
                    <a:pt x="114268" y="371844"/>
                  </a:lnTo>
                  <a:lnTo>
                    <a:pt x="112187" y="372376"/>
                  </a:lnTo>
                  <a:lnTo>
                    <a:pt x="110391" y="372797"/>
                  </a:lnTo>
                  <a:lnTo>
                    <a:pt x="107092" y="373133"/>
                  </a:lnTo>
                  <a:lnTo>
                    <a:pt x="104080" y="373274"/>
                  </a:lnTo>
                  <a:lnTo>
                    <a:pt x="102901" y="373280"/>
                  </a:lnTo>
                  <a:lnTo>
                    <a:pt x="101064" y="373289"/>
                  </a:lnTo>
                  <a:lnTo>
                    <a:pt x="98050" y="373177"/>
                  </a:lnTo>
                  <a:lnTo>
                    <a:pt x="95553" y="372988"/>
                  </a:lnTo>
                  <a:lnTo>
                    <a:pt x="93063" y="372713"/>
                  </a:lnTo>
                  <a:lnTo>
                    <a:pt x="88382" y="372026"/>
                  </a:lnTo>
                  <a:lnTo>
                    <a:pt x="87947" y="371962"/>
                  </a:lnTo>
                  <a:lnTo>
                    <a:pt x="83656" y="371331"/>
                  </a:lnTo>
                  <a:lnTo>
                    <a:pt x="78138" y="371273"/>
                  </a:lnTo>
                  <a:lnTo>
                    <a:pt x="70569" y="371193"/>
                  </a:lnTo>
                  <a:lnTo>
                    <a:pt x="66401" y="371149"/>
                  </a:lnTo>
                  <a:lnTo>
                    <a:pt x="29145" y="370754"/>
                  </a:lnTo>
                  <a:lnTo>
                    <a:pt x="21890" y="370677"/>
                  </a:lnTo>
                  <a:lnTo>
                    <a:pt x="16098" y="370616"/>
                  </a:lnTo>
                  <a:lnTo>
                    <a:pt x="0" y="370445"/>
                  </a:lnTo>
                  <a:lnTo>
                    <a:pt x="1821" y="335164"/>
                  </a:lnTo>
                  <a:lnTo>
                    <a:pt x="3052" y="311323"/>
                  </a:lnTo>
                  <a:lnTo>
                    <a:pt x="4775" y="277946"/>
                  </a:lnTo>
                  <a:lnTo>
                    <a:pt x="9372" y="278027"/>
                  </a:lnTo>
                  <a:lnTo>
                    <a:pt x="9548" y="278030"/>
                  </a:lnTo>
                  <a:lnTo>
                    <a:pt x="16098" y="278146"/>
                  </a:lnTo>
                  <a:lnTo>
                    <a:pt x="26883" y="278336"/>
                  </a:lnTo>
                  <a:lnTo>
                    <a:pt x="32624" y="278437"/>
                  </a:lnTo>
                  <a:lnTo>
                    <a:pt x="33398" y="278451"/>
                  </a:lnTo>
                  <a:lnTo>
                    <a:pt x="43635" y="278631"/>
                  </a:lnTo>
                  <a:lnTo>
                    <a:pt x="47133" y="278693"/>
                  </a:lnTo>
                  <a:lnTo>
                    <a:pt x="48041" y="278691"/>
                  </a:lnTo>
                  <a:lnTo>
                    <a:pt x="49728" y="278688"/>
                  </a:lnTo>
                  <a:lnTo>
                    <a:pt x="67838" y="278654"/>
                  </a:lnTo>
                  <a:lnTo>
                    <a:pt x="72708" y="278653"/>
                  </a:lnTo>
                  <a:lnTo>
                    <a:pt x="81833" y="278651"/>
                  </a:lnTo>
                  <a:lnTo>
                    <a:pt x="86381" y="278649"/>
                  </a:lnTo>
                  <a:lnTo>
                    <a:pt x="86588" y="278649"/>
                  </a:lnTo>
                  <a:lnTo>
                    <a:pt x="89121" y="278648"/>
                  </a:lnTo>
                  <a:lnTo>
                    <a:pt x="89878" y="278664"/>
                  </a:lnTo>
                  <a:lnTo>
                    <a:pt x="93278" y="278733"/>
                  </a:lnTo>
                  <a:lnTo>
                    <a:pt x="101648" y="278904"/>
                  </a:lnTo>
                  <a:lnTo>
                    <a:pt x="109774" y="279071"/>
                  </a:lnTo>
                  <a:lnTo>
                    <a:pt x="110847" y="279093"/>
                  </a:lnTo>
                  <a:lnTo>
                    <a:pt x="113415" y="279145"/>
                  </a:lnTo>
                  <a:lnTo>
                    <a:pt x="118250" y="279244"/>
                  </a:lnTo>
                  <a:lnTo>
                    <a:pt x="129903" y="279482"/>
                  </a:lnTo>
                  <a:lnTo>
                    <a:pt x="131008" y="279505"/>
                  </a:lnTo>
                  <a:lnTo>
                    <a:pt x="131201" y="279509"/>
                  </a:lnTo>
                  <a:lnTo>
                    <a:pt x="131556" y="279516"/>
                  </a:lnTo>
                  <a:lnTo>
                    <a:pt x="134687" y="279580"/>
                  </a:lnTo>
                  <a:lnTo>
                    <a:pt x="137228" y="279632"/>
                  </a:lnTo>
                  <a:lnTo>
                    <a:pt x="139013" y="279668"/>
                  </a:lnTo>
                  <a:lnTo>
                    <a:pt x="150046" y="279894"/>
                  </a:lnTo>
                  <a:lnTo>
                    <a:pt x="151896" y="279932"/>
                  </a:lnTo>
                  <a:lnTo>
                    <a:pt x="152400" y="279942"/>
                  </a:lnTo>
                  <a:lnTo>
                    <a:pt x="152733" y="279949"/>
                  </a:lnTo>
                  <a:lnTo>
                    <a:pt x="164009" y="280179"/>
                  </a:lnTo>
                  <a:lnTo>
                    <a:pt x="171516" y="280333"/>
                  </a:lnTo>
                  <a:lnTo>
                    <a:pt x="180024" y="280603"/>
                  </a:lnTo>
                  <a:lnTo>
                    <a:pt x="184829" y="280153"/>
                  </a:lnTo>
                  <a:lnTo>
                    <a:pt x="187782" y="278936"/>
                  </a:lnTo>
                  <a:lnTo>
                    <a:pt x="189533" y="277883"/>
                  </a:lnTo>
                  <a:lnTo>
                    <a:pt x="190031" y="277584"/>
                  </a:lnTo>
                  <a:lnTo>
                    <a:pt x="194326" y="273933"/>
                  </a:lnTo>
                  <a:lnTo>
                    <a:pt x="194747" y="273574"/>
                  </a:lnTo>
                  <a:lnTo>
                    <a:pt x="195905" y="272492"/>
                  </a:lnTo>
                  <a:lnTo>
                    <a:pt x="196559" y="271879"/>
                  </a:lnTo>
                  <a:lnTo>
                    <a:pt x="197348" y="271141"/>
                  </a:lnTo>
                  <a:lnTo>
                    <a:pt x="197821" y="270761"/>
                  </a:lnTo>
                  <a:lnTo>
                    <a:pt x="200875" y="268303"/>
                  </a:lnTo>
                  <a:lnTo>
                    <a:pt x="203647" y="266464"/>
                  </a:lnTo>
                  <a:lnTo>
                    <a:pt x="205495" y="265239"/>
                  </a:lnTo>
                  <a:lnTo>
                    <a:pt x="220290" y="256180"/>
                  </a:lnTo>
                  <a:lnTo>
                    <a:pt x="229526" y="250526"/>
                  </a:lnTo>
                  <a:lnTo>
                    <a:pt x="233909" y="247842"/>
                  </a:lnTo>
                  <a:lnTo>
                    <a:pt x="235708" y="246741"/>
                  </a:lnTo>
                  <a:lnTo>
                    <a:pt x="238305" y="245151"/>
                  </a:lnTo>
                  <a:lnTo>
                    <a:pt x="240597" y="243748"/>
                  </a:lnTo>
                  <a:lnTo>
                    <a:pt x="242616" y="242512"/>
                  </a:lnTo>
                  <a:lnTo>
                    <a:pt x="231188" y="217685"/>
                  </a:lnTo>
                  <a:lnTo>
                    <a:pt x="224481" y="203114"/>
                  </a:lnTo>
                  <a:lnTo>
                    <a:pt x="222579" y="198983"/>
                  </a:lnTo>
                  <a:lnTo>
                    <a:pt x="221835" y="197367"/>
                  </a:lnTo>
                  <a:lnTo>
                    <a:pt x="225233" y="196148"/>
                  </a:lnTo>
                  <a:lnTo>
                    <a:pt x="226664" y="195634"/>
                  </a:lnTo>
                  <a:lnTo>
                    <a:pt x="233573" y="193155"/>
                  </a:lnTo>
                  <a:lnTo>
                    <a:pt x="244665" y="189373"/>
                  </a:lnTo>
                  <a:lnTo>
                    <a:pt x="249333" y="187781"/>
                  </a:lnTo>
                  <a:lnTo>
                    <a:pt x="268939" y="183404"/>
                  </a:lnTo>
                  <a:lnTo>
                    <a:pt x="269967" y="183175"/>
                  </a:lnTo>
                  <a:lnTo>
                    <a:pt x="268033" y="177884"/>
                  </a:lnTo>
                  <a:lnTo>
                    <a:pt x="263798" y="166294"/>
                  </a:lnTo>
                  <a:lnTo>
                    <a:pt x="263484" y="165434"/>
                  </a:lnTo>
                  <a:lnTo>
                    <a:pt x="262591" y="162991"/>
                  </a:lnTo>
                  <a:lnTo>
                    <a:pt x="259122" y="153497"/>
                  </a:lnTo>
                  <a:lnTo>
                    <a:pt x="259854" y="153165"/>
                  </a:lnTo>
                  <a:lnTo>
                    <a:pt x="263289" y="151601"/>
                  </a:lnTo>
                  <a:lnTo>
                    <a:pt x="263910" y="151272"/>
                  </a:lnTo>
                  <a:lnTo>
                    <a:pt x="266906" y="149688"/>
                  </a:lnTo>
                  <a:lnTo>
                    <a:pt x="267301" y="149480"/>
                  </a:lnTo>
                  <a:lnTo>
                    <a:pt x="268562" y="148629"/>
                  </a:lnTo>
                  <a:lnTo>
                    <a:pt x="272613" y="145896"/>
                  </a:lnTo>
                  <a:lnTo>
                    <a:pt x="272909" y="144916"/>
                  </a:lnTo>
                  <a:lnTo>
                    <a:pt x="273075" y="144366"/>
                  </a:lnTo>
                  <a:lnTo>
                    <a:pt x="272276" y="141987"/>
                  </a:lnTo>
                  <a:lnTo>
                    <a:pt x="271747" y="140413"/>
                  </a:lnTo>
                  <a:lnTo>
                    <a:pt x="270234" y="139376"/>
                  </a:lnTo>
                  <a:lnTo>
                    <a:pt x="267568" y="137547"/>
                  </a:lnTo>
                  <a:lnTo>
                    <a:pt x="267490" y="136488"/>
                  </a:lnTo>
                  <a:lnTo>
                    <a:pt x="267160" y="131967"/>
                  </a:lnTo>
                  <a:lnTo>
                    <a:pt x="266962" y="129257"/>
                  </a:lnTo>
                  <a:lnTo>
                    <a:pt x="266943" y="129005"/>
                  </a:lnTo>
                  <a:lnTo>
                    <a:pt x="266755" y="126481"/>
                  </a:lnTo>
                  <a:lnTo>
                    <a:pt x="266327" y="120743"/>
                  </a:lnTo>
                  <a:lnTo>
                    <a:pt x="266265" y="119856"/>
                  </a:lnTo>
                  <a:lnTo>
                    <a:pt x="266554" y="113922"/>
                  </a:lnTo>
                  <a:lnTo>
                    <a:pt x="266786" y="109159"/>
                  </a:lnTo>
                  <a:lnTo>
                    <a:pt x="267290" y="98803"/>
                  </a:lnTo>
                  <a:lnTo>
                    <a:pt x="267331" y="97949"/>
                  </a:lnTo>
                  <a:lnTo>
                    <a:pt x="273377" y="84698"/>
                  </a:lnTo>
                  <a:lnTo>
                    <a:pt x="273377" y="67454"/>
                  </a:lnTo>
                  <a:lnTo>
                    <a:pt x="269407" y="55282"/>
                  </a:lnTo>
                  <a:lnTo>
                    <a:pt x="265934" y="45645"/>
                  </a:lnTo>
                  <a:lnTo>
                    <a:pt x="267999" y="31943"/>
                  </a:lnTo>
                  <a:lnTo>
                    <a:pt x="278835" y="26880"/>
                  </a:lnTo>
                  <a:lnTo>
                    <a:pt x="296203" y="14200"/>
                  </a:lnTo>
                  <a:lnTo>
                    <a:pt x="299180" y="6086"/>
                  </a:lnTo>
                  <a:lnTo>
                    <a:pt x="307616" y="1521"/>
                  </a:lnTo>
                  <a:lnTo>
                    <a:pt x="331434" y="3550"/>
                  </a:lnTo>
                  <a:lnTo>
                    <a:pt x="349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36300" y="2077250"/>
              <a:ext cx="421647" cy="415864"/>
            </a:xfrm>
            <a:custGeom>
              <a:avLst/>
              <a:pathLst>
                <a:path w="421647" h="415864">
                  <a:moveTo>
                    <a:pt x="327935" y="332929"/>
                  </a:moveTo>
                  <a:lnTo>
                    <a:pt x="328192" y="333338"/>
                  </a:lnTo>
                  <a:lnTo>
                    <a:pt x="329742" y="332393"/>
                  </a:lnTo>
                  <a:lnTo>
                    <a:pt x="331376" y="331396"/>
                  </a:lnTo>
                  <a:lnTo>
                    <a:pt x="335296" y="329004"/>
                  </a:lnTo>
                  <a:lnTo>
                    <a:pt x="344712" y="323260"/>
                  </a:lnTo>
                  <a:lnTo>
                    <a:pt x="347628" y="321481"/>
                  </a:lnTo>
                  <a:lnTo>
                    <a:pt x="355990" y="316379"/>
                  </a:lnTo>
                  <a:lnTo>
                    <a:pt x="359165" y="314442"/>
                  </a:lnTo>
                  <a:lnTo>
                    <a:pt x="363254" y="311947"/>
                  </a:lnTo>
                  <a:lnTo>
                    <a:pt x="365210" y="310755"/>
                  </a:lnTo>
                  <a:lnTo>
                    <a:pt x="369449" y="308168"/>
                  </a:lnTo>
                  <a:lnTo>
                    <a:pt x="372544" y="306280"/>
                  </a:lnTo>
                  <a:lnTo>
                    <a:pt x="379580" y="301988"/>
                  </a:lnTo>
                  <a:lnTo>
                    <a:pt x="380599" y="301366"/>
                  </a:lnTo>
                  <a:lnTo>
                    <a:pt x="381138" y="301037"/>
                  </a:lnTo>
                  <a:lnTo>
                    <a:pt x="381723" y="300680"/>
                  </a:lnTo>
                  <a:lnTo>
                    <a:pt x="382183" y="300402"/>
                  </a:lnTo>
                  <a:lnTo>
                    <a:pt x="382366" y="300683"/>
                  </a:lnTo>
                  <a:lnTo>
                    <a:pt x="383627" y="302612"/>
                  </a:lnTo>
                  <a:lnTo>
                    <a:pt x="384026" y="303222"/>
                  </a:lnTo>
                  <a:lnTo>
                    <a:pt x="384282" y="303613"/>
                  </a:lnTo>
                  <a:lnTo>
                    <a:pt x="385412" y="305342"/>
                  </a:lnTo>
                  <a:lnTo>
                    <a:pt x="385997" y="306238"/>
                  </a:lnTo>
                  <a:lnTo>
                    <a:pt x="386512" y="307026"/>
                  </a:lnTo>
                  <a:lnTo>
                    <a:pt x="387090" y="307911"/>
                  </a:lnTo>
                  <a:lnTo>
                    <a:pt x="387440" y="308447"/>
                  </a:lnTo>
                  <a:lnTo>
                    <a:pt x="387952" y="309230"/>
                  </a:lnTo>
                  <a:lnTo>
                    <a:pt x="389634" y="311803"/>
                  </a:lnTo>
                  <a:lnTo>
                    <a:pt x="390036" y="312419"/>
                  </a:lnTo>
                  <a:lnTo>
                    <a:pt x="391684" y="314939"/>
                  </a:lnTo>
                  <a:lnTo>
                    <a:pt x="391781" y="315089"/>
                  </a:lnTo>
                  <a:lnTo>
                    <a:pt x="392354" y="316015"/>
                  </a:lnTo>
                  <a:lnTo>
                    <a:pt x="393310" y="317562"/>
                  </a:lnTo>
                  <a:lnTo>
                    <a:pt x="393708" y="318205"/>
                  </a:lnTo>
                  <a:lnTo>
                    <a:pt x="394320" y="319195"/>
                  </a:lnTo>
                  <a:lnTo>
                    <a:pt x="396343" y="322468"/>
                  </a:lnTo>
                  <a:lnTo>
                    <a:pt x="397199" y="323853"/>
                  </a:lnTo>
                  <a:lnTo>
                    <a:pt x="398161" y="325409"/>
                  </a:lnTo>
                  <a:lnTo>
                    <a:pt x="399493" y="327564"/>
                  </a:lnTo>
                  <a:lnTo>
                    <a:pt x="400506" y="329202"/>
                  </a:lnTo>
                  <a:lnTo>
                    <a:pt x="405041" y="336539"/>
                  </a:lnTo>
                  <a:lnTo>
                    <a:pt x="405594" y="337434"/>
                  </a:lnTo>
                  <a:lnTo>
                    <a:pt x="405828" y="337812"/>
                  </a:lnTo>
                  <a:lnTo>
                    <a:pt x="406615" y="339086"/>
                  </a:lnTo>
                  <a:lnTo>
                    <a:pt x="410981" y="346149"/>
                  </a:lnTo>
                  <a:lnTo>
                    <a:pt x="412064" y="347901"/>
                  </a:lnTo>
                  <a:lnTo>
                    <a:pt x="412159" y="348054"/>
                  </a:lnTo>
                  <a:lnTo>
                    <a:pt x="415710" y="353800"/>
                  </a:lnTo>
                  <a:lnTo>
                    <a:pt x="417208" y="356222"/>
                  </a:lnTo>
                  <a:lnTo>
                    <a:pt x="417664" y="356959"/>
                  </a:lnTo>
                  <a:lnTo>
                    <a:pt x="417919" y="357372"/>
                  </a:lnTo>
                  <a:lnTo>
                    <a:pt x="418452" y="358235"/>
                  </a:lnTo>
                  <a:lnTo>
                    <a:pt x="410169" y="363073"/>
                  </a:lnTo>
                  <a:lnTo>
                    <a:pt x="409791" y="363293"/>
                  </a:lnTo>
                  <a:lnTo>
                    <a:pt x="409390" y="363528"/>
                  </a:lnTo>
                  <a:lnTo>
                    <a:pt x="416242" y="377683"/>
                  </a:lnTo>
                  <a:lnTo>
                    <a:pt x="418690" y="383144"/>
                  </a:lnTo>
                  <a:lnTo>
                    <a:pt x="420451" y="387070"/>
                  </a:lnTo>
                  <a:lnTo>
                    <a:pt x="420752" y="387742"/>
                  </a:lnTo>
                  <a:lnTo>
                    <a:pt x="421092" y="388382"/>
                  </a:lnTo>
                  <a:lnTo>
                    <a:pt x="421358" y="388251"/>
                  </a:lnTo>
                  <a:lnTo>
                    <a:pt x="421647" y="388848"/>
                  </a:lnTo>
                  <a:lnTo>
                    <a:pt x="420690" y="389250"/>
                  </a:lnTo>
                  <a:lnTo>
                    <a:pt x="417409" y="390625"/>
                  </a:lnTo>
                  <a:lnTo>
                    <a:pt x="416832" y="390820"/>
                  </a:lnTo>
                  <a:lnTo>
                    <a:pt x="415668" y="391211"/>
                  </a:lnTo>
                  <a:lnTo>
                    <a:pt x="411489" y="392618"/>
                  </a:lnTo>
                  <a:lnTo>
                    <a:pt x="408381" y="393980"/>
                  </a:lnTo>
                  <a:lnTo>
                    <a:pt x="407800" y="394235"/>
                  </a:lnTo>
                  <a:lnTo>
                    <a:pt x="405562" y="395215"/>
                  </a:lnTo>
                  <a:lnTo>
                    <a:pt x="387645" y="403066"/>
                  </a:lnTo>
                  <a:lnTo>
                    <a:pt x="376356" y="408013"/>
                  </a:lnTo>
                  <a:lnTo>
                    <a:pt x="376089" y="408130"/>
                  </a:lnTo>
                  <a:lnTo>
                    <a:pt x="375635" y="408328"/>
                  </a:lnTo>
                  <a:lnTo>
                    <a:pt x="373184" y="409400"/>
                  </a:lnTo>
                  <a:lnTo>
                    <a:pt x="366160" y="412469"/>
                  </a:lnTo>
                  <a:lnTo>
                    <a:pt x="358897" y="415663"/>
                  </a:lnTo>
                  <a:lnTo>
                    <a:pt x="358442" y="415864"/>
                  </a:lnTo>
                  <a:lnTo>
                    <a:pt x="357886" y="415593"/>
                  </a:lnTo>
                  <a:lnTo>
                    <a:pt x="346877" y="410232"/>
                  </a:lnTo>
                  <a:lnTo>
                    <a:pt x="302140" y="390592"/>
                  </a:lnTo>
                  <a:lnTo>
                    <a:pt x="300959" y="390073"/>
                  </a:lnTo>
                  <a:lnTo>
                    <a:pt x="285441" y="383045"/>
                  </a:lnTo>
                  <a:lnTo>
                    <a:pt x="266071" y="374273"/>
                  </a:lnTo>
                  <a:lnTo>
                    <a:pt x="249494" y="366765"/>
                  </a:lnTo>
                  <a:lnTo>
                    <a:pt x="249218" y="366650"/>
                  </a:lnTo>
                  <a:lnTo>
                    <a:pt x="242305" y="363763"/>
                  </a:lnTo>
                  <a:lnTo>
                    <a:pt x="232206" y="359545"/>
                  </a:lnTo>
                  <a:lnTo>
                    <a:pt x="223095" y="355740"/>
                  </a:lnTo>
                  <a:lnTo>
                    <a:pt x="220833" y="354796"/>
                  </a:lnTo>
                  <a:lnTo>
                    <a:pt x="214216" y="349133"/>
                  </a:lnTo>
                  <a:lnTo>
                    <a:pt x="207582" y="343456"/>
                  </a:lnTo>
                  <a:lnTo>
                    <a:pt x="199804" y="336021"/>
                  </a:lnTo>
                  <a:lnTo>
                    <a:pt x="174944" y="312256"/>
                  </a:lnTo>
                  <a:lnTo>
                    <a:pt x="162795" y="300641"/>
                  </a:lnTo>
                  <a:lnTo>
                    <a:pt x="148802" y="287264"/>
                  </a:lnTo>
                  <a:lnTo>
                    <a:pt x="148350" y="286832"/>
                  </a:lnTo>
                  <a:lnTo>
                    <a:pt x="145639" y="284240"/>
                  </a:lnTo>
                  <a:lnTo>
                    <a:pt x="135276" y="274453"/>
                  </a:lnTo>
                  <a:lnTo>
                    <a:pt x="121899" y="261819"/>
                  </a:lnTo>
                  <a:lnTo>
                    <a:pt x="121293" y="261246"/>
                  </a:lnTo>
                  <a:lnTo>
                    <a:pt x="108742" y="248656"/>
                  </a:lnTo>
                  <a:lnTo>
                    <a:pt x="104652" y="244552"/>
                  </a:lnTo>
                  <a:lnTo>
                    <a:pt x="93152" y="231819"/>
                  </a:lnTo>
                  <a:lnTo>
                    <a:pt x="89859" y="228173"/>
                  </a:lnTo>
                  <a:lnTo>
                    <a:pt x="79878" y="214699"/>
                  </a:lnTo>
                  <a:lnTo>
                    <a:pt x="73526" y="206125"/>
                  </a:lnTo>
                  <a:lnTo>
                    <a:pt x="69613" y="200234"/>
                  </a:lnTo>
                  <a:lnTo>
                    <a:pt x="60545" y="186582"/>
                  </a:lnTo>
                  <a:lnTo>
                    <a:pt x="57159" y="181485"/>
                  </a:lnTo>
                  <a:lnTo>
                    <a:pt x="56093" y="179880"/>
                  </a:lnTo>
                  <a:lnTo>
                    <a:pt x="53527" y="176016"/>
                  </a:lnTo>
                  <a:lnTo>
                    <a:pt x="52426" y="174360"/>
                  </a:lnTo>
                  <a:lnTo>
                    <a:pt x="51867" y="173386"/>
                  </a:lnTo>
                  <a:lnTo>
                    <a:pt x="58357" y="161591"/>
                  </a:lnTo>
                  <a:lnTo>
                    <a:pt x="59768" y="159026"/>
                  </a:lnTo>
                  <a:lnTo>
                    <a:pt x="60788" y="157144"/>
                  </a:lnTo>
                  <a:lnTo>
                    <a:pt x="60143" y="156842"/>
                  </a:lnTo>
                  <a:lnTo>
                    <a:pt x="57836" y="155761"/>
                  </a:lnTo>
                  <a:lnTo>
                    <a:pt x="54037" y="153983"/>
                  </a:lnTo>
                  <a:lnTo>
                    <a:pt x="53338" y="153655"/>
                  </a:lnTo>
                  <a:lnTo>
                    <a:pt x="52875" y="153439"/>
                  </a:lnTo>
                  <a:lnTo>
                    <a:pt x="49920" y="152055"/>
                  </a:lnTo>
                  <a:lnTo>
                    <a:pt x="47776" y="151051"/>
                  </a:lnTo>
                  <a:lnTo>
                    <a:pt x="45392" y="149935"/>
                  </a:lnTo>
                  <a:lnTo>
                    <a:pt x="36240" y="145650"/>
                  </a:lnTo>
                  <a:lnTo>
                    <a:pt x="35425" y="144681"/>
                  </a:lnTo>
                  <a:lnTo>
                    <a:pt x="31731" y="140285"/>
                  </a:lnTo>
                  <a:lnTo>
                    <a:pt x="19941" y="126266"/>
                  </a:lnTo>
                  <a:lnTo>
                    <a:pt x="12470" y="111102"/>
                  </a:lnTo>
                  <a:lnTo>
                    <a:pt x="9872" y="105828"/>
                  </a:lnTo>
                  <a:lnTo>
                    <a:pt x="9169" y="101322"/>
                  </a:lnTo>
                  <a:lnTo>
                    <a:pt x="7787" y="92468"/>
                  </a:lnTo>
                  <a:lnTo>
                    <a:pt x="7661" y="91662"/>
                  </a:lnTo>
                  <a:lnTo>
                    <a:pt x="7077" y="87914"/>
                  </a:lnTo>
                  <a:lnTo>
                    <a:pt x="6741" y="86045"/>
                  </a:lnTo>
                  <a:lnTo>
                    <a:pt x="4159" y="71645"/>
                  </a:lnTo>
                  <a:lnTo>
                    <a:pt x="3913" y="70272"/>
                  </a:lnTo>
                  <a:lnTo>
                    <a:pt x="3839" y="69859"/>
                  </a:lnTo>
                  <a:lnTo>
                    <a:pt x="3762" y="69348"/>
                  </a:lnTo>
                  <a:lnTo>
                    <a:pt x="401" y="47026"/>
                  </a:lnTo>
                  <a:lnTo>
                    <a:pt x="0" y="40344"/>
                  </a:lnTo>
                  <a:lnTo>
                    <a:pt x="977" y="36429"/>
                  </a:lnTo>
                  <a:lnTo>
                    <a:pt x="1598" y="35241"/>
                  </a:lnTo>
                  <a:lnTo>
                    <a:pt x="1793" y="34870"/>
                  </a:lnTo>
                  <a:lnTo>
                    <a:pt x="9892" y="19404"/>
                  </a:lnTo>
                  <a:lnTo>
                    <a:pt x="20199" y="0"/>
                  </a:lnTo>
                  <a:lnTo>
                    <a:pt x="24202" y="2211"/>
                  </a:lnTo>
                  <a:lnTo>
                    <a:pt x="32071" y="6558"/>
                  </a:lnTo>
                  <a:lnTo>
                    <a:pt x="32568" y="6832"/>
                  </a:lnTo>
                  <a:lnTo>
                    <a:pt x="33182" y="7171"/>
                  </a:lnTo>
                  <a:lnTo>
                    <a:pt x="33854" y="7542"/>
                  </a:lnTo>
                  <a:lnTo>
                    <a:pt x="35646" y="8532"/>
                  </a:lnTo>
                  <a:lnTo>
                    <a:pt x="36002" y="8729"/>
                  </a:lnTo>
                  <a:lnTo>
                    <a:pt x="36288" y="8887"/>
                  </a:lnTo>
                  <a:lnTo>
                    <a:pt x="37696" y="9664"/>
                  </a:lnTo>
                  <a:lnTo>
                    <a:pt x="38550" y="10136"/>
                  </a:lnTo>
                  <a:lnTo>
                    <a:pt x="38686" y="10211"/>
                  </a:lnTo>
                  <a:lnTo>
                    <a:pt x="39352" y="10579"/>
                  </a:lnTo>
                  <a:lnTo>
                    <a:pt x="39557" y="10692"/>
                  </a:lnTo>
                  <a:lnTo>
                    <a:pt x="41013" y="11496"/>
                  </a:lnTo>
                  <a:lnTo>
                    <a:pt x="42429" y="12279"/>
                  </a:lnTo>
                  <a:lnTo>
                    <a:pt x="43234" y="12724"/>
                  </a:lnTo>
                  <a:lnTo>
                    <a:pt x="44629" y="13494"/>
                  </a:lnTo>
                  <a:lnTo>
                    <a:pt x="45332" y="13883"/>
                  </a:lnTo>
                  <a:lnTo>
                    <a:pt x="46500" y="14527"/>
                  </a:lnTo>
                  <a:lnTo>
                    <a:pt x="46664" y="14618"/>
                  </a:lnTo>
                  <a:lnTo>
                    <a:pt x="46894" y="14745"/>
                  </a:lnTo>
                  <a:lnTo>
                    <a:pt x="47150" y="14886"/>
                  </a:lnTo>
                  <a:lnTo>
                    <a:pt x="47364" y="15005"/>
                  </a:lnTo>
                  <a:lnTo>
                    <a:pt x="48460" y="15610"/>
                  </a:lnTo>
                  <a:lnTo>
                    <a:pt x="49154" y="15993"/>
                  </a:lnTo>
                  <a:lnTo>
                    <a:pt x="50233" y="16589"/>
                  </a:lnTo>
                  <a:lnTo>
                    <a:pt x="50789" y="16897"/>
                  </a:lnTo>
                  <a:lnTo>
                    <a:pt x="52445" y="17811"/>
                  </a:lnTo>
                  <a:lnTo>
                    <a:pt x="52702" y="17953"/>
                  </a:lnTo>
                  <a:lnTo>
                    <a:pt x="53448" y="18365"/>
                  </a:lnTo>
                  <a:lnTo>
                    <a:pt x="54067" y="18707"/>
                  </a:lnTo>
                  <a:lnTo>
                    <a:pt x="54621" y="19013"/>
                  </a:lnTo>
                  <a:lnTo>
                    <a:pt x="54966" y="19204"/>
                  </a:lnTo>
                  <a:lnTo>
                    <a:pt x="55397" y="19442"/>
                  </a:lnTo>
                  <a:lnTo>
                    <a:pt x="56421" y="20008"/>
                  </a:lnTo>
                  <a:lnTo>
                    <a:pt x="56672" y="20146"/>
                  </a:lnTo>
                  <a:lnTo>
                    <a:pt x="57017" y="20337"/>
                  </a:lnTo>
                  <a:lnTo>
                    <a:pt x="57270" y="20477"/>
                  </a:lnTo>
                  <a:lnTo>
                    <a:pt x="57669" y="20697"/>
                  </a:lnTo>
                  <a:lnTo>
                    <a:pt x="57907" y="20829"/>
                  </a:lnTo>
                  <a:lnTo>
                    <a:pt x="58040" y="20902"/>
                  </a:lnTo>
                  <a:lnTo>
                    <a:pt x="58956" y="21408"/>
                  </a:lnTo>
                  <a:lnTo>
                    <a:pt x="59545" y="21733"/>
                  </a:lnTo>
                  <a:lnTo>
                    <a:pt x="60351" y="22178"/>
                  </a:lnTo>
                  <a:lnTo>
                    <a:pt x="60796" y="22424"/>
                  </a:lnTo>
                  <a:lnTo>
                    <a:pt x="62255" y="23230"/>
                  </a:lnTo>
                  <a:lnTo>
                    <a:pt x="63009" y="23647"/>
                  </a:lnTo>
                  <a:lnTo>
                    <a:pt x="63488" y="23911"/>
                  </a:lnTo>
                  <a:lnTo>
                    <a:pt x="63814" y="24091"/>
                  </a:lnTo>
                  <a:lnTo>
                    <a:pt x="64597" y="24524"/>
                  </a:lnTo>
                  <a:lnTo>
                    <a:pt x="67511" y="26133"/>
                  </a:lnTo>
                  <a:lnTo>
                    <a:pt x="69344" y="27146"/>
                  </a:lnTo>
                  <a:lnTo>
                    <a:pt x="71330" y="28243"/>
                  </a:lnTo>
                  <a:lnTo>
                    <a:pt x="72379" y="28822"/>
                  </a:lnTo>
                  <a:lnTo>
                    <a:pt x="73863" y="29642"/>
                  </a:lnTo>
                  <a:lnTo>
                    <a:pt x="75516" y="30555"/>
                  </a:lnTo>
                  <a:lnTo>
                    <a:pt x="77627" y="31721"/>
                  </a:lnTo>
                  <a:lnTo>
                    <a:pt x="79035" y="32498"/>
                  </a:lnTo>
                  <a:lnTo>
                    <a:pt x="79204" y="32592"/>
                  </a:lnTo>
                  <a:lnTo>
                    <a:pt x="80018" y="33042"/>
                  </a:lnTo>
                  <a:lnTo>
                    <a:pt x="80422" y="33265"/>
                  </a:lnTo>
                  <a:lnTo>
                    <a:pt x="81943" y="34105"/>
                  </a:lnTo>
                  <a:lnTo>
                    <a:pt x="82360" y="34335"/>
                  </a:lnTo>
                  <a:lnTo>
                    <a:pt x="82606" y="34471"/>
                  </a:lnTo>
                  <a:lnTo>
                    <a:pt x="83244" y="34824"/>
                  </a:lnTo>
                  <a:lnTo>
                    <a:pt x="83896" y="35184"/>
                  </a:lnTo>
                  <a:lnTo>
                    <a:pt x="84266" y="35388"/>
                  </a:lnTo>
                  <a:lnTo>
                    <a:pt x="84908" y="35743"/>
                  </a:lnTo>
                  <a:lnTo>
                    <a:pt x="85157" y="35881"/>
                  </a:lnTo>
                  <a:lnTo>
                    <a:pt x="85413" y="36022"/>
                  </a:lnTo>
                  <a:lnTo>
                    <a:pt x="85841" y="36258"/>
                  </a:lnTo>
                  <a:lnTo>
                    <a:pt x="86272" y="36496"/>
                  </a:lnTo>
                  <a:lnTo>
                    <a:pt x="86497" y="36620"/>
                  </a:lnTo>
                  <a:lnTo>
                    <a:pt x="86793" y="36784"/>
                  </a:lnTo>
                  <a:lnTo>
                    <a:pt x="87078" y="36941"/>
                  </a:lnTo>
                  <a:lnTo>
                    <a:pt x="87355" y="37094"/>
                  </a:lnTo>
                  <a:lnTo>
                    <a:pt x="87769" y="37323"/>
                  </a:lnTo>
                  <a:lnTo>
                    <a:pt x="88583" y="37773"/>
                  </a:lnTo>
                  <a:lnTo>
                    <a:pt x="89002" y="38004"/>
                  </a:lnTo>
                  <a:lnTo>
                    <a:pt x="90773" y="38982"/>
                  </a:lnTo>
                  <a:lnTo>
                    <a:pt x="92112" y="39722"/>
                  </a:lnTo>
                  <a:lnTo>
                    <a:pt x="94275" y="40917"/>
                  </a:lnTo>
                  <a:lnTo>
                    <a:pt x="95034" y="41336"/>
                  </a:lnTo>
                  <a:lnTo>
                    <a:pt x="95495" y="41591"/>
                  </a:lnTo>
                  <a:lnTo>
                    <a:pt x="97863" y="42899"/>
                  </a:lnTo>
                  <a:lnTo>
                    <a:pt x="99406" y="43751"/>
                  </a:lnTo>
                  <a:lnTo>
                    <a:pt x="101808" y="45078"/>
                  </a:lnTo>
                  <a:lnTo>
                    <a:pt x="104409" y="46515"/>
                  </a:lnTo>
                  <a:lnTo>
                    <a:pt x="104981" y="46830"/>
                  </a:lnTo>
                  <a:lnTo>
                    <a:pt x="105526" y="47131"/>
                  </a:lnTo>
                  <a:lnTo>
                    <a:pt x="106754" y="47838"/>
                  </a:lnTo>
                  <a:lnTo>
                    <a:pt x="107840" y="48463"/>
                  </a:lnTo>
                  <a:lnTo>
                    <a:pt x="108440" y="48809"/>
                  </a:lnTo>
                  <a:lnTo>
                    <a:pt x="114258" y="52157"/>
                  </a:lnTo>
                  <a:lnTo>
                    <a:pt x="115552" y="52902"/>
                  </a:lnTo>
                  <a:lnTo>
                    <a:pt x="115883" y="53093"/>
                  </a:lnTo>
                  <a:lnTo>
                    <a:pt x="116020" y="53171"/>
                  </a:lnTo>
                  <a:lnTo>
                    <a:pt x="117083" y="53783"/>
                  </a:lnTo>
                  <a:lnTo>
                    <a:pt x="117631" y="54099"/>
                  </a:lnTo>
                  <a:lnTo>
                    <a:pt x="122118" y="56681"/>
                  </a:lnTo>
                  <a:lnTo>
                    <a:pt x="122658" y="56992"/>
                  </a:lnTo>
                  <a:lnTo>
                    <a:pt x="123447" y="57446"/>
                  </a:lnTo>
                  <a:lnTo>
                    <a:pt x="123940" y="57730"/>
                  </a:lnTo>
                  <a:lnTo>
                    <a:pt x="124181" y="57868"/>
                  </a:lnTo>
                  <a:lnTo>
                    <a:pt x="126790" y="59370"/>
                  </a:lnTo>
                  <a:lnTo>
                    <a:pt x="128328" y="60255"/>
                  </a:lnTo>
                  <a:lnTo>
                    <a:pt x="128986" y="60634"/>
                  </a:lnTo>
                  <a:lnTo>
                    <a:pt x="129245" y="60783"/>
                  </a:lnTo>
                  <a:lnTo>
                    <a:pt x="129912" y="61167"/>
                  </a:lnTo>
                  <a:lnTo>
                    <a:pt x="131800" y="62253"/>
                  </a:lnTo>
                  <a:lnTo>
                    <a:pt x="132636" y="62734"/>
                  </a:lnTo>
                  <a:lnTo>
                    <a:pt x="133430" y="63191"/>
                  </a:lnTo>
                  <a:lnTo>
                    <a:pt x="134946" y="64064"/>
                  </a:lnTo>
                  <a:lnTo>
                    <a:pt x="136244" y="64811"/>
                  </a:lnTo>
                  <a:lnTo>
                    <a:pt x="137490" y="65528"/>
                  </a:lnTo>
                  <a:lnTo>
                    <a:pt x="138348" y="66218"/>
                  </a:lnTo>
                  <a:lnTo>
                    <a:pt x="138701" y="66502"/>
                  </a:lnTo>
                  <a:lnTo>
                    <a:pt x="140123" y="67646"/>
                  </a:lnTo>
                  <a:lnTo>
                    <a:pt x="140797" y="68187"/>
                  </a:lnTo>
                  <a:lnTo>
                    <a:pt x="141069" y="68407"/>
                  </a:lnTo>
                  <a:lnTo>
                    <a:pt x="141606" y="68838"/>
                  </a:lnTo>
                  <a:lnTo>
                    <a:pt x="141872" y="69052"/>
                  </a:lnTo>
                  <a:lnTo>
                    <a:pt x="142358" y="69443"/>
                  </a:lnTo>
                  <a:lnTo>
                    <a:pt x="142807" y="69804"/>
                  </a:lnTo>
                  <a:lnTo>
                    <a:pt x="144302" y="71006"/>
                  </a:lnTo>
                  <a:lnTo>
                    <a:pt x="145463" y="71955"/>
                  </a:lnTo>
                  <a:lnTo>
                    <a:pt x="145960" y="72539"/>
                  </a:lnTo>
                  <a:lnTo>
                    <a:pt x="146290" y="72926"/>
                  </a:lnTo>
                  <a:lnTo>
                    <a:pt x="146468" y="73134"/>
                  </a:lnTo>
                  <a:lnTo>
                    <a:pt x="146819" y="73546"/>
                  </a:lnTo>
                  <a:lnTo>
                    <a:pt x="146992" y="73749"/>
                  </a:lnTo>
                  <a:lnTo>
                    <a:pt x="147222" y="74018"/>
                  </a:lnTo>
                  <a:lnTo>
                    <a:pt x="147524" y="74372"/>
                  </a:lnTo>
                  <a:lnTo>
                    <a:pt x="147772" y="74663"/>
                  </a:lnTo>
                  <a:lnTo>
                    <a:pt x="148241" y="75213"/>
                  </a:lnTo>
                  <a:lnTo>
                    <a:pt x="148502" y="75519"/>
                  </a:lnTo>
                  <a:lnTo>
                    <a:pt x="148613" y="75648"/>
                  </a:lnTo>
                  <a:lnTo>
                    <a:pt x="149109" y="76230"/>
                  </a:lnTo>
                  <a:lnTo>
                    <a:pt x="149413" y="76587"/>
                  </a:lnTo>
                  <a:lnTo>
                    <a:pt x="149675" y="76893"/>
                  </a:lnTo>
                  <a:lnTo>
                    <a:pt x="150264" y="77585"/>
                  </a:lnTo>
                  <a:lnTo>
                    <a:pt x="150516" y="77880"/>
                  </a:lnTo>
                  <a:lnTo>
                    <a:pt x="150674" y="78065"/>
                  </a:lnTo>
                  <a:lnTo>
                    <a:pt x="150975" y="78491"/>
                  </a:lnTo>
                  <a:lnTo>
                    <a:pt x="151088" y="78651"/>
                  </a:lnTo>
                  <a:lnTo>
                    <a:pt x="151234" y="78857"/>
                  </a:lnTo>
                  <a:lnTo>
                    <a:pt x="151591" y="79363"/>
                  </a:lnTo>
                  <a:lnTo>
                    <a:pt x="152007" y="79951"/>
                  </a:lnTo>
                  <a:lnTo>
                    <a:pt x="152181" y="80197"/>
                  </a:lnTo>
                  <a:lnTo>
                    <a:pt x="152286" y="80346"/>
                  </a:lnTo>
                  <a:lnTo>
                    <a:pt x="152966" y="81306"/>
                  </a:lnTo>
                  <a:lnTo>
                    <a:pt x="153557" y="82142"/>
                  </a:lnTo>
                  <a:lnTo>
                    <a:pt x="154016" y="82792"/>
                  </a:lnTo>
                  <a:lnTo>
                    <a:pt x="154727" y="83797"/>
                  </a:lnTo>
                  <a:lnTo>
                    <a:pt x="155005" y="84190"/>
                  </a:lnTo>
                  <a:lnTo>
                    <a:pt x="155616" y="85054"/>
                  </a:lnTo>
                  <a:lnTo>
                    <a:pt x="155737" y="85225"/>
                  </a:lnTo>
                  <a:lnTo>
                    <a:pt x="155918" y="85482"/>
                  </a:lnTo>
                  <a:lnTo>
                    <a:pt x="156015" y="85619"/>
                  </a:lnTo>
                  <a:lnTo>
                    <a:pt x="156605" y="86453"/>
                  </a:lnTo>
                  <a:lnTo>
                    <a:pt x="156999" y="87011"/>
                  </a:lnTo>
                  <a:lnTo>
                    <a:pt x="157331" y="87480"/>
                  </a:lnTo>
                  <a:lnTo>
                    <a:pt x="157667" y="87955"/>
                  </a:lnTo>
                  <a:lnTo>
                    <a:pt x="157861" y="88230"/>
                  </a:lnTo>
                  <a:lnTo>
                    <a:pt x="158699" y="89415"/>
                  </a:lnTo>
                  <a:lnTo>
                    <a:pt x="158957" y="89779"/>
                  </a:lnTo>
                  <a:lnTo>
                    <a:pt x="159112" y="89998"/>
                  </a:lnTo>
                  <a:lnTo>
                    <a:pt x="159215" y="90145"/>
                  </a:lnTo>
                  <a:lnTo>
                    <a:pt x="159461" y="90493"/>
                  </a:lnTo>
                  <a:lnTo>
                    <a:pt x="159681" y="90804"/>
                  </a:lnTo>
                  <a:lnTo>
                    <a:pt x="159959" y="91196"/>
                  </a:lnTo>
                  <a:lnTo>
                    <a:pt x="160057" y="91336"/>
                  </a:lnTo>
                  <a:lnTo>
                    <a:pt x="160488" y="91945"/>
                  </a:lnTo>
                  <a:lnTo>
                    <a:pt x="160773" y="92348"/>
                  </a:lnTo>
                  <a:lnTo>
                    <a:pt x="161012" y="92686"/>
                  </a:lnTo>
                  <a:lnTo>
                    <a:pt x="161294" y="93084"/>
                  </a:lnTo>
                  <a:lnTo>
                    <a:pt x="162192" y="94355"/>
                  </a:lnTo>
                  <a:lnTo>
                    <a:pt x="162559" y="94873"/>
                  </a:lnTo>
                  <a:lnTo>
                    <a:pt x="163427" y="96101"/>
                  </a:lnTo>
                  <a:lnTo>
                    <a:pt x="163845" y="96693"/>
                  </a:lnTo>
                  <a:lnTo>
                    <a:pt x="163963" y="96859"/>
                  </a:lnTo>
                  <a:lnTo>
                    <a:pt x="164210" y="97242"/>
                  </a:lnTo>
                  <a:lnTo>
                    <a:pt x="165055" y="98551"/>
                  </a:lnTo>
                  <a:lnTo>
                    <a:pt x="165269" y="98883"/>
                  </a:lnTo>
                  <a:lnTo>
                    <a:pt x="165876" y="99823"/>
                  </a:lnTo>
                  <a:lnTo>
                    <a:pt x="166029" y="100060"/>
                  </a:lnTo>
                  <a:lnTo>
                    <a:pt x="166311" y="100495"/>
                  </a:lnTo>
                  <a:lnTo>
                    <a:pt x="166428" y="100676"/>
                  </a:lnTo>
                  <a:lnTo>
                    <a:pt x="166526" y="100829"/>
                  </a:lnTo>
                  <a:lnTo>
                    <a:pt x="166832" y="101303"/>
                  </a:lnTo>
                  <a:lnTo>
                    <a:pt x="167431" y="102230"/>
                  </a:lnTo>
                  <a:lnTo>
                    <a:pt x="167597" y="102488"/>
                  </a:lnTo>
                  <a:lnTo>
                    <a:pt x="167798" y="102799"/>
                  </a:lnTo>
                  <a:lnTo>
                    <a:pt x="168066" y="103214"/>
                  </a:lnTo>
                  <a:lnTo>
                    <a:pt x="168216" y="103446"/>
                  </a:lnTo>
                  <a:lnTo>
                    <a:pt x="169004" y="104667"/>
                  </a:lnTo>
                  <a:lnTo>
                    <a:pt x="169136" y="104871"/>
                  </a:lnTo>
                  <a:lnTo>
                    <a:pt x="169946" y="106126"/>
                  </a:lnTo>
                  <a:lnTo>
                    <a:pt x="170213" y="106538"/>
                  </a:lnTo>
                  <a:lnTo>
                    <a:pt x="170718" y="107321"/>
                  </a:lnTo>
                  <a:lnTo>
                    <a:pt x="170838" y="107507"/>
                  </a:lnTo>
                  <a:lnTo>
                    <a:pt x="170983" y="107732"/>
                  </a:lnTo>
                  <a:lnTo>
                    <a:pt x="171210" y="108082"/>
                  </a:lnTo>
                  <a:lnTo>
                    <a:pt x="171529" y="108576"/>
                  </a:lnTo>
                  <a:lnTo>
                    <a:pt x="171936" y="109207"/>
                  </a:lnTo>
                  <a:lnTo>
                    <a:pt x="172234" y="109668"/>
                  </a:lnTo>
                  <a:lnTo>
                    <a:pt x="172347" y="109844"/>
                  </a:lnTo>
                  <a:lnTo>
                    <a:pt x="172526" y="110121"/>
                  </a:lnTo>
                  <a:lnTo>
                    <a:pt x="172705" y="110398"/>
                  </a:lnTo>
                  <a:lnTo>
                    <a:pt x="172799" y="110543"/>
                  </a:lnTo>
                  <a:lnTo>
                    <a:pt x="173163" y="111107"/>
                  </a:lnTo>
                  <a:lnTo>
                    <a:pt x="173263" y="111262"/>
                  </a:lnTo>
                  <a:lnTo>
                    <a:pt x="173884" y="112224"/>
                  </a:lnTo>
                  <a:lnTo>
                    <a:pt x="174106" y="112568"/>
                  </a:lnTo>
                  <a:lnTo>
                    <a:pt x="174227" y="112755"/>
                  </a:lnTo>
                  <a:lnTo>
                    <a:pt x="174951" y="113876"/>
                  </a:lnTo>
                  <a:lnTo>
                    <a:pt x="175465" y="114672"/>
                  </a:lnTo>
                  <a:lnTo>
                    <a:pt x="175592" y="114870"/>
                  </a:lnTo>
                  <a:lnTo>
                    <a:pt x="175689" y="115019"/>
                  </a:lnTo>
                  <a:lnTo>
                    <a:pt x="175784" y="115166"/>
                  </a:lnTo>
                  <a:lnTo>
                    <a:pt x="175995" y="115494"/>
                  </a:lnTo>
                  <a:lnTo>
                    <a:pt x="176592" y="116417"/>
                  </a:lnTo>
                  <a:lnTo>
                    <a:pt x="177465" y="117770"/>
                  </a:lnTo>
                  <a:lnTo>
                    <a:pt x="177942" y="118508"/>
                  </a:lnTo>
                  <a:lnTo>
                    <a:pt x="178772" y="119794"/>
                  </a:lnTo>
                  <a:lnTo>
                    <a:pt x="179943" y="121607"/>
                  </a:lnTo>
                  <a:lnTo>
                    <a:pt x="181009" y="123258"/>
                  </a:lnTo>
                  <a:lnTo>
                    <a:pt x="181498" y="124015"/>
                  </a:lnTo>
                  <a:lnTo>
                    <a:pt x="181595" y="124166"/>
                  </a:lnTo>
                  <a:lnTo>
                    <a:pt x="182744" y="125945"/>
                  </a:lnTo>
                  <a:lnTo>
                    <a:pt x="182999" y="126341"/>
                  </a:lnTo>
                  <a:lnTo>
                    <a:pt x="184011" y="127908"/>
                  </a:lnTo>
                  <a:lnTo>
                    <a:pt x="184444" y="128578"/>
                  </a:lnTo>
                  <a:lnTo>
                    <a:pt x="185611" y="130386"/>
                  </a:lnTo>
                  <a:lnTo>
                    <a:pt x="186365" y="131554"/>
                  </a:lnTo>
                  <a:lnTo>
                    <a:pt x="186866" y="132329"/>
                  </a:lnTo>
                  <a:lnTo>
                    <a:pt x="187609" y="133480"/>
                  </a:lnTo>
                  <a:lnTo>
                    <a:pt x="187776" y="133738"/>
                  </a:lnTo>
                  <a:lnTo>
                    <a:pt x="190173" y="137451"/>
                  </a:lnTo>
                  <a:lnTo>
                    <a:pt x="190388" y="137784"/>
                  </a:lnTo>
                  <a:lnTo>
                    <a:pt x="191273" y="139153"/>
                  </a:lnTo>
                  <a:lnTo>
                    <a:pt x="192662" y="141305"/>
                  </a:lnTo>
                  <a:lnTo>
                    <a:pt x="194316" y="143867"/>
                  </a:lnTo>
                  <a:lnTo>
                    <a:pt x="194523" y="144187"/>
                  </a:lnTo>
                  <a:lnTo>
                    <a:pt x="195015" y="144949"/>
                  </a:lnTo>
                  <a:lnTo>
                    <a:pt x="196125" y="146669"/>
                  </a:lnTo>
                  <a:lnTo>
                    <a:pt x="198195" y="149874"/>
                  </a:lnTo>
                  <a:lnTo>
                    <a:pt x="198874" y="150926"/>
                  </a:lnTo>
                  <a:lnTo>
                    <a:pt x="200001" y="152671"/>
                  </a:lnTo>
                  <a:lnTo>
                    <a:pt x="201287" y="154663"/>
                  </a:lnTo>
                  <a:lnTo>
                    <a:pt x="201858" y="155546"/>
                  </a:lnTo>
                  <a:lnTo>
                    <a:pt x="202299" y="156230"/>
                  </a:lnTo>
                  <a:lnTo>
                    <a:pt x="202456" y="156473"/>
                  </a:lnTo>
                  <a:lnTo>
                    <a:pt x="202820" y="157036"/>
                  </a:lnTo>
                  <a:lnTo>
                    <a:pt x="203782" y="158527"/>
                  </a:lnTo>
                  <a:lnTo>
                    <a:pt x="204216" y="159199"/>
                  </a:lnTo>
                  <a:lnTo>
                    <a:pt x="204573" y="159751"/>
                  </a:lnTo>
                  <a:lnTo>
                    <a:pt x="205014" y="160434"/>
                  </a:lnTo>
                  <a:lnTo>
                    <a:pt x="205750" y="161575"/>
                  </a:lnTo>
                  <a:lnTo>
                    <a:pt x="207324" y="164011"/>
                  </a:lnTo>
                  <a:lnTo>
                    <a:pt x="207583" y="164413"/>
                  </a:lnTo>
                  <a:lnTo>
                    <a:pt x="207827" y="164791"/>
                  </a:lnTo>
                  <a:lnTo>
                    <a:pt x="208863" y="166396"/>
                  </a:lnTo>
                  <a:lnTo>
                    <a:pt x="209400" y="167228"/>
                  </a:lnTo>
                  <a:lnTo>
                    <a:pt x="210745" y="169309"/>
                  </a:lnTo>
                  <a:lnTo>
                    <a:pt x="211096" y="169854"/>
                  </a:lnTo>
                  <a:lnTo>
                    <a:pt x="212052" y="171334"/>
                  </a:lnTo>
                  <a:lnTo>
                    <a:pt x="213133" y="173008"/>
                  </a:lnTo>
                  <a:lnTo>
                    <a:pt x="213399" y="173420"/>
                  </a:lnTo>
                  <a:lnTo>
                    <a:pt x="214041" y="174414"/>
                  </a:lnTo>
                  <a:lnTo>
                    <a:pt x="216098" y="177600"/>
                  </a:lnTo>
                  <a:lnTo>
                    <a:pt x="216785" y="178664"/>
                  </a:lnTo>
                  <a:lnTo>
                    <a:pt x="217805" y="180244"/>
                  </a:lnTo>
                  <a:lnTo>
                    <a:pt x="217928" y="180433"/>
                  </a:lnTo>
                  <a:lnTo>
                    <a:pt x="220362" y="184204"/>
                  </a:lnTo>
                  <a:lnTo>
                    <a:pt x="222132" y="186945"/>
                  </a:lnTo>
                  <a:lnTo>
                    <a:pt x="223242" y="188664"/>
                  </a:lnTo>
                  <a:lnTo>
                    <a:pt x="223810" y="189544"/>
                  </a:lnTo>
                  <a:lnTo>
                    <a:pt x="223932" y="189732"/>
                  </a:lnTo>
                  <a:lnTo>
                    <a:pt x="224945" y="191334"/>
                  </a:lnTo>
                  <a:lnTo>
                    <a:pt x="226288" y="193456"/>
                  </a:lnTo>
                  <a:lnTo>
                    <a:pt x="228395" y="196786"/>
                  </a:lnTo>
                  <a:lnTo>
                    <a:pt x="228846" y="197499"/>
                  </a:lnTo>
                  <a:lnTo>
                    <a:pt x="230364" y="199897"/>
                  </a:lnTo>
                  <a:lnTo>
                    <a:pt x="233359" y="204632"/>
                  </a:lnTo>
                  <a:lnTo>
                    <a:pt x="234002" y="205648"/>
                  </a:lnTo>
                  <a:lnTo>
                    <a:pt x="234930" y="207115"/>
                  </a:lnTo>
                  <a:lnTo>
                    <a:pt x="235224" y="207579"/>
                  </a:lnTo>
                  <a:lnTo>
                    <a:pt x="235479" y="207982"/>
                  </a:lnTo>
                  <a:lnTo>
                    <a:pt x="235697" y="208327"/>
                  </a:lnTo>
                  <a:lnTo>
                    <a:pt x="237009" y="210400"/>
                  </a:lnTo>
                  <a:lnTo>
                    <a:pt x="237852" y="211733"/>
                  </a:lnTo>
                  <a:lnTo>
                    <a:pt x="239676" y="214616"/>
                  </a:lnTo>
                  <a:lnTo>
                    <a:pt x="241194" y="217014"/>
                  </a:lnTo>
                  <a:lnTo>
                    <a:pt x="242853" y="219637"/>
                  </a:lnTo>
                  <a:lnTo>
                    <a:pt x="243414" y="220524"/>
                  </a:lnTo>
                  <a:lnTo>
                    <a:pt x="244558" y="222332"/>
                  </a:lnTo>
                  <a:lnTo>
                    <a:pt x="245126" y="223229"/>
                  </a:lnTo>
                  <a:lnTo>
                    <a:pt x="245755" y="224224"/>
                  </a:lnTo>
                  <a:lnTo>
                    <a:pt x="246101" y="224770"/>
                  </a:lnTo>
                  <a:lnTo>
                    <a:pt x="246837" y="225933"/>
                  </a:lnTo>
                  <a:lnTo>
                    <a:pt x="247158" y="226441"/>
                  </a:lnTo>
                  <a:lnTo>
                    <a:pt x="247889" y="227597"/>
                  </a:lnTo>
                  <a:lnTo>
                    <a:pt x="248834" y="229090"/>
                  </a:lnTo>
                  <a:lnTo>
                    <a:pt x="249503" y="230148"/>
                  </a:lnTo>
                  <a:lnTo>
                    <a:pt x="251607" y="233474"/>
                  </a:lnTo>
                  <a:lnTo>
                    <a:pt x="252312" y="234587"/>
                  </a:lnTo>
                  <a:lnTo>
                    <a:pt x="252879" y="235421"/>
                  </a:lnTo>
                  <a:lnTo>
                    <a:pt x="254024" y="237103"/>
                  </a:lnTo>
                  <a:lnTo>
                    <a:pt x="255702" y="239569"/>
                  </a:lnTo>
                  <a:lnTo>
                    <a:pt x="256785" y="241160"/>
                  </a:lnTo>
                  <a:lnTo>
                    <a:pt x="258276" y="243351"/>
                  </a:lnTo>
                  <a:lnTo>
                    <a:pt x="259084" y="244538"/>
                  </a:lnTo>
                  <a:lnTo>
                    <a:pt x="260872" y="247165"/>
                  </a:lnTo>
                  <a:lnTo>
                    <a:pt x="261883" y="248651"/>
                  </a:lnTo>
                  <a:lnTo>
                    <a:pt x="263342" y="250773"/>
                  </a:lnTo>
                  <a:lnTo>
                    <a:pt x="265520" y="252999"/>
                  </a:lnTo>
                  <a:lnTo>
                    <a:pt x="266712" y="254217"/>
                  </a:lnTo>
                  <a:lnTo>
                    <a:pt x="267350" y="254870"/>
                  </a:lnTo>
                  <a:lnTo>
                    <a:pt x="268612" y="256160"/>
                  </a:lnTo>
                  <a:lnTo>
                    <a:pt x="269640" y="257210"/>
                  </a:lnTo>
                  <a:lnTo>
                    <a:pt x="270583" y="258174"/>
                  </a:lnTo>
                  <a:lnTo>
                    <a:pt x="274743" y="262425"/>
                  </a:lnTo>
                  <a:lnTo>
                    <a:pt x="276598" y="264322"/>
                  </a:lnTo>
                  <a:lnTo>
                    <a:pt x="277382" y="265124"/>
                  </a:lnTo>
                  <a:lnTo>
                    <a:pt x="278806" y="266579"/>
                  </a:lnTo>
                  <a:lnTo>
                    <a:pt x="279093" y="266818"/>
                  </a:lnTo>
                  <a:lnTo>
                    <a:pt x="279502" y="267159"/>
                  </a:lnTo>
                  <a:lnTo>
                    <a:pt x="280111" y="267667"/>
                  </a:lnTo>
                  <a:lnTo>
                    <a:pt x="283605" y="270582"/>
                  </a:lnTo>
                  <a:lnTo>
                    <a:pt x="285082" y="271814"/>
                  </a:lnTo>
                  <a:lnTo>
                    <a:pt x="285574" y="272225"/>
                  </a:lnTo>
                  <a:lnTo>
                    <a:pt x="286202" y="272749"/>
                  </a:lnTo>
                  <a:lnTo>
                    <a:pt x="287865" y="274136"/>
                  </a:lnTo>
                  <a:lnTo>
                    <a:pt x="288127" y="274355"/>
                  </a:lnTo>
                  <a:lnTo>
                    <a:pt x="289487" y="275861"/>
                  </a:lnTo>
                  <a:lnTo>
                    <a:pt x="291530" y="278124"/>
                  </a:lnTo>
                  <a:lnTo>
                    <a:pt x="291777" y="278397"/>
                  </a:lnTo>
                  <a:lnTo>
                    <a:pt x="292933" y="279677"/>
                  </a:lnTo>
                  <a:lnTo>
                    <a:pt x="293838" y="280680"/>
                  </a:lnTo>
                  <a:lnTo>
                    <a:pt x="294110" y="280982"/>
                  </a:lnTo>
                  <a:lnTo>
                    <a:pt x="294329" y="281224"/>
                  </a:lnTo>
                  <a:lnTo>
                    <a:pt x="294457" y="281389"/>
                  </a:lnTo>
                  <a:lnTo>
                    <a:pt x="298347" y="286379"/>
                  </a:lnTo>
                  <a:lnTo>
                    <a:pt x="298733" y="286874"/>
                  </a:lnTo>
                  <a:lnTo>
                    <a:pt x="299098" y="287343"/>
                  </a:lnTo>
                  <a:lnTo>
                    <a:pt x="299416" y="287751"/>
                  </a:lnTo>
                  <a:lnTo>
                    <a:pt x="300050" y="288564"/>
                  </a:lnTo>
                  <a:lnTo>
                    <a:pt x="300158" y="288736"/>
                  </a:lnTo>
                  <a:lnTo>
                    <a:pt x="300304" y="288969"/>
                  </a:lnTo>
                  <a:lnTo>
                    <a:pt x="303064" y="293360"/>
                  </a:lnTo>
                  <a:lnTo>
                    <a:pt x="303759" y="294465"/>
                  </a:lnTo>
                  <a:lnTo>
                    <a:pt x="304108" y="295021"/>
                  </a:lnTo>
                  <a:lnTo>
                    <a:pt x="304595" y="295795"/>
                  </a:lnTo>
                  <a:lnTo>
                    <a:pt x="304759" y="296057"/>
                  </a:lnTo>
                  <a:lnTo>
                    <a:pt x="305321" y="296950"/>
                  </a:lnTo>
                  <a:lnTo>
                    <a:pt x="306025" y="298070"/>
                  </a:lnTo>
                  <a:lnTo>
                    <a:pt x="308520" y="302041"/>
                  </a:lnTo>
                  <a:lnTo>
                    <a:pt x="308737" y="302386"/>
                  </a:lnTo>
                  <a:lnTo>
                    <a:pt x="309029" y="302850"/>
                  </a:lnTo>
                  <a:lnTo>
                    <a:pt x="309822" y="304111"/>
                  </a:lnTo>
                  <a:lnTo>
                    <a:pt x="310584" y="305324"/>
                  </a:lnTo>
                  <a:lnTo>
                    <a:pt x="311583" y="306912"/>
                  </a:lnTo>
                  <a:lnTo>
                    <a:pt x="312969" y="309119"/>
                  </a:lnTo>
                  <a:lnTo>
                    <a:pt x="313785" y="310417"/>
                  </a:lnTo>
                  <a:lnTo>
                    <a:pt x="314176" y="311038"/>
                  </a:lnTo>
                  <a:lnTo>
                    <a:pt x="315186" y="312646"/>
                  </a:lnTo>
                  <a:lnTo>
                    <a:pt x="316681" y="315024"/>
                  </a:lnTo>
                  <a:lnTo>
                    <a:pt x="317138" y="315751"/>
                  </a:lnTo>
                  <a:lnTo>
                    <a:pt x="317622" y="316521"/>
                  </a:lnTo>
                  <a:lnTo>
                    <a:pt x="318065" y="317226"/>
                  </a:lnTo>
                  <a:lnTo>
                    <a:pt x="318188" y="317421"/>
                  </a:lnTo>
                  <a:lnTo>
                    <a:pt x="318728" y="318281"/>
                  </a:lnTo>
                  <a:lnTo>
                    <a:pt x="319744" y="319897"/>
                  </a:lnTo>
                  <a:lnTo>
                    <a:pt x="319836" y="320044"/>
                  </a:lnTo>
                  <a:lnTo>
                    <a:pt x="320203" y="320627"/>
                  </a:lnTo>
                  <a:lnTo>
                    <a:pt x="320298" y="320779"/>
                  </a:lnTo>
                  <a:lnTo>
                    <a:pt x="320949" y="321815"/>
                  </a:lnTo>
                  <a:lnTo>
                    <a:pt x="321607" y="322862"/>
                  </a:lnTo>
                  <a:lnTo>
                    <a:pt x="321712" y="323028"/>
                  </a:lnTo>
                  <a:lnTo>
                    <a:pt x="322041" y="323552"/>
                  </a:lnTo>
                  <a:lnTo>
                    <a:pt x="322486" y="324260"/>
                  </a:lnTo>
                  <a:lnTo>
                    <a:pt x="322613" y="324462"/>
                  </a:lnTo>
                  <a:lnTo>
                    <a:pt x="322946" y="324992"/>
                  </a:lnTo>
                  <a:lnTo>
                    <a:pt x="323503" y="325877"/>
                  </a:lnTo>
                  <a:lnTo>
                    <a:pt x="323630" y="326080"/>
                  </a:lnTo>
                  <a:lnTo>
                    <a:pt x="323856" y="326439"/>
                  </a:lnTo>
                  <a:lnTo>
                    <a:pt x="324163" y="326928"/>
                  </a:lnTo>
                  <a:lnTo>
                    <a:pt x="324397" y="327301"/>
                  </a:lnTo>
                  <a:lnTo>
                    <a:pt x="324678" y="327748"/>
                  </a:lnTo>
                  <a:lnTo>
                    <a:pt x="325210" y="328594"/>
                  </a:lnTo>
                  <a:lnTo>
                    <a:pt x="325481" y="329025"/>
                  </a:lnTo>
                  <a:lnTo>
                    <a:pt x="325831" y="329582"/>
                  </a:lnTo>
                  <a:lnTo>
                    <a:pt x="326092" y="329997"/>
                  </a:lnTo>
                  <a:lnTo>
                    <a:pt x="326304" y="330334"/>
                  </a:lnTo>
                  <a:lnTo>
                    <a:pt x="326468" y="330595"/>
                  </a:lnTo>
                  <a:lnTo>
                    <a:pt x="326800" y="331123"/>
                  </a:lnTo>
                  <a:lnTo>
                    <a:pt x="327005" y="331450"/>
                  </a:lnTo>
                  <a:lnTo>
                    <a:pt x="327344" y="331988"/>
                  </a:lnTo>
                  <a:lnTo>
                    <a:pt x="327508" y="33225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72384" y="2375895"/>
              <a:ext cx="359559" cy="463685"/>
            </a:xfrm>
            <a:custGeom>
              <a:avLst/>
              <a:pathLst>
                <a:path w="359559" h="463685">
                  <a:moveTo>
                    <a:pt x="272281" y="264621"/>
                  </a:moveTo>
                  <a:lnTo>
                    <a:pt x="272179" y="271685"/>
                  </a:lnTo>
                  <a:lnTo>
                    <a:pt x="272161" y="272923"/>
                  </a:lnTo>
                  <a:lnTo>
                    <a:pt x="272143" y="274129"/>
                  </a:lnTo>
                  <a:lnTo>
                    <a:pt x="272124" y="275468"/>
                  </a:lnTo>
                  <a:lnTo>
                    <a:pt x="272120" y="276205"/>
                  </a:lnTo>
                  <a:lnTo>
                    <a:pt x="272111" y="277915"/>
                  </a:lnTo>
                  <a:lnTo>
                    <a:pt x="272098" y="280285"/>
                  </a:lnTo>
                  <a:lnTo>
                    <a:pt x="272090" y="281821"/>
                  </a:lnTo>
                  <a:lnTo>
                    <a:pt x="272056" y="288064"/>
                  </a:lnTo>
                  <a:lnTo>
                    <a:pt x="272050" y="289255"/>
                  </a:lnTo>
                  <a:lnTo>
                    <a:pt x="272048" y="289565"/>
                  </a:lnTo>
                  <a:lnTo>
                    <a:pt x="272035" y="291999"/>
                  </a:lnTo>
                  <a:lnTo>
                    <a:pt x="272012" y="296206"/>
                  </a:lnTo>
                  <a:lnTo>
                    <a:pt x="272008" y="296992"/>
                  </a:lnTo>
                  <a:lnTo>
                    <a:pt x="272007" y="297147"/>
                  </a:lnTo>
                  <a:lnTo>
                    <a:pt x="272004" y="297602"/>
                  </a:lnTo>
                  <a:lnTo>
                    <a:pt x="271991" y="300111"/>
                  </a:lnTo>
                  <a:lnTo>
                    <a:pt x="271988" y="300569"/>
                  </a:lnTo>
                  <a:lnTo>
                    <a:pt x="271956" y="305825"/>
                  </a:lnTo>
                  <a:lnTo>
                    <a:pt x="271869" y="320050"/>
                  </a:lnTo>
                  <a:lnTo>
                    <a:pt x="271857" y="322069"/>
                  </a:lnTo>
                  <a:lnTo>
                    <a:pt x="271833" y="325893"/>
                  </a:lnTo>
                  <a:lnTo>
                    <a:pt x="271823" y="326571"/>
                  </a:lnTo>
                  <a:lnTo>
                    <a:pt x="272722" y="326570"/>
                  </a:lnTo>
                  <a:lnTo>
                    <a:pt x="275653" y="326990"/>
                  </a:lnTo>
                  <a:lnTo>
                    <a:pt x="287692" y="328718"/>
                  </a:lnTo>
                  <a:lnTo>
                    <a:pt x="290534" y="329126"/>
                  </a:lnTo>
                  <a:lnTo>
                    <a:pt x="296800" y="330025"/>
                  </a:lnTo>
                  <a:lnTo>
                    <a:pt x="297276" y="330093"/>
                  </a:lnTo>
                  <a:lnTo>
                    <a:pt x="302717" y="330874"/>
                  </a:lnTo>
                  <a:lnTo>
                    <a:pt x="308032" y="331637"/>
                  </a:lnTo>
                  <a:lnTo>
                    <a:pt x="316233" y="333135"/>
                  </a:lnTo>
                  <a:lnTo>
                    <a:pt x="317157" y="333304"/>
                  </a:lnTo>
                  <a:lnTo>
                    <a:pt x="317688" y="333401"/>
                  </a:lnTo>
                  <a:lnTo>
                    <a:pt x="319141" y="333665"/>
                  </a:lnTo>
                  <a:lnTo>
                    <a:pt x="322195" y="334071"/>
                  </a:lnTo>
                  <a:lnTo>
                    <a:pt x="322580" y="334122"/>
                  </a:lnTo>
                  <a:lnTo>
                    <a:pt x="326222" y="334607"/>
                  </a:lnTo>
                  <a:lnTo>
                    <a:pt x="335203" y="335803"/>
                  </a:lnTo>
                  <a:lnTo>
                    <a:pt x="338650" y="336262"/>
                  </a:lnTo>
                  <a:lnTo>
                    <a:pt x="351236" y="337937"/>
                  </a:lnTo>
                  <a:lnTo>
                    <a:pt x="351484" y="337970"/>
                  </a:lnTo>
                  <a:lnTo>
                    <a:pt x="355474" y="338501"/>
                  </a:lnTo>
                  <a:lnTo>
                    <a:pt x="357183" y="338729"/>
                  </a:lnTo>
                  <a:lnTo>
                    <a:pt x="359559" y="339122"/>
                  </a:lnTo>
                  <a:lnTo>
                    <a:pt x="359185" y="340347"/>
                  </a:lnTo>
                  <a:lnTo>
                    <a:pt x="358741" y="341797"/>
                  </a:lnTo>
                  <a:lnTo>
                    <a:pt x="358254" y="343393"/>
                  </a:lnTo>
                  <a:lnTo>
                    <a:pt x="357605" y="345514"/>
                  </a:lnTo>
                  <a:lnTo>
                    <a:pt x="357441" y="346051"/>
                  </a:lnTo>
                  <a:lnTo>
                    <a:pt x="356828" y="348055"/>
                  </a:lnTo>
                  <a:lnTo>
                    <a:pt x="356671" y="348568"/>
                  </a:lnTo>
                  <a:lnTo>
                    <a:pt x="356535" y="349014"/>
                  </a:lnTo>
                  <a:lnTo>
                    <a:pt x="356307" y="349759"/>
                  </a:lnTo>
                  <a:lnTo>
                    <a:pt x="356240" y="349978"/>
                  </a:lnTo>
                  <a:lnTo>
                    <a:pt x="356026" y="350679"/>
                  </a:lnTo>
                  <a:lnTo>
                    <a:pt x="355665" y="351859"/>
                  </a:lnTo>
                  <a:lnTo>
                    <a:pt x="355574" y="352159"/>
                  </a:lnTo>
                  <a:lnTo>
                    <a:pt x="355176" y="353461"/>
                  </a:lnTo>
                  <a:lnTo>
                    <a:pt x="354999" y="354040"/>
                  </a:lnTo>
                  <a:lnTo>
                    <a:pt x="354725" y="354937"/>
                  </a:lnTo>
                  <a:lnTo>
                    <a:pt x="354515" y="355624"/>
                  </a:lnTo>
                  <a:lnTo>
                    <a:pt x="354236" y="356534"/>
                  </a:lnTo>
                  <a:lnTo>
                    <a:pt x="354058" y="357117"/>
                  </a:lnTo>
                  <a:lnTo>
                    <a:pt x="353673" y="358376"/>
                  </a:lnTo>
                  <a:lnTo>
                    <a:pt x="353592" y="358642"/>
                  </a:lnTo>
                  <a:lnTo>
                    <a:pt x="353210" y="359892"/>
                  </a:lnTo>
                  <a:lnTo>
                    <a:pt x="353074" y="360334"/>
                  </a:lnTo>
                  <a:lnTo>
                    <a:pt x="352738" y="361433"/>
                  </a:lnTo>
                  <a:lnTo>
                    <a:pt x="352571" y="361981"/>
                  </a:lnTo>
                  <a:lnTo>
                    <a:pt x="352401" y="362539"/>
                  </a:lnTo>
                  <a:lnTo>
                    <a:pt x="352326" y="362775"/>
                  </a:lnTo>
                  <a:lnTo>
                    <a:pt x="352101" y="363494"/>
                  </a:lnTo>
                  <a:lnTo>
                    <a:pt x="352022" y="363704"/>
                  </a:lnTo>
                  <a:lnTo>
                    <a:pt x="351843" y="364189"/>
                  </a:lnTo>
                  <a:lnTo>
                    <a:pt x="351626" y="364774"/>
                  </a:lnTo>
                  <a:lnTo>
                    <a:pt x="351322" y="365582"/>
                  </a:lnTo>
                  <a:lnTo>
                    <a:pt x="351036" y="366282"/>
                  </a:lnTo>
                  <a:lnTo>
                    <a:pt x="350635" y="367262"/>
                  </a:lnTo>
                  <a:lnTo>
                    <a:pt x="350458" y="367696"/>
                  </a:lnTo>
                  <a:lnTo>
                    <a:pt x="350261" y="368178"/>
                  </a:lnTo>
                  <a:lnTo>
                    <a:pt x="350165" y="368414"/>
                  </a:lnTo>
                  <a:lnTo>
                    <a:pt x="350081" y="368618"/>
                  </a:lnTo>
                  <a:lnTo>
                    <a:pt x="349947" y="368945"/>
                  </a:lnTo>
                  <a:lnTo>
                    <a:pt x="349870" y="369135"/>
                  </a:lnTo>
                  <a:lnTo>
                    <a:pt x="349748" y="369433"/>
                  </a:lnTo>
                  <a:lnTo>
                    <a:pt x="349679" y="369600"/>
                  </a:lnTo>
                  <a:lnTo>
                    <a:pt x="349553" y="369909"/>
                  </a:lnTo>
                  <a:lnTo>
                    <a:pt x="349043" y="370051"/>
                  </a:lnTo>
                  <a:lnTo>
                    <a:pt x="348901" y="369908"/>
                  </a:lnTo>
                  <a:lnTo>
                    <a:pt x="348583" y="369587"/>
                  </a:lnTo>
                  <a:lnTo>
                    <a:pt x="348086" y="369122"/>
                  </a:lnTo>
                  <a:lnTo>
                    <a:pt x="347745" y="369496"/>
                  </a:lnTo>
                  <a:lnTo>
                    <a:pt x="347419" y="369853"/>
                  </a:lnTo>
                  <a:lnTo>
                    <a:pt x="347056" y="370251"/>
                  </a:lnTo>
                  <a:lnTo>
                    <a:pt x="346645" y="370701"/>
                  </a:lnTo>
                  <a:lnTo>
                    <a:pt x="346307" y="371072"/>
                  </a:lnTo>
                  <a:lnTo>
                    <a:pt x="345662" y="371777"/>
                  </a:lnTo>
                  <a:lnTo>
                    <a:pt x="343994" y="373036"/>
                  </a:lnTo>
                  <a:lnTo>
                    <a:pt x="342839" y="373907"/>
                  </a:lnTo>
                  <a:lnTo>
                    <a:pt x="342249" y="374353"/>
                  </a:lnTo>
                  <a:lnTo>
                    <a:pt x="341065" y="375245"/>
                  </a:lnTo>
                  <a:lnTo>
                    <a:pt x="340347" y="375788"/>
                  </a:lnTo>
                  <a:lnTo>
                    <a:pt x="339972" y="376071"/>
                  </a:lnTo>
                  <a:lnTo>
                    <a:pt x="338990" y="376812"/>
                  </a:lnTo>
                  <a:lnTo>
                    <a:pt x="337695" y="377788"/>
                  </a:lnTo>
                  <a:lnTo>
                    <a:pt x="337158" y="378194"/>
                  </a:lnTo>
                  <a:lnTo>
                    <a:pt x="335490" y="379452"/>
                  </a:lnTo>
                  <a:lnTo>
                    <a:pt x="334674" y="380069"/>
                  </a:lnTo>
                  <a:lnTo>
                    <a:pt x="333450" y="380992"/>
                  </a:lnTo>
                  <a:lnTo>
                    <a:pt x="332485" y="381311"/>
                  </a:lnTo>
                  <a:lnTo>
                    <a:pt x="331523" y="381629"/>
                  </a:lnTo>
                  <a:lnTo>
                    <a:pt x="329786" y="382204"/>
                  </a:lnTo>
                  <a:lnTo>
                    <a:pt x="328488" y="382633"/>
                  </a:lnTo>
                  <a:lnTo>
                    <a:pt x="325272" y="383698"/>
                  </a:lnTo>
                  <a:lnTo>
                    <a:pt x="324488" y="383957"/>
                  </a:lnTo>
                  <a:lnTo>
                    <a:pt x="325342" y="385954"/>
                  </a:lnTo>
                  <a:lnTo>
                    <a:pt x="325465" y="386240"/>
                  </a:lnTo>
                  <a:lnTo>
                    <a:pt x="325574" y="386496"/>
                  </a:lnTo>
                  <a:lnTo>
                    <a:pt x="325696" y="386781"/>
                  </a:lnTo>
                  <a:lnTo>
                    <a:pt x="325832" y="387100"/>
                  </a:lnTo>
                  <a:lnTo>
                    <a:pt x="325947" y="387368"/>
                  </a:lnTo>
                  <a:lnTo>
                    <a:pt x="326087" y="387694"/>
                  </a:lnTo>
                  <a:lnTo>
                    <a:pt x="326180" y="387912"/>
                  </a:lnTo>
                  <a:lnTo>
                    <a:pt x="326335" y="388275"/>
                  </a:lnTo>
                  <a:lnTo>
                    <a:pt x="326458" y="388563"/>
                  </a:lnTo>
                  <a:lnTo>
                    <a:pt x="326708" y="389147"/>
                  </a:lnTo>
                  <a:lnTo>
                    <a:pt x="326925" y="389655"/>
                  </a:lnTo>
                  <a:lnTo>
                    <a:pt x="326982" y="389787"/>
                  </a:lnTo>
                  <a:lnTo>
                    <a:pt x="327168" y="390223"/>
                  </a:lnTo>
                  <a:lnTo>
                    <a:pt x="327746" y="391574"/>
                  </a:lnTo>
                  <a:lnTo>
                    <a:pt x="327914" y="391968"/>
                  </a:lnTo>
                  <a:lnTo>
                    <a:pt x="328006" y="392183"/>
                  </a:lnTo>
                  <a:lnTo>
                    <a:pt x="331222" y="395061"/>
                  </a:lnTo>
                  <a:lnTo>
                    <a:pt x="331303" y="395226"/>
                  </a:lnTo>
                  <a:lnTo>
                    <a:pt x="335325" y="403412"/>
                  </a:lnTo>
                  <a:lnTo>
                    <a:pt x="331498" y="405397"/>
                  </a:lnTo>
                  <a:lnTo>
                    <a:pt x="332052" y="406669"/>
                  </a:lnTo>
                  <a:lnTo>
                    <a:pt x="332697" y="408151"/>
                  </a:lnTo>
                  <a:lnTo>
                    <a:pt x="332869" y="408545"/>
                  </a:lnTo>
                  <a:lnTo>
                    <a:pt x="333505" y="410005"/>
                  </a:lnTo>
                  <a:lnTo>
                    <a:pt x="333698" y="410449"/>
                  </a:lnTo>
                  <a:lnTo>
                    <a:pt x="334121" y="411424"/>
                  </a:lnTo>
                  <a:lnTo>
                    <a:pt x="334615" y="412563"/>
                  </a:lnTo>
                  <a:lnTo>
                    <a:pt x="335475" y="414544"/>
                  </a:lnTo>
                  <a:lnTo>
                    <a:pt x="335797" y="415286"/>
                  </a:lnTo>
                  <a:lnTo>
                    <a:pt x="336377" y="416623"/>
                  </a:lnTo>
                  <a:lnTo>
                    <a:pt x="333413" y="414607"/>
                  </a:lnTo>
                  <a:lnTo>
                    <a:pt x="333025" y="414343"/>
                  </a:lnTo>
                  <a:lnTo>
                    <a:pt x="332878" y="417629"/>
                  </a:lnTo>
                  <a:lnTo>
                    <a:pt x="332657" y="422627"/>
                  </a:lnTo>
                  <a:lnTo>
                    <a:pt x="332663" y="423520"/>
                  </a:lnTo>
                  <a:lnTo>
                    <a:pt x="332670" y="424641"/>
                  </a:lnTo>
                  <a:lnTo>
                    <a:pt x="332671" y="424882"/>
                  </a:lnTo>
                  <a:lnTo>
                    <a:pt x="332681" y="426380"/>
                  </a:lnTo>
                  <a:lnTo>
                    <a:pt x="332691" y="427885"/>
                  </a:lnTo>
                  <a:lnTo>
                    <a:pt x="332699" y="429175"/>
                  </a:lnTo>
                  <a:lnTo>
                    <a:pt x="332710" y="430821"/>
                  </a:lnTo>
                  <a:lnTo>
                    <a:pt x="332716" y="431691"/>
                  </a:lnTo>
                  <a:lnTo>
                    <a:pt x="332723" y="432778"/>
                  </a:lnTo>
                  <a:lnTo>
                    <a:pt x="332680" y="435498"/>
                  </a:lnTo>
                  <a:lnTo>
                    <a:pt x="332671" y="436037"/>
                  </a:lnTo>
                  <a:lnTo>
                    <a:pt x="332604" y="440293"/>
                  </a:lnTo>
                  <a:lnTo>
                    <a:pt x="332601" y="440431"/>
                  </a:lnTo>
                  <a:lnTo>
                    <a:pt x="332557" y="443218"/>
                  </a:lnTo>
                  <a:lnTo>
                    <a:pt x="332534" y="444655"/>
                  </a:lnTo>
                  <a:lnTo>
                    <a:pt x="332522" y="445407"/>
                  </a:lnTo>
                  <a:lnTo>
                    <a:pt x="332511" y="446123"/>
                  </a:lnTo>
                  <a:lnTo>
                    <a:pt x="307782" y="448186"/>
                  </a:lnTo>
                  <a:lnTo>
                    <a:pt x="304044" y="448114"/>
                  </a:lnTo>
                  <a:lnTo>
                    <a:pt x="289162" y="440256"/>
                  </a:lnTo>
                  <a:lnTo>
                    <a:pt x="279922" y="450493"/>
                  </a:lnTo>
                  <a:lnTo>
                    <a:pt x="248146" y="454245"/>
                  </a:lnTo>
                  <a:lnTo>
                    <a:pt x="244515" y="454674"/>
                  </a:lnTo>
                  <a:lnTo>
                    <a:pt x="239649" y="461450"/>
                  </a:lnTo>
                  <a:lnTo>
                    <a:pt x="217502" y="463685"/>
                  </a:lnTo>
                  <a:lnTo>
                    <a:pt x="204184" y="438947"/>
                  </a:lnTo>
                  <a:lnTo>
                    <a:pt x="199466" y="441533"/>
                  </a:lnTo>
                  <a:lnTo>
                    <a:pt x="197864" y="439656"/>
                  </a:lnTo>
                  <a:lnTo>
                    <a:pt x="192640" y="433911"/>
                  </a:lnTo>
                  <a:lnTo>
                    <a:pt x="187918" y="438306"/>
                  </a:lnTo>
                  <a:lnTo>
                    <a:pt x="186139" y="439961"/>
                  </a:lnTo>
                  <a:lnTo>
                    <a:pt x="185607" y="439592"/>
                  </a:lnTo>
                  <a:lnTo>
                    <a:pt x="181614" y="436822"/>
                  </a:lnTo>
                  <a:lnTo>
                    <a:pt x="181365" y="434592"/>
                  </a:lnTo>
                  <a:lnTo>
                    <a:pt x="181245" y="433349"/>
                  </a:lnTo>
                  <a:lnTo>
                    <a:pt x="179997" y="432481"/>
                  </a:lnTo>
                  <a:lnTo>
                    <a:pt x="174937" y="428959"/>
                  </a:lnTo>
                  <a:lnTo>
                    <a:pt x="173965" y="428162"/>
                  </a:lnTo>
                  <a:lnTo>
                    <a:pt x="173535" y="427810"/>
                  </a:lnTo>
                  <a:lnTo>
                    <a:pt x="169453" y="424463"/>
                  </a:lnTo>
                  <a:lnTo>
                    <a:pt x="168455" y="423644"/>
                  </a:lnTo>
                  <a:lnTo>
                    <a:pt x="163183" y="419321"/>
                  </a:lnTo>
                  <a:lnTo>
                    <a:pt x="162852" y="418987"/>
                  </a:lnTo>
                  <a:lnTo>
                    <a:pt x="161223" y="417339"/>
                  </a:lnTo>
                  <a:lnTo>
                    <a:pt x="160097" y="415577"/>
                  </a:lnTo>
                  <a:lnTo>
                    <a:pt x="158902" y="413708"/>
                  </a:lnTo>
                  <a:lnTo>
                    <a:pt x="157462" y="410754"/>
                  </a:lnTo>
                  <a:lnTo>
                    <a:pt x="155886" y="407035"/>
                  </a:lnTo>
                  <a:lnTo>
                    <a:pt x="155059" y="404708"/>
                  </a:lnTo>
                  <a:lnTo>
                    <a:pt x="152558" y="397303"/>
                  </a:lnTo>
                  <a:lnTo>
                    <a:pt x="140009" y="400265"/>
                  </a:lnTo>
                  <a:lnTo>
                    <a:pt x="136152" y="400953"/>
                  </a:lnTo>
                  <a:lnTo>
                    <a:pt x="135367" y="397914"/>
                  </a:lnTo>
                  <a:lnTo>
                    <a:pt x="130563" y="379331"/>
                  </a:lnTo>
                  <a:lnTo>
                    <a:pt x="124979" y="357730"/>
                  </a:lnTo>
                  <a:lnTo>
                    <a:pt x="118553" y="332869"/>
                  </a:lnTo>
                  <a:lnTo>
                    <a:pt x="117582" y="332917"/>
                  </a:lnTo>
                  <a:lnTo>
                    <a:pt x="114880" y="333536"/>
                  </a:lnTo>
                  <a:lnTo>
                    <a:pt x="108675" y="334956"/>
                  </a:lnTo>
                  <a:lnTo>
                    <a:pt x="101468" y="336606"/>
                  </a:lnTo>
                  <a:lnTo>
                    <a:pt x="92251" y="338716"/>
                  </a:lnTo>
                  <a:lnTo>
                    <a:pt x="92168" y="338455"/>
                  </a:lnTo>
                  <a:lnTo>
                    <a:pt x="92016" y="337983"/>
                  </a:lnTo>
                  <a:lnTo>
                    <a:pt x="90211" y="332347"/>
                  </a:lnTo>
                  <a:lnTo>
                    <a:pt x="88559" y="327187"/>
                  </a:lnTo>
                  <a:lnTo>
                    <a:pt x="86535" y="320867"/>
                  </a:lnTo>
                  <a:lnTo>
                    <a:pt x="84081" y="313207"/>
                  </a:lnTo>
                  <a:lnTo>
                    <a:pt x="83943" y="312775"/>
                  </a:lnTo>
                  <a:lnTo>
                    <a:pt x="80512" y="302064"/>
                  </a:lnTo>
                  <a:lnTo>
                    <a:pt x="79612" y="299253"/>
                  </a:lnTo>
                  <a:lnTo>
                    <a:pt x="77646" y="293114"/>
                  </a:lnTo>
                  <a:lnTo>
                    <a:pt x="76820" y="290537"/>
                  </a:lnTo>
                  <a:lnTo>
                    <a:pt x="74435" y="284371"/>
                  </a:lnTo>
                  <a:lnTo>
                    <a:pt x="71347" y="276388"/>
                  </a:lnTo>
                  <a:lnTo>
                    <a:pt x="69734" y="272219"/>
                  </a:lnTo>
                  <a:lnTo>
                    <a:pt x="68585" y="269248"/>
                  </a:lnTo>
                  <a:lnTo>
                    <a:pt x="54010" y="272219"/>
                  </a:lnTo>
                  <a:lnTo>
                    <a:pt x="43348" y="274393"/>
                  </a:lnTo>
                  <a:lnTo>
                    <a:pt x="35371" y="276018"/>
                  </a:lnTo>
                  <a:lnTo>
                    <a:pt x="33106" y="276480"/>
                  </a:lnTo>
                  <a:lnTo>
                    <a:pt x="31866" y="272219"/>
                  </a:lnTo>
                  <a:lnTo>
                    <a:pt x="30885" y="268845"/>
                  </a:lnTo>
                  <a:lnTo>
                    <a:pt x="29858" y="265317"/>
                  </a:lnTo>
                  <a:lnTo>
                    <a:pt x="27884" y="256759"/>
                  </a:lnTo>
                  <a:lnTo>
                    <a:pt x="27913" y="255359"/>
                  </a:lnTo>
                  <a:lnTo>
                    <a:pt x="31428" y="253992"/>
                  </a:lnTo>
                  <a:lnTo>
                    <a:pt x="32027" y="253759"/>
                  </a:lnTo>
                  <a:lnTo>
                    <a:pt x="33246" y="253029"/>
                  </a:lnTo>
                  <a:lnTo>
                    <a:pt x="34413" y="252214"/>
                  </a:lnTo>
                  <a:lnTo>
                    <a:pt x="34984" y="251764"/>
                  </a:lnTo>
                  <a:lnTo>
                    <a:pt x="35165" y="251620"/>
                  </a:lnTo>
                  <a:lnTo>
                    <a:pt x="35890" y="250991"/>
                  </a:lnTo>
                  <a:lnTo>
                    <a:pt x="36276" y="250623"/>
                  </a:lnTo>
                  <a:lnTo>
                    <a:pt x="36586" y="250328"/>
                  </a:lnTo>
                  <a:lnTo>
                    <a:pt x="37250" y="249632"/>
                  </a:lnTo>
                  <a:lnTo>
                    <a:pt x="37737" y="249072"/>
                  </a:lnTo>
                  <a:lnTo>
                    <a:pt x="37886" y="248901"/>
                  </a:lnTo>
                  <a:lnTo>
                    <a:pt x="38488" y="248139"/>
                  </a:lnTo>
                  <a:lnTo>
                    <a:pt x="39069" y="247328"/>
                  </a:lnTo>
                  <a:lnTo>
                    <a:pt x="39551" y="246576"/>
                  </a:lnTo>
                  <a:lnTo>
                    <a:pt x="39938" y="245850"/>
                  </a:lnTo>
                  <a:lnTo>
                    <a:pt x="40270" y="245095"/>
                  </a:lnTo>
                  <a:lnTo>
                    <a:pt x="40544" y="244317"/>
                  </a:lnTo>
                  <a:lnTo>
                    <a:pt x="40760" y="243520"/>
                  </a:lnTo>
                  <a:lnTo>
                    <a:pt x="42445" y="234043"/>
                  </a:lnTo>
                  <a:lnTo>
                    <a:pt x="42471" y="233899"/>
                  </a:lnTo>
                  <a:lnTo>
                    <a:pt x="42574" y="233595"/>
                  </a:lnTo>
                  <a:lnTo>
                    <a:pt x="45395" y="225338"/>
                  </a:lnTo>
                  <a:lnTo>
                    <a:pt x="42141" y="223072"/>
                  </a:lnTo>
                  <a:lnTo>
                    <a:pt x="44493" y="219527"/>
                  </a:lnTo>
                  <a:lnTo>
                    <a:pt x="46421" y="216619"/>
                  </a:lnTo>
                  <a:lnTo>
                    <a:pt x="43968" y="214848"/>
                  </a:lnTo>
                  <a:lnTo>
                    <a:pt x="43379" y="214423"/>
                  </a:lnTo>
                  <a:lnTo>
                    <a:pt x="41189" y="212842"/>
                  </a:lnTo>
                  <a:lnTo>
                    <a:pt x="32036" y="206235"/>
                  </a:lnTo>
                  <a:lnTo>
                    <a:pt x="31660" y="205994"/>
                  </a:lnTo>
                  <a:lnTo>
                    <a:pt x="31292" y="205728"/>
                  </a:lnTo>
                  <a:lnTo>
                    <a:pt x="31725" y="204575"/>
                  </a:lnTo>
                  <a:lnTo>
                    <a:pt x="23818" y="201716"/>
                  </a:lnTo>
                  <a:lnTo>
                    <a:pt x="14390" y="193094"/>
                  </a:lnTo>
                  <a:lnTo>
                    <a:pt x="6947" y="176357"/>
                  </a:lnTo>
                  <a:lnTo>
                    <a:pt x="3969" y="165706"/>
                  </a:lnTo>
                  <a:lnTo>
                    <a:pt x="0" y="157084"/>
                  </a:lnTo>
                  <a:lnTo>
                    <a:pt x="9428" y="146434"/>
                  </a:lnTo>
                  <a:lnTo>
                    <a:pt x="21833" y="142376"/>
                  </a:lnTo>
                  <a:lnTo>
                    <a:pt x="39201" y="135783"/>
                  </a:lnTo>
                  <a:lnTo>
                    <a:pt x="50614" y="130711"/>
                  </a:lnTo>
                  <a:lnTo>
                    <a:pt x="68477" y="118539"/>
                  </a:lnTo>
                  <a:lnTo>
                    <a:pt x="78402" y="103831"/>
                  </a:lnTo>
                  <a:lnTo>
                    <a:pt x="93784" y="93688"/>
                  </a:lnTo>
                  <a:lnTo>
                    <a:pt x="114625" y="88616"/>
                  </a:lnTo>
                  <a:lnTo>
                    <a:pt x="133482" y="85066"/>
                  </a:lnTo>
                  <a:lnTo>
                    <a:pt x="155811" y="85066"/>
                  </a:lnTo>
                  <a:lnTo>
                    <a:pt x="162999" y="79176"/>
                  </a:lnTo>
                  <a:lnTo>
                    <a:pt x="169077" y="77300"/>
                  </a:lnTo>
                  <a:lnTo>
                    <a:pt x="173158" y="74457"/>
                  </a:lnTo>
                  <a:lnTo>
                    <a:pt x="173974" y="73889"/>
                  </a:lnTo>
                  <a:lnTo>
                    <a:pt x="175081" y="72746"/>
                  </a:lnTo>
                  <a:lnTo>
                    <a:pt x="180909" y="66732"/>
                  </a:lnTo>
                  <a:lnTo>
                    <a:pt x="195124" y="54613"/>
                  </a:lnTo>
                  <a:lnTo>
                    <a:pt x="206713" y="46673"/>
                  </a:lnTo>
                  <a:lnTo>
                    <a:pt x="210167" y="42950"/>
                  </a:lnTo>
                  <a:lnTo>
                    <a:pt x="231414" y="20049"/>
                  </a:lnTo>
                  <a:lnTo>
                    <a:pt x="258744" y="3153"/>
                  </a:lnTo>
                  <a:lnTo>
                    <a:pt x="286516" y="0"/>
                  </a:lnTo>
                  <a:lnTo>
                    <a:pt x="282199" y="20565"/>
                  </a:lnTo>
                  <a:lnTo>
                    <a:pt x="281103" y="25790"/>
                  </a:lnTo>
                  <a:lnTo>
                    <a:pt x="298295" y="31872"/>
                  </a:lnTo>
                  <a:lnTo>
                    <a:pt x="295341" y="34035"/>
                  </a:lnTo>
                  <a:lnTo>
                    <a:pt x="293931" y="37369"/>
                  </a:lnTo>
                  <a:lnTo>
                    <a:pt x="294175" y="39293"/>
                  </a:lnTo>
                  <a:lnTo>
                    <a:pt x="295609" y="40808"/>
                  </a:lnTo>
                  <a:lnTo>
                    <a:pt x="299336" y="43195"/>
                  </a:lnTo>
                  <a:lnTo>
                    <a:pt x="299099" y="43891"/>
                  </a:lnTo>
                  <a:lnTo>
                    <a:pt x="298645" y="45227"/>
                  </a:lnTo>
                  <a:lnTo>
                    <a:pt x="298395" y="45786"/>
                  </a:lnTo>
                  <a:lnTo>
                    <a:pt x="297416" y="47973"/>
                  </a:lnTo>
                  <a:lnTo>
                    <a:pt x="296307" y="50452"/>
                  </a:lnTo>
                  <a:lnTo>
                    <a:pt x="293651" y="55600"/>
                  </a:lnTo>
                  <a:lnTo>
                    <a:pt x="292406" y="58013"/>
                  </a:lnTo>
                  <a:lnTo>
                    <a:pt x="289119" y="64384"/>
                  </a:lnTo>
                  <a:lnTo>
                    <a:pt x="288887" y="64833"/>
                  </a:lnTo>
                  <a:lnTo>
                    <a:pt x="287506" y="67569"/>
                  </a:lnTo>
                  <a:lnTo>
                    <a:pt x="287154" y="68268"/>
                  </a:lnTo>
                  <a:lnTo>
                    <a:pt x="286946" y="68680"/>
                  </a:lnTo>
                  <a:lnTo>
                    <a:pt x="282835" y="78284"/>
                  </a:lnTo>
                  <a:lnTo>
                    <a:pt x="282363" y="80193"/>
                  </a:lnTo>
                  <a:lnTo>
                    <a:pt x="282226" y="80745"/>
                  </a:lnTo>
                  <a:lnTo>
                    <a:pt x="280136" y="89195"/>
                  </a:lnTo>
                  <a:lnTo>
                    <a:pt x="280937" y="89512"/>
                  </a:lnTo>
                  <a:lnTo>
                    <a:pt x="280681" y="91239"/>
                  </a:lnTo>
                  <a:lnTo>
                    <a:pt x="280463" y="92711"/>
                  </a:lnTo>
                  <a:lnTo>
                    <a:pt x="280345" y="93505"/>
                  </a:lnTo>
                  <a:lnTo>
                    <a:pt x="279869" y="96716"/>
                  </a:lnTo>
                  <a:lnTo>
                    <a:pt x="279342" y="100268"/>
                  </a:lnTo>
                  <a:lnTo>
                    <a:pt x="278787" y="104010"/>
                  </a:lnTo>
                  <a:lnTo>
                    <a:pt x="278527" y="105763"/>
                  </a:lnTo>
                  <a:lnTo>
                    <a:pt x="278267" y="107516"/>
                  </a:lnTo>
                  <a:lnTo>
                    <a:pt x="277884" y="110097"/>
                  </a:lnTo>
                  <a:lnTo>
                    <a:pt x="277863" y="110238"/>
                  </a:lnTo>
                  <a:lnTo>
                    <a:pt x="277802" y="110649"/>
                  </a:lnTo>
                  <a:lnTo>
                    <a:pt x="277341" y="113758"/>
                  </a:lnTo>
                  <a:lnTo>
                    <a:pt x="277195" y="114834"/>
                  </a:lnTo>
                  <a:lnTo>
                    <a:pt x="277470" y="119787"/>
                  </a:lnTo>
                  <a:lnTo>
                    <a:pt x="277657" y="123173"/>
                  </a:lnTo>
                  <a:lnTo>
                    <a:pt x="277844" y="126544"/>
                  </a:lnTo>
                  <a:lnTo>
                    <a:pt x="278239" y="133665"/>
                  </a:lnTo>
                  <a:lnTo>
                    <a:pt x="278276" y="134331"/>
                  </a:lnTo>
                  <a:lnTo>
                    <a:pt x="278353" y="135720"/>
                  </a:lnTo>
                  <a:lnTo>
                    <a:pt x="278399" y="136550"/>
                  </a:lnTo>
                  <a:lnTo>
                    <a:pt x="278557" y="139406"/>
                  </a:lnTo>
                  <a:lnTo>
                    <a:pt x="278742" y="142742"/>
                  </a:lnTo>
                  <a:lnTo>
                    <a:pt x="278842" y="144548"/>
                  </a:lnTo>
                  <a:lnTo>
                    <a:pt x="279044" y="148188"/>
                  </a:lnTo>
                  <a:lnTo>
                    <a:pt x="279521" y="156804"/>
                  </a:lnTo>
                  <a:lnTo>
                    <a:pt x="279576" y="157783"/>
                  </a:lnTo>
                  <a:lnTo>
                    <a:pt x="279606" y="158339"/>
                  </a:lnTo>
                  <a:lnTo>
                    <a:pt x="279667" y="160568"/>
                  </a:lnTo>
                  <a:lnTo>
                    <a:pt x="279699" y="161758"/>
                  </a:lnTo>
                  <a:lnTo>
                    <a:pt x="279851" y="167370"/>
                  </a:lnTo>
                  <a:lnTo>
                    <a:pt x="279903" y="169274"/>
                  </a:lnTo>
                  <a:lnTo>
                    <a:pt x="279910" y="169550"/>
                  </a:lnTo>
                  <a:lnTo>
                    <a:pt x="280057" y="174992"/>
                  </a:lnTo>
                  <a:lnTo>
                    <a:pt x="280067" y="175349"/>
                  </a:lnTo>
                  <a:lnTo>
                    <a:pt x="280088" y="176133"/>
                  </a:lnTo>
                  <a:lnTo>
                    <a:pt x="280108" y="176861"/>
                  </a:lnTo>
                  <a:lnTo>
                    <a:pt x="280128" y="177599"/>
                  </a:lnTo>
                  <a:lnTo>
                    <a:pt x="280161" y="178827"/>
                  </a:lnTo>
                  <a:lnTo>
                    <a:pt x="280166" y="179004"/>
                  </a:lnTo>
                  <a:lnTo>
                    <a:pt x="280223" y="181108"/>
                  </a:lnTo>
                  <a:lnTo>
                    <a:pt x="280236" y="181575"/>
                  </a:lnTo>
                  <a:lnTo>
                    <a:pt x="280313" y="184434"/>
                  </a:lnTo>
                  <a:lnTo>
                    <a:pt x="280329" y="185020"/>
                  </a:lnTo>
                  <a:lnTo>
                    <a:pt x="280349" y="185770"/>
                  </a:lnTo>
                  <a:lnTo>
                    <a:pt x="280360" y="186169"/>
                  </a:lnTo>
                  <a:lnTo>
                    <a:pt x="280424" y="188520"/>
                  </a:lnTo>
                  <a:lnTo>
                    <a:pt x="280430" y="188729"/>
                  </a:lnTo>
                  <a:lnTo>
                    <a:pt x="280452" y="189569"/>
                  </a:lnTo>
                  <a:lnTo>
                    <a:pt x="280473" y="190331"/>
                  </a:lnTo>
                  <a:lnTo>
                    <a:pt x="280508" y="191640"/>
                  </a:lnTo>
                  <a:lnTo>
                    <a:pt x="280518" y="191982"/>
                  </a:lnTo>
                  <a:lnTo>
                    <a:pt x="280550" y="193195"/>
                  </a:lnTo>
                  <a:lnTo>
                    <a:pt x="280565" y="193740"/>
                  </a:lnTo>
                  <a:lnTo>
                    <a:pt x="280632" y="196210"/>
                  </a:lnTo>
                  <a:lnTo>
                    <a:pt x="280646" y="196720"/>
                  </a:lnTo>
                  <a:lnTo>
                    <a:pt x="280664" y="197380"/>
                  </a:lnTo>
                  <a:lnTo>
                    <a:pt x="280725" y="199651"/>
                  </a:lnTo>
                  <a:lnTo>
                    <a:pt x="280753" y="200661"/>
                  </a:lnTo>
                  <a:lnTo>
                    <a:pt x="280773" y="201392"/>
                  </a:lnTo>
                  <a:lnTo>
                    <a:pt x="280784" y="201804"/>
                  </a:lnTo>
                  <a:lnTo>
                    <a:pt x="280844" y="204015"/>
                  </a:lnTo>
                  <a:lnTo>
                    <a:pt x="280863" y="204749"/>
                  </a:lnTo>
                  <a:lnTo>
                    <a:pt x="280888" y="205644"/>
                  </a:lnTo>
                  <a:lnTo>
                    <a:pt x="280893" y="205854"/>
                  </a:lnTo>
                  <a:lnTo>
                    <a:pt x="280909" y="206433"/>
                  </a:lnTo>
                  <a:lnTo>
                    <a:pt x="280944" y="207728"/>
                  </a:lnTo>
                  <a:lnTo>
                    <a:pt x="280956" y="208177"/>
                  </a:lnTo>
                  <a:lnTo>
                    <a:pt x="280992" y="209500"/>
                  </a:lnTo>
                  <a:lnTo>
                    <a:pt x="281005" y="209956"/>
                  </a:lnTo>
                  <a:lnTo>
                    <a:pt x="281008" y="210098"/>
                  </a:lnTo>
                  <a:lnTo>
                    <a:pt x="280999" y="210905"/>
                  </a:lnTo>
                  <a:lnTo>
                    <a:pt x="273689" y="211306"/>
                  </a:lnTo>
                  <a:lnTo>
                    <a:pt x="273681" y="211588"/>
                  </a:lnTo>
                  <a:lnTo>
                    <a:pt x="273606" y="214107"/>
                  </a:lnTo>
                  <a:lnTo>
                    <a:pt x="273583" y="214866"/>
                  </a:lnTo>
                  <a:lnTo>
                    <a:pt x="273573" y="215223"/>
                  </a:lnTo>
                  <a:lnTo>
                    <a:pt x="273329" y="223427"/>
                  </a:lnTo>
                  <a:lnTo>
                    <a:pt x="273288" y="224807"/>
                  </a:lnTo>
                  <a:lnTo>
                    <a:pt x="273209" y="227444"/>
                  </a:lnTo>
                  <a:lnTo>
                    <a:pt x="273146" y="229579"/>
                  </a:lnTo>
                  <a:lnTo>
                    <a:pt x="273078" y="231876"/>
                  </a:lnTo>
                  <a:lnTo>
                    <a:pt x="273008" y="234207"/>
                  </a:lnTo>
                  <a:lnTo>
                    <a:pt x="272950" y="236187"/>
                  </a:lnTo>
                  <a:lnTo>
                    <a:pt x="272928" y="236901"/>
                  </a:lnTo>
                  <a:lnTo>
                    <a:pt x="272802" y="241143"/>
                  </a:lnTo>
                  <a:lnTo>
                    <a:pt x="272782" y="241819"/>
                  </a:lnTo>
                  <a:lnTo>
                    <a:pt x="272707" y="244358"/>
                  </a:lnTo>
                  <a:lnTo>
                    <a:pt x="272611" y="247589"/>
                  </a:lnTo>
                  <a:lnTo>
                    <a:pt x="272519" y="250665"/>
                  </a:lnTo>
                  <a:lnTo>
                    <a:pt x="272447" y="253164"/>
                  </a:lnTo>
                  <a:lnTo>
                    <a:pt x="272428" y="254420"/>
                  </a:lnTo>
                  <a:lnTo>
                    <a:pt x="272394" y="256782"/>
                  </a:lnTo>
                  <a:lnTo>
                    <a:pt x="272296" y="26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4129688" y="2301114"/>
              <a:ext cx="865179" cy="1191833"/>
            </a:xfrm>
            <a:custGeom>
              <a:avLst/>
              <a:pathLst>
                <a:path w="865179" h="1191833">
                  <a:moveTo>
                    <a:pt x="329496" y="5996"/>
                  </a:moveTo>
                  <a:lnTo>
                    <a:pt x="327796" y="9319"/>
                  </a:lnTo>
                  <a:lnTo>
                    <a:pt x="331705" y="11298"/>
                  </a:lnTo>
                  <a:lnTo>
                    <a:pt x="332220" y="11532"/>
                  </a:lnTo>
                  <a:lnTo>
                    <a:pt x="333456" y="12305"/>
                  </a:lnTo>
                  <a:lnTo>
                    <a:pt x="337033" y="14958"/>
                  </a:lnTo>
                  <a:lnTo>
                    <a:pt x="338483" y="15701"/>
                  </a:lnTo>
                  <a:lnTo>
                    <a:pt x="340871" y="16494"/>
                  </a:lnTo>
                  <a:lnTo>
                    <a:pt x="346447" y="18013"/>
                  </a:lnTo>
                  <a:lnTo>
                    <a:pt x="349453" y="19145"/>
                  </a:lnTo>
                  <a:lnTo>
                    <a:pt x="350243" y="19442"/>
                  </a:lnTo>
                  <a:lnTo>
                    <a:pt x="350568" y="19565"/>
                  </a:lnTo>
                  <a:lnTo>
                    <a:pt x="355523" y="21431"/>
                  </a:lnTo>
                  <a:lnTo>
                    <a:pt x="356343" y="21739"/>
                  </a:lnTo>
                  <a:lnTo>
                    <a:pt x="357519" y="22182"/>
                  </a:lnTo>
                  <a:lnTo>
                    <a:pt x="362153" y="23927"/>
                  </a:lnTo>
                  <a:lnTo>
                    <a:pt x="362735" y="24146"/>
                  </a:lnTo>
                  <a:lnTo>
                    <a:pt x="363670" y="24498"/>
                  </a:lnTo>
                  <a:lnTo>
                    <a:pt x="363868" y="24573"/>
                  </a:lnTo>
                  <a:lnTo>
                    <a:pt x="366073" y="25426"/>
                  </a:lnTo>
                  <a:lnTo>
                    <a:pt x="366873" y="25735"/>
                  </a:lnTo>
                  <a:lnTo>
                    <a:pt x="370857" y="27275"/>
                  </a:lnTo>
                  <a:lnTo>
                    <a:pt x="371166" y="27394"/>
                  </a:lnTo>
                  <a:lnTo>
                    <a:pt x="371861" y="27663"/>
                  </a:lnTo>
                  <a:lnTo>
                    <a:pt x="372763" y="28012"/>
                  </a:lnTo>
                  <a:lnTo>
                    <a:pt x="374438" y="28660"/>
                  </a:lnTo>
                  <a:lnTo>
                    <a:pt x="375240" y="28970"/>
                  </a:lnTo>
                  <a:lnTo>
                    <a:pt x="375406" y="29022"/>
                  </a:lnTo>
                  <a:lnTo>
                    <a:pt x="376383" y="29329"/>
                  </a:lnTo>
                  <a:lnTo>
                    <a:pt x="383667" y="31619"/>
                  </a:lnTo>
                  <a:lnTo>
                    <a:pt x="397794" y="34521"/>
                  </a:lnTo>
                  <a:lnTo>
                    <a:pt x="406228" y="36710"/>
                  </a:lnTo>
                  <a:lnTo>
                    <a:pt x="407879" y="36972"/>
                  </a:lnTo>
                  <a:lnTo>
                    <a:pt x="409643" y="37252"/>
                  </a:lnTo>
                  <a:lnTo>
                    <a:pt x="412131" y="37452"/>
                  </a:lnTo>
                  <a:lnTo>
                    <a:pt x="416407" y="38759"/>
                  </a:lnTo>
                  <a:lnTo>
                    <a:pt x="421641" y="40634"/>
                  </a:lnTo>
                  <a:lnTo>
                    <a:pt x="423777" y="41200"/>
                  </a:lnTo>
                  <a:lnTo>
                    <a:pt x="426695" y="41973"/>
                  </a:lnTo>
                  <a:lnTo>
                    <a:pt x="430395" y="42953"/>
                  </a:lnTo>
                  <a:lnTo>
                    <a:pt x="431203" y="43060"/>
                  </a:lnTo>
                  <a:lnTo>
                    <a:pt x="436563" y="42755"/>
                  </a:lnTo>
                  <a:lnTo>
                    <a:pt x="450135" y="42205"/>
                  </a:lnTo>
                  <a:lnTo>
                    <a:pt x="514805" y="39584"/>
                  </a:lnTo>
                  <a:lnTo>
                    <a:pt x="516829" y="39480"/>
                  </a:lnTo>
                  <a:lnTo>
                    <a:pt x="521726" y="39226"/>
                  </a:lnTo>
                  <a:lnTo>
                    <a:pt x="521983" y="39213"/>
                  </a:lnTo>
                  <a:lnTo>
                    <a:pt x="561861" y="37149"/>
                  </a:lnTo>
                  <a:lnTo>
                    <a:pt x="562915" y="37095"/>
                  </a:lnTo>
                  <a:lnTo>
                    <a:pt x="572667" y="36590"/>
                  </a:lnTo>
                  <a:lnTo>
                    <a:pt x="573321" y="36556"/>
                  </a:lnTo>
                  <a:lnTo>
                    <a:pt x="574263" y="36507"/>
                  </a:lnTo>
                  <a:lnTo>
                    <a:pt x="616138" y="34567"/>
                  </a:lnTo>
                  <a:lnTo>
                    <a:pt x="630414" y="33906"/>
                  </a:lnTo>
                  <a:lnTo>
                    <a:pt x="642481" y="33347"/>
                  </a:lnTo>
                  <a:lnTo>
                    <a:pt x="654328" y="34431"/>
                  </a:lnTo>
                  <a:lnTo>
                    <a:pt x="654967" y="34489"/>
                  </a:lnTo>
                  <a:lnTo>
                    <a:pt x="662558" y="35184"/>
                  </a:lnTo>
                  <a:lnTo>
                    <a:pt x="698517" y="44985"/>
                  </a:lnTo>
                  <a:lnTo>
                    <a:pt x="709464" y="49054"/>
                  </a:lnTo>
                  <a:lnTo>
                    <a:pt x="738071" y="59686"/>
                  </a:lnTo>
                  <a:lnTo>
                    <a:pt x="740421" y="60678"/>
                  </a:lnTo>
                  <a:lnTo>
                    <a:pt x="762291" y="69911"/>
                  </a:lnTo>
                  <a:lnTo>
                    <a:pt x="762695" y="70081"/>
                  </a:lnTo>
                  <a:lnTo>
                    <a:pt x="762888" y="70163"/>
                  </a:lnTo>
                  <a:lnTo>
                    <a:pt x="765640" y="71324"/>
                  </a:lnTo>
                  <a:lnTo>
                    <a:pt x="799277" y="91572"/>
                  </a:lnTo>
                  <a:lnTo>
                    <a:pt x="805533" y="93363"/>
                  </a:lnTo>
                  <a:lnTo>
                    <a:pt x="811289" y="92340"/>
                  </a:lnTo>
                  <a:lnTo>
                    <a:pt x="815293" y="90037"/>
                  </a:lnTo>
                  <a:lnTo>
                    <a:pt x="823552" y="82620"/>
                  </a:lnTo>
                  <a:lnTo>
                    <a:pt x="828808" y="80573"/>
                  </a:lnTo>
                  <a:lnTo>
                    <a:pt x="835064" y="82108"/>
                  </a:lnTo>
                  <a:lnTo>
                    <a:pt x="840038" y="86680"/>
                  </a:lnTo>
                  <a:lnTo>
                    <a:pt x="865179" y="109791"/>
                  </a:lnTo>
                  <a:lnTo>
                    <a:pt x="864939" y="110234"/>
                  </a:lnTo>
                  <a:lnTo>
                    <a:pt x="863391" y="113099"/>
                  </a:lnTo>
                  <a:lnTo>
                    <a:pt x="856592" y="125684"/>
                  </a:lnTo>
                  <a:lnTo>
                    <a:pt x="853014" y="132307"/>
                  </a:lnTo>
                  <a:lnTo>
                    <a:pt x="842660" y="151473"/>
                  </a:lnTo>
                  <a:lnTo>
                    <a:pt x="828324" y="177982"/>
                  </a:lnTo>
                  <a:lnTo>
                    <a:pt x="827278" y="179917"/>
                  </a:lnTo>
                  <a:lnTo>
                    <a:pt x="816018" y="200737"/>
                  </a:lnTo>
                  <a:lnTo>
                    <a:pt x="815710" y="201307"/>
                  </a:lnTo>
                  <a:lnTo>
                    <a:pt x="815434" y="201816"/>
                  </a:lnTo>
                  <a:lnTo>
                    <a:pt x="804899" y="220973"/>
                  </a:lnTo>
                  <a:lnTo>
                    <a:pt x="791672" y="245024"/>
                  </a:lnTo>
                  <a:lnTo>
                    <a:pt x="785792" y="255715"/>
                  </a:lnTo>
                  <a:lnTo>
                    <a:pt x="784806" y="257508"/>
                  </a:lnTo>
                  <a:lnTo>
                    <a:pt x="768648" y="287034"/>
                  </a:lnTo>
                  <a:lnTo>
                    <a:pt x="765542" y="292710"/>
                  </a:lnTo>
                  <a:lnTo>
                    <a:pt x="764572" y="294483"/>
                  </a:lnTo>
                  <a:lnTo>
                    <a:pt x="739209" y="340827"/>
                  </a:lnTo>
                  <a:lnTo>
                    <a:pt x="739070" y="341081"/>
                  </a:lnTo>
                  <a:lnTo>
                    <a:pt x="724951" y="366952"/>
                  </a:lnTo>
                  <a:lnTo>
                    <a:pt x="710333" y="393737"/>
                  </a:lnTo>
                  <a:lnTo>
                    <a:pt x="709961" y="394409"/>
                  </a:lnTo>
                  <a:lnTo>
                    <a:pt x="708360" y="397300"/>
                  </a:lnTo>
                  <a:lnTo>
                    <a:pt x="693421" y="424270"/>
                  </a:lnTo>
                  <a:lnTo>
                    <a:pt x="684945" y="439573"/>
                  </a:lnTo>
                  <a:lnTo>
                    <a:pt x="680822" y="447016"/>
                  </a:lnTo>
                  <a:lnTo>
                    <a:pt x="680424" y="447735"/>
                  </a:lnTo>
                  <a:lnTo>
                    <a:pt x="673513" y="460211"/>
                  </a:lnTo>
                  <a:lnTo>
                    <a:pt x="673421" y="460378"/>
                  </a:lnTo>
                  <a:lnTo>
                    <a:pt x="671573" y="463715"/>
                  </a:lnTo>
                  <a:lnTo>
                    <a:pt x="655422" y="492874"/>
                  </a:lnTo>
                  <a:lnTo>
                    <a:pt x="651444" y="500056"/>
                  </a:lnTo>
                  <a:lnTo>
                    <a:pt x="648793" y="504939"/>
                  </a:lnTo>
                  <a:lnTo>
                    <a:pt x="647822" y="506726"/>
                  </a:lnTo>
                  <a:lnTo>
                    <a:pt x="639563" y="521939"/>
                  </a:lnTo>
                  <a:lnTo>
                    <a:pt x="638160" y="524525"/>
                  </a:lnTo>
                  <a:lnTo>
                    <a:pt x="633879" y="532810"/>
                  </a:lnTo>
                  <a:lnTo>
                    <a:pt x="629673" y="540952"/>
                  </a:lnTo>
                  <a:lnTo>
                    <a:pt x="627806" y="544359"/>
                  </a:lnTo>
                  <a:lnTo>
                    <a:pt x="625821" y="547981"/>
                  </a:lnTo>
                  <a:lnTo>
                    <a:pt x="624478" y="550432"/>
                  </a:lnTo>
                  <a:lnTo>
                    <a:pt x="624218" y="550908"/>
                  </a:lnTo>
                  <a:lnTo>
                    <a:pt x="620724" y="557285"/>
                  </a:lnTo>
                  <a:lnTo>
                    <a:pt x="616259" y="565434"/>
                  </a:lnTo>
                  <a:lnTo>
                    <a:pt x="615665" y="566518"/>
                  </a:lnTo>
                  <a:lnTo>
                    <a:pt x="608200" y="580267"/>
                  </a:lnTo>
                  <a:lnTo>
                    <a:pt x="608090" y="580469"/>
                  </a:lnTo>
                  <a:lnTo>
                    <a:pt x="607907" y="580800"/>
                  </a:lnTo>
                  <a:lnTo>
                    <a:pt x="604717" y="586567"/>
                  </a:lnTo>
                  <a:lnTo>
                    <a:pt x="600657" y="593910"/>
                  </a:lnTo>
                  <a:lnTo>
                    <a:pt x="597325" y="600101"/>
                  </a:lnTo>
                  <a:lnTo>
                    <a:pt x="589240" y="615126"/>
                  </a:lnTo>
                  <a:lnTo>
                    <a:pt x="588816" y="615915"/>
                  </a:lnTo>
                  <a:lnTo>
                    <a:pt x="588079" y="617284"/>
                  </a:lnTo>
                  <a:lnTo>
                    <a:pt x="580096" y="631554"/>
                  </a:lnTo>
                  <a:lnTo>
                    <a:pt x="574524" y="641513"/>
                  </a:lnTo>
                  <a:lnTo>
                    <a:pt x="571477" y="646959"/>
                  </a:lnTo>
                  <a:lnTo>
                    <a:pt x="566547" y="655772"/>
                  </a:lnTo>
                  <a:lnTo>
                    <a:pt x="562403" y="663178"/>
                  </a:lnTo>
                  <a:lnTo>
                    <a:pt x="561735" y="664423"/>
                  </a:lnTo>
                  <a:lnTo>
                    <a:pt x="558612" y="670237"/>
                  </a:lnTo>
                  <a:lnTo>
                    <a:pt x="557012" y="673216"/>
                  </a:lnTo>
                  <a:lnTo>
                    <a:pt x="555618" y="675812"/>
                  </a:lnTo>
                  <a:lnTo>
                    <a:pt x="546181" y="693384"/>
                  </a:lnTo>
                  <a:lnTo>
                    <a:pt x="536649" y="711131"/>
                  </a:lnTo>
                  <a:lnTo>
                    <a:pt x="534146" y="715613"/>
                  </a:lnTo>
                  <a:lnTo>
                    <a:pt x="522968" y="735628"/>
                  </a:lnTo>
                  <a:lnTo>
                    <a:pt x="522615" y="736260"/>
                  </a:lnTo>
                  <a:lnTo>
                    <a:pt x="521275" y="738660"/>
                  </a:lnTo>
                  <a:lnTo>
                    <a:pt x="505126" y="768299"/>
                  </a:lnTo>
                  <a:lnTo>
                    <a:pt x="500821" y="776201"/>
                  </a:lnTo>
                  <a:lnTo>
                    <a:pt x="500581" y="776641"/>
                  </a:lnTo>
                  <a:lnTo>
                    <a:pt x="500435" y="776908"/>
                  </a:lnTo>
                  <a:lnTo>
                    <a:pt x="500222" y="777300"/>
                  </a:lnTo>
                  <a:lnTo>
                    <a:pt x="499755" y="778106"/>
                  </a:lnTo>
                  <a:lnTo>
                    <a:pt x="496885" y="783062"/>
                  </a:lnTo>
                  <a:lnTo>
                    <a:pt x="488857" y="796923"/>
                  </a:lnTo>
                  <a:lnTo>
                    <a:pt x="488554" y="797446"/>
                  </a:lnTo>
                  <a:lnTo>
                    <a:pt x="484815" y="804416"/>
                  </a:lnTo>
                  <a:lnTo>
                    <a:pt x="482587" y="808570"/>
                  </a:lnTo>
                  <a:lnTo>
                    <a:pt x="478949" y="815352"/>
                  </a:lnTo>
                  <a:lnTo>
                    <a:pt x="474112" y="824371"/>
                  </a:lnTo>
                  <a:lnTo>
                    <a:pt x="473860" y="824840"/>
                  </a:lnTo>
                  <a:lnTo>
                    <a:pt x="470710" y="830713"/>
                  </a:lnTo>
                  <a:lnTo>
                    <a:pt x="462160" y="846653"/>
                  </a:lnTo>
                  <a:lnTo>
                    <a:pt x="456879" y="856068"/>
                  </a:lnTo>
                  <a:lnTo>
                    <a:pt x="449508" y="869208"/>
                  </a:lnTo>
                  <a:lnTo>
                    <a:pt x="449046" y="870032"/>
                  </a:lnTo>
                  <a:lnTo>
                    <a:pt x="448954" y="870195"/>
                  </a:lnTo>
                  <a:lnTo>
                    <a:pt x="446516" y="874541"/>
                  </a:lnTo>
                  <a:lnTo>
                    <a:pt x="442676" y="881388"/>
                  </a:lnTo>
                  <a:lnTo>
                    <a:pt x="433694" y="897644"/>
                  </a:lnTo>
                  <a:lnTo>
                    <a:pt x="428893" y="906334"/>
                  </a:lnTo>
                  <a:lnTo>
                    <a:pt x="426363" y="910912"/>
                  </a:lnTo>
                  <a:lnTo>
                    <a:pt x="408218" y="944521"/>
                  </a:lnTo>
                  <a:lnTo>
                    <a:pt x="407534" y="945624"/>
                  </a:lnTo>
                  <a:lnTo>
                    <a:pt x="405448" y="948985"/>
                  </a:lnTo>
                  <a:lnTo>
                    <a:pt x="405051" y="949625"/>
                  </a:lnTo>
                  <a:lnTo>
                    <a:pt x="402803" y="953889"/>
                  </a:lnTo>
                  <a:lnTo>
                    <a:pt x="386894" y="983229"/>
                  </a:lnTo>
                  <a:lnTo>
                    <a:pt x="384504" y="987687"/>
                  </a:lnTo>
                  <a:lnTo>
                    <a:pt x="380233" y="995652"/>
                  </a:lnTo>
                  <a:lnTo>
                    <a:pt x="374697" y="1005976"/>
                  </a:lnTo>
                  <a:lnTo>
                    <a:pt x="363674" y="1026315"/>
                  </a:lnTo>
                  <a:lnTo>
                    <a:pt x="363185" y="1027216"/>
                  </a:lnTo>
                  <a:lnTo>
                    <a:pt x="360039" y="1033022"/>
                  </a:lnTo>
                  <a:lnTo>
                    <a:pt x="359685" y="1033673"/>
                  </a:lnTo>
                  <a:lnTo>
                    <a:pt x="353950" y="1044023"/>
                  </a:lnTo>
                  <a:lnTo>
                    <a:pt x="346495" y="1057478"/>
                  </a:lnTo>
                  <a:lnTo>
                    <a:pt x="343901" y="1061878"/>
                  </a:lnTo>
                  <a:lnTo>
                    <a:pt x="342479" y="1064198"/>
                  </a:lnTo>
                  <a:lnTo>
                    <a:pt x="337885" y="1071693"/>
                  </a:lnTo>
                  <a:lnTo>
                    <a:pt x="335622" y="1075022"/>
                  </a:lnTo>
                  <a:lnTo>
                    <a:pt x="330048" y="1083709"/>
                  </a:lnTo>
                  <a:lnTo>
                    <a:pt x="326614" y="1088430"/>
                  </a:lnTo>
                  <a:lnTo>
                    <a:pt x="325412" y="1090083"/>
                  </a:lnTo>
                  <a:lnTo>
                    <a:pt x="321915" y="1094604"/>
                  </a:lnTo>
                  <a:lnTo>
                    <a:pt x="321659" y="1094934"/>
                  </a:lnTo>
                  <a:lnTo>
                    <a:pt x="321260" y="1095468"/>
                  </a:lnTo>
                  <a:lnTo>
                    <a:pt x="318004" y="1099822"/>
                  </a:lnTo>
                  <a:lnTo>
                    <a:pt x="317393" y="1100639"/>
                  </a:lnTo>
                  <a:lnTo>
                    <a:pt x="311952" y="1107388"/>
                  </a:lnTo>
                  <a:lnTo>
                    <a:pt x="308644" y="1111207"/>
                  </a:lnTo>
                  <a:lnTo>
                    <a:pt x="305838" y="1114448"/>
                  </a:lnTo>
                  <a:lnTo>
                    <a:pt x="296977" y="1123847"/>
                  </a:lnTo>
                  <a:lnTo>
                    <a:pt x="278842" y="1140733"/>
                  </a:lnTo>
                  <a:lnTo>
                    <a:pt x="278417" y="1141128"/>
                  </a:lnTo>
                  <a:lnTo>
                    <a:pt x="260049" y="1157058"/>
                  </a:lnTo>
                  <a:lnTo>
                    <a:pt x="250579" y="1164112"/>
                  </a:lnTo>
                  <a:lnTo>
                    <a:pt x="248783" y="1165450"/>
                  </a:lnTo>
                  <a:lnTo>
                    <a:pt x="240755" y="1170646"/>
                  </a:lnTo>
                  <a:lnTo>
                    <a:pt x="234397" y="1174762"/>
                  </a:lnTo>
                  <a:lnTo>
                    <a:pt x="225870" y="1180282"/>
                  </a:lnTo>
                  <a:lnTo>
                    <a:pt x="205514" y="1191361"/>
                  </a:lnTo>
                  <a:lnTo>
                    <a:pt x="204647" y="1191833"/>
                  </a:lnTo>
                  <a:lnTo>
                    <a:pt x="205038" y="1190648"/>
                  </a:lnTo>
                  <a:lnTo>
                    <a:pt x="224299" y="1132285"/>
                  </a:lnTo>
                  <a:lnTo>
                    <a:pt x="238823" y="1089611"/>
                  </a:lnTo>
                  <a:lnTo>
                    <a:pt x="232995" y="1049023"/>
                  </a:lnTo>
                  <a:lnTo>
                    <a:pt x="227624" y="1011608"/>
                  </a:lnTo>
                  <a:lnTo>
                    <a:pt x="226922" y="1006723"/>
                  </a:lnTo>
                  <a:lnTo>
                    <a:pt x="226426" y="1003268"/>
                  </a:lnTo>
                  <a:lnTo>
                    <a:pt x="221221" y="967015"/>
                  </a:lnTo>
                  <a:lnTo>
                    <a:pt x="214455" y="919890"/>
                  </a:lnTo>
                  <a:lnTo>
                    <a:pt x="212694" y="907624"/>
                  </a:lnTo>
                  <a:lnTo>
                    <a:pt x="212553" y="906641"/>
                  </a:lnTo>
                  <a:lnTo>
                    <a:pt x="212339" y="905149"/>
                  </a:lnTo>
                  <a:lnTo>
                    <a:pt x="212110" y="903560"/>
                  </a:lnTo>
                  <a:lnTo>
                    <a:pt x="208185" y="876544"/>
                  </a:lnTo>
                  <a:lnTo>
                    <a:pt x="208115" y="876062"/>
                  </a:lnTo>
                  <a:lnTo>
                    <a:pt x="204729" y="852755"/>
                  </a:lnTo>
                  <a:lnTo>
                    <a:pt x="200732" y="825244"/>
                  </a:lnTo>
                  <a:lnTo>
                    <a:pt x="199913" y="819608"/>
                  </a:lnTo>
                  <a:lnTo>
                    <a:pt x="193027" y="772213"/>
                  </a:lnTo>
                  <a:lnTo>
                    <a:pt x="192378" y="767749"/>
                  </a:lnTo>
                  <a:lnTo>
                    <a:pt x="186631" y="728190"/>
                  </a:lnTo>
                  <a:lnTo>
                    <a:pt x="182582" y="700326"/>
                  </a:lnTo>
                  <a:lnTo>
                    <a:pt x="182204" y="697721"/>
                  </a:lnTo>
                  <a:lnTo>
                    <a:pt x="179549" y="701465"/>
                  </a:lnTo>
                  <a:lnTo>
                    <a:pt x="176642" y="705595"/>
                  </a:lnTo>
                  <a:lnTo>
                    <a:pt x="132886" y="767749"/>
                  </a:lnTo>
                  <a:lnTo>
                    <a:pt x="113091" y="795868"/>
                  </a:lnTo>
                  <a:lnTo>
                    <a:pt x="110662" y="799318"/>
                  </a:lnTo>
                  <a:lnTo>
                    <a:pt x="96550" y="819292"/>
                  </a:lnTo>
                  <a:lnTo>
                    <a:pt x="79960" y="842773"/>
                  </a:lnTo>
                  <a:lnTo>
                    <a:pt x="74132" y="827032"/>
                  </a:lnTo>
                  <a:lnTo>
                    <a:pt x="73402" y="825062"/>
                  </a:lnTo>
                  <a:lnTo>
                    <a:pt x="70182" y="816365"/>
                  </a:lnTo>
                  <a:lnTo>
                    <a:pt x="55362" y="794500"/>
                  </a:lnTo>
                  <a:lnTo>
                    <a:pt x="53882" y="793645"/>
                  </a:lnTo>
                  <a:lnTo>
                    <a:pt x="53599" y="793481"/>
                  </a:lnTo>
                  <a:lnTo>
                    <a:pt x="49591" y="791163"/>
                  </a:lnTo>
                  <a:lnTo>
                    <a:pt x="49445" y="790546"/>
                  </a:lnTo>
                  <a:lnTo>
                    <a:pt x="48462" y="786392"/>
                  </a:lnTo>
                  <a:lnTo>
                    <a:pt x="41973" y="758962"/>
                  </a:lnTo>
                  <a:lnTo>
                    <a:pt x="40747" y="752743"/>
                  </a:lnTo>
                  <a:lnTo>
                    <a:pt x="40046" y="749188"/>
                  </a:lnTo>
                  <a:lnTo>
                    <a:pt x="39259" y="745197"/>
                  </a:lnTo>
                  <a:lnTo>
                    <a:pt x="39021" y="743987"/>
                  </a:lnTo>
                  <a:lnTo>
                    <a:pt x="33267" y="714808"/>
                  </a:lnTo>
                  <a:lnTo>
                    <a:pt x="28942" y="695129"/>
                  </a:lnTo>
                  <a:lnTo>
                    <a:pt x="25326" y="678672"/>
                  </a:lnTo>
                  <a:lnTo>
                    <a:pt x="25222" y="678200"/>
                  </a:lnTo>
                  <a:lnTo>
                    <a:pt x="20083" y="656621"/>
                  </a:lnTo>
                  <a:lnTo>
                    <a:pt x="17067" y="643958"/>
                  </a:lnTo>
                  <a:lnTo>
                    <a:pt x="16206" y="637166"/>
                  </a:lnTo>
                  <a:lnTo>
                    <a:pt x="15524" y="631793"/>
                  </a:lnTo>
                  <a:lnTo>
                    <a:pt x="12989" y="623232"/>
                  </a:lnTo>
                  <a:lnTo>
                    <a:pt x="12057" y="621020"/>
                  </a:lnTo>
                  <a:lnTo>
                    <a:pt x="8267" y="612035"/>
                  </a:lnTo>
                  <a:lnTo>
                    <a:pt x="7990" y="611378"/>
                  </a:lnTo>
                  <a:lnTo>
                    <a:pt x="7479" y="610166"/>
                  </a:lnTo>
                  <a:lnTo>
                    <a:pt x="2499" y="602003"/>
                  </a:lnTo>
                  <a:lnTo>
                    <a:pt x="1420" y="599410"/>
                  </a:lnTo>
                  <a:lnTo>
                    <a:pt x="1346" y="599230"/>
                  </a:lnTo>
                  <a:lnTo>
                    <a:pt x="1024" y="598456"/>
                  </a:lnTo>
                  <a:lnTo>
                    <a:pt x="907" y="598212"/>
                  </a:lnTo>
                  <a:lnTo>
                    <a:pt x="0" y="596318"/>
                  </a:lnTo>
                  <a:lnTo>
                    <a:pt x="209" y="596157"/>
                  </a:lnTo>
                  <a:lnTo>
                    <a:pt x="678" y="595799"/>
                  </a:lnTo>
                  <a:lnTo>
                    <a:pt x="7764" y="590385"/>
                  </a:lnTo>
                  <a:lnTo>
                    <a:pt x="10680" y="585373"/>
                  </a:lnTo>
                  <a:lnTo>
                    <a:pt x="10794" y="585176"/>
                  </a:lnTo>
                  <a:lnTo>
                    <a:pt x="12172" y="581515"/>
                  </a:lnTo>
                  <a:lnTo>
                    <a:pt x="14992" y="575132"/>
                  </a:lnTo>
                  <a:lnTo>
                    <a:pt x="16029" y="572785"/>
                  </a:lnTo>
                  <a:lnTo>
                    <a:pt x="20974" y="558329"/>
                  </a:lnTo>
                  <a:lnTo>
                    <a:pt x="24620" y="547671"/>
                  </a:lnTo>
                  <a:lnTo>
                    <a:pt x="28349" y="538060"/>
                  </a:lnTo>
                  <a:lnTo>
                    <a:pt x="32321" y="525683"/>
                  </a:lnTo>
                  <a:lnTo>
                    <a:pt x="36263" y="513397"/>
                  </a:lnTo>
                  <a:lnTo>
                    <a:pt x="37386" y="509900"/>
                  </a:lnTo>
                  <a:lnTo>
                    <a:pt x="40912" y="502015"/>
                  </a:lnTo>
                  <a:lnTo>
                    <a:pt x="43116" y="489850"/>
                  </a:lnTo>
                  <a:lnTo>
                    <a:pt x="43961" y="485471"/>
                  </a:lnTo>
                  <a:lnTo>
                    <a:pt x="47284" y="468257"/>
                  </a:lnTo>
                  <a:lnTo>
                    <a:pt x="49020" y="459266"/>
                  </a:lnTo>
                  <a:lnTo>
                    <a:pt x="49508" y="456735"/>
                  </a:lnTo>
                  <a:lnTo>
                    <a:pt x="52814" y="447048"/>
                  </a:lnTo>
                  <a:lnTo>
                    <a:pt x="53334" y="445822"/>
                  </a:lnTo>
                  <a:lnTo>
                    <a:pt x="55403" y="440952"/>
                  </a:lnTo>
                  <a:lnTo>
                    <a:pt x="57884" y="435108"/>
                  </a:lnTo>
                  <a:lnTo>
                    <a:pt x="59486" y="431076"/>
                  </a:lnTo>
                  <a:lnTo>
                    <a:pt x="63614" y="420690"/>
                  </a:lnTo>
                  <a:lnTo>
                    <a:pt x="67582" y="411229"/>
                  </a:lnTo>
                  <a:lnTo>
                    <a:pt x="69089" y="402569"/>
                  </a:lnTo>
                  <a:lnTo>
                    <a:pt x="71400" y="389287"/>
                  </a:lnTo>
                  <a:lnTo>
                    <a:pt x="72409" y="383491"/>
                  </a:lnTo>
                  <a:lnTo>
                    <a:pt x="72484" y="383216"/>
                  </a:lnTo>
                  <a:lnTo>
                    <a:pt x="76541" y="368285"/>
                  </a:lnTo>
                  <a:lnTo>
                    <a:pt x="81409" y="353797"/>
                  </a:lnTo>
                  <a:lnTo>
                    <a:pt x="85860" y="340548"/>
                  </a:lnTo>
                  <a:lnTo>
                    <a:pt x="85964" y="340238"/>
                  </a:lnTo>
                  <a:lnTo>
                    <a:pt x="97039" y="312191"/>
                  </a:lnTo>
                  <a:lnTo>
                    <a:pt x="98692" y="308966"/>
                  </a:lnTo>
                  <a:lnTo>
                    <a:pt x="102495" y="301547"/>
                  </a:lnTo>
                  <a:lnTo>
                    <a:pt x="104644" y="296478"/>
                  </a:lnTo>
                  <a:lnTo>
                    <a:pt x="104823" y="295878"/>
                  </a:lnTo>
                  <a:lnTo>
                    <a:pt x="106857" y="289096"/>
                  </a:lnTo>
                  <a:lnTo>
                    <a:pt x="107784" y="286003"/>
                  </a:lnTo>
                  <a:lnTo>
                    <a:pt x="112909" y="275696"/>
                  </a:lnTo>
                  <a:lnTo>
                    <a:pt x="119921" y="267823"/>
                  </a:lnTo>
                  <a:lnTo>
                    <a:pt x="122766" y="264812"/>
                  </a:lnTo>
                  <a:lnTo>
                    <a:pt x="128448" y="258800"/>
                  </a:lnTo>
                  <a:lnTo>
                    <a:pt x="135225" y="250859"/>
                  </a:lnTo>
                  <a:lnTo>
                    <a:pt x="139478" y="245486"/>
                  </a:lnTo>
                  <a:lnTo>
                    <a:pt x="147128" y="235822"/>
                  </a:lnTo>
                  <a:lnTo>
                    <a:pt x="157873" y="219771"/>
                  </a:lnTo>
                  <a:lnTo>
                    <a:pt x="161179" y="214463"/>
                  </a:lnTo>
                  <a:lnTo>
                    <a:pt x="166981" y="205149"/>
                  </a:lnTo>
                  <a:lnTo>
                    <a:pt x="169332" y="201375"/>
                  </a:lnTo>
                  <a:lnTo>
                    <a:pt x="172582" y="198375"/>
                  </a:lnTo>
                  <a:lnTo>
                    <a:pt x="173750" y="196871"/>
                  </a:lnTo>
                  <a:lnTo>
                    <a:pt x="183140" y="188761"/>
                  </a:lnTo>
                  <a:lnTo>
                    <a:pt x="190152" y="186067"/>
                  </a:lnTo>
                  <a:lnTo>
                    <a:pt x="201787" y="181597"/>
                  </a:lnTo>
                  <a:lnTo>
                    <a:pt x="226913" y="176190"/>
                  </a:lnTo>
                  <a:lnTo>
                    <a:pt x="236777" y="172651"/>
                  </a:lnTo>
                  <a:lnTo>
                    <a:pt x="239344" y="171730"/>
                  </a:lnTo>
                  <a:lnTo>
                    <a:pt x="240293" y="171209"/>
                  </a:lnTo>
                  <a:lnTo>
                    <a:pt x="246486" y="167810"/>
                  </a:lnTo>
                  <a:lnTo>
                    <a:pt x="248997" y="164256"/>
                  </a:lnTo>
                  <a:lnTo>
                    <a:pt x="252204" y="159718"/>
                  </a:lnTo>
                  <a:lnTo>
                    <a:pt x="253004" y="158415"/>
                  </a:lnTo>
                  <a:lnTo>
                    <a:pt x="254437" y="156079"/>
                  </a:lnTo>
                  <a:lnTo>
                    <a:pt x="256508" y="152704"/>
                  </a:lnTo>
                  <a:lnTo>
                    <a:pt x="258107" y="149360"/>
                  </a:lnTo>
                  <a:lnTo>
                    <a:pt x="271681" y="120973"/>
                  </a:lnTo>
                  <a:lnTo>
                    <a:pt x="277757" y="108267"/>
                  </a:lnTo>
                  <a:lnTo>
                    <a:pt x="279914" y="103757"/>
                  </a:lnTo>
                  <a:lnTo>
                    <a:pt x="290435" y="81754"/>
                  </a:lnTo>
                  <a:lnTo>
                    <a:pt x="292045" y="76030"/>
                  </a:lnTo>
                  <a:lnTo>
                    <a:pt x="296252" y="61064"/>
                  </a:lnTo>
                  <a:lnTo>
                    <a:pt x="299252" y="50396"/>
                  </a:lnTo>
                  <a:lnTo>
                    <a:pt x="303547" y="37845"/>
                  </a:lnTo>
                  <a:lnTo>
                    <a:pt x="306960" y="27876"/>
                  </a:lnTo>
                  <a:lnTo>
                    <a:pt x="310904" y="20668"/>
                  </a:lnTo>
                  <a:lnTo>
                    <a:pt x="312126" y="18435"/>
                  </a:lnTo>
                  <a:lnTo>
                    <a:pt x="314289" y="14482"/>
                  </a:lnTo>
                  <a:lnTo>
                    <a:pt x="315853" y="11713"/>
                  </a:lnTo>
                  <a:lnTo>
                    <a:pt x="316349" y="10835"/>
                  </a:lnTo>
                  <a:lnTo>
                    <a:pt x="316610" y="10373"/>
                  </a:lnTo>
                  <a:lnTo>
                    <a:pt x="317715" y="8418"/>
                  </a:lnTo>
                  <a:lnTo>
                    <a:pt x="318385" y="7233"/>
                  </a:lnTo>
                  <a:lnTo>
                    <a:pt x="318624" y="7290"/>
                  </a:lnTo>
                  <a:lnTo>
                    <a:pt x="320504" y="3524"/>
                  </a:lnTo>
                  <a:lnTo>
                    <a:pt x="320997" y="2537"/>
                  </a:lnTo>
                  <a:lnTo>
                    <a:pt x="321064" y="2401"/>
                  </a:lnTo>
                  <a:lnTo>
                    <a:pt x="321268" y="1994"/>
                  </a:lnTo>
                  <a:lnTo>
                    <a:pt x="321405" y="1719"/>
                  </a:lnTo>
                  <a:lnTo>
                    <a:pt x="321884" y="760"/>
                  </a:lnTo>
                  <a:lnTo>
                    <a:pt x="322044" y="439"/>
                  </a:lnTo>
                  <a:lnTo>
                    <a:pt x="322156" y="214"/>
                  </a:lnTo>
                  <a:lnTo>
                    <a:pt x="322263" y="0"/>
                  </a:lnTo>
                  <a:lnTo>
                    <a:pt x="322862" y="301"/>
                  </a:lnTo>
                  <a:lnTo>
                    <a:pt x="330472" y="4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804348" y="1508760"/>
              <a:ext cx="539801" cy="549650"/>
            </a:xfrm>
            <a:custGeom>
              <a:avLst/>
              <a:pathLst>
                <a:path w="539801" h="549650">
                  <a:moveTo>
                    <a:pt x="485765" y="381673"/>
                  </a:moveTo>
                  <a:lnTo>
                    <a:pt x="470704" y="408914"/>
                  </a:lnTo>
                  <a:lnTo>
                    <a:pt x="463587" y="405410"/>
                  </a:lnTo>
                  <a:lnTo>
                    <a:pt x="462279" y="407815"/>
                  </a:lnTo>
                  <a:lnTo>
                    <a:pt x="461743" y="408800"/>
                  </a:lnTo>
                  <a:lnTo>
                    <a:pt x="455041" y="421085"/>
                  </a:lnTo>
                  <a:lnTo>
                    <a:pt x="443904" y="441498"/>
                  </a:lnTo>
                  <a:lnTo>
                    <a:pt x="437070" y="454026"/>
                  </a:lnTo>
                  <a:lnTo>
                    <a:pt x="436882" y="454370"/>
                  </a:lnTo>
                  <a:lnTo>
                    <a:pt x="436676" y="454748"/>
                  </a:lnTo>
                  <a:lnTo>
                    <a:pt x="433993" y="459665"/>
                  </a:lnTo>
                  <a:lnTo>
                    <a:pt x="432495" y="462411"/>
                  </a:lnTo>
                  <a:lnTo>
                    <a:pt x="426926" y="472620"/>
                  </a:lnTo>
                  <a:lnTo>
                    <a:pt x="426012" y="474294"/>
                  </a:lnTo>
                  <a:lnTo>
                    <a:pt x="423903" y="478160"/>
                  </a:lnTo>
                  <a:lnTo>
                    <a:pt x="415210" y="494095"/>
                  </a:lnTo>
                  <a:lnTo>
                    <a:pt x="413000" y="498147"/>
                  </a:lnTo>
                  <a:lnTo>
                    <a:pt x="401939" y="518421"/>
                  </a:lnTo>
                  <a:lnTo>
                    <a:pt x="401154" y="519862"/>
                  </a:lnTo>
                  <a:lnTo>
                    <a:pt x="399023" y="523774"/>
                  </a:lnTo>
                  <a:lnTo>
                    <a:pt x="398034" y="525590"/>
                  </a:lnTo>
                  <a:lnTo>
                    <a:pt x="397451" y="526661"/>
                  </a:lnTo>
                  <a:lnTo>
                    <a:pt x="395394" y="530438"/>
                  </a:lnTo>
                  <a:lnTo>
                    <a:pt x="392094" y="536499"/>
                  </a:lnTo>
                  <a:lnTo>
                    <a:pt x="389773" y="540761"/>
                  </a:lnTo>
                  <a:lnTo>
                    <a:pt x="388854" y="542449"/>
                  </a:lnTo>
                  <a:lnTo>
                    <a:pt x="388132" y="543774"/>
                  </a:lnTo>
                  <a:lnTo>
                    <a:pt x="387803" y="544378"/>
                  </a:lnTo>
                  <a:lnTo>
                    <a:pt x="387329" y="545092"/>
                  </a:lnTo>
                  <a:lnTo>
                    <a:pt x="343885" y="503688"/>
                  </a:lnTo>
                  <a:lnTo>
                    <a:pt x="343367" y="503195"/>
                  </a:lnTo>
                  <a:lnTo>
                    <a:pt x="343238" y="503072"/>
                  </a:lnTo>
                  <a:lnTo>
                    <a:pt x="342516" y="502384"/>
                  </a:lnTo>
                  <a:lnTo>
                    <a:pt x="342251" y="502131"/>
                  </a:lnTo>
                  <a:lnTo>
                    <a:pt x="341665" y="501573"/>
                  </a:lnTo>
                  <a:lnTo>
                    <a:pt x="340961" y="500902"/>
                  </a:lnTo>
                  <a:lnTo>
                    <a:pt x="340534" y="500495"/>
                  </a:lnTo>
                  <a:lnTo>
                    <a:pt x="339404" y="499470"/>
                  </a:lnTo>
                  <a:lnTo>
                    <a:pt x="338954" y="500157"/>
                  </a:lnTo>
                  <a:lnTo>
                    <a:pt x="338618" y="500528"/>
                  </a:lnTo>
                  <a:lnTo>
                    <a:pt x="337925" y="501292"/>
                  </a:lnTo>
                  <a:lnTo>
                    <a:pt x="337136" y="502163"/>
                  </a:lnTo>
                  <a:lnTo>
                    <a:pt x="335358" y="504124"/>
                  </a:lnTo>
                  <a:lnTo>
                    <a:pt x="333827" y="505813"/>
                  </a:lnTo>
                  <a:lnTo>
                    <a:pt x="333479" y="506197"/>
                  </a:lnTo>
                  <a:lnTo>
                    <a:pt x="330865" y="509080"/>
                  </a:lnTo>
                  <a:lnTo>
                    <a:pt x="326784" y="513582"/>
                  </a:lnTo>
                  <a:lnTo>
                    <a:pt x="324251" y="516375"/>
                  </a:lnTo>
                  <a:lnTo>
                    <a:pt x="318769" y="522422"/>
                  </a:lnTo>
                  <a:lnTo>
                    <a:pt x="301514" y="541459"/>
                  </a:lnTo>
                  <a:lnTo>
                    <a:pt x="294089" y="549650"/>
                  </a:lnTo>
                  <a:lnTo>
                    <a:pt x="281738" y="537446"/>
                  </a:lnTo>
                  <a:lnTo>
                    <a:pt x="298446" y="518319"/>
                  </a:lnTo>
                  <a:lnTo>
                    <a:pt x="297807" y="517733"/>
                  </a:lnTo>
                  <a:lnTo>
                    <a:pt x="289749" y="513815"/>
                  </a:lnTo>
                  <a:lnTo>
                    <a:pt x="260391" y="499541"/>
                  </a:lnTo>
                  <a:lnTo>
                    <a:pt x="252305" y="509455"/>
                  </a:lnTo>
                  <a:lnTo>
                    <a:pt x="238911" y="507173"/>
                  </a:lnTo>
                  <a:lnTo>
                    <a:pt x="237466" y="506927"/>
                  </a:lnTo>
                  <a:lnTo>
                    <a:pt x="235239" y="506520"/>
                  </a:lnTo>
                  <a:lnTo>
                    <a:pt x="226600" y="504942"/>
                  </a:lnTo>
                  <a:lnTo>
                    <a:pt x="202618" y="500562"/>
                  </a:lnTo>
                  <a:lnTo>
                    <a:pt x="191352" y="498504"/>
                  </a:lnTo>
                  <a:lnTo>
                    <a:pt x="190591" y="498365"/>
                  </a:lnTo>
                  <a:lnTo>
                    <a:pt x="190462" y="498341"/>
                  </a:lnTo>
                  <a:lnTo>
                    <a:pt x="164857" y="496391"/>
                  </a:lnTo>
                  <a:lnTo>
                    <a:pt x="163684" y="496301"/>
                  </a:lnTo>
                  <a:lnTo>
                    <a:pt x="145957" y="494951"/>
                  </a:lnTo>
                  <a:lnTo>
                    <a:pt x="121177" y="492934"/>
                  </a:lnTo>
                  <a:lnTo>
                    <a:pt x="119885" y="492828"/>
                  </a:lnTo>
                  <a:lnTo>
                    <a:pt x="119672" y="492811"/>
                  </a:lnTo>
                  <a:lnTo>
                    <a:pt x="109143" y="491954"/>
                  </a:lnTo>
                  <a:lnTo>
                    <a:pt x="108478" y="491921"/>
                  </a:lnTo>
                  <a:lnTo>
                    <a:pt x="107791" y="491887"/>
                  </a:lnTo>
                  <a:lnTo>
                    <a:pt x="79886" y="490513"/>
                  </a:lnTo>
                  <a:lnTo>
                    <a:pt x="66827" y="489870"/>
                  </a:lnTo>
                  <a:lnTo>
                    <a:pt x="49084" y="487562"/>
                  </a:lnTo>
                  <a:lnTo>
                    <a:pt x="46121" y="486866"/>
                  </a:lnTo>
                  <a:lnTo>
                    <a:pt x="37149" y="484759"/>
                  </a:lnTo>
                  <a:lnTo>
                    <a:pt x="26019" y="480638"/>
                  </a:lnTo>
                  <a:lnTo>
                    <a:pt x="23363" y="478101"/>
                  </a:lnTo>
                  <a:lnTo>
                    <a:pt x="22466" y="476466"/>
                  </a:lnTo>
                  <a:lnTo>
                    <a:pt x="20876" y="473567"/>
                  </a:lnTo>
                  <a:lnTo>
                    <a:pt x="4319" y="443371"/>
                  </a:lnTo>
                  <a:lnTo>
                    <a:pt x="3703" y="442248"/>
                  </a:lnTo>
                  <a:lnTo>
                    <a:pt x="2752" y="440513"/>
                  </a:lnTo>
                  <a:lnTo>
                    <a:pt x="0" y="437801"/>
                  </a:lnTo>
                  <a:lnTo>
                    <a:pt x="689" y="436752"/>
                  </a:lnTo>
                  <a:lnTo>
                    <a:pt x="2565" y="433897"/>
                  </a:lnTo>
                  <a:lnTo>
                    <a:pt x="9624" y="423154"/>
                  </a:lnTo>
                  <a:lnTo>
                    <a:pt x="12507" y="418765"/>
                  </a:lnTo>
                  <a:lnTo>
                    <a:pt x="12795" y="418390"/>
                  </a:lnTo>
                  <a:lnTo>
                    <a:pt x="23640" y="404233"/>
                  </a:lnTo>
                  <a:lnTo>
                    <a:pt x="26013" y="399754"/>
                  </a:lnTo>
                  <a:lnTo>
                    <a:pt x="31477" y="388845"/>
                  </a:lnTo>
                  <a:lnTo>
                    <a:pt x="33573" y="384660"/>
                  </a:lnTo>
                  <a:lnTo>
                    <a:pt x="36218" y="379727"/>
                  </a:lnTo>
                  <a:lnTo>
                    <a:pt x="37171" y="377948"/>
                  </a:lnTo>
                  <a:lnTo>
                    <a:pt x="38523" y="375379"/>
                  </a:lnTo>
                  <a:lnTo>
                    <a:pt x="41241" y="372734"/>
                  </a:lnTo>
                  <a:lnTo>
                    <a:pt x="45551" y="369241"/>
                  </a:lnTo>
                  <a:lnTo>
                    <a:pt x="45766" y="369137"/>
                  </a:lnTo>
                  <a:lnTo>
                    <a:pt x="54224" y="365042"/>
                  </a:lnTo>
                  <a:lnTo>
                    <a:pt x="60889" y="361962"/>
                  </a:lnTo>
                  <a:lnTo>
                    <a:pt x="64906" y="359629"/>
                  </a:lnTo>
                  <a:lnTo>
                    <a:pt x="69836" y="356083"/>
                  </a:lnTo>
                  <a:lnTo>
                    <a:pt x="73945" y="352444"/>
                  </a:lnTo>
                  <a:lnTo>
                    <a:pt x="77231" y="348805"/>
                  </a:lnTo>
                  <a:lnTo>
                    <a:pt x="80609" y="343953"/>
                  </a:lnTo>
                  <a:lnTo>
                    <a:pt x="82937" y="339490"/>
                  </a:lnTo>
                  <a:lnTo>
                    <a:pt x="85393" y="332730"/>
                  </a:lnTo>
                  <a:lnTo>
                    <a:pt x="87511" y="322028"/>
                  </a:lnTo>
                  <a:lnTo>
                    <a:pt x="90117" y="311678"/>
                  </a:lnTo>
                  <a:lnTo>
                    <a:pt x="91251" y="307429"/>
                  </a:lnTo>
                  <a:lnTo>
                    <a:pt x="93519" y="302987"/>
                  </a:lnTo>
                  <a:lnTo>
                    <a:pt x="97109" y="298158"/>
                  </a:lnTo>
                  <a:lnTo>
                    <a:pt x="102099" y="293394"/>
                  </a:lnTo>
                  <a:lnTo>
                    <a:pt x="103330" y="291187"/>
                  </a:lnTo>
                  <a:lnTo>
                    <a:pt x="103762" y="290412"/>
                  </a:lnTo>
                  <a:lnTo>
                    <a:pt x="87568" y="278115"/>
                  </a:lnTo>
                  <a:lnTo>
                    <a:pt x="87133" y="277727"/>
                  </a:lnTo>
                  <a:lnTo>
                    <a:pt x="85510" y="276277"/>
                  </a:lnTo>
                  <a:lnTo>
                    <a:pt x="77192" y="268846"/>
                  </a:lnTo>
                  <a:lnTo>
                    <a:pt x="84108" y="262500"/>
                  </a:lnTo>
                  <a:lnTo>
                    <a:pt x="84222" y="262350"/>
                  </a:lnTo>
                  <a:lnTo>
                    <a:pt x="94029" y="249453"/>
                  </a:lnTo>
                  <a:lnTo>
                    <a:pt x="94743" y="248513"/>
                  </a:lnTo>
                  <a:lnTo>
                    <a:pt x="96049" y="246796"/>
                  </a:lnTo>
                  <a:lnTo>
                    <a:pt x="99867" y="241774"/>
                  </a:lnTo>
                  <a:lnTo>
                    <a:pt x="115517" y="223301"/>
                  </a:lnTo>
                  <a:lnTo>
                    <a:pt x="121798" y="215642"/>
                  </a:lnTo>
                  <a:lnTo>
                    <a:pt x="124115" y="212379"/>
                  </a:lnTo>
                  <a:lnTo>
                    <a:pt x="125028" y="211094"/>
                  </a:lnTo>
                  <a:lnTo>
                    <a:pt x="135822" y="195893"/>
                  </a:lnTo>
                  <a:lnTo>
                    <a:pt x="136676" y="194691"/>
                  </a:lnTo>
                  <a:lnTo>
                    <a:pt x="145079" y="180855"/>
                  </a:lnTo>
                  <a:lnTo>
                    <a:pt x="150966" y="171884"/>
                  </a:lnTo>
                  <a:lnTo>
                    <a:pt x="157431" y="162030"/>
                  </a:lnTo>
                  <a:lnTo>
                    <a:pt x="160508" y="157342"/>
                  </a:lnTo>
                  <a:lnTo>
                    <a:pt x="169777" y="140644"/>
                  </a:lnTo>
                  <a:lnTo>
                    <a:pt x="171528" y="137489"/>
                  </a:lnTo>
                  <a:lnTo>
                    <a:pt x="178003" y="124395"/>
                  </a:lnTo>
                  <a:lnTo>
                    <a:pt x="186819" y="110738"/>
                  </a:lnTo>
                  <a:lnTo>
                    <a:pt x="189273" y="107731"/>
                  </a:lnTo>
                  <a:lnTo>
                    <a:pt x="195536" y="100057"/>
                  </a:lnTo>
                  <a:lnTo>
                    <a:pt x="200986" y="95194"/>
                  </a:lnTo>
                  <a:lnTo>
                    <a:pt x="202080" y="94218"/>
                  </a:lnTo>
                  <a:lnTo>
                    <a:pt x="211425" y="85026"/>
                  </a:lnTo>
                  <a:lnTo>
                    <a:pt x="219889" y="74213"/>
                  </a:lnTo>
                  <a:lnTo>
                    <a:pt x="226766" y="63760"/>
                  </a:lnTo>
                  <a:lnTo>
                    <a:pt x="232761" y="54028"/>
                  </a:lnTo>
                  <a:lnTo>
                    <a:pt x="238051" y="48081"/>
                  </a:lnTo>
                  <a:lnTo>
                    <a:pt x="251981" y="37267"/>
                  </a:lnTo>
                  <a:lnTo>
                    <a:pt x="253309" y="35873"/>
                  </a:lnTo>
                  <a:lnTo>
                    <a:pt x="263496" y="25176"/>
                  </a:lnTo>
                  <a:lnTo>
                    <a:pt x="266194" y="22343"/>
                  </a:lnTo>
                  <a:lnTo>
                    <a:pt x="281584" y="0"/>
                  </a:lnTo>
                  <a:lnTo>
                    <a:pt x="304454" y="20786"/>
                  </a:lnTo>
                  <a:lnTo>
                    <a:pt x="329353" y="28925"/>
                  </a:lnTo>
                  <a:lnTo>
                    <a:pt x="336096" y="29886"/>
                  </a:lnTo>
                  <a:lnTo>
                    <a:pt x="350025" y="37271"/>
                  </a:lnTo>
                  <a:lnTo>
                    <a:pt x="356333" y="42708"/>
                  </a:lnTo>
                  <a:lnTo>
                    <a:pt x="363308" y="48720"/>
                  </a:lnTo>
                  <a:lnTo>
                    <a:pt x="365562" y="50780"/>
                  </a:lnTo>
                  <a:lnTo>
                    <a:pt x="368529" y="53491"/>
                  </a:lnTo>
                  <a:lnTo>
                    <a:pt x="378345" y="62460"/>
                  </a:lnTo>
                  <a:lnTo>
                    <a:pt x="379242" y="62883"/>
                  </a:lnTo>
                  <a:lnTo>
                    <a:pt x="383722" y="69016"/>
                  </a:lnTo>
                  <a:lnTo>
                    <a:pt x="387848" y="74664"/>
                  </a:lnTo>
                  <a:lnTo>
                    <a:pt x="389714" y="77219"/>
                  </a:lnTo>
                  <a:lnTo>
                    <a:pt x="390155" y="81668"/>
                  </a:lnTo>
                  <a:lnTo>
                    <a:pt x="391572" y="85286"/>
                  </a:lnTo>
                  <a:lnTo>
                    <a:pt x="400397" y="96303"/>
                  </a:lnTo>
                  <a:lnTo>
                    <a:pt x="406162" y="103500"/>
                  </a:lnTo>
                  <a:lnTo>
                    <a:pt x="430766" y="134214"/>
                  </a:lnTo>
                  <a:lnTo>
                    <a:pt x="431421" y="135036"/>
                  </a:lnTo>
                  <a:lnTo>
                    <a:pt x="432744" y="136695"/>
                  </a:lnTo>
                  <a:lnTo>
                    <a:pt x="451429" y="160121"/>
                  </a:lnTo>
                  <a:lnTo>
                    <a:pt x="454980" y="165029"/>
                  </a:lnTo>
                  <a:lnTo>
                    <a:pt x="469881" y="185624"/>
                  </a:lnTo>
                  <a:lnTo>
                    <a:pt x="471504" y="187910"/>
                  </a:lnTo>
                  <a:lnTo>
                    <a:pt x="501344" y="229937"/>
                  </a:lnTo>
                  <a:lnTo>
                    <a:pt x="511758" y="244605"/>
                  </a:lnTo>
                  <a:lnTo>
                    <a:pt x="534477" y="276602"/>
                  </a:lnTo>
                  <a:lnTo>
                    <a:pt x="534667" y="276871"/>
                  </a:lnTo>
                  <a:lnTo>
                    <a:pt x="538732" y="282596"/>
                  </a:lnTo>
                  <a:lnTo>
                    <a:pt x="539801" y="284102"/>
                  </a:lnTo>
                  <a:lnTo>
                    <a:pt x="539155" y="285106"/>
                  </a:lnTo>
                  <a:lnTo>
                    <a:pt x="537989" y="287216"/>
                  </a:lnTo>
                  <a:lnTo>
                    <a:pt x="531567" y="298831"/>
                  </a:lnTo>
                  <a:lnTo>
                    <a:pt x="529814" y="302001"/>
                  </a:lnTo>
                  <a:lnTo>
                    <a:pt x="504890" y="347081"/>
                  </a:lnTo>
                  <a:lnTo>
                    <a:pt x="503204" y="350131"/>
                  </a:lnTo>
                  <a:lnTo>
                    <a:pt x="497602" y="360264"/>
                  </a:lnTo>
                  <a:lnTo>
                    <a:pt x="495327" y="364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452040" y="1777644"/>
              <a:ext cx="739693" cy="633261"/>
            </a:xfrm>
            <a:custGeom>
              <a:avLst/>
              <a:pathLst>
                <a:path w="739693" h="633261">
                  <a:moveTo>
                    <a:pt x="604648" y="240577"/>
                  </a:moveTo>
                  <a:lnTo>
                    <a:pt x="612699" y="230657"/>
                  </a:lnTo>
                  <a:lnTo>
                    <a:pt x="642057" y="244931"/>
                  </a:lnTo>
                  <a:lnTo>
                    <a:pt x="650115" y="248849"/>
                  </a:lnTo>
                  <a:lnTo>
                    <a:pt x="650754" y="249435"/>
                  </a:lnTo>
                  <a:lnTo>
                    <a:pt x="634046" y="268562"/>
                  </a:lnTo>
                  <a:lnTo>
                    <a:pt x="646397" y="280766"/>
                  </a:lnTo>
                  <a:lnTo>
                    <a:pt x="653822" y="272575"/>
                  </a:lnTo>
                  <a:lnTo>
                    <a:pt x="671077" y="253538"/>
                  </a:lnTo>
                  <a:lnTo>
                    <a:pt x="676559" y="247491"/>
                  </a:lnTo>
                  <a:lnTo>
                    <a:pt x="679092" y="244698"/>
                  </a:lnTo>
                  <a:lnTo>
                    <a:pt x="683173" y="240196"/>
                  </a:lnTo>
                  <a:lnTo>
                    <a:pt x="685787" y="237313"/>
                  </a:lnTo>
                  <a:lnTo>
                    <a:pt x="686135" y="236929"/>
                  </a:lnTo>
                  <a:lnTo>
                    <a:pt x="687666" y="235239"/>
                  </a:lnTo>
                  <a:lnTo>
                    <a:pt x="689444" y="233279"/>
                  </a:lnTo>
                  <a:lnTo>
                    <a:pt x="690346" y="232283"/>
                  </a:lnTo>
                  <a:lnTo>
                    <a:pt x="690926" y="231644"/>
                  </a:lnTo>
                  <a:lnTo>
                    <a:pt x="691358" y="231167"/>
                  </a:lnTo>
                  <a:lnTo>
                    <a:pt x="691899" y="230712"/>
                  </a:lnTo>
                  <a:lnTo>
                    <a:pt x="692842" y="231610"/>
                  </a:lnTo>
                  <a:lnTo>
                    <a:pt x="693270" y="232018"/>
                  </a:lnTo>
                  <a:lnTo>
                    <a:pt x="693974" y="232689"/>
                  </a:lnTo>
                  <a:lnTo>
                    <a:pt x="694559" y="233247"/>
                  </a:lnTo>
                  <a:lnTo>
                    <a:pt x="694824" y="233500"/>
                  </a:lnTo>
                  <a:lnTo>
                    <a:pt x="695546" y="234188"/>
                  </a:lnTo>
                  <a:lnTo>
                    <a:pt x="695675" y="234310"/>
                  </a:lnTo>
                  <a:lnTo>
                    <a:pt x="696193" y="234804"/>
                  </a:lnTo>
                  <a:lnTo>
                    <a:pt x="739693" y="276261"/>
                  </a:lnTo>
                  <a:lnTo>
                    <a:pt x="739379" y="276838"/>
                  </a:lnTo>
                  <a:lnTo>
                    <a:pt x="738880" y="277755"/>
                  </a:lnTo>
                  <a:lnTo>
                    <a:pt x="736998" y="281180"/>
                  </a:lnTo>
                  <a:lnTo>
                    <a:pt x="733832" y="286940"/>
                  </a:lnTo>
                  <a:lnTo>
                    <a:pt x="726330" y="300590"/>
                  </a:lnTo>
                  <a:lnTo>
                    <a:pt x="722152" y="308192"/>
                  </a:lnTo>
                  <a:lnTo>
                    <a:pt x="719162" y="313633"/>
                  </a:lnTo>
                  <a:lnTo>
                    <a:pt x="717846" y="316029"/>
                  </a:lnTo>
                  <a:lnTo>
                    <a:pt x="714024" y="322983"/>
                  </a:lnTo>
                  <a:lnTo>
                    <a:pt x="713442" y="324042"/>
                  </a:lnTo>
                  <a:lnTo>
                    <a:pt x="711826" y="326981"/>
                  </a:lnTo>
                  <a:lnTo>
                    <a:pt x="709600" y="331033"/>
                  </a:lnTo>
                  <a:lnTo>
                    <a:pt x="709248" y="331672"/>
                  </a:lnTo>
                  <a:lnTo>
                    <a:pt x="708429" y="333163"/>
                  </a:lnTo>
                  <a:lnTo>
                    <a:pt x="698378" y="351452"/>
                  </a:lnTo>
                  <a:lnTo>
                    <a:pt x="695158" y="357310"/>
                  </a:lnTo>
                  <a:lnTo>
                    <a:pt x="694710" y="358125"/>
                  </a:lnTo>
                  <a:lnTo>
                    <a:pt x="690880" y="365094"/>
                  </a:lnTo>
                  <a:lnTo>
                    <a:pt x="689631" y="367367"/>
                  </a:lnTo>
                  <a:lnTo>
                    <a:pt x="687924" y="370473"/>
                  </a:lnTo>
                  <a:lnTo>
                    <a:pt x="686907" y="372324"/>
                  </a:lnTo>
                  <a:lnTo>
                    <a:pt x="674230" y="395391"/>
                  </a:lnTo>
                  <a:lnTo>
                    <a:pt x="671669" y="400051"/>
                  </a:lnTo>
                  <a:lnTo>
                    <a:pt x="671404" y="400534"/>
                  </a:lnTo>
                  <a:lnTo>
                    <a:pt x="666765" y="408975"/>
                  </a:lnTo>
                  <a:lnTo>
                    <a:pt x="664534" y="413034"/>
                  </a:lnTo>
                  <a:lnTo>
                    <a:pt x="663872" y="414238"/>
                  </a:lnTo>
                  <a:lnTo>
                    <a:pt x="662627" y="416503"/>
                  </a:lnTo>
                  <a:lnTo>
                    <a:pt x="662384" y="416947"/>
                  </a:lnTo>
                  <a:lnTo>
                    <a:pt x="662140" y="417390"/>
                  </a:lnTo>
                  <a:lnTo>
                    <a:pt x="656136" y="428315"/>
                  </a:lnTo>
                  <a:lnTo>
                    <a:pt x="637254" y="462672"/>
                  </a:lnTo>
                  <a:lnTo>
                    <a:pt x="636553" y="463947"/>
                  </a:lnTo>
                  <a:lnTo>
                    <a:pt x="632381" y="471539"/>
                  </a:lnTo>
                  <a:lnTo>
                    <a:pt x="632147" y="471964"/>
                  </a:lnTo>
                  <a:lnTo>
                    <a:pt x="630521" y="474924"/>
                  </a:lnTo>
                  <a:lnTo>
                    <a:pt x="628503" y="478594"/>
                  </a:lnTo>
                  <a:lnTo>
                    <a:pt x="626673" y="481926"/>
                  </a:lnTo>
                  <a:lnTo>
                    <a:pt x="625984" y="483179"/>
                  </a:lnTo>
                  <a:lnTo>
                    <a:pt x="625237" y="484338"/>
                  </a:lnTo>
                  <a:lnTo>
                    <a:pt x="623976" y="486295"/>
                  </a:lnTo>
                  <a:lnTo>
                    <a:pt x="623856" y="486482"/>
                  </a:lnTo>
                  <a:lnTo>
                    <a:pt x="622712" y="488257"/>
                  </a:lnTo>
                  <a:lnTo>
                    <a:pt x="608044" y="515331"/>
                  </a:lnTo>
                  <a:lnTo>
                    <a:pt x="601809" y="526840"/>
                  </a:lnTo>
                  <a:lnTo>
                    <a:pt x="577349" y="571990"/>
                  </a:lnTo>
                  <a:lnTo>
                    <a:pt x="574326" y="577569"/>
                  </a:lnTo>
                  <a:lnTo>
                    <a:pt x="568967" y="587044"/>
                  </a:lnTo>
                  <a:lnTo>
                    <a:pt x="567293" y="590005"/>
                  </a:lnTo>
                  <a:lnTo>
                    <a:pt x="549010" y="622329"/>
                  </a:lnTo>
                  <a:lnTo>
                    <a:pt x="546723" y="626372"/>
                  </a:lnTo>
                  <a:lnTo>
                    <a:pt x="542827" y="633261"/>
                  </a:lnTo>
                  <a:lnTo>
                    <a:pt x="517686" y="610150"/>
                  </a:lnTo>
                  <a:lnTo>
                    <a:pt x="512712" y="605578"/>
                  </a:lnTo>
                  <a:lnTo>
                    <a:pt x="506456" y="604044"/>
                  </a:lnTo>
                  <a:lnTo>
                    <a:pt x="501200" y="606090"/>
                  </a:lnTo>
                  <a:lnTo>
                    <a:pt x="492942" y="613508"/>
                  </a:lnTo>
                  <a:lnTo>
                    <a:pt x="488938" y="615810"/>
                  </a:lnTo>
                  <a:lnTo>
                    <a:pt x="483182" y="616833"/>
                  </a:lnTo>
                  <a:lnTo>
                    <a:pt x="476925" y="615042"/>
                  </a:lnTo>
                  <a:lnTo>
                    <a:pt x="443288" y="594795"/>
                  </a:lnTo>
                  <a:lnTo>
                    <a:pt x="440471" y="593605"/>
                  </a:lnTo>
                  <a:lnTo>
                    <a:pt x="440343" y="593551"/>
                  </a:lnTo>
                  <a:lnTo>
                    <a:pt x="439939" y="593381"/>
                  </a:lnTo>
                  <a:lnTo>
                    <a:pt x="418069" y="584148"/>
                  </a:lnTo>
                  <a:lnTo>
                    <a:pt x="415720" y="583156"/>
                  </a:lnTo>
                  <a:lnTo>
                    <a:pt x="387112" y="572524"/>
                  </a:lnTo>
                  <a:lnTo>
                    <a:pt x="376165" y="568455"/>
                  </a:lnTo>
                  <a:lnTo>
                    <a:pt x="340206" y="558654"/>
                  </a:lnTo>
                  <a:lnTo>
                    <a:pt x="332615" y="557960"/>
                  </a:lnTo>
                  <a:lnTo>
                    <a:pt x="331976" y="557901"/>
                  </a:lnTo>
                  <a:lnTo>
                    <a:pt x="320129" y="556817"/>
                  </a:lnTo>
                  <a:lnTo>
                    <a:pt x="308062" y="557376"/>
                  </a:lnTo>
                  <a:lnTo>
                    <a:pt x="293786" y="558037"/>
                  </a:lnTo>
                  <a:lnTo>
                    <a:pt x="251911" y="559978"/>
                  </a:lnTo>
                  <a:lnTo>
                    <a:pt x="250969" y="560026"/>
                  </a:lnTo>
                  <a:lnTo>
                    <a:pt x="250315" y="560060"/>
                  </a:lnTo>
                  <a:lnTo>
                    <a:pt x="240563" y="560565"/>
                  </a:lnTo>
                  <a:lnTo>
                    <a:pt x="239510" y="560619"/>
                  </a:lnTo>
                  <a:lnTo>
                    <a:pt x="199631" y="562683"/>
                  </a:lnTo>
                  <a:lnTo>
                    <a:pt x="199375" y="562696"/>
                  </a:lnTo>
                  <a:lnTo>
                    <a:pt x="194477" y="562950"/>
                  </a:lnTo>
                  <a:lnTo>
                    <a:pt x="192453" y="563055"/>
                  </a:lnTo>
                  <a:lnTo>
                    <a:pt x="127783" y="565676"/>
                  </a:lnTo>
                  <a:lnTo>
                    <a:pt x="114211" y="566226"/>
                  </a:lnTo>
                  <a:lnTo>
                    <a:pt x="108851" y="566530"/>
                  </a:lnTo>
                  <a:lnTo>
                    <a:pt x="108043" y="566424"/>
                  </a:lnTo>
                  <a:lnTo>
                    <a:pt x="104343" y="565444"/>
                  </a:lnTo>
                  <a:lnTo>
                    <a:pt x="101426" y="564671"/>
                  </a:lnTo>
                  <a:lnTo>
                    <a:pt x="99289" y="564105"/>
                  </a:lnTo>
                  <a:lnTo>
                    <a:pt x="94056" y="562229"/>
                  </a:lnTo>
                  <a:lnTo>
                    <a:pt x="89780" y="560922"/>
                  </a:lnTo>
                  <a:lnTo>
                    <a:pt x="87292" y="560723"/>
                  </a:lnTo>
                  <a:lnTo>
                    <a:pt x="85527" y="560442"/>
                  </a:lnTo>
                  <a:lnTo>
                    <a:pt x="83876" y="560180"/>
                  </a:lnTo>
                  <a:lnTo>
                    <a:pt x="75431" y="557989"/>
                  </a:lnTo>
                  <a:lnTo>
                    <a:pt x="61315" y="555089"/>
                  </a:lnTo>
                  <a:lnTo>
                    <a:pt x="54032" y="552799"/>
                  </a:lnTo>
                  <a:lnTo>
                    <a:pt x="53047" y="552490"/>
                  </a:lnTo>
                  <a:lnTo>
                    <a:pt x="52888" y="552440"/>
                  </a:lnTo>
                  <a:lnTo>
                    <a:pt x="52086" y="552130"/>
                  </a:lnTo>
                  <a:lnTo>
                    <a:pt x="50411" y="551482"/>
                  </a:lnTo>
                  <a:lnTo>
                    <a:pt x="49509" y="551133"/>
                  </a:lnTo>
                  <a:lnTo>
                    <a:pt x="48814" y="550865"/>
                  </a:lnTo>
                  <a:lnTo>
                    <a:pt x="48505" y="550745"/>
                  </a:lnTo>
                  <a:lnTo>
                    <a:pt x="44521" y="549205"/>
                  </a:lnTo>
                  <a:lnTo>
                    <a:pt x="43722" y="548896"/>
                  </a:lnTo>
                  <a:lnTo>
                    <a:pt x="41516" y="548043"/>
                  </a:lnTo>
                  <a:lnTo>
                    <a:pt x="41318" y="547968"/>
                  </a:lnTo>
                  <a:lnTo>
                    <a:pt x="40383" y="547616"/>
                  </a:lnTo>
                  <a:lnTo>
                    <a:pt x="39801" y="547397"/>
                  </a:lnTo>
                  <a:lnTo>
                    <a:pt x="35167" y="545652"/>
                  </a:lnTo>
                  <a:lnTo>
                    <a:pt x="33991" y="545210"/>
                  </a:lnTo>
                  <a:lnTo>
                    <a:pt x="33171" y="544901"/>
                  </a:lnTo>
                  <a:lnTo>
                    <a:pt x="28216" y="543035"/>
                  </a:lnTo>
                  <a:lnTo>
                    <a:pt x="27891" y="542912"/>
                  </a:lnTo>
                  <a:lnTo>
                    <a:pt x="27101" y="542615"/>
                  </a:lnTo>
                  <a:lnTo>
                    <a:pt x="24095" y="541483"/>
                  </a:lnTo>
                  <a:lnTo>
                    <a:pt x="18519" y="539964"/>
                  </a:lnTo>
                  <a:lnTo>
                    <a:pt x="16131" y="539171"/>
                  </a:lnTo>
                  <a:lnTo>
                    <a:pt x="14682" y="538428"/>
                  </a:lnTo>
                  <a:lnTo>
                    <a:pt x="11104" y="535775"/>
                  </a:lnTo>
                  <a:lnTo>
                    <a:pt x="9868" y="535002"/>
                  </a:lnTo>
                  <a:lnTo>
                    <a:pt x="9353" y="534768"/>
                  </a:lnTo>
                  <a:lnTo>
                    <a:pt x="5444" y="532789"/>
                  </a:lnTo>
                  <a:lnTo>
                    <a:pt x="7144" y="529466"/>
                  </a:lnTo>
                  <a:lnTo>
                    <a:pt x="8120" y="527559"/>
                  </a:lnTo>
                  <a:lnTo>
                    <a:pt x="511" y="523771"/>
                  </a:lnTo>
                  <a:lnTo>
                    <a:pt x="0" y="523293"/>
                  </a:lnTo>
                  <a:lnTo>
                    <a:pt x="195" y="522901"/>
                  </a:lnTo>
                  <a:lnTo>
                    <a:pt x="377" y="522538"/>
                  </a:lnTo>
                  <a:lnTo>
                    <a:pt x="700" y="521891"/>
                  </a:lnTo>
                  <a:lnTo>
                    <a:pt x="976" y="521338"/>
                  </a:lnTo>
                  <a:lnTo>
                    <a:pt x="1478" y="520331"/>
                  </a:lnTo>
                  <a:lnTo>
                    <a:pt x="2495" y="518390"/>
                  </a:lnTo>
                  <a:lnTo>
                    <a:pt x="3454" y="516559"/>
                  </a:lnTo>
                  <a:lnTo>
                    <a:pt x="4470" y="514619"/>
                  </a:lnTo>
                  <a:lnTo>
                    <a:pt x="7388" y="509049"/>
                  </a:lnTo>
                  <a:lnTo>
                    <a:pt x="14133" y="496174"/>
                  </a:lnTo>
                  <a:lnTo>
                    <a:pt x="15557" y="493457"/>
                  </a:lnTo>
                  <a:lnTo>
                    <a:pt x="20213" y="484569"/>
                  </a:lnTo>
                  <a:lnTo>
                    <a:pt x="29927" y="465693"/>
                  </a:lnTo>
                  <a:lnTo>
                    <a:pt x="47112" y="432301"/>
                  </a:lnTo>
                  <a:lnTo>
                    <a:pt x="47323" y="431891"/>
                  </a:lnTo>
                  <a:lnTo>
                    <a:pt x="57614" y="413485"/>
                  </a:lnTo>
                  <a:lnTo>
                    <a:pt x="69805" y="391679"/>
                  </a:lnTo>
                  <a:lnTo>
                    <a:pt x="84174" y="369511"/>
                  </a:lnTo>
                  <a:lnTo>
                    <a:pt x="87328" y="364646"/>
                  </a:lnTo>
                  <a:lnTo>
                    <a:pt x="103197" y="347074"/>
                  </a:lnTo>
                  <a:lnTo>
                    <a:pt x="109645" y="341171"/>
                  </a:lnTo>
                  <a:lnTo>
                    <a:pt x="115895" y="335448"/>
                  </a:lnTo>
                  <a:lnTo>
                    <a:pt x="116384" y="335134"/>
                  </a:lnTo>
                  <a:lnTo>
                    <a:pt x="129756" y="323533"/>
                  </a:lnTo>
                  <a:lnTo>
                    <a:pt x="138121" y="315621"/>
                  </a:lnTo>
                  <a:lnTo>
                    <a:pt x="149037" y="305296"/>
                  </a:lnTo>
                  <a:lnTo>
                    <a:pt x="158571" y="291226"/>
                  </a:lnTo>
                  <a:lnTo>
                    <a:pt x="159074" y="290483"/>
                  </a:lnTo>
                  <a:lnTo>
                    <a:pt x="167667" y="277802"/>
                  </a:lnTo>
                  <a:lnTo>
                    <a:pt x="180989" y="258350"/>
                  </a:lnTo>
                  <a:lnTo>
                    <a:pt x="181553" y="257527"/>
                  </a:lnTo>
                  <a:lnTo>
                    <a:pt x="193014" y="246488"/>
                  </a:lnTo>
                  <a:lnTo>
                    <a:pt x="198366" y="242527"/>
                  </a:lnTo>
                  <a:lnTo>
                    <a:pt x="198563" y="242353"/>
                  </a:lnTo>
                  <a:lnTo>
                    <a:pt x="206884" y="234563"/>
                  </a:lnTo>
                  <a:lnTo>
                    <a:pt x="210262" y="231348"/>
                  </a:lnTo>
                  <a:lnTo>
                    <a:pt x="212595" y="229127"/>
                  </a:lnTo>
                  <a:lnTo>
                    <a:pt x="222863" y="219356"/>
                  </a:lnTo>
                  <a:lnTo>
                    <a:pt x="229907" y="211565"/>
                  </a:lnTo>
                  <a:lnTo>
                    <a:pt x="242976" y="197110"/>
                  </a:lnTo>
                  <a:lnTo>
                    <a:pt x="252494" y="183195"/>
                  </a:lnTo>
                  <a:lnTo>
                    <a:pt x="259194" y="173400"/>
                  </a:lnTo>
                  <a:lnTo>
                    <a:pt x="282281" y="145934"/>
                  </a:lnTo>
                  <a:lnTo>
                    <a:pt x="294928" y="130888"/>
                  </a:lnTo>
                  <a:lnTo>
                    <a:pt x="304986" y="119667"/>
                  </a:lnTo>
                  <a:lnTo>
                    <a:pt x="312974" y="110754"/>
                  </a:lnTo>
                  <a:lnTo>
                    <a:pt x="335842" y="83862"/>
                  </a:lnTo>
                  <a:lnTo>
                    <a:pt x="338106" y="81427"/>
                  </a:lnTo>
                  <a:lnTo>
                    <a:pt x="344110" y="74974"/>
                  </a:lnTo>
                  <a:lnTo>
                    <a:pt x="351999" y="66493"/>
                  </a:lnTo>
                  <a:lnTo>
                    <a:pt x="366088" y="49887"/>
                  </a:lnTo>
                  <a:lnTo>
                    <a:pt x="376465" y="37657"/>
                  </a:lnTo>
                  <a:lnTo>
                    <a:pt x="394318" y="19635"/>
                  </a:lnTo>
                  <a:lnTo>
                    <a:pt x="401573" y="15783"/>
                  </a:lnTo>
                  <a:lnTo>
                    <a:pt x="402846" y="15107"/>
                  </a:lnTo>
                  <a:lnTo>
                    <a:pt x="411290" y="10624"/>
                  </a:lnTo>
                  <a:lnTo>
                    <a:pt x="419602" y="6255"/>
                  </a:lnTo>
                  <a:lnTo>
                    <a:pt x="423733" y="4083"/>
                  </a:lnTo>
                  <a:lnTo>
                    <a:pt x="426718" y="2514"/>
                  </a:lnTo>
                  <a:lnTo>
                    <a:pt x="428807" y="597"/>
                  </a:lnTo>
                  <a:lnTo>
                    <a:pt x="429156" y="277"/>
                  </a:lnTo>
                  <a:lnTo>
                    <a:pt x="429327" y="120"/>
                  </a:lnTo>
                  <a:lnTo>
                    <a:pt x="429541" y="0"/>
                  </a:lnTo>
                  <a:lnTo>
                    <a:pt x="437818" y="7393"/>
                  </a:lnTo>
                  <a:lnTo>
                    <a:pt x="439441" y="8843"/>
                  </a:lnTo>
                  <a:lnTo>
                    <a:pt x="439876" y="9231"/>
                  </a:lnTo>
                  <a:lnTo>
                    <a:pt x="456070" y="21528"/>
                  </a:lnTo>
                  <a:lnTo>
                    <a:pt x="455638" y="22303"/>
                  </a:lnTo>
                  <a:lnTo>
                    <a:pt x="454407" y="24510"/>
                  </a:lnTo>
                  <a:lnTo>
                    <a:pt x="449417" y="29274"/>
                  </a:lnTo>
                  <a:lnTo>
                    <a:pt x="445827" y="34102"/>
                  </a:lnTo>
                  <a:lnTo>
                    <a:pt x="443559" y="38545"/>
                  </a:lnTo>
                  <a:lnTo>
                    <a:pt x="442425" y="42794"/>
                  </a:lnTo>
                  <a:lnTo>
                    <a:pt x="439819" y="53144"/>
                  </a:lnTo>
                  <a:lnTo>
                    <a:pt x="437701" y="63846"/>
                  </a:lnTo>
                  <a:lnTo>
                    <a:pt x="435245" y="70606"/>
                  </a:lnTo>
                  <a:lnTo>
                    <a:pt x="432918" y="75068"/>
                  </a:lnTo>
                  <a:lnTo>
                    <a:pt x="429540" y="79921"/>
                  </a:lnTo>
                  <a:lnTo>
                    <a:pt x="426253" y="83560"/>
                  </a:lnTo>
                  <a:lnTo>
                    <a:pt x="422144" y="87199"/>
                  </a:lnTo>
                  <a:lnTo>
                    <a:pt x="417214" y="90745"/>
                  </a:lnTo>
                  <a:lnTo>
                    <a:pt x="413197" y="93078"/>
                  </a:lnTo>
                  <a:lnTo>
                    <a:pt x="406533" y="96157"/>
                  </a:lnTo>
                  <a:lnTo>
                    <a:pt x="398074" y="100252"/>
                  </a:lnTo>
                  <a:lnTo>
                    <a:pt x="397859" y="100357"/>
                  </a:lnTo>
                  <a:lnTo>
                    <a:pt x="393549" y="103850"/>
                  </a:lnTo>
                  <a:lnTo>
                    <a:pt x="390832" y="106495"/>
                  </a:lnTo>
                  <a:lnTo>
                    <a:pt x="389479" y="109064"/>
                  </a:lnTo>
                  <a:lnTo>
                    <a:pt x="388526" y="110842"/>
                  </a:lnTo>
                  <a:lnTo>
                    <a:pt x="385881" y="115776"/>
                  </a:lnTo>
                  <a:lnTo>
                    <a:pt x="383785" y="119961"/>
                  </a:lnTo>
                  <a:lnTo>
                    <a:pt x="378321" y="130870"/>
                  </a:lnTo>
                  <a:lnTo>
                    <a:pt x="375948" y="135349"/>
                  </a:lnTo>
                  <a:lnTo>
                    <a:pt x="365103" y="149506"/>
                  </a:lnTo>
                  <a:lnTo>
                    <a:pt x="364815" y="149881"/>
                  </a:lnTo>
                  <a:lnTo>
                    <a:pt x="361932" y="154269"/>
                  </a:lnTo>
                  <a:lnTo>
                    <a:pt x="354873" y="165013"/>
                  </a:lnTo>
                  <a:lnTo>
                    <a:pt x="352997" y="167867"/>
                  </a:lnTo>
                  <a:lnTo>
                    <a:pt x="352308" y="168917"/>
                  </a:lnTo>
                  <a:lnTo>
                    <a:pt x="355060" y="171629"/>
                  </a:lnTo>
                  <a:lnTo>
                    <a:pt x="356011" y="173364"/>
                  </a:lnTo>
                  <a:lnTo>
                    <a:pt x="356627" y="174487"/>
                  </a:lnTo>
                  <a:lnTo>
                    <a:pt x="373185" y="204683"/>
                  </a:lnTo>
                  <a:lnTo>
                    <a:pt x="374774" y="207582"/>
                  </a:lnTo>
                  <a:lnTo>
                    <a:pt x="375671" y="209217"/>
                  </a:lnTo>
                  <a:lnTo>
                    <a:pt x="378328" y="211753"/>
                  </a:lnTo>
                  <a:lnTo>
                    <a:pt x="389457" y="215875"/>
                  </a:lnTo>
                  <a:lnTo>
                    <a:pt x="398429" y="217982"/>
                  </a:lnTo>
                  <a:lnTo>
                    <a:pt x="401392" y="218677"/>
                  </a:lnTo>
                  <a:lnTo>
                    <a:pt x="419135" y="220985"/>
                  </a:lnTo>
                  <a:lnTo>
                    <a:pt x="432194" y="221629"/>
                  </a:lnTo>
                  <a:lnTo>
                    <a:pt x="460099" y="223003"/>
                  </a:lnTo>
                  <a:lnTo>
                    <a:pt x="460787" y="223037"/>
                  </a:lnTo>
                  <a:lnTo>
                    <a:pt x="461451" y="223070"/>
                  </a:lnTo>
                  <a:lnTo>
                    <a:pt x="471980" y="223927"/>
                  </a:lnTo>
                  <a:lnTo>
                    <a:pt x="472193" y="223944"/>
                  </a:lnTo>
                  <a:lnTo>
                    <a:pt x="473486" y="224049"/>
                  </a:lnTo>
                  <a:lnTo>
                    <a:pt x="498265" y="226067"/>
                  </a:lnTo>
                  <a:lnTo>
                    <a:pt x="515992" y="227417"/>
                  </a:lnTo>
                  <a:lnTo>
                    <a:pt x="517165" y="227507"/>
                  </a:lnTo>
                  <a:lnTo>
                    <a:pt x="542770" y="229457"/>
                  </a:lnTo>
                  <a:lnTo>
                    <a:pt x="542899" y="229481"/>
                  </a:lnTo>
                  <a:lnTo>
                    <a:pt x="543660" y="229620"/>
                  </a:lnTo>
                  <a:lnTo>
                    <a:pt x="554926" y="231678"/>
                  </a:lnTo>
                  <a:lnTo>
                    <a:pt x="578908" y="236058"/>
                  </a:lnTo>
                  <a:lnTo>
                    <a:pt x="587548" y="237636"/>
                  </a:lnTo>
                  <a:lnTo>
                    <a:pt x="589774" y="238043"/>
                  </a:lnTo>
                  <a:lnTo>
                    <a:pt x="591219" y="238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59669" y="2430775"/>
              <a:ext cx="416945" cy="296157"/>
            </a:xfrm>
            <a:custGeom>
              <a:avLst/>
              <a:pathLst>
                <a:path w="416945" h="296157">
                  <a:moveTo>
                    <a:pt x="252985" y="10069"/>
                  </a:moveTo>
                  <a:lnTo>
                    <a:pt x="257269" y="14188"/>
                  </a:lnTo>
                  <a:lnTo>
                    <a:pt x="262719" y="10069"/>
                  </a:lnTo>
                  <a:lnTo>
                    <a:pt x="264006" y="9096"/>
                  </a:lnTo>
                  <a:lnTo>
                    <a:pt x="264973" y="8366"/>
                  </a:lnTo>
                  <a:lnTo>
                    <a:pt x="266753" y="10069"/>
                  </a:lnTo>
                  <a:lnTo>
                    <a:pt x="273990" y="16996"/>
                  </a:lnTo>
                  <a:lnTo>
                    <a:pt x="274262" y="17255"/>
                  </a:lnTo>
                  <a:lnTo>
                    <a:pt x="273790" y="17664"/>
                  </a:lnTo>
                  <a:lnTo>
                    <a:pt x="272409" y="18861"/>
                  </a:lnTo>
                  <a:lnTo>
                    <a:pt x="273061" y="19751"/>
                  </a:lnTo>
                  <a:lnTo>
                    <a:pt x="277480" y="25773"/>
                  </a:lnTo>
                  <a:lnTo>
                    <a:pt x="276495" y="26352"/>
                  </a:lnTo>
                  <a:lnTo>
                    <a:pt x="270375" y="29952"/>
                  </a:lnTo>
                  <a:lnTo>
                    <a:pt x="268885" y="30829"/>
                  </a:lnTo>
                  <a:lnTo>
                    <a:pt x="262320" y="34690"/>
                  </a:lnTo>
                  <a:lnTo>
                    <a:pt x="259897" y="38141"/>
                  </a:lnTo>
                  <a:lnTo>
                    <a:pt x="258821" y="39674"/>
                  </a:lnTo>
                  <a:lnTo>
                    <a:pt x="258331" y="43993"/>
                  </a:lnTo>
                  <a:lnTo>
                    <a:pt x="258571" y="49880"/>
                  </a:lnTo>
                  <a:lnTo>
                    <a:pt x="258588" y="50289"/>
                  </a:lnTo>
                  <a:lnTo>
                    <a:pt x="259205" y="50397"/>
                  </a:lnTo>
                  <a:lnTo>
                    <a:pt x="260976" y="50512"/>
                  </a:lnTo>
                  <a:lnTo>
                    <a:pt x="274666" y="51399"/>
                  </a:lnTo>
                  <a:lnTo>
                    <a:pt x="274802" y="53436"/>
                  </a:lnTo>
                  <a:lnTo>
                    <a:pt x="277816" y="62978"/>
                  </a:lnTo>
                  <a:lnTo>
                    <a:pt x="279667" y="68839"/>
                  </a:lnTo>
                  <a:lnTo>
                    <a:pt x="282081" y="68772"/>
                  </a:lnTo>
                  <a:lnTo>
                    <a:pt x="285218" y="75819"/>
                  </a:lnTo>
                  <a:lnTo>
                    <a:pt x="285889" y="77327"/>
                  </a:lnTo>
                  <a:lnTo>
                    <a:pt x="287306" y="78428"/>
                  </a:lnTo>
                  <a:lnTo>
                    <a:pt x="288025" y="78986"/>
                  </a:lnTo>
                  <a:lnTo>
                    <a:pt x="289844" y="79678"/>
                  </a:lnTo>
                  <a:lnTo>
                    <a:pt x="295487" y="80952"/>
                  </a:lnTo>
                  <a:lnTo>
                    <a:pt x="297528" y="81936"/>
                  </a:lnTo>
                  <a:lnTo>
                    <a:pt x="300270" y="84260"/>
                  </a:lnTo>
                  <a:lnTo>
                    <a:pt x="301639" y="86141"/>
                  </a:lnTo>
                  <a:lnTo>
                    <a:pt x="302096" y="87064"/>
                  </a:lnTo>
                  <a:lnTo>
                    <a:pt x="305789" y="94530"/>
                  </a:lnTo>
                  <a:lnTo>
                    <a:pt x="306285" y="95895"/>
                  </a:lnTo>
                  <a:lnTo>
                    <a:pt x="307352" y="98836"/>
                  </a:lnTo>
                  <a:lnTo>
                    <a:pt x="308190" y="100432"/>
                  </a:lnTo>
                  <a:lnTo>
                    <a:pt x="308325" y="100656"/>
                  </a:lnTo>
                  <a:lnTo>
                    <a:pt x="309039" y="101845"/>
                  </a:lnTo>
                  <a:lnTo>
                    <a:pt x="309594" y="102768"/>
                  </a:lnTo>
                  <a:lnTo>
                    <a:pt x="310014" y="103429"/>
                  </a:lnTo>
                  <a:lnTo>
                    <a:pt x="310165" y="103619"/>
                  </a:lnTo>
                  <a:lnTo>
                    <a:pt x="317028" y="115967"/>
                  </a:lnTo>
                  <a:lnTo>
                    <a:pt x="317148" y="116155"/>
                  </a:lnTo>
                  <a:lnTo>
                    <a:pt x="321825" y="123477"/>
                  </a:lnTo>
                  <a:lnTo>
                    <a:pt x="324413" y="127301"/>
                  </a:lnTo>
                  <a:lnTo>
                    <a:pt x="325092" y="128305"/>
                  </a:lnTo>
                  <a:lnTo>
                    <a:pt x="328849" y="133856"/>
                  </a:lnTo>
                  <a:lnTo>
                    <a:pt x="331231" y="137270"/>
                  </a:lnTo>
                  <a:lnTo>
                    <a:pt x="331768" y="138066"/>
                  </a:lnTo>
                  <a:lnTo>
                    <a:pt x="350949" y="136692"/>
                  </a:lnTo>
                  <a:lnTo>
                    <a:pt x="362858" y="139228"/>
                  </a:lnTo>
                  <a:lnTo>
                    <a:pt x="387668" y="131113"/>
                  </a:lnTo>
                  <a:lnTo>
                    <a:pt x="405036" y="126549"/>
                  </a:lnTo>
                  <a:lnTo>
                    <a:pt x="411568" y="123497"/>
                  </a:lnTo>
                  <a:lnTo>
                    <a:pt x="409502" y="137200"/>
                  </a:lnTo>
                  <a:lnTo>
                    <a:pt x="412975" y="146836"/>
                  </a:lnTo>
                  <a:lnTo>
                    <a:pt x="416945" y="159008"/>
                  </a:lnTo>
                  <a:lnTo>
                    <a:pt x="416945" y="176252"/>
                  </a:lnTo>
                  <a:lnTo>
                    <a:pt x="410900" y="189504"/>
                  </a:lnTo>
                  <a:lnTo>
                    <a:pt x="410858" y="190358"/>
                  </a:lnTo>
                  <a:lnTo>
                    <a:pt x="410354" y="200714"/>
                  </a:lnTo>
                  <a:lnTo>
                    <a:pt x="410122" y="205476"/>
                  </a:lnTo>
                  <a:lnTo>
                    <a:pt x="409832" y="211442"/>
                  </a:lnTo>
                  <a:lnTo>
                    <a:pt x="409895" y="212297"/>
                  </a:lnTo>
                  <a:lnTo>
                    <a:pt x="410323" y="218035"/>
                  </a:lnTo>
                  <a:lnTo>
                    <a:pt x="410512" y="220559"/>
                  </a:lnTo>
                  <a:lnTo>
                    <a:pt x="410530" y="220811"/>
                  </a:lnTo>
                  <a:lnTo>
                    <a:pt x="410728" y="223521"/>
                  </a:lnTo>
                  <a:lnTo>
                    <a:pt x="411059" y="228043"/>
                  </a:lnTo>
                  <a:lnTo>
                    <a:pt x="411136" y="229102"/>
                  </a:lnTo>
                  <a:lnTo>
                    <a:pt x="413802" y="230930"/>
                  </a:lnTo>
                  <a:lnTo>
                    <a:pt x="415315" y="231967"/>
                  </a:lnTo>
                  <a:lnTo>
                    <a:pt x="415844" y="233542"/>
                  </a:lnTo>
                  <a:lnTo>
                    <a:pt x="416644" y="235920"/>
                  </a:lnTo>
                  <a:lnTo>
                    <a:pt x="416455" y="236545"/>
                  </a:lnTo>
                  <a:lnTo>
                    <a:pt x="416181" y="237451"/>
                  </a:lnTo>
                  <a:lnTo>
                    <a:pt x="412131" y="240183"/>
                  </a:lnTo>
                  <a:lnTo>
                    <a:pt x="410869" y="241034"/>
                  </a:lnTo>
                  <a:lnTo>
                    <a:pt x="410475" y="241243"/>
                  </a:lnTo>
                  <a:lnTo>
                    <a:pt x="407479" y="242827"/>
                  </a:lnTo>
                  <a:lnTo>
                    <a:pt x="406751" y="243212"/>
                  </a:lnTo>
                  <a:lnTo>
                    <a:pt x="403422" y="244720"/>
                  </a:lnTo>
                  <a:lnTo>
                    <a:pt x="402691" y="245051"/>
                  </a:lnTo>
                  <a:lnTo>
                    <a:pt x="406160" y="254545"/>
                  </a:lnTo>
                  <a:lnTo>
                    <a:pt x="407053" y="256988"/>
                  </a:lnTo>
                  <a:lnTo>
                    <a:pt x="407367" y="257849"/>
                  </a:lnTo>
                  <a:lnTo>
                    <a:pt x="411602" y="269438"/>
                  </a:lnTo>
                  <a:lnTo>
                    <a:pt x="413535" y="274729"/>
                  </a:lnTo>
                  <a:lnTo>
                    <a:pt x="412508" y="274959"/>
                  </a:lnTo>
                  <a:lnTo>
                    <a:pt x="392902" y="279336"/>
                  </a:lnTo>
                  <a:lnTo>
                    <a:pt x="388234" y="280928"/>
                  </a:lnTo>
                  <a:lnTo>
                    <a:pt x="377142" y="284710"/>
                  </a:lnTo>
                  <a:lnTo>
                    <a:pt x="370233" y="287188"/>
                  </a:lnTo>
                  <a:lnTo>
                    <a:pt x="368802" y="287702"/>
                  </a:lnTo>
                  <a:lnTo>
                    <a:pt x="365404" y="288921"/>
                  </a:lnTo>
                  <a:lnTo>
                    <a:pt x="366147" y="290537"/>
                  </a:lnTo>
                  <a:lnTo>
                    <a:pt x="368049" y="294669"/>
                  </a:lnTo>
                  <a:lnTo>
                    <a:pt x="364488" y="294843"/>
                  </a:lnTo>
                  <a:lnTo>
                    <a:pt x="362666" y="294932"/>
                  </a:lnTo>
                  <a:lnTo>
                    <a:pt x="337715" y="296150"/>
                  </a:lnTo>
                  <a:lnTo>
                    <a:pt x="335542" y="296157"/>
                  </a:lnTo>
                  <a:lnTo>
                    <a:pt x="326600" y="296060"/>
                  </a:lnTo>
                  <a:lnTo>
                    <a:pt x="318102" y="295967"/>
                  </a:lnTo>
                  <a:lnTo>
                    <a:pt x="315277" y="295936"/>
                  </a:lnTo>
                  <a:lnTo>
                    <a:pt x="310284" y="295881"/>
                  </a:lnTo>
                  <a:lnTo>
                    <a:pt x="304220" y="295815"/>
                  </a:lnTo>
                  <a:lnTo>
                    <a:pt x="298695" y="295754"/>
                  </a:lnTo>
                  <a:lnTo>
                    <a:pt x="298113" y="295748"/>
                  </a:lnTo>
                  <a:lnTo>
                    <a:pt x="291373" y="295674"/>
                  </a:lnTo>
                  <a:lnTo>
                    <a:pt x="286146" y="295617"/>
                  </a:lnTo>
                  <a:lnTo>
                    <a:pt x="279984" y="295550"/>
                  </a:lnTo>
                  <a:lnTo>
                    <a:pt x="275897" y="295505"/>
                  </a:lnTo>
                  <a:lnTo>
                    <a:pt x="273426" y="295478"/>
                  </a:lnTo>
                  <a:lnTo>
                    <a:pt x="269134" y="295431"/>
                  </a:lnTo>
                  <a:lnTo>
                    <a:pt x="264086" y="295376"/>
                  </a:lnTo>
                  <a:lnTo>
                    <a:pt x="261791" y="295351"/>
                  </a:lnTo>
                  <a:lnTo>
                    <a:pt x="258384" y="295313"/>
                  </a:lnTo>
                  <a:lnTo>
                    <a:pt x="255928" y="295287"/>
                  </a:lnTo>
                  <a:lnTo>
                    <a:pt x="242563" y="295036"/>
                  </a:lnTo>
                  <a:lnTo>
                    <a:pt x="240043" y="294989"/>
                  </a:lnTo>
                  <a:lnTo>
                    <a:pt x="235897" y="294911"/>
                  </a:lnTo>
                  <a:lnTo>
                    <a:pt x="235154" y="294897"/>
                  </a:lnTo>
                  <a:lnTo>
                    <a:pt x="234821" y="294891"/>
                  </a:lnTo>
                  <a:lnTo>
                    <a:pt x="234484" y="294884"/>
                  </a:lnTo>
                  <a:lnTo>
                    <a:pt x="234100" y="294877"/>
                  </a:lnTo>
                  <a:lnTo>
                    <a:pt x="232952" y="294856"/>
                  </a:lnTo>
                  <a:lnTo>
                    <a:pt x="232413" y="294846"/>
                  </a:lnTo>
                  <a:lnTo>
                    <a:pt x="227775" y="294758"/>
                  </a:lnTo>
                  <a:lnTo>
                    <a:pt x="224583" y="294699"/>
                  </a:lnTo>
                  <a:lnTo>
                    <a:pt x="220400" y="294620"/>
                  </a:lnTo>
                  <a:lnTo>
                    <a:pt x="217872" y="294573"/>
                  </a:lnTo>
                  <a:lnTo>
                    <a:pt x="216962" y="294556"/>
                  </a:lnTo>
                  <a:lnTo>
                    <a:pt x="214930" y="294518"/>
                  </a:lnTo>
                  <a:lnTo>
                    <a:pt x="214086" y="294502"/>
                  </a:lnTo>
                  <a:lnTo>
                    <a:pt x="213026" y="294482"/>
                  </a:lnTo>
                  <a:lnTo>
                    <a:pt x="213025" y="293948"/>
                  </a:lnTo>
                  <a:lnTo>
                    <a:pt x="213025" y="293603"/>
                  </a:lnTo>
                  <a:lnTo>
                    <a:pt x="213025" y="293335"/>
                  </a:lnTo>
                  <a:lnTo>
                    <a:pt x="213022" y="291312"/>
                  </a:lnTo>
                  <a:lnTo>
                    <a:pt x="213011" y="281849"/>
                  </a:lnTo>
                  <a:lnTo>
                    <a:pt x="213009" y="280332"/>
                  </a:lnTo>
                  <a:lnTo>
                    <a:pt x="212996" y="269628"/>
                  </a:lnTo>
                  <a:lnTo>
                    <a:pt x="212984" y="259330"/>
                  </a:lnTo>
                  <a:lnTo>
                    <a:pt x="213411" y="250790"/>
                  </a:lnTo>
                  <a:lnTo>
                    <a:pt x="213427" y="250470"/>
                  </a:lnTo>
                  <a:lnTo>
                    <a:pt x="213912" y="240792"/>
                  </a:lnTo>
                  <a:lnTo>
                    <a:pt x="213942" y="240185"/>
                  </a:lnTo>
                  <a:lnTo>
                    <a:pt x="214382" y="239427"/>
                  </a:lnTo>
                  <a:lnTo>
                    <a:pt x="215590" y="237344"/>
                  </a:lnTo>
                  <a:lnTo>
                    <a:pt x="215840" y="231557"/>
                  </a:lnTo>
                  <a:lnTo>
                    <a:pt x="215916" y="229806"/>
                  </a:lnTo>
                  <a:lnTo>
                    <a:pt x="216189" y="223467"/>
                  </a:lnTo>
                  <a:lnTo>
                    <a:pt x="216482" y="221102"/>
                  </a:lnTo>
                  <a:lnTo>
                    <a:pt x="216581" y="220300"/>
                  </a:lnTo>
                  <a:lnTo>
                    <a:pt x="216818" y="218376"/>
                  </a:lnTo>
                  <a:lnTo>
                    <a:pt x="217010" y="216830"/>
                  </a:lnTo>
                  <a:lnTo>
                    <a:pt x="218078" y="208183"/>
                  </a:lnTo>
                  <a:lnTo>
                    <a:pt x="218117" y="207883"/>
                  </a:lnTo>
                  <a:lnTo>
                    <a:pt x="216525" y="206828"/>
                  </a:lnTo>
                  <a:lnTo>
                    <a:pt x="216294" y="206675"/>
                  </a:lnTo>
                  <a:lnTo>
                    <a:pt x="211030" y="205355"/>
                  </a:lnTo>
                  <a:lnTo>
                    <a:pt x="210318" y="205177"/>
                  </a:lnTo>
                  <a:lnTo>
                    <a:pt x="208950" y="204830"/>
                  </a:lnTo>
                  <a:lnTo>
                    <a:pt x="206642" y="204244"/>
                  </a:lnTo>
                  <a:lnTo>
                    <a:pt x="201534" y="202859"/>
                  </a:lnTo>
                  <a:lnTo>
                    <a:pt x="199452" y="202335"/>
                  </a:lnTo>
                  <a:lnTo>
                    <a:pt x="196195" y="203618"/>
                  </a:lnTo>
                  <a:lnTo>
                    <a:pt x="195274" y="205355"/>
                  </a:lnTo>
                  <a:lnTo>
                    <a:pt x="194494" y="206828"/>
                  </a:lnTo>
                  <a:lnTo>
                    <a:pt x="193060" y="209533"/>
                  </a:lnTo>
                  <a:lnTo>
                    <a:pt x="192948" y="209744"/>
                  </a:lnTo>
                  <a:lnTo>
                    <a:pt x="192664" y="210280"/>
                  </a:lnTo>
                  <a:lnTo>
                    <a:pt x="192090" y="211040"/>
                  </a:lnTo>
                  <a:lnTo>
                    <a:pt x="190837" y="212699"/>
                  </a:lnTo>
                  <a:lnTo>
                    <a:pt x="190265" y="213457"/>
                  </a:lnTo>
                  <a:lnTo>
                    <a:pt x="189439" y="214550"/>
                  </a:lnTo>
                  <a:lnTo>
                    <a:pt x="188828" y="215359"/>
                  </a:lnTo>
                  <a:lnTo>
                    <a:pt x="188574" y="215696"/>
                  </a:lnTo>
                  <a:lnTo>
                    <a:pt x="188098" y="216578"/>
                  </a:lnTo>
                  <a:lnTo>
                    <a:pt x="187963" y="216830"/>
                  </a:lnTo>
                  <a:lnTo>
                    <a:pt x="187890" y="216965"/>
                  </a:lnTo>
                  <a:lnTo>
                    <a:pt x="187587" y="217527"/>
                  </a:lnTo>
                  <a:lnTo>
                    <a:pt x="187075" y="218478"/>
                  </a:lnTo>
                  <a:lnTo>
                    <a:pt x="186900" y="218803"/>
                  </a:lnTo>
                  <a:lnTo>
                    <a:pt x="186993" y="219287"/>
                  </a:lnTo>
                  <a:lnTo>
                    <a:pt x="187118" y="219936"/>
                  </a:lnTo>
                  <a:lnTo>
                    <a:pt x="186908" y="220371"/>
                  </a:lnTo>
                  <a:lnTo>
                    <a:pt x="186456" y="221302"/>
                  </a:lnTo>
                  <a:lnTo>
                    <a:pt x="186362" y="221606"/>
                  </a:lnTo>
                  <a:lnTo>
                    <a:pt x="185872" y="223197"/>
                  </a:lnTo>
                  <a:lnTo>
                    <a:pt x="185520" y="224337"/>
                  </a:lnTo>
                  <a:lnTo>
                    <a:pt x="184917" y="226081"/>
                  </a:lnTo>
                  <a:lnTo>
                    <a:pt x="184000" y="228734"/>
                  </a:lnTo>
                  <a:lnTo>
                    <a:pt x="183487" y="231603"/>
                  </a:lnTo>
                  <a:lnTo>
                    <a:pt x="183392" y="232131"/>
                  </a:lnTo>
                  <a:lnTo>
                    <a:pt x="183291" y="232694"/>
                  </a:lnTo>
                  <a:lnTo>
                    <a:pt x="183003" y="234304"/>
                  </a:lnTo>
                  <a:lnTo>
                    <a:pt x="182899" y="234885"/>
                  </a:lnTo>
                  <a:lnTo>
                    <a:pt x="182722" y="235874"/>
                  </a:lnTo>
                  <a:lnTo>
                    <a:pt x="182554" y="236816"/>
                  </a:lnTo>
                  <a:lnTo>
                    <a:pt x="181287" y="237160"/>
                  </a:lnTo>
                  <a:lnTo>
                    <a:pt x="176125" y="236999"/>
                  </a:lnTo>
                  <a:lnTo>
                    <a:pt x="175598" y="236981"/>
                  </a:lnTo>
                  <a:lnTo>
                    <a:pt x="175177" y="236968"/>
                  </a:lnTo>
                  <a:lnTo>
                    <a:pt x="174818" y="236956"/>
                  </a:lnTo>
                  <a:lnTo>
                    <a:pt x="173522" y="232131"/>
                  </a:lnTo>
                  <a:lnTo>
                    <a:pt x="171858" y="225940"/>
                  </a:lnTo>
                  <a:lnTo>
                    <a:pt x="170798" y="221996"/>
                  </a:lnTo>
                  <a:lnTo>
                    <a:pt x="176048" y="214403"/>
                  </a:lnTo>
                  <a:lnTo>
                    <a:pt x="178100" y="211434"/>
                  </a:lnTo>
                  <a:lnTo>
                    <a:pt x="181589" y="206387"/>
                  </a:lnTo>
                  <a:lnTo>
                    <a:pt x="184195" y="202617"/>
                  </a:lnTo>
                  <a:lnTo>
                    <a:pt x="191421" y="192165"/>
                  </a:lnTo>
                  <a:lnTo>
                    <a:pt x="191958" y="184780"/>
                  </a:lnTo>
                  <a:lnTo>
                    <a:pt x="191074" y="181382"/>
                  </a:lnTo>
                  <a:lnTo>
                    <a:pt x="188960" y="173246"/>
                  </a:lnTo>
                  <a:lnTo>
                    <a:pt x="170077" y="153577"/>
                  </a:lnTo>
                  <a:lnTo>
                    <a:pt x="154356" y="137201"/>
                  </a:lnTo>
                  <a:lnTo>
                    <a:pt x="146196" y="132046"/>
                  </a:lnTo>
                  <a:lnTo>
                    <a:pt x="145363" y="131520"/>
                  </a:lnTo>
                  <a:lnTo>
                    <a:pt x="142233" y="129542"/>
                  </a:lnTo>
                  <a:lnTo>
                    <a:pt x="119681" y="115913"/>
                  </a:lnTo>
                  <a:lnTo>
                    <a:pt x="110717" y="110998"/>
                  </a:lnTo>
                  <a:lnTo>
                    <a:pt x="101044" y="109814"/>
                  </a:lnTo>
                  <a:lnTo>
                    <a:pt x="92229" y="109568"/>
                  </a:lnTo>
                  <a:lnTo>
                    <a:pt x="80873" y="112111"/>
                  </a:lnTo>
                  <a:lnTo>
                    <a:pt x="62181" y="121391"/>
                  </a:lnTo>
                  <a:lnTo>
                    <a:pt x="55953" y="124152"/>
                  </a:lnTo>
                  <a:lnTo>
                    <a:pt x="45956" y="130004"/>
                  </a:lnTo>
                  <a:lnTo>
                    <a:pt x="22418" y="143404"/>
                  </a:lnTo>
                  <a:lnTo>
                    <a:pt x="19083" y="145302"/>
                  </a:lnTo>
                  <a:lnTo>
                    <a:pt x="16264" y="142859"/>
                  </a:lnTo>
                  <a:lnTo>
                    <a:pt x="15153" y="141895"/>
                  </a:lnTo>
                  <a:lnTo>
                    <a:pt x="9204" y="136738"/>
                  </a:lnTo>
                  <a:lnTo>
                    <a:pt x="8509" y="136136"/>
                  </a:lnTo>
                  <a:lnTo>
                    <a:pt x="7754" y="135480"/>
                  </a:lnTo>
                  <a:lnTo>
                    <a:pt x="5685" y="133687"/>
                  </a:lnTo>
                  <a:lnTo>
                    <a:pt x="4687" y="132822"/>
                  </a:lnTo>
                  <a:lnTo>
                    <a:pt x="4038" y="132259"/>
                  </a:lnTo>
                  <a:lnTo>
                    <a:pt x="3208" y="131540"/>
                  </a:lnTo>
                  <a:lnTo>
                    <a:pt x="2159" y="130630"/>
                  </a:lnTo>
                  <a:lnTo>
                    <a:pt x="2007" y="130499"/>
                  </a:lnTo>
                  <a:lnTo>
                    <a:pt x="1764" y="130288"/>
                  </a:lnTo>
                  <a:lnTo>
                    <a:pt x="1279" y="129867"/>
                  </a:lnTo>
                  <a:lnTo>
                    <a:pt x="578" y="129260"/>
                  </a:lnTo>
                  <a:lnTo>
                    <a:pt x="336" y="129050"/>
                  </a:lnTo>
                  <a:lnTo>
                    <a:pt x="0" y="128758"/>
                  </a:lnTo>
                  <a:lnTo>
                    <a:pt x="5073" y="122535"/>
                  </a:lnTo>
                  <a:lnTo>
                    <a:pt x="6346" y="121370"/>
                  </a:lnTo>
                  <a:lnTo>
                    <a:pt x="7963" y="119889"/>
                  </a:lnTo>
                  <a:lnTo>
                    <a:pt x="14814" y="113616"/>
                  </a:lnTo>
                  <a:lnTo>
                    <a:pt x="26382" y="105319"/>
                  </a:lnTo>
                  <a:lnTo>
                    <a:pt x="29324" y="103726"/>
                  </a:lnTo>
                  <a:lnTo>
                    <a:pt x="33068" y="101698"/>
                  </a:lnTo>
                  <a:lnTo>
                    <a:pt x="36879" y="99634"/>
                  </a:lnTo>
                  <a:lnTo>
                    <a:pt x="37794" y="99232"/>
                  </a:lnTo>
                  <a:lnTo>
                    <a:pt x="45661" y="95778"/>
                  </a:lnTo>
                  <a:lnTo>
                    <a:pt x="47042" y="95291"/>
                  </a:lnTo>
                  <a:lnTo>
                    <a:pt x="50802" y="93967"/>
                  </a:lnTo>
                  <a:lnTo>
                    <a:pt x="73427" y="85997"/>
                  </a:lnTo>
                  <a:lnTo>
                    <a:pt x="76744" y="84829"/>
                  </a:lnTo>
                  <a:lnTo>
                    <a:pt x="80930" y="83354"/>
                  </a:lnTo>
                  <a:lnTo>
                    <a:pt x="81581" y="83125"/>
                  </a:lnTo>
                  <a:lnTo>
                    <a:pt x="82253" y="82888"/>
                  </a:lnTo>
                  <a:lnTo>
                    <a:pt x="82791" y="82699"/>
                  </a:lnTo>
                  <a:lnTo>
                    <a:pt x="89744" y="80249"/>
                  </a:lnTo>
                  <a:lnTo>
                    <a:pt x="96079" y="78017"/>
                  </a:lnTo>
                  <a:lnTo>
                    <a:pt x="104433" y="75074"/>
                  </a:lnTo>
                  <a:lnTo>
                    <a:pt x="105125" y="74830"/>
                  </a:lnTo>
                  <a:lnTo>
                    <a:pt x="108159" y="73761"/>
                  </a:lnTo>
                  <a:lnTo>
                    <a:pt x="109841" y="73169"/>
                  </a:lnTo>
                  <a:lnTo>
                    <a:pt x="112889" y="72095"/>
                  </a:lnTo>
                  <a:lnTo>
                    <a:pt x="115126" y="71111"/>
                  </a:lnTo>
                  <a:lnTo>
                    <a:pt x="115387" y="70996"/>
                  </a:lnTo>
                  <a:lnTo>
                    <a:pt x="120261" y="68853"/>
                  </a:lnTo>
                  <a:lnTo>
                    <a:pt x="130040" y="64552"/>
                  </a:lnTo>
                  <a:lnTo>
                    <a:pt x="132996" y="63252"/>
                  </a:lnTo>
                  <a:lnTo>
                    <a:pt x="135101" y="62326"/>
                  </a:lnTo>
                  <a:lnTo>
                    <a:pt x="135529" y="62138"/>
                  </a:lnTo>
                  <a:lnTo>
                    <a:pt x="142860" y="58914"/>
                  </a:lnTo>
                  <a:lnTo>
                    <a:pt x="149815" y="55875"/>
                  </a:lnTo>
                  <a:lnTo>
                    <a:pt x="152267" y="54803"/>
                  </a:lnTo>
                  <a:lnTo>
                    <a:pt x="152721" y="54605"/>
                  </a:lnTo>
                  <a:lnTo>
                    <a:pt x="152988" y="54488"/>
                  </a:lnTo>
                  <a:lnTo>
                    <a:pt x="164277" y="49541"/>
                  </a:lnTo>
                  <a:lnTo>
                    <a:pt x="182194" y="41690"/>
                  </a:lnTo>
                  <a:lnTo>
                    <a:pt x="184431" y="40710"/>
                  </a:lnTo>
                  <a:lnTo>
                    <a:pt x="185013" y="40455"/>
                  </a:lnTo>
                  <a:lnTo>
                    <a:pt x="188121" y="39093"/>
                  </a:lnTo>
                  <a:lnTo>
                    <a:pt x="192300" y="37686"/>
                  </a:lnTo>
                  <a:lnTo>
                    <a:pt x="193464" y="37295"/>
                  </a:lnTo>
                  <a:lnTo>
                    <a:pt x="194041" y="37100"/>
                  </a:lnTo>
                  <a:lnTo>
                    <a:pt x="197321" y="35725"/>
                  </a:lnTo>
                  <a:lnTo>
                    <a:pt x="198303" y="35310"/>
                  </a:lnTo>
                  <a:lnTo>
                    <a:pt x="207937" y="30039"/>
                  </a:lnTo>
                  <a:lnTo>
                    <a:pt x="213809" y="26757"/>
                  </a:lnTo>
                  <a:lnTo>
                    <a:pt x="214902" y="26147"/>
                  </a:lnTo>
                  <a:lnTo>
                    <a:pt x="217914" y="23668"/>
                  </a:lnTo>
                  <a:lnTo>
                    <a:pt x="224623" y="18147"/>
                  </a:lnTo>
                  <a:lnTo>
                    <a:pt x="226918" y="16259"/>
                  </a:lnTo>
                  <a:lnTo>
                    <a:pt x="229873" y="13304"/>
                  </a:lnTo>
                  <a:lnTo>
                    <a:pt x="237053" y="6126"/>
                  </a:lnTo>
                  <a:lnTo>
                    <a:pt x="242437" y="0"/>
                  </a:lnTo>
                  <a:lnTo>
                    <a:pt x="243505" y="957"/>
                  </a:lnTo>
                  <a:lnTo>
                    <a:pt x="243637" y="1084"/>
                  </a:lnTo>
                  <a:lnTo>
                    <a:pt x="248617" y="5871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88046" y="3498581"/>
              <a:ext cx="176875" cy="308832"/>
            </a:xfrm>
            <a:custGeom>
              <a:avLst/>
              <a:pathLst>
                <a:path w="176875" h="308832">
                  <a:moveTo>
                    <a:pt x="97499" y="58013"/>
                  </a:moveTo>
                  <a:lnTo>
                    <a:pt x="108961" y="62249"/>
                  </a:lnTo>
                  <a:lnTo>
                    <a:pt x="112419" y="62055"/>
                  </a:lnTo>
                  <a:lnTo>
                    <a:pt x="118954" y="55681"/>
                  </a:lnTo>
                  <a:lnTo>
                    <a:pt x="119642" y="55973"/>
                  </a:lnTo>
                  <a:lnTo>
                    <a:pt x="121046" y="56570"/>
                  </a:lnTo>
                  <a:lnTo>
                    <a:pt x="121683" y="56840"/>
                  </a:lnTo>
                  <a:lnTo>
                    <a:pt x="122998" y="57399"/>
                  </a:lnTo>
                  <a:lnTo>
                    <a:pt x="135723" y="62254"/>
                  </a:lnTo>
                  <a:lnTo>
                    <a:pt x="136342" y="62482"/>
                  </a:lnTo>
                  <a:lnTo>
                    <a:pt x="136638" y="62591"/>
                  </a:lnTo>
                  <a:lnTo>
                    <a:pt x="153408" y="68772"/>
                  </a:lnTo>
                  <a:lnTo>
                    <a:pt x="152988" y="69937"/>
                  </a:lnTo>
                  <a:lnTo>
                    <a:pt x="152504" y="71281"/>
                  </a:lnTo>
                  <a:lnTo>
                    <a:pt x="151967" y="72772"/>
                  </a:lnTo>
                  <a:lnTo>
                    <a:pt x="150819" y="75959"/>
                  </a:lnTo>
                  <a:lnTo>
                    <a:pt x="143339" y="96719"/>
                  </a:lnTo>
                  <a:lnTo>
                    <a:pt x="143265" y="96923"/>
                  </a:lnTo>
                  <a:lnTo>
                    <a:pt x="142315" y="99560"/>
                  </a:lnTo>
                  <a:lnTo>
                    <a:pt x="141298" y="102382"/>
                  </a:lnTo>
                  <a:lnTo>
                    <a:pt x="139678" y="106880"/>
                  </a:lnTo>
                  <a:lnTo>
                    <a:pt x="138465" y="110247"/>
                  </a:lnTo>
                  <a:lnTo>
                    <a:pt x="136088" y="116843"/>
                  </a:lnTo>
                  <a:lnTo>
                    <a:pt x="135878" y="117508"/>
                  </a:lnTo>
                  <a:lnTo>
                    <a:pt x="132519" y="128136"/>
                  </a:lnTo>
                  <a:lnTo>
                    <a:pt x="130393" y="132028"/>
                  </a:lnTo>
                  <a:lnTo>
                    <a:pt x="129624" y="132826"/>
                  </a:lnTo>
                  <a:lnTo>
                    <a:pt x="129262" y="133202"/>
                  </a:lnTo>
                  <a:lnTo>
                    <a:pt x="128775" y="133708"/>
                  </a:lnTo>
                  <a:lnTo>
                    <a:pt x="127392" y="135143"/>
                  </a:lnTo>
                  <a:lnTo>
                    <a:pt x="126921" y="135632"/>
                  </a:lnTo>
                  <a:lnTo>
                    <a:pt x="126006" y="136582"/>
                  </a:lnTo>
                  <a:lnTo>
                    <a:pt x="115544" y="141653"/>
                  </a:lnTo>
                  <a:lnTo>
                    <a:pt x="114768" y="142029"/>
                  </a:lnTo>
                  <a:lnTo>
                    <a:pt x="114116" y="142345"/>
                  </a:lnTo>
                  <a:lnTo>
                    <a:pt x="113401" y="143048"/>
                  </a:lnTo>
                  <a:lnTo>
                    <a:pt x="106574" y="149756"/>
                  </a:lnTo>
                  <a:lnTo>
                    <a:pt x="105804" y="150502"/>
                  </a:lnTo>
                  <a:lnTo>
                    <a:pt x="104952" y="151328"/>
                  </a:lnTo>
                  <a:lnTo>
                    <a:pt x="102476" y="153728"/>
                  </a:lnTo>
                  <a:lnTo>
                    <a:pt x="101954" y="154234"/>
                  </a:lnTo>
                  <a:lnTo>
                    <a:pt x="98533" y="155634"/>
                  </a:lnTo>
                  <a:lnTo>
                    <a:pt x="98507" y="156194"/>
                  </a:lnTo>
                  <a:lnTo>
                    <a:pt x="98491" y="156544"/>
                  </a:lnTo>
                  <a:lnTo>
                    <a:pt x="98452" y="157391"/>
                  </a:lnTo>
                  <a:lnTo>
                    <a:pt x="107403" y="159658"/>
                  </a:lnTo>
                  <a:lnTo>
                    <a:pt x="107631" y="159716"/>
                  </a:lnTo>
                  <a:lnTo>
                    <a:pt x="110874" y="161785"/>
                  </a:lnTo>
                  <a:lnTo>
                    <a:pt x="112412" y="160970"/>
                  </a:lnTo>
                  <a:lnTo>
                    <a:pt x="112629" y="160855"/>
                  </a:lnTo>
                  <a:lnTo>
                    <a:pt x="113344" y="161187"/>
                  </a:lnTo>
                  <a:lnTo>
                    <a:pt x="114120" y="161548"/>
                  </a:lnTo>
                  <a:lnTo>
                    <a:pt x="120987" y="164739"/>
                  </a:lnTo>
                  <a:lnTo>
                    <a:pt x="122206" y="166575"/>
                  </a:lnTo>
                  <a:lnTo>
                    <a:pt x="122654" y="167249"/>
                  </a:lnTo>
                  <a:lnTo>
                    <a:pt x="123259" y="168159"/>
                  </a:lnTo>
                  <a:lnTo>
                    <a:pt x="121513" y="169511"/>
                  </a:lnTo>
                  <a:lnTo>
                    <a:pt x="126550" y="172774"/>
                  </a:lnTo>
                  <a:lnTo>
                    <a:pt x="126931" y="173021"/>
                  </a:lnTo>
                  <a:lnTo>
                    <a:pt x="133666" y="177384"/>
                  </a:lnTo>
                  <a:lnTo>
                    <a:pt x="134505" y="177927"/>
                  </a:lnTo>
                  <a:lnTo>
                    <a:pt x="136580" y="179271"/>
                  </a:lnTo>
                  <a:lnTo>
                    <a:pt x="138535" y="180538"/>
                  </a:lnTo>
                  <a:lnTo>
                    <a:pt x="139026" y="180855"/>
                  </a:lnTo>
                  <a:lnTo>
                    <a:pt x="140547" y="181841"/>
                  </a:lnTo>
                  <a:lnTo>
                    <a:pt x="143060" y="183469"/>
                  </a:lnTo>
                  <a:lnTo>
                    <a:pt x="145550" y="185375"/>
                  </a:lnTo>
                  <a:lnTo>
                    <a:pt x="144908" y="188041"/>
                  </a:lnTo>
                  <a:lnTo>
                    <a:pt x="144598" y="189333"/>
                  </a:lnTo>
                  <a:lnTo>
                    <a:pt x="144358" y="190328"/>
                  </a:lnTo>
                  <a:lnTo>
                    <a:pt x="143373" y="194424"/>
                  </a:lnTo>
                  <a:lnTo>
                    <a:pt x="144696" y="202027"/>
                  </a:lnTo>
                  <a:lnTo>
                    <a:pt x="144616" y="202856"/>
                  </a:lnTo>
                  <a:lnTo>
                    <a:pt x="144536" y="203684"/>
                  </a:lnTo>
                  <a:lnTo>
                    <a:pt x="162470" y="215166"/>
                  </a:lnTo>
                  <a:lnTo>
                    <a:pt x="170122" y="213212"/>
                  </a:lnTo>
                  <a:lnTo>
                    <a:pt x="176875" y="223870"/>
                  </a:lnTo>
                  <a:lnTo>
                    <a:pt x="174616" y="225171"/>
                  </a:lnTo>
                  <a:lnTo>
                    <a:pt x="174445" y="225269"/>
                  </a:lnTo>
                  <a:lnTo>
                    <a:pt x="174656" y="227758"/>
                  </a:lnTo>
                  <a:lnTo>
                    <a:pt x="174879" y="230380"/>
                  </a:lnTo>
                  <a:lnTo>
                    <a:pt x="175502" y="238465"/>
                  </a:lnTo>
                  <a:lnTo>
                    <a:pt x="175940" y="244149"/>
                  </a:lnTo>
                  <a:lnTo>
                    <a:pt x="175900" y="245234"/>
                  </a:lnTo>
                  <a:lnTo>
                    <a:pt x="175599" y="253293"/>
                  </a:lnTo>
                  <a:lnTo>
                    <a:pt x="175556" y="254426"/>
                  </a:lnTo>
                  <a:lnTo>
                    <a:pt x="163929" y="253870"/>
                  </a:lnTo>
                  <a:lnTo>
                    <a:pt x="163774" y="254566"/>
                  </a:lnTo>
                  <a:lnTo>
                    <a:pt x="163500" y="255798"/>
                  </a:lnTo>
                  <a:lnTo>
                    <a:pt x="163409" y="256205"/>
                  </a:lnTo>
                  <a:lnTo>
                    <a:pt x="163320" y="257866"/>
                  </a:lnTo>
                  <a:lnTo>
                    <a:pt x="162921" y="265298"/>
                  </a:lnTo>
                  <a:lnTo>
                    <a:pt x="161941" y="270025"/>
                  </a:lnTo>
                  <a:lnTo>
                    <a:pt x="160847" y="273091"/>
                  </a:lnTo>
                  <a:lnTo>
                    <a:pt x="160710" y="273471"/>
                  </a:lnTo>
                  <a:lnTo>
                    <a:pt x="160235" y="274785"/>
                  </a:lnTo>
                  <a:lnTo>
                    <a:pt x="156073" y="283194"/>
                  </a:lnTo>
                  <a:lnTo>
                    <a:pt x="152610" y="290188"/>
                  </a:lnTo>
                  <a:lnTo>
                    <a:pt x="152509" y="290392"/>
                  </a:lnTo>
                  <a:lnTo>
                    <a:pt x="149146" y="300128"/>
                  </a:lnTo>
                  <a:lnTo>
                    <a:pt x="145637" y="300043"/>
                  </a:lnTo>
                  <a:lnTo>
                    <a:pt x="144472" y="299813"/>
                  </a:lnTo>
                  <a:lnTo>
                    <a:pt x="143339" y="299453"/>
                  </a:lnTo>
                  <a:lnTo>
                    <a:pt x="142342" y="299012"/>
                  </a:lnTo>
                  <a:lnTo>
                    <a:pt x="141374" y="298456"/>
                  </a:lnTo>
                  <a:lnTo>
                    <a:pt x="140862" y="298105"/>
                  </a:lnTo>
                  <a:lnTo>
                    <a:pt x="140352" y="297708"/>
                  </a:lnTo>
                  <a:lnTo>
                    <a:pt x="139867" y="297280"/>
                  </a:lnTo>
                  <a:lnTo>
                    <a:pt x="139408" y="296823"/>
                  </a:lnTo>
                  <a:lnTo>
                    <a:pt x="136367" y="294979"/>
                  </a:lnTo>
                  <a:lnTo>
                    <a:pt x="128963" y="292425"/>
                  </a:lnTo>
                  <a:lnTo>
                    <a:pt x="128812" y="293402"/>
                  </a:lnTo>
                  <a:lnTo>
                    <a:pt x="128453" y="294999"/>
                  </a:lnTo>
                  <a:lnTo>
                    <a:pt x="127245" y="300378"/>
                  </a:lnTo>
                  <a:lnTo>
                    <a:pt x="125345" y="308832"/>
                  </a:lnTo>
                  <a:lnTo>
                    <a:pt x="121198" y="307680"/>
                  </a:lnTo>
                  <a:lnTo>
                    <a:pt x="105167" y="303227"/>
                  </a:lnTo>
                  <a:lnTo>
                    <a:pt x="84972" y="297617"/>
                  </a:lnTo>
                  <a:lnTo>
                    <a:pt x="72628" y="294189"/>
                  </a:lnTo>
                  <a:lnTo>
                    <a:pt x="67222" y="292687"/>
                  </a:lnTo>
                  <a:lnTo>
                    <a:pt x="47387" y="287178"/>
                  </a:lnTo>
                  <a:lnTo>
                    <a:pt x="16151" y="278501"/>
                  </a:lnTo>
                  <a:lnTo>
                    <a:pt x="9840" y="276678"/>
                  </a:lnTo>
                  <a:lnTo>
                    <a:pt x="10334" y="275146"/>
                  </a:lnTo>
                  <a:lnTo>
                    <a:pt x="11390" y="271874"/>
                  </a:lnTo>
                  <a:lnTo>
                    <a:pt x="16767" y="255218"/>
                  </a:lnTo>
                  <a:lnTo>
                    <a:pt x="20841" y="242598"/>
                  </a:lnTo>
                  <a:lnTo>
                    <a:pt x="37105" y="247711"/>
                  </a:lnTo>
                  <a:lnTo>
                    <a:pt x="39831" y="239886"/>
                  </a:lnTo>
                  <a:lnTo>
                    <a:pt x="39895" y="239640"/>
                  </a:lnTo>
                  <a:lnTo>
                    <a:pt x="40153" y="238430"/>
                  </a:lnTo>
                  <a:lnTo>
                    <a:pt x="40321" y="237205"/>
                  </a:lnTo>
                  <a:lnTo>
                    <a:pt x="40397" y="235969"/>
                  </a:lnTo>
                  <a:lnTo>
                    <a:pt x="40382" y="234732"/>
                  </a:lnTo>
                  <a:lnTo>
                    <a:pt x="40306" y="233770"/>
                  </a:lnTo>
                  <a:lnTo>
                    <a:pt x="40175" y="232815"/>
                  </a:lnTo>
                  <a:lnTo>
                    <a:pt x="39989" y="231869"/>
                  </a:lnTo>
                  <a:lnTo>
                    <a:pt x="39749" y="230936"/>
                  </a:lnTo>
                  <a:lnTo>
                    <a:pt x="39455" y="230019"/>
                  </a:lnTo>
                  <a:lnTo>
                    <a:pt x="39109" y="229122"/>
                  </a:lnTo>
                  <a:lnTo>
                    <a:pt x="38712" y="228247"/>
                  </a:lnTo>
                  <a:lnTo>
                    <a:pt x="38265" y="227397"/>
                  </a:lnTo>
                  <a:lnTo>
                    <a:pt x="38129" y="226594"/>
                  </a:lnTo>
                  <a:lnTo>
                    <a:pt x="35200" y="209286"/>
                  </a:lnTo>
                  <a:lnTo>
                    <a:pt x="35128" y="208887"/>
                  </a:lnTo>
                  <a:lnTo>
                    <a:pt x="33700" y="200956"/>
                  </a:lnTo>
                  <a:lnTo>
                    <a:pt x="29368" y="189558"/>
                  </a:lnTo>
                  <a:lnTo>
                    <a:pt x="24613" y="178339"/>
                  </a:lnTo>
                  <a:lnTo>
                    <a:pt x="21829" y="169916"/>
                  </a:lnTo>
                  <a:lnTo>
                    <a:pt x="21781" y="169770"/>
                  </a:lnTo>
                  <a:lnTo>
                    <a:pt x="21351" y="166118"/>
                  </a:lnTo>
                  <a:lnTo>
                    <a:pt x="20552" y="159337"/>
                  </a:lnTo>
                  <a:lnTo>
                    <a:pt x="18763" y="144156"/>
                  </a:lnTo>
                  <a:lnTo>
                    <a:pt x="18495" y="141881"/>
                  </a:lnTo>
                  <a:lnTo>
                    <a:pt x="18467" y="141636"/>
                  </a:lnTo>
                  <a:lnTo>
                    <a:pt x="20669" y="134092"/>
                  </a:lnTo>
                  <a:lnTo>
                    <a:pt x="21054" y="133045"/>
                  </a:lnTo>
                  <a:lnTo>
                    <a:pt x="21496" y="131840"/>
                  </a:lnTo>
                  <a:lnTo>
                    <a:pt x="15255" y="130483"/>
                  </a:lnTo>
                  <a:lnTo>
                    <a:pt x="12890" y="129438"/>
                  </a:lnTo>
                  <a:lnTo>
                    <a:pt x="10355" y="128319"/>
                  </a:lnTo>
                  <a:lnTo>
                    <a:pt x="8980" y="126841"/>
                  </a:lnTo>
                  <a:lnTo>
                    <a:pt x="12012" y="115198"/>
                  </a:lnTo>
                  <a:lnTo>
                    <a:pt x="12036" y="115062"/>
                  </a:lnTo>
                  <a:lnTo>
                    <a:pt x="13141" y="108566"/>
                  </a:lnTo>
                  <a:lnTo>
                    <a:pt x="15901" y="96244"/>
                  </a:lnTo>
                  <a:lnTo>
                    <a:pt x="16209" y="94869"/>
                  </a:lnTo>
                  <a:lnTo>
                    <a:pt x="17357" y="91900"/>
                  </a:lnTo>
                  <a:lnTo>
                    <a:pt x="19336" y="86779"/>
                  </a:lnTo>
                  <a:lnTo>
                    <a:pt x="19801" y="85576"/>
                  </a:lnTo>
                  <a:lnTo>
                    <a:pt x="19980" y="85113"/>
                  </a:lnTo>
                  <a:lnTo>
                    <a:pt x="21489" y="81211"/>
                  </a:lnTo>
                  <a:lnTo>
                    <a:pt x="23571" y="75824"/>
                  </a:lnTo>
                  <a:lnTo>
                    <a:pt x="24941" y="72279"/>
                  </a:lnTo>
                  <a:lnTo>
                    <a:pt x="30883" y="56907"/>
                  </a:lnTo>
                  <a:lnTo>
                    <a:pt x="30643" y="56824"/>
                  </a:lnTo>
                  <a:lnTo>
                    <a:pt x="25413" y="54794"/>
                  </a:lnTo>
                  <a:lnTo>
                    <a:pt x="15617" y="50993"/>
                  </a:lnTo>
                  <a:lnTo>
                    <a:pt x="2614" y="45875"/>
                  </a:lnTo>
                  <a:lnTo>
                    <a:pt x="0" y="44846"/>
                  </a:lnTo>
                  <a:lnTo>
                    <a:pt x="9201" y="43786"/>
                  </a:lnTo>
                  <a:lnTo>
                    <a:pt x="11325" y="43056"/>
                  </a:lnTo>
                  <a:lnTo>
                    <a:pt x="13399" y="42191"/>
                  </a:lnTo>
                  <a:lnTo>
                    <a:pt x="14763" y="41536"/>
                  </a:lnTo>
                  <a:lnTo>
                    <a:pt x="16098" y="40822"/>
                  </a:lnTo>
                  <a:lnTo>
                    <a:pt x="17403" y="40051"/>
                  </a:lnTo>
                  <a:lnTo>
                    <a:pt x="18675" y="39225"/>
                  </a:lnTo>
                  <a:lnTo>
                    <a:pt x="19886" y="38363"/>
                  </a:lnTo>
                  <a:lnTo>
                    <a:pt x="20226" y="38100"/>
                  </a:lnTo>
                  <a:lnTo>
                    <a:pt x="21050" y="37460"/>
                  </a:lnTo>
                  <a:lnTo>
                    <a:pt x="22895" y="36088"/>
                  </a:lnTo>
                  <a:lnTo>
                    <a:pt x="26735" y="33235"/>
                  </a:lnTo>
                  <a:lnTo>
                    <a:pt x="28615" y="31837"/>
                  </a:lnTo>
                  <a:lnTo>
                    <a:pt x="28838" y="31600"/>
                  </a:lnTo>
                  <a:lnTo>
                    <a:pt x="35861" y="24153"/>
                  </a:lnTo>
                  <a:lnTo>
                    <a:pt x="38507" y="21348"/>
                  </a:lnTo>
                  <a:lnTo>
                    <a:pt x="41741" y="17742"/>
                  </a:lnTo>
                  <a:lnTo>
                    <a:pt x="52194" y="6086"/>
                  </a:lnTo>
                  <a:lnTo>
                    <a:pt x="57652" y="0"/>
                  </a:lnTo>
                  <a:lnTo>
                    <a:pt x="57141" y="1633"/>
                  </a:lnTo>
                  <a:lnTo>
                    <a:pt x="53794" y="12319"/>
                  </a:lnTo>
                  <a:lnTo>
                    <a:pt x="49741" y="19486"/>
                  </a:lnTo>
                  <a:lnTo>
                    <a:pt x="49197" y="20363"/>
                  </a:lnTo>
                  <a:lnTo>
                    <a:pt x="42051" y="31891"/>
                  </a:lnTo>
                  <a:lnTo>
                    <a:pt x="38836" y="36332"/>
                  </a:lnTo>
                  <a:lnTo>
                    <a:pt x="57077" y="43073"/>
                  </a:lnTo>
                  <a:lnTo>
                    <a:pt x="92147" y="56035"/>
                  </a:lnTo>
                  <a:lnTo>
                    <a:pt x="94868" y="57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193424" y="3066780"/>
              <a:ext cx="657594" cy="326894"/>
            </a:xfrm>
            <a:custGeom>
              <a:avLst/>
              <a:pathLst>
                <a:path w="657594" h="326894">
                  <a:moveTo>
                    <a:pt x="201937" y="22001"/>
                  </a:moveTo>
                  <a:lnTo>
                    <a:pt x="213390" y="36718"/>
                  </a:lnTo>
                  <a:lnTo>
                    <a:pt x="220057" y="37045"/>
                  </a:lnTo>
                  <a:lnTo>
                    <a:pt x="222209" y="37851"/>
                  </a:lnTo>
                  <a:lnTo>
                    <a:pt x="237221" y="42443"/>
                  </a:lnTo>
                  <a:lnTo>
                    <a:pt x="242732" y="46804"/>
                  </a:lnTo>
                  <a:lnTo>
                    <a:pt x="243264" y="47225"/>
                  </a:lnTo>
                  <a:lnTo>
                    <a:pt x="243826" y="47670"/>
                  </a:lnTo>
                  <a:lnTo>
                    <a:pt x="247388" y="49286"/>
                  </a:lnTo>
                  <a:lnTo>
                    <a:pt x="248130" y="49622"/>
                  </a:lnTo>
                  <a:lnTo>
                    <a:pt x="248868" y="48253"/>
                  </a:lnTo>
                  <a:lnTo>
                    <a:pt x="249508" y="47068"/>
                  </a:lnTo>
                  <a:lnTo>
                    <a:pt x="249665" y="46777"/>
                  </a:lnTo>
                  <a:lnTo>
                    <a:pt x="249754" y="46612"/>
                  </a:lnTo>
                  <a:lnTo>
                    <a:pt x="252072" y="42315"/>
                  </a:lnTo>
                  <a:lnTo>
                    <a:pt x="253692" y="39311"/>
                  </a:lnTo>
                  <a:lnTo>
                    <a:pt x="254387" y="38023"/>
                  </a:lnTo>
                  <a:lnTo>
                    <a:pt x="254812" y="37236"/>
                  </a:lnTo>
                  <a:lnTo>
                    <a:pt x="255960" y="35107"/>
                  </a:lnTo>
                  <a:lnTo>
                    <a:pt x="255346" y="34698"/>
                  </a:lnTo>
                  <a:lnTo>
                    <a:pt x="254572" y="34182"/>
                  </a:lnTo>
                  <a:lnTo>
                    <a:pt x="250171" y="31252"/>
                  </a:lnTo>
                  <a:lnTo>
                    <a:pt x="249047" y="27537"/>
                  </a:lnTo>
                  <a:lnTo>
                    <a:pt x="247304" y="21777"/>
                  </a:lnTo>
                  <a:lnTo>
                    <a:pt x="249111" y="18600"/>
                  </a:lnTo>
                  <a:lnTo>
                    <a:pt x="250487" y="16180"/>
                  </a:lnTo>
                  <a:lnTo>
                    <a:pt x="257403" y="5540"/>
                  </a:lnTo>
                  <a:lnTo>
                    <a:pt x="300771" y="27995"/>
                  </a:lnTo>
                  <a:lnTo>
                    <a:pt x="311022" y="33302"/>
                  </a:lnTo>
                  <a:lnTo>
                    <a:pt x="314437" y="34229"/>
                  </a:lnTo>
                  <a:lnTo>
                    <a:pt x="320527" y="35881"/>
                  </a:lnTo>
                  <a:lnTo>
                    <a:pt x="332941" y="30475"/>
                  </a:lnTo>
                  <a:lnTo>
                    <a:pt x="353818" y="44172"/>
                  </a:lnTo>
                  <a:lnTo>
                    <a:pt x="367219" y="48281"/>
                  </a:lnTo>
                  <a:lnTo>
                    <a:pt x="378151" y="42658"/>
                  </a:lnTo>
                  <a:lnTo>
                    <a:pt x="383723" y="42441"/>
                  </a:lnTo>
                  <a:lnTo>
                    <a:pt x="384005" y="40279"/>
                  </a:lnTo>
                  <a:lnTo>
                    <a:pt x="390353" y="40639"/>
                  </a:lnTo>
                  <a:lnTo>
                    <a:pt x="390706" y="34800"/>
                  </a:lnTo>
                  <a:lnTo>
                    <a:pt x="403472" y="34223"/>
                  </a:lnTo>
                  <a:lnTo>
                    <a:pt x="407986" y="34944"/>
                  </a:lnTo>
                  <a:lnTo>
                    <a:pt x="420329" y="33719"/>
                  </a:lnTo>
                  <a:lnTo>
                    <a:pt x="422938" y="27087"/>
                  </a:lnTo>
                  <a:lnTo>
                    <a:pt x="425944" y="27719"/>
                  </a:lnTo>
                  <a:lnTo>
                    <a:pt x="426690" y="27876"/>
                  </a:lnTo>
                  <a:lnTo>
                    <a:pt x="430133" y="28600"/>
                  </a:lnTo>
                  <a:lnTo>
                    <a:pt x="431729" y="28787"/>
                  </a:lnTo>
                  <a:lnTo>
                    <a:pt x="434725" y="22574"/>
                  </a:lnTo>
                  <a:lnTo>
                    <a:pt x="435493" y="21247"/>
                  </a:lnTo>
                  <a:lnTo>
                    <a:pt x="447488" y="26365"/>
                  </a:lnTo>
                  <a:lnTo>
                    <a:pt x="441870" y="34766"/>
                  </a:lnTo>
                  <a:lnTo>
                    <a:pt x="451080" y="41000"/>
                  </a:lnTo>
                  <a:lnTo>
                    <a:pt x="435864" y="58802"/>
                  </a:lnTo>
                  <a:lnTo>
                    <a:pt x="433356" y="61737"/>
                  </a:lnTo>
                  <a:lnTo>
                    <a:pt x="420617" y="68074"/>
                  </a:lnTo>
                  <a:lnTo>
                    <a:pt x="414263" y="72791"/>
                  </a:lnTo>
                  <a:lnTo>
                    <a:pt x="403966" y="83676"/>
                  </a:lnTo>
                  <a:lnTo>
                    <a:pt x="408056" y="91750"/>
                  </a:lnTo>
                  <a:lnTo>
                    <a:pt x="388872" y="107105"/>
                  </a:lnTo>
                  <a:lnTo>
                    <a:pt x="409077" y="128237"/>
                  </a:lnTo>
                  <a:lnTo>
                    <a:pt x="430040" y="107052"/>
                  </a:lnTo>
                  <a:lnTo>
                    <a:pt x="459050" y="125992"/>
                  </a:lnTo>
                  <a:lnTo>
                    <a:pt x="492129" y="142861"/>
                  </a:lnTo>
                  <a:lnTo>
                    <a:pt x="495586" y="153372"/>
                  </a:lnTo>
                  <a:lnTo>
                    <a:pt x="497260" y="158463"/>
                  </a:lnTo>
                  <a:lnTo>
                    <a:pt x="497772" y="160018"/>
                  </a:lnTo>
                  <a:lnTo>
                    <a:pt x="491695" y="163770"/>
                  </a:lnTo>
                  <a:lnTo>
                    <a:pt x="490519" y="164496"/>
                  </a:lnTo>
                  <a:lnTo>
                    <a:pt x="483525" y="168813"/>
                  </a:lnTo>
                  <a:lnTo>
                    <a:pt x="480915" y="173859"/>
                  </a:lnTo>
                  <a:lnTo>
                    <a:pt x="478587" y="178833"/>
                  </a:lnTo>
                  <a:lnTo>
                    <a:pt x="491353" y="184384"/>
                  </a:lnTo>
                  <a:lnTo>
                    <a:pt x="493117" y="188637"/>
                  </a:lnTo>
                  <a:lnTo>
                    <a:pt x="494958" y="190009"/>
                  </a:lnTo>
                  <a:lnTo>
                    <a:pt x="510538" y="201613"/>
                  </a:lnTo>
                  <a:lnTo>
                    <a:pt x="515263" y="189863"/>
                  </a:lnTo>
                  <a:lnTo>
                    <a:pt x="529158" y="199451"/>
                  </a:lnTo>
                  <a:lnTo>
                    <a:pt x="536161" y="208869"/>
                  </a:lnTo>
                  <a:lnTo>
                    <a:pt x="538097" y="211472"/>
                  </a:lnTo>
                  <a:lnTo>
                    <a:pt x="538539" y="212066"/>
                  </a:lnTo>
                  <a:lnTo>
                    <a:pt x="534863" y="216790"/>
                  </a:lnTo>
                  <a:lnTo>
                    <a:pt x="533602" y="218410"/>
                  </a:lnTo>
                  <a:lnTo>
                    <a:pt x="534570" y="219312"/>
                  </a:lnTo>
                  <a:lnTo>
                    <a:pt x="543194" y="227349"/>
                  </a:lnTo>
                  <a:lnTo>
                    <a:pt x="542856" y="228082"/>
                  </a:lnTo>
                  <a:lnTo>
                    <a:pt x="542065" y="229800"/>
                  </a:lnTo>
                  <a:lnTo>
                    <a:pt x="543073" y="230321"/>
                  </a:lnTo>
                  <a:lnTo>
                    <a:pt x="559204" y="238667"/>
                  </a:lnTo>
                  <a:lnTo>
                    <a:pt x="565975" y="238595"/>
                  </a:lnTo>
                  <a:lnTo>
                    <a:pt x="568797" y="238451"/>
                  </a:lnTo>
                  <a:lnTo>
                    <a:pt x="571759" y="237514"/>
                  </a:lnTo>
                  <a:lnTo>
                    <a:pt x="574298" y="236360"/>
                  </a:lnTo>
                  <a:lnTo>
                    <a:pt x="576343" y="235351"/>
                  </a:lnTo>
                  <a:lnTo>
                    <a:pt x="579094" y="233621"/>
                  </a:lnTo>
                  <a:lnTo>
                    <a:pt x="580575" y="232467"/>
                  </a:lnTo>
                  <a:lnTo>
                    <a:pt x="582127" y="231530"/>
                  </a:lnTo>
                  <a:lnTo>
                    <a:pt x="584737" y="229872"/>
                  </a:lnTo>
                  <a:lnTo>
                    <a:pt x="587309" y="228295"/>
                  </a:lnTo>
                  <a:lnTo>
                    <a:pt x="588263" y="227710"/>
                  </a:lnTo>
                  <a:lnTo>
                    <a:pt x="593785" y="226017"/>
                  </a:lnTo>
                  <a:lnTo>
                    <a:pt x="603749" y="226564"/>
                  </a:lnTo>
                  <a:lnTo>
                    <a:pt x="605983" y="226686"/>
                  </a:lnTo>
                  <a:lnTo>
                    <a:pt x="607340" y="226761"/>
                  </a:lnTo>
                  <a:lnTo>
                    <a:pt x="613556" y="230613"/>
                  </a:lnTo>
                  <a:lnTo>
                    <a:pt x="618978" y="235344"/>
                  </a:lnTo>
                  <a:lnTo>
                    <a:pt x="620928" y="238842"/>
                  </a:lnTo>
                  <a:lnTo>
                    <a:pt x="621295" y="239501"/>
                  </a:lnTo>
                  <a:lnTo>
                    <a:pt x="622218" y="241156"/>
                  </a:lnTo>
                  <a:lnTo>
                    <a:pt x="624268" y="240683"/>
                  </a:lnTo>
                  <a:lnTo>
                    <a:pt x="629488" y="247961"/>
                  </a:lnTo>
                  <a:lnTo>
                    <a:pt x="636551" y="249868"/>
                  </a:lnTo>
                  <a:lnTo>
                    <a:pt x="638126" y="249689"/>
                  </a:lnTo>
                  <a:lnTo>
                    <a:pt x="638693" y="249624"/>
                  </a:lnTo>
                  <a:lnTo>
                    <a:pt x="640879" y="249120"/>
                  </a:lnTo>
                  <a:lnTo>
                    <a:pt x="644124" y="247966"/>
                  </a:lnTo>
                  <a:lnTo>
                    <a:pt x="645956" y="247653"/>
                  </a:lnTo>
                  <a:lnTo>
                    <a:pt x="647150" y="249958"/>
                  </a:lnTo>
                  <a:lnTo>
                    <a:pt x="647939" y="251482"/>
                  </a:lnTo>
                  <a:lnTo>
                    <a:pt x="652338" y="248948"/>
                  </a:lnTo>
                  <a:lnTo>
                    <a:pt x="653428" y="248320"/>
                  </a:lnTo>
                  <a:lnTo>
                    <a:pt x="657594" y="252307"/>
                  </a:lnTo>
                  <a:lnTo>
                    <a:pt x="655454" y="254413"/>
                  </a:lnTo>
                  <a:lnTo>
                    <a:pt x="654364" y="255486"/>
                  </a:lnTo>
                  <a:lnTo>
                    <a:pt x="654023" y="255822"/>
                  </a:lnTo>
                  <a:lnTo>
                    <a:pt x="649196" y="258930"/>
                  </a:lnTo>
                  <a:lnTo>
                    <a:pt x="644038" y="260823"/>
                  </a:lnTo>
                  <a:lnTo>
                    <a:pt x="642683" y="261127"/>
                  </a:lnTo>
                  <a:lnTo>
                    <a:pt x="643179" y="263053"/>
                  </a:lnTo>
                  <a:lnTo>
                    <a:pt x="638683" y="264202"/>
                  </a:lnTo>
                  <a:lnTo>
                    <a:pt x="634020" y="263648"/>
                  </a:lnTo>
                  <a:lnTo>
                    <a:pt x="633488" y="263585"/>
                  </a:lnTo>
                  <a:lnTo>
                    <a:pt x="630747" y="263260"/>
                  </a:lnTo>
                  <a:lnTo>
                    <a:pt x="627243" y="262544"/>
                  </a:lnTo>
                  <a:lnTo>
                    <a:pt x="625398" y="261673"/>
                  </a:lnTo>
                  <a:lnTo>
                    <a:pt x="622945" y="260516"/>
                  </a:lnTo>
                  <a:lnTo>
                    <a:pt x="619859" y="258601"/>
                  </a:lnTo>
                  <a:lnTo>
                    <a:pt x="617765" y="256236"/>
                  </a:lnTo>
                  <a:lnTo>
                    <a:pt x="615120" y="254434"/>
                  </a:lnTo>
                  <a:lnTo>
                    <a:pt x="613027" y="252181"/>
                  </a:lnTo>
                  <a:lnTo>
                    <a:pt x="609720" y="247788"/>
                  </a:lnTo>
                  <a:lnTo>
                    <a:pt x="608729" y="246774"/>
                  </a:lnTo>
                  <a:lnTo>
                    <a:pt x="607076" y="243958"/>
                  </a:lnTo>
                  <a:lnTo>
                    <a:pt x="605202" y="241931"/>
                  </a:lnTo>
                  <a:lnTo>
                    <a:pt x="602667" y="240579"/>
                  </a:lnTo>
                  <a:lnTo>
                    <a:pt x="598149" y="240129"/>
                  </a:lnTo>
                  <a:lnTo>
                    <a:pt x="594182" y="240804"/>
                  </a:lnTo>
                  <a:lnTo>
                    <a:pt x="587349" y="244296"/>
                  </a:lnTo>
                  <a:lnTo>
                    <a:pt x="589222" y="247675"/>
                  </a:lnTo>
                  <a:lnTo>
                    <a:pt x="581729" y="251730"/>
                  </a:lnTo>
                  <a:lnTo>
                    <a:pt x="578973" y="248126"/>
                  </a:lnTo>
                  <a:lnTo>
                    <a:pt x="569275" y="251392"/>
                  </a:lnTo>
                  <a:lnTo>
                    <a:pt x="560238" y="251392"/>
                  </a:lnTo>
                  <a:lnTo>
                    <a:pt x="551973" y="266373"/>
                  </a:lnTo>
                  <a:lnTo>
                    <a:pt x="551578" y="269486"/>
                  </a:lnTo>
                  <a:lnTo>
                    <a:pt x="551014" y="273935"/>
                  </a:lnTo>
                  <a:lnTo>
                    <a:pt x="551070" y="277178"/>
                  </a:lnTo>
                  <a:lnTo>
                    <a:pt x="551466" y="279205"/>
                  </a:lnTo>
                  <a:lnTo>
                    <a:pt x="555566" y="283598"/>
                  </a:lnTo>
                  <a:lnTo>
                    <a:pt x="550871" y="288901"/>
                  </a:lnTo>
                  <a:lnTo>
                    <a:pt x="548767" y="287146"/>
                  </a:lnTo>
                  <a:lnTo>
                    <a:pt x="545471" y="284396"/>
                  </a:lnTo>
                  <a:lnTo>
                    <a:pt x="543598" y="279327"/>
                  </a:lnTo>
                  <a:lnTo>
                    <a:pt x="544479" y="268851"/>
                  </a:lnTo>
                  <a:lnTo>
                    <a:pt x="539630" y="267387"/>
                  </a:lnTo>
                  <a:lnTo>
                    <a:pt x="541944" y="255560"/>
                  </a:lnTo>
                  <a:lnTo>
                    <a:pt x="547014" y="248126"/>
                  </a:lnTo>
                  <a:lnTo>
                    <a:pt x="528500" y="239791"/>
                  </a:lnTo>
                  <a:lnTo>
                    <a:pt x="523650" y="247000"/>
                  </a:lnTo>
                  <a:lnTo>
                    <a:pt x="513291" y="246211"/>
                  </a:lnTo>
                  <a:lnTo>
                    <a:pt x="512879" y="246889"/>
                  </a:lnTo>
                  <a:lnTo>
                    <a:pt x="510757" y="250379"/>
                  </a:lnTo>
                  <a:lnTo>
                    <a:pt x="497247" y="242618"/>
                  </a:lnTo>
                  <a:lnTo>
                    <a:pt x="495659" y="241706"/>
                  </a:lnTo>
                  <a:lnTo>
                    <a:pt x="497247" y="234581"/>
                  </a:lnTo>
                  <a:lnTo>
                    <a:pt x="497756" y="232300"/>
                  </a:lnTo>
                  <a:lnTo>
                    <a:pt x="500508" y="219966"/>
                  </a:lnTo>
                  <a:lnTo>
                    <a:pt x="497247" y="218892"/>
                  </a:lnTo>
                  <a:lnTo>
                    <a:pt x="492143" y="217210"/>
                  </a:lnTo>
                  <a:lnTo>
                    <a:pt x="488596" y="216041"/>
                  </a:lnTo>
                  <a:lnTo>
                    <a:pt x="487719" y="215753"/>
                  </a:lnTo>
                  <a:lnTo>
                    <a:pt x="485654" y="215072"/>
                  </a:lnTo>
                  <a:lnTo>
                    <a:pt x="483239" y="224784"/>
                  </a:lnTo>
                  <a:lnTo>
                    <a:pt x="468060" y="222060"/>
                  </a:lnTo>
                  <a:lnTo>
                    <a:pt x="467505" y="224142"/>
                  </a:lnTo>
                  <a:lnTo>
                    <a:pt x="463369" y="239678"/>
                  </a:lnTo>
                  <a:lnTo>
                    <a:pt x="407825" y="243958"/>
                  </a:lnTo>
                  <a:lnTo>
                    <a:pt x="386014" y="238811"/>
                  </a:lnTo>
                  <a:lnTo>
                    <a:pt x="395899" y="204843"/>
                  </a:lnTo>
                  <a:lnTo>
                    <a:pt x="388429" y="200705"/>
                  </a:lnTo>
                  <a:lnTo>
                    <a:pt x="384682" y="208928"/>
                  </a:lnTo>
                  <a:lnTo>
                    <a:pt x="383450" y="208357"/>
                  </a:lnTo>
                  <a:lnTo>
                    <a:pt x="363743" y="199241"/>
                  </a:lnTo>
                  <a:lnTo>
                    <a:pt x="334980" y="180543"/>
                  </a:lnTo>
                  <a:lnTo>
                    <a:pt x="327817" y="176150"/>
                  </a:lnTo>
                  <a:lnTo>
                    <a:pt x="327085" y="175776"/>
                  </a:lnTo>
                  <a:lnTo>
                    <a:pt x="325392" y="174911"/>
                  </a:lnTo>
                  <a:lnTo>
                    <a:pt x="322857" y="174686"/>
                  </a:lnTo>
                  <a:lnTo>
                    <a:pt x="319110" y="174573"/>
                  </a:lnTo>
                  <a:lnTo>
                    <a:pt x="316576" y="174798"/>
                  </a:lnTo>
                  <a:lnTo>
                    <a:pt x="313821" y="175249"/>
                  </a:lnTo>
                  <a:lnTo>
                    <a:pt x="310184" y="176488"/>
                  </a:lnTo>
                  <a:lnTo>
                    <a:pt x="318890" y="181556"/>
                  </a:lnTo>
                  <a:lnTo>
                    <a:pt x="317395" y="185148"/>
                  </a:lnTo>
                  <a:lnTo>
                    <a:pt x="315091" y="190682"/>
                  </a:lnTo>
                  <a:lnTo>
                    <a:pt x="314482" y="192145"/>
                  </a:lnTo>
                  <a:lnTo>
                    <a:pt x="315704" y="192479"/>
                  </a:lnTo>
                  <a:lnTo>
                    <a:pt x="326825" y="195524"/>
                  </a:lnTo>
                  <a:lnTo>
                    <a:pt x="324925" y="218736"/>
                  </a:lnTo>
                  <a:lnTo>
                    <a:pt x="321050" y="217443"/>
                  </a:lnTo>
                  <a:lnTo>
                    <a:pt x="312234" y="216452"/>
                  </a:lnTo>
                  <a:lnTo>
                    <a:pt x="307931" y="225370"/>
                  </a:lnTo>
                  <a:lnTo>
                    <a:pt x="300684" y="224111"/>
                  </a:lnTo>
                  <a:lnTo>
                    <a:pt x="304573" y="240450"/>
                  </a:lnTo>
                  <a:lnTo>
                    <a:pt x="305392" y="242689"/>
                  </a:lnTo>
                  <a:lnTo>
                    <a:pt x="313008" y="267391"/>
                  </a:lnTo>
                  <a:lnTo>
                    <a:pt x="313096" y="283158"/>
                  </a:lnTo>
                  <a:lnTo>
                    <a:pt x="306607" y="282670"/>
                  </a:lnTo>
                  <a:lnTo>
                    <a:pt x="299967" y="288750"/>
                  </a:lnTo>
                  <a:lnTo>
                    <a:pt x="297169" y="291312"/>
                  </a:lnTo>
                  <a:lnTo>
                    <a:pt x="302900" y="298911"/>
                  </a:lnTo>
                  <a:lnTo>
                    <a:pt x="290226" y="309162"/>
                  </a:lnTo>
                  <a:lnTo>
                    <a:pt x="280054" y="296887"/>
                  </a:lnTo>
                  <a:lnTo>
                    <a:pt x="277230" y="298699"/>
                  </a:lnTo>
                  <a:lnTo>
                    <a:pt x="276848" y="298944"/>
                  </a:lnTo>
                  <a:lnTo>
                    <a:pt x="276263" y="299320"/>
                  </a:lnTo>
                  <a:lnTo>
                    <a:pt x="275945" y="299614"/>
                  </a:lnTo>
                  <a:lnTo>
                    <a:pt x="273530" y="301843"/>
                  </a:lnTo>
                  <a:lnTo>
                    <a:pt x="270973" y="304006"/>
                  </a:lnTo>
                  <a:lnTo>
                    <a:pt x="268593" y="305898"/>
                  </a:lnTo>
                  <a:lnTo>
                    <a:pt x="267358" y="307520"/>
                  </a:lnTo>
                  <a:lnTo>
                    <a:pt x="266477" y="309503"/>
                  </a:lnTo>
                  <a:lnTo>
                    <a:pt x="266212" y="311485"/>
                  </a:lnTo>
                  <a:lnTo>
                    <a:pt x="266212" y="314459"/>
                  </a:lnTo>
                  <a:lnTo>
                    <a:pt x="266036" y="317072"/>
                  </a:lnTo>
                  <a:lnTo>
                    <a:pt x="266477" y="319235"/>
                  </a:lnTo>
                  <a:lnTo>
                    <a:pt x="267006" y="322118"/>
                  </a:lnTo>
                  <a:lnTo>
                    <a:pt x="267799" y="326263"/>
                  </a:lnTo>
                  <a:lnTo>
                    <a:pt x="261628" y="326894"/>
                  </a:lnTo>
                  <a:lnTo>
                    <a:pt x="259159" y="317973"/>
                  </a:lnTo>
                  <a:lnTo>
                    <a:pt x="259505" y="309661"/>
                  </a:lnTo>
                  <a:lnTo>
                    <a:pt x="259512" y="309503"/>
                  </a:lnTo>
                  <a:lnTo>
                    <a:pt x="251732" y="306646"/>
                  </a:lnTo>
                  <a:lnTo>
                    <a:pt x="252139" y="305960"/>
                  </a:lnTo>
                  <a:lnTo>
                    <a:pt x="253241" y="303662"/>
                  </a:lnTo>
                  <a:lnTo>
                    <a:pt x="254696" y="300869"/>
                  </a:lnTo>
                  <a:lnTo>
                    <a:pt x="255974" y="297760"/>
                  </a:lnTo>
                  <a:lnTo>
                    <a:pt x="257297" y="294922"/>
                  </a:lnTo>
                  <a:lnTo>
                    <a:pt x="258795" y="291903"/>
                  </a:lnTo>
                  <a:lnTo>
                    <a:pt x="260118" y="288253"/>
                  </a:lnTo>
                  <a:lnTo>
                    <a:pt x="261220" y="281405"/>
                  </a:lnTo>
                  <a:lnTo>
                    <a:pt x="261176" y="277846"/>
                  </a:lnTo>
                  <a:lnTo>
                    <a:pt x="260603" y="274421"/>
                  </a:lnTo>
                  <a:lnTo>
                    <a:pt x="259413" y="271313"/>
                  </a:lnTo>
                  <a:lnTo>
                    <a:pt x="257120" y="266356"/>
                  </a:lnTo>
                  <a:lnTo>
                    <a:pt x="255930" y="264059"/>
                  </a:lnTo>
                  <a:lnTo>
                    <a:pt x="253770" y="261716"/>
                  </a:lnTo>
                  <a:lnTo>
                    <a:pt x="251522" y="259193"/>
                  </a:lnTo>
                  <a:lnTo>
                    <a:pt x="248260" y="255183"/>
                  </a:lnTo>
                  <a:lnTo>
                    <a:pt x="245924" y="252479"/>
                  </a:lnTo>
                  <a:lnTo>
                    <a:pt x="244116" y="250452"/>
                  </a:lnTo>
                  <a:lnTo>
                    <a:pt x="241692" y="248875"/>
                  </a:lnTo>
                  <a:lnTo>
                    <a:pt x="237680" y="246712"/>
                  </a:lnTo>
                  <a:lnTo>
                    <a:pt x="234903" y="245496"/>
                  </a:lnTo>
                  <a:lnTo>
                    <a:pt x="232743" y="244640"/>
                  </a:lnTo>
                  <a:lnTo>
                    <a:pt x="228864" y="243063"/>
                  </a:lnTo>
                  <a:lnTo>
                    <a:pt x="226572" y="241441"/>
                  </a:lnTo>
                  <a:lnTo>
                    <a:pt x="224632" y="239458"/>
                  </a:lnTo>
                  <a:lnTo>
                    <a:pt x="223354" y="238287"/>
                  </a:lnTo>
                  <a:lnTo>
                    <a:pt x="221105" y="235944"/>
                  </a:lnTo>
                  <a:lnTo>
                    <a:pt x="218593" y="233646"/>
                  </a:lnTo>
                  <a:lnTo>
                    <a:pt x="216168" y="232159"/>
                  </a:lnTo>
                  <a:lnTo>
                    <a:pt x="214361" y="230988"/>
                  </a:lnTo>
                  <a:lnTo>
                    <a:pt x="212994" y="230177"/>
                  </a:lnTo>
                  <a:lnTo>
                    <a:pt x="212029" y="229531"/>
                  </a:lnTo>
                  <a:lnTo>
                    <a:pt x="210570" y="228555"/>
                  </a:lnTo>
                  <a:lnTo>
                    <a:pt x="209468" y="226663"/>
                  </a:lnTo>
                  <a:lnTo>
                    <a:pt x="207969" y="223644"/>
                  </a:lnTo>
                  <a:lnTo>
                    <a:pt x="207308" y="220715"/>
                  </a:lnTo>
                  <a:lnTo>
                    <a:pt x="206338" y="218327"/>
                  </a:lnTo>
                  <a:lnTo>
                    <a:pt x="204619" y="216156"/>
                  </a:lnTo>
                  <a:lnTo>
                    <a:pt x="202165" y="214345"/>
                  </a:lnTo>
                  <a:lnTo>
                    <a:pt x="173324" y="214039"/>
                  </a:lnTo>
                  <a:lnTo>
                    <a:pt x="165561" y="209085"/>
                  </a:lnTo>
                  <a:lnTo>
                    <a:pt x="164445" y="208373"/>
                  </a:lnTo>
                  <a:lnTo>
                    <a:pt x="162931" y="205714"/>
                  </a:lnTo>
                  <a:lnTo>
                    <a:pt x="155473" y="192610"/>
                  </a:lnTo>
                  <a:lnTo>
                    <a:pt x="158756" y="190885"/>
                  </a:lnTo>
                  <a:lnTo>
                    <a:pt x="163326" y="188483"/>
                  </a:lnTo>
                  <a:lnTo>
                    <a:pt x="163098" y="179534"/>
                  </a:lnTo>
                  <a:lnTo>
                    <a:pt x="163062" y="178103"/>
                  </a:lnTo>
                  <a:lnTo>
                    <a:pt x="158902" y="174324"/>
                  </a:lnTo>
                  <a:lnTo>
                    <a:pt x="156835" y="174539"/>
                  </a:lnTo>
                  <a:lnTo>
                    <a:pt x="156530" y="174570"/>
                  </a:lnTo>
                  <a:lnTo>
                    <a:pt x="153417" y="174894"/>
                  </a:lnTo>
                  <a:lnTo>
                    <a:pt x="153238" y="174519"/>
                  </a:lnTo>
                  <a:lnTo>
                    <a:pt x="152863" y="173733"/>
                  </a:lnTo>
                  <a:lnTo>
                    <a:pt x="152578" y="173136"/>
                  </a:lnTo>
                  <a:lnTo>
                    <a:pt x="149524" y="166740"/>
                  </a:lnTo>
                  <a:lnTo>
                    <a:pt x="145252" y="158254"/>
                  </a:lnTo>
                  <a:lnTo>
                    <a:pt x="144396" y="158344"/>
                  </a:lnTo>
                  <a:lnTo>
                    <a:pt x="142148" y="158579"/>
                  </a:lnTo>
                  <a:lnTo>
                    <a:pt x="140177" y="158686"/>
                  </a:lnTo>
                  <a:lnTo>
                    <a:pt x="139835" y="158714"/>
                  </a:lnTo>
                  <a:lnTo>
                    <a:pt x="135261" y="158880"/>
                  </a:lnTo>
                  <a:lnTo>
                    <a:pt x="135587" y="159554"/>
                  </a:lnTo>
                  <a:lnTo>
                    <a:pt x="143546" y="176042"/>
                  </a:lnTo>
                  <a:lnTo>
                    <a:pt x="143073" y="176101"/>
                  </a:lnTo>
                  <a:lnTo>
                    <a:pt x="133081" y="177306"/>
                  </a:lnTo>
                  <a:lnTo>
                    <a:pt x="132932" y="176978"/>
                  </a:lnTo>
                  <a:lnTo>
                    <a:pt x="125083" y="159677"/>
                  </a:lnTo>
                  <a:lnTo>
                    <a:pt x="124565" y="158534"/>
                  </a:lnTo>
                  <a:lnTo>
                    <a:pt x="122243" y="159197"/>
                  </a:lnTo>
                  <a:lnTo>
                    <a:pt x="108336" y="163169"/>
                  </a:lnTo>
                  <a:lnTo>
                    <a:pt x="106744" y="163169"/>
                  </a:lnTo>
                  <a:lnTo>
                    <a:pt x="105124" y="163169"/>
                  </a:lnTo>
                  <a:lnTo>
                    <a:pt x="104298" y="163169"/>
                  </a:lnTo>
                  <a:lnTo>
                    <a:pt x="103447" y="163169"/>
                  </a:lnTo>
                  <a:lnTo>
                    <a:pt x="98683" y="163169"/>
                  </a:lnTo>
                  <a:lnTo>
                    <a:pt x="83645" y="163854"/>
                  </a:lnTo>
                  <a:lnTo>
                    <a:pt x="81233" y="163964"/>
                  </a:lnTo>
                  <a:lnTo>
                    <a:pt x="80764" y="163985"/>
                  </a:lnTo>
                  <a:lnTo>
                    <a:pt x="80907" y="159845"/>
                  </a:lnTo>
                  <a:lnTo>
                    <a:pt x="80516" y="159724"/>
                  </a:lnTo>
                  <a:lnTo>
                    <a:pt x="75185" y="158081"/>
                  </a:lnTo>
                  <a:lnTo>
                    <a:pt x="76270" y="154515"/>
                  </a:lnTo>
                  <a:lnTo>
                    <a:pt x="82336" y="155885"/>
                  </a:lnTo>
                  <a:lnTo>
                    <a:pt x="86920" y="156101"/>
                  </a:lnTo>
                  <a:lnTo>
                    <a:pt x="88269" y="152552"/>
                  </a:lnTo>
                  <a:lnTo>
                    <a:pt x="93056" y="139953"/>
                  </a:lnTo>
                  <a:lnTo>
                    <a:pt x="91303" y="139313"/>
                  </a:lnTo>
                  <a:lnTo>
                    <a:pt x="88157" y="138057"/>
                  </a:lnTo>
                  <a:lnTo>
                    <a:pt x="90784" y="131517"/>
                  </a:lnTo>
                  <a:lnTo>
                    <a:pt x="90870" y="131302"/>
                  </a:lnTo>
                  <a:lnTo>
                    <a:pt x="94988" y="133233"/>
                  </a:lnTo>
                  <a:lnTo>
                    <a:pt x="96407" y="133898"/>
                  </a:lnTo>
                  <a:lnTo>
                    <a:pt x="98558" y="134907"/>
                  </a:lnTo>
                  <a:lnTo>
                    <a:pt x="98614" y="134713"/>
                  </a:lnTo>
                  <a:lnTo>
                    <a:pt x="104624" y="114145"/>
                  </a:lnTo>
                  <a:lnTo>
                    <a:pt x="103565" y="107657"/>
                  </a:lnTo>
                  <a:lnTo>
                    <a:pt x="103589" y="106591"/>
                  </a:lnTo>
                  <a:lnTo>
                    <a:pt x="103636" y="104413"/>
                  </a:lnTo>
                  <a:lnTo>
                    <a:pt x="106598" y="104485"/>
                  </a:lnTo>
                  <a:lnTo>
                    <a:pt x="107212" y="98925"/>
                  </a:lnTo>
                  <a:lnTo>
                    <a:pt x="107531" y="96034"/>
                  </a:lnTo>
                  <a:lnTo>
                    <a:pt x="95980" y="85754"/>
                  </a:lnTo>
                  <a:lnTo>
                    <a:pt x="95011" y="84892"/>
                  </a:lnTo>
                  <a:lnTo>
                    <a:pt x="90138" y="80556"/>
                  </a:lnTo>
                  <a:lnTo>
                    <a:pt x="88532" y="79126"/>
                  </a:lnTo>
                  <a:lnTo>
                    <a:pt x="102991" y="66421"/>
                  </a:lnTo>
                  <a:lnTo>
                    <a:pt x="106765" y="61768"/>
                  </a:lnTo>
                  <a:lnTo>
                    <a:pt x="107229" y="61196"/>
                  </a:lnTo>
                  <a:lnTo>
                    <a:pt x="108074" y="60153"/>
                  </a:lnTo>
                  <a:lnTo>
                    <a:pt x="106324" y="58687"/>
                  </a:lnTo>
                  <a:lnTo>
                    <a:pt x="104865" y="57464"/>
                  </a:lnTo>
                  <a:lnTo>
                    <a:pt x="97710" y="53698"/>
                  </a:lnTo>
                  <a:lnTo>
                    <a:pt x="97359" y="53519"/>
                  </a:lnTo>
                  <a:lnTo>
                    <a:pt x="94255" y="52005"/>
                  </a:lnTo>
                  <a:lnTo>
                    <a:pt x="92210" y="50995"/>
                  </a:lnTo>
                  <a:lnTo>
                    <a:pt x="90658" y="50419"/>
                  </a:lnTo>
                  <a:lnTo>
                    <a:pt x="87273" y="49049"/>
                  </a:lnTo>
                  <a:lnTo>
                    <a:pt x="82485" y="47815"/>
                  </a:lnTo>
                  <a:lnTo>
                    <a:pt x="77936" y="47112"/>
                  </a:lnTo>
                  <a:lnTo>
                    <a:pt x="73387" y="46463"/>
                  </a:lnTo>
                  <a:lnTo>
                    <a:pt x="69102" y="46787"/>
                  </a:lnTo>
                  <a:lnTo>
                    <a:pt x="67161" y="47531"/>
                  </a:lnTo>
                  <a:lnTo>
                    <a:pt x="64870" y="48409"/>
                  </a:lnTo>
                  <a:lnTo>
                    <a:pt x="61696" y="50464"/>
                  </a:lnTo>
                  <a:lnTo>
                    <a:pt x="59052" y="53113"/>
                  </a:lnTo>
                  <a:lnTo>
                    <a:pt x="49900" y="59547"/>
                  </a:lnTo>
                  <a:lnTo>
                    <a:pt x="41119" y="61493"/>
                  </a:lnTo>
                  <a:lnTo>
                    <a:pt x="35776" y="61439"/>
                  </a:lnTo>
                  <a:lnTo>
                    <a:pt x="35829" y="64683"/>
                  </a:lnTo>
                  <a:lnTo>
                    <a:pt x="29975" y="64827"/>
                  </a:lnTo>
                  <a:lnTo>
                    <a:pt x="22569" y="61944"/>
                  </a:lnTo>
                  <a:lnTo>
                    <a:pt x="13944" y="55823"/>
                  </a:lnTo>
                  <a:lnTo>
                    <a:pt x="14290" y="55235"/>
                  </a:lnTo>
                  <a:lnTo>
                    <a:pt x="14881" y="54230"/>
                  </a:lnTo>
                  <a:lnTo>
                    <a:pt x="10575" y="53097"/>
                  </a:lnTo>
                  <a:lnTo>
                    <a:pt x="5571" y="51779"/>
                  </a:lnTo>
                  <a:lnTo>
                    <a:pt x="3128" y="50325"/>
                  </a:lnTo>
                  <a:lnTo>
                    <a:pt x="0" y="48463"/>
                  </a:lnTo>
                  <a:lnTo>
                    <a:pt x="279" y="47858"/>
                  </a:lnTo>
                  <a:lnTo>
                    <a:pt x="3032" y="41903"/>
                  </a:lnTo>
                  <a:lnTo>
                    <a:pt x="3390" y="41754"/>
                  </a:lnTo>
                  <a:lnTo>
                    <a:pt x="5486" y="40880"/>
                  </a:lnTo>
                  <a:lnTo>
                    <a:pt x="8068" y="41763"/>
                  </a:lnTo>
                  <a:lnTo>
                    <a:pt x="21508" y="46360"/>
                  </a:lnTo>
                  <a:lnTo>
                    <a:pt x="22113" y="38316"/>
                  </a:lnTo>
                  <a:lnTo>
                    <a:pt x="19452" y="37852"/>
                  </a:lnTo>
                  <a:lnTo>
                    <a:pt x="19185" y="34330"/>
                  </a:lnTo>
                  <a:lnTo>
                    <a:pt x="18656" y="27333"/>
                  </a:lnTo>
                  <a:lnTo>
                    <a:pt x="16000" y="26193"/>
                  </a:lnTo>
                  <a:lnTo>
                    <a:pt x="15128" y="19350"/>
                  </a:lnTo>
                  <a:lnTo>
                    <a:pt x="25278" y="12841"/>
                  </a:lnTo>
                  <a:lnTo>
                    <a:pt x="26266" y="12315"/>
                  </a:lnTo>
                  <a:lnTo>
                    <a:pt x="27285" y="11856"/>
                  </a:lnTo>
                  <a:lnTo>
                    <a:pt x="28332" y="11465"/>
                  </a:lnTo>
                  <a:lnTo>
                    <a:pt x="29401" y="11144"/>
                  </a:lnTo>
                  <a:lnTo>
                    <a:pt x="30792" y="10839"/>
                  </a:lnTo>
                  <a:lnTo>
                    <a:pt x="32204" y="10652"/>
                  </a:lnTo>
                  <a:lnTo>
                    <a:pt x="33626" y="10585"/>
                  </a:lnTo>
                  <a:lnTo>
                    <a:pt x="35048" y="10639"/>
                  </a:lnTo>
                  <a:lnTo>
                    <a:pt x="36133" y="10761"/>
                  </a:lnTo>
                  <a:lnTo>
                    <a:pt x="37209" y="10954"/>
                  </a:lnTo>
                  <a:lnTo>
                    <a:pt x="42269" y="12176"/>
                  </a:lnTo>
                  <a:lnTo>
                    <a:pt x="45788" y="8857"/>
                  </a:lnTo>
                  <a:lnTo>
                    <a:pt x="46177" y="8490"/>
                  </a:lnTo>
                  <a:lnTo>
                    <a:pt x="47219" y="7507"/>
                  </a:lnTo>
                  <a:lnTo>
                    <a:pt x="47513" y="7219"/>
                  </a:lnTo>
                  <a:lnTo>
                    <a:pt x="48935" y="5825"/>
                  </a:lnTo>
                  <a:lnTo>
                    <a:pt x="49307" y="5461"/>
                  </a:lnTo>
                  <a:lnTo>
                    <a:pt x="49479" y="5266"/>
                  </a:lnTo>
                  <a:lnTo>
                    <a:pt x="49681" y="5037"/>
                  </a:lnTo>
                  <a:lnTo>
                    <a:pt x="50814" y="3754"/>
                  </a:lnTo>
                  <a:lnTo>
                    <a:pt x="52349" y="4553"/>
                  </a:lnTo>
                  <a:lnTo>
                    <a:pt x="52678" y="4724"/>
                  </a:lnTo>
                  <a:lnTo>
                    <a:pt x="53907" y="5364"/>
                  </a:lnTo>
                  <a:lnTo>
                    <a:pt x="68562" y="6245"/>
                  </a:lnTo>
                  <a:lnTo>
                    <a:pt x="74656" y="6616"/>
                  </a:lnTo>
                  <a:lnTo>
                    <a:pt x="79558" y="7269"/>
                  </a:lnTo>
                  <a:lnTo>
                    <a:pt x="91179" y="8817"/>
                  </a:lnTo>
                  <a:lnTo>
                    <a:pt x="102910" y="11731"/>
                  </a:lnTo>
                  <a:lnTo>
                    <a:pt x="107276" y="12815"/>
                  </a:lnTo>
                  <a:lnTo>
                    <a:pt x="121189" y="16616"/>
                  </a:lnTo>
                  <a:lnTo>
                    <a:pt x="130510" y="19623"/>
                  </a:lnTo>
                  <a:lnTo>
                    <a:pt x="132525" y="20735"/>
                  </a:lnTo>
                  <a:lnTo>
                    <a:pt x="139097" y="24360"/>
                  </a:lnTo>
                  <a:lnTo>
                    <a:pt x="148382" y="29835"/>
                  </a:lnTo>
                  <a:lnTo>
                    <a:pt x="150764" y="31581"/>
                  </a:lnTo>
                  <a:lnTo>
                    <a:pt x="151065" y="31802"/>
                  </a:lnTo>
                  <a:lnTo>
                    <a:pt x="151464" y="32094"/>
                  </a:lnTo>
                  <a:lnTo>
                    <a:pt x="152950" y="33183"/>
                  </a:lnTo>
                  <a:lnTo>
                    <a:pt x="161932" y="25844"/>
                  </a:lnTo>
                  <a:lnTo>
                    <a:pt x="162079" y="25724"/>
                  </a:lnTo>
                  <a:lnTo>
                    <a:pt x="170818" y="18583"/>
                  </a:lnTo>
                  <a:lnTo>
                    <a:pt x="170026" y="17523"/>
                  </a:lnTo>
                  <a:lnTo>
                    <a:pt x="169001" y="16152"/>
                  </a:lnTo>
                  <a:lnTo>
                    <a:pt x="167366" y="13967"/>
                  </a:lnTo>
                  <a:lnTo>
                    <a:pt x="184245" y="456"/>
                  </a:lnTo>
                  <a:lnTo>
                    <a:pt x="1848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97569" y="2859922"/>
              <a:ext cx="403451" cy="231327"/>
            </a:xfrm>
            <a:custGeom>
              <a:avLst/>
              <a:pathLst>
                <a:path w="403451" h="231327">
                  <a:moveTo>
                    <a:pt x="305743" y="35582"/>
                  </a:moveTo>
                  <a:lnTo>
                    <a:pt x="313306" y="47653"/>
                  </a:lnTo>
                  <a:lnTo>
                    <a:pt x="317975" y="55104"/>
                  </a:lnTo>
                  <a:lnTo>
                    <a:pt x="319112" y="56919"/>
                  </a:lnTo>
                  <a:lnTo>
                    <a:pt x="322918" y="62993"/>
                  </a:lnTo>
                  <a:lnTo>
                    <a:pt x="327669" y="70575"/>
                  </a:lnTo>
                  <a:lnTo>
                    <a:pt x="321865" y="75969"/>
                  </a:lnTo>
                  <a:lnTo>
                    <a:pt x="334554" y="91890"/>
                  </a:lnTo>
                  <a:lnTo>
                    <a:pt x="352716" y="114666"/>
                  </a:lnTo>
                  <a:lnTo>
                    <a:pt x="369993" y="100192"/>
                  </a:lnTo>
                  <a:lnTo>
                    <a:pt x="371212" y="99174"/>
                  </a:lnTo>
                  <a:lnTo>
                    <a:pt x="372118" y="100162"/>
                  </a:lnTo>
                  <a:lnTo>
                    <a:pt x="386562" y="117798"/>
                  </a:lnTo>
                  <a:lnTo>
                    <a:pt x="386806" y="118095"/>
                  </a:lnTo>
                  <a:lnTo>
                    <a:pt x="389875" y="121842"/>
                  </a:lnTo>
                  <a:lnTo>
                    <a:pt x="394084" y="126981"/>
                  </a:lnTo>
                  <a:lnTo>
                    <a:pt x="401933" y="136565"/>
                  </a:lnTo>
                  <a:lnTo>
                    <a:pt x="402286" y="136996"/>
                  </a:lnTo>
                  <a:lnTo>
                    <a:pt x="403346" y="138290"/>
                  </a:lnTo>
                  <a:lnTo>
                    <a:pt x="403451" y="138418"/>
                  </a:lnTo>
                  <a:lnTo>
                    <a:pt x="400477" y="140805"/>
                  </a:lnTo>
                  <a:lnTo>
                    <a:pt x="397618" y="143099"/>
                  </a:lnTo>
                  <a:lnTo>
                    <a:pt x="387141" y="151506"/>
                  </a:lnTo>
                  <a:lnTo>
                    <a:pt x="377682" y="159096"/>
                  </a:lnTo>
                  <a:lnTo>
                    <a:pt x="363341" y="170603"/>
                  </a:lnTo>
                  <a:lnTo>
                    <a:pt x="361193" y="172327"/>
                  </a:lnTo>
                  <a:lnTo>
                    <a:pt x="361923" y="173060"/>
                  </a:lnTo>
                  <a:lnTo>
                    <a:pt x="359826" y="176594"/>
                  </a:lnTo>
                  <a:lnTo>
                    <a:pt x="368316" y="182379"/>
                  </a:lnTo>
                  <a:lnTo>
                    <a:pt x="369931" y="183479"/>
                  </a:lnTo>
                  <a:lnTo>
                    <a:pt x="369921" y="183634"/>
                  </a:lnTo>
                  <a:lnTo>
                    <a:pt x="369473" y="190456"/>
                  </a:lnTo>
                  <a:lnTo>
                    <a:pt x="368883" y="191277"/>
                  </a:lnTo>
                  <a:lnTo>
                    <a:pt x="364060" y="197988"/>
                  </a:lnTo>
                  <a:lnTo>
                    <a:pt x="362460" y="200215"/>
                  </a:lnTo>
                  <a:lnTo>
                    <a:pt x="357642" y="206920"/>
                  </a:lnTo>
                  <a:lnTo>
                    <a:pt x="355212" y="209101"/>
                  </a:lnTo>
                  <a:lnTo>
                    <a:pt x="354008" y="210182"/>
                  </a:lnTo>
                  <a:lnTo>
                    <a:pt x="350381" y="213439"/>
                  </a:lnTo>
                  <a:lnTo>
                    <a:pt x="350001" y="213780"/>
                  </a:lnTo>
                  <a:lnTo>
                    <a:pt x="347203" y="216291"/>
                  </a:lnTo>
                  <a:lnTo>
                    <a:pt x="346858" y="216540"/>
                  </a:lnTo>
                  <a:lnTo>
                    <a:pt x="342286" y="219830"/>
                  </a:lnTo>
                  <a:lnTo>
                    <a:pt x="336081" y="224297"/>
                  </a:lnTo>
                  <a:lnTo>
                    <a:pt x="334167" y="225674"/>
                  </a:lnTo>
                  <a:lnTo>
                    <a:pt x="332732" y="226744"/>
                  </a:lnTo>
                  <a:lnTo>
                    <a:pt x="329920" y="228840"/>
                  </a:lnTo>
                  <a:lnTo>
                    <a:pt x="326780" y="229753"/>
                  </a:lnTo>
                  <a:lnTo>
                    <a:pt x="322721" y="230934"/>
                  </a:lnTo>
                  <a:lnTo>
                    <a:pt x="321369" y="231327"/>
                  </a:lnTo>
                  <a:lnTo>
                    <a:pt x="307855" y="219290"/>
                  </a:lnTo>
                  <a:lnTo>
                    <a:pt x="309755" y="209084"/>
                  </a:lnTo>
                  <a:lnTo>
                    <a:pt x="298404" y="203123"/>
                  </a:lnTo>
                  <a:lnTo>
                    <a:pt x="296063" y="209036"/>
                  </a:lnTo>
                  <a:lnTo>
                    <a:pt x="287797" y="204671"/>
                  </a:lnTo>
                  <a:lnTo>
                    <a:pt x="263277" y="192844"/>
                  </a:lnTo>
                  <a:lnTo>
                    <a:pt x="241192" y="177861"/>
                  </a:lnTo>
                  <a:lnTo>
                    <a:pt x="236196" y="188986"/>
                  </a:lnTo>
                  <a:lnTo>
                    <a:pt x="226079" y="179322"/>
                  </a:lnTo>
                  <a:lnTo>
                    <a:pt x="224332" y="177867"/>
                  </a:lnTo>
                  <a:lnTo>
                    <a:pt x="222471" y="176318"/>
                  </a:lnTo>
                  <a:lnTo>
                    <a:pt x="220096" y="174340"/>
                  </a:lnTo>
                  <a:lnTo>
                    <a:pt x="215897" y="170845"/>
                  </a:lnTo>
                  <a:lnTo>
                    <a:pt x="215900" y="170677"/>
                  </a:lnTo>
                  <a:lnTo>
                    <a:pt x="215904" y="170439"/>
                  </a:lnTo>
                  <a:lnTo>
                    <a:pt x="216074" y="161065"/>
                  </a:lnTo>
                  <a:lnTo>
                    <a:pt x="215755" y="159280"/>
                  </a:lnTo>
                  <a:lnTo>
                    <a:pt x="215669" y="158802"/>
                  </a:lnTo>
                  <a:lnTo>
                    <a:pt x="214239" y="150805"/>
                  </a:lnTo>
                  <a:lnTo>
                    <a:pt x="213857" y="148664"/>
                  </a:lnTo>
                  <a:lnTo>
                    <a:pt x="213265" y="145358"/>
                  </a:lnTo>
                  <a:lnTo>
                    <a:pt x="211642" y="141086"/>
                  </a:lnTo>
                  <a:lnTo>
                    <a:pt x="210525" y="138147"/>
                  </a:lnTo>
                  <a:lnTo>
                    <a:pt x="209476" y="136549"/>
                  </a:lnTo>
                  <a:lnTo>
                    <a:pt x="209028" y="135868"/>
                  </a:lnTo>
                  <a:lnTo>
                    <a:pt x="207100" y="132934"/>
                  </a:lnTo>
                  <a:lnTo>
                    <a:pt x="206043" y="131326"/>
                  </a:lnTo>
                  <a:lnTo>
                    <a:pt x="205754" y="130887"/>
                  </a:lnTo>
                  <a:lnTo>
                    <a:pt x="205295" y="130020"/>
                  </a:lnTo>
                  <a:lnTo>
                    <a:pt x="205219" y="129875"/>
                  </a:lnTo>
                  <a:lnTo>
                    <a:pt x="204198" y="127947"/>
                  </a:lnTo>
                  <a:lnTo>
                    <a:pt x="202608" y="124942"/>
                  </a:lnTo>
                  <a:lnTo>
                    <a:pt x="202239" y="124244"/>
                  </a:lnTo>
                  <a:lnTo>
                    <a:pt x="201619" y="123073"/>
                  </a:lnTo>
                  <a:lnTo>
                    <a:pt x="201337" y="122539"/>
                  </a:lnTo>
                  <a:lnTo>
                    <a:pt x="201177" y="122238"/>
                  </a:lnTo>
                  <a:lnTo>
                    <a:pt x="195996" y="117393"/>
                  </a:lnTo>
                  <a:lnTo>
                    <a:pt x="195648" y="117068"/>
                  </a:lnTo>
                  <a:lnTo>
                    <a:pt x="194762" y="116398"/>
                  </a:lnTo>
                  <a:lnTo>
                    <a:pt x="192208" y="114467"/>
                  </a:lnTo>
                  <a:lnTo>
                    <a:pt x="191316" y="113792"/>
                  </a:lnTo>
                  <a:lnTo>
                    <a:pt x="190502" y="113176"/>
                  </a:lnTo>
                  <a:lnTo>
                    <a:pt x="188559" y="111706"/>
                  </a:lnTo>
                  <a:lnTo>
                    <a:pt x="181318" y="113820"/>
                  </a:lnTo>
                  <a:lnTo>
                    <a:pt x="180013" y="114467"/>
                  </a:lnTo>
                  <a:lnTo>
                    <a:pt x="172005" y="118438"/>
                  </a:lnTo>
                  <a:lnTo>
                    <a:pt x="171334" y="119722"/>
                  </a:lnTo>
                  <a:lnTo>
                    <a:pt x="170077" y="122127"/>
                  </a:lnTo>
                  <a:lnTo>
                    <a:pt x="169582" y="123072"/>
                  </a:lnTo>
                  <a:lnTo>
                    <a:pt x="168965" y="124252"/>
                  </a:lnTo>
                  <a:lnTo>
                    <a:pt x="168589" y="124971"/>
                  </a:lnTo>
                  <a:lnTo>
                    <a:pt x="168783" y="125801"/>
                  </a:lnTo>
                  <a:lnTo>
                    <a:pt x="169585" y="129229"/>
                  </a:lnTo>
                  <a:lnTo>
                    <a:pt x="169903" y="130588"/>
                  </a:lnTo>
                  <a:lnTo>
                    <a:pt x="170027" y="131117"/>
                  </a:lnTo>
                  <a:lnTo>
                    <a:pt x="170277" y="132190"/>
                  </a:lnTo>
                  <a:lnTo>
                    <a:pt x="170333" y="132429"/>
                  </a:lnTo>
                  <a:lnTo>
                    <a:pt x="171394" y="134358"/>
                  </a:lnTo>
                  <a:lnTo>
                    <a:pt x="172591" y="136533"/>
                  </a:lnTo>
                  <a:lnTo>
                    <a:pt x="174053" y="139191"/>
                  </a:lnTo>
                  <a:lnTo>
                    <a:pt x="174269" y="139584"/>
                  </a:lnTo>
                  <a:lnTo>
                    <a:pt x="175337" y="139699"/>
                  </a:lnTo>
                  <a:lnTo>
                    <a:pt x="175072" y="140117"/>
                  </a:lnTo>
                  <a:lnTo>
                    <a:pt x="174418" y="141145"/>
                  </a:lnTo>
                  <a:lnTo>
                    <a:pt x="174214" y="141467"/>
                  </a:lnTo>
                  <a:lnTo>
                    <a:pt x="173625" y="142394"/>
                  </a:lnTo>
                  <a:lnTo>
                    <a:pt x="173281" y="143075"/>
                  </a:lnTo>
                  <a:lnTo>
                    <a:pt x="172475" y="144673"/>
                  </a:lnTo>
                  <a:lnTo>
                    <a:pt x="171065" y="146822"/>
                  </a:lnTo>
                  <a:lnTo>
                    <a:pt x="170787" y="147245"/>
                  </a:lnTo>
                  <a:lnTo>
                    <a:pt x="170381" y="147863"/>
                  </a:lnTo>
                  <a:lnTo>
                    <a:pt x="169881" y="148625"/>
                  </a:lnTo>
                  <a:lnTo>
                    <a:pt x="168699" y="150426"/>
                  </a:lnTo>
                  <a:lnTo>
                    <a:pt x="168384" y="150906"/>
                  </a:lnTo>
                  <a:lnTo>
                    <a:pt x="167849" y="151722"/>
                  </a:lnTo>
                  <a:lnTo>
                    <a:pt x="166744" y="153403"/>
                  </a:lnTo>
                  <a:lnTo>
                    <a:pt x="165714" y="155561"/>
                  </a:lnTo>
                  <a:lnTo>
                    <a:pt x="165214" y="156607"/>
                  </a:lnTo>
                  <a:lnTo>
                    <a:pt x="165095" y="156856"/>
                  </a:lnTo>
                  <a:lnTo>
                    <a:pt x="164779" y="157517"/>
                  </a:lnTo>
                  <a:lnTo>
                    <a:pt x="164079" y="158983"/>
                  </a:lnTo>
                  <a:lnTo>
                    <a:pt x="163822" y="159522"/>
                  </a:lnTo>
                  <a:lnTo>
                    <a:pt x="163055" y="161128"/>
                  </a:lnTo>
                  <a:lnTo>
                    <a:pt x="159403" y="159487"/>
                  </a:lnTo>
                  <a:lnTo>
                    <a:pt x="158499" y="159081"/>
                  </a:lnTo>
                  <a:lnTo>
                    <a:pt x="153360" y="156772"/>
                  </a:lnTo>
                  <a:lnTo>
                    <a:pt x="151582" y="155973"/>
                  </a:lnTo>
                  <a:lnTo>
                    <a:pt x="150557" y="155513"/>
                  </a:lnTo>
                  <a:lnTo>
                    <a:pt x="149331" y="154962"/>
                  </a:lnTo>
                  <a:lnTo>
                    <a:pt x="148344" y="154519"/>
                  </a:lnTo>
                  <a:lnTo>
                    <a:pt x="148046" y="154385"/>
                  </a:lnTo>
                  <a:lnTo>
                    <a:pt x="147686" y="153671"/>
                  </a:lnTo>
                  <a:lnTo>
                    <a:pt x="147592" y="153485"/>
                  </a:lnTo>
                  <a:lnTo>
                    <a:pt x="147171" y="152652"/>
                  </a:lnTo>
                  <a:lnTo>
                    <a:pt x="147034" y="152381"/>
                  </a:lnTo>
                  <a:lnTo>
                    <a:pt x="146966" y="152247"/>
                  </a:lnTo>
                  <a:lnTo>
                    <a:pt x="146237" y="150804"/>
                  </a:lnTo>
                  <a:lnTo>
                    <a:pt x="145750" y="149842"/>
                  </a:lnTo>
                  <a:lnTo>
                    <a:pt x="145591" y="149526"/>
                  </a:lnTo>
                  <a:lnTo>
                    <a:pt x="145523" y="149391"/>
                  </a:lnTo>
                  <a:lnTo>
                    <a:pt x="145349" y="149047"/>
                  </a:lnTo>
                  <a:lnTo>
                    <a:pt x="144316" y="147005"/>
                  </a:lnTo>
                  <a:lnTo>
                    <a:pt x="143547" y="145482"/>
                  </a:lnTo>
                  <a:lnTo>
                    <a:pt x="143166" y="144728"/>
                  </a:lnTo>
                  <a:lnTo>
                    <a:pt x="142558" y="143527"/>
                  </a:lnTo>
                  <a:lnTo>
                    <a:pt x="142379" y="143173"/>
                  </a:lnTo>
                  <a:lnTo>
                    <a:pt x="142183" y="142785"/>
                  </a:lnTo>
                  <a:lnTo>
                    <a:pt x="142032" y="142485"/>
                  </a:lnTo>
                  <a:lnTo>
                    <a:pt x="141561" y="141554"/>
                  </a:lnTo>
                  <a:lnTo>
                    <a:pt x="140381" y="139220"/>
                  </a:lnTo>
                  <a:lnTo>
                    <a:pt x="140219" y="138899"/>
                  </a:lnTo>
                  <a:lnTo>
                    <a:pt x="140018" y="138502"/>
                  </a:lnTo>
                  <a:lnTo>
                    <a:pt x="139421" y="136884"/>
                  </a:lnTo>
                  <a:lnTo>
                    <a:pt x="138505" y="134404"/>
                  </a:lnTo>
                  <a:lnTo>
                    <a:pt x="137999" y="133033"/>
                  </a:lnTo>
                  <a:lnTo>
                    <a:pt x="137400" y="133411"/>
                  </a:lnTo>
                  <a:lnTo>
                    <a:pt x="136124" y="134218"/>
                  </a:lnTo>
                  <a:lnTo>
                    <a:pt x="135621" y="134404"/>
                  </a:lnTo>
                  <a:lnTo>
                    <a:pt x="134147" y="134948"/>
                  </a:lnTo>
                  <a:lnTo>
                    <a:pt x="132355" y="137171"/>
                  </a:lnTo>
                  <a:lnTo>
                    <a:pt x="131937" y="137691"/>
                  </a:lnTo>
                  <a:lnTo>
                    <a:pt x="131305" y="138475"/>
                  </a:lnTo>
                  <a:lnTo>
                    <a:pt x="129071" y="141912"/>
                  </a:lnTo>
                  <a:lnTo>
                    <a:pt x="124059" y="148972"/>
                  </a:lnTo>
                  <a:lnTo>
                    <a:pt x="118960" y="142486"/>
                  </a:lnTo>
                  <a:lnTo>
                    <a:pt x="115213" y="137699"/>
                  </a:lnTo>
                  <a:lnTo>
                    <a:pt x="109592" y="133137"/>
                  </a:lnTo>
                  <a:lnTo>
                    <a:pt x="98537" y="126486"/>
                  </a:lnTo>
                  <a:lnTo>
                    <a:pt x="98280" y="126532"/>
                  </a:lnTo>
                  <a:lnTo>
                    <a:pt x="97551" y="126663"/>
                  </a:lnTo>
                  <a:lnTo>
                    <a:pt x="96843" y="126789"/>
                  </a:lnTo>
                  <a:lnTo>
                    <a:pt x="96429" y="126862"/>
                  </a:lnTo>
                  <a:lnTo>
                    <a:pt x="94642" y="127180"/>
                  </a:lnTo>
                  <a:lnTo>
                    <a:pt x="93367" y="127409"/>
                  </a:lnTo>
                  <a:lnTo>
                    <a:pt x="91914" y="127321"/>
                  </a:lnTo>
                  <a:lnTo>
                    <a:pt x="89083" y="127150"/>
                  </a:lnTo>
                  <a:lnTo>
                    <a:pt x="88152" y="128001"/>
                  </a:lnTo>
                  <a:lnTo>
                    <a:pt x="84872" y="131000"/>
                  </a:lnTo>
                  <a:lnTo>
                    <a:pt x="84563" y="131283"/>
                  </a:lnTo>
                  <a:lnTo>
                    <a:pt x="84363" y="131465"/>
                  </a:lnTo>
                  <a:lnTo>
                    <a:pt x="83012" y="132701"/>
                  </a:lnTo>
                  <a:lnTo>
                    <a:pt x="81534" y="134053"/>
                  </a:lnTo>
                  <a:lnTo>
                    <a:pt x="79629" y="135784"/>
                  </a:lnTo>
                  <a:lnTo>
                    <a:pt x="78986" y="134946"/>
                  </a:lnTo>
                  <a:lnTo>
                    <a:pt x="77678" y="133239"/>
                  </a:lnTo>
                  <a:lnTo>
                    <a:pt x="77200" y="132614"/>
                  </a:lnTo>
                  <a:lnTo>
                    <a:pt x="77070" y="132445"/>
                  </a:lnTo>
                  <a:lnTo>
                    <a:pt x="76220" y="131335"/>
                  </a:lnTo>
                  <a:lnTo>
                    <a:pt x="75326" y="130033"/>
                  </a:lnTo>
                  <a:lnTo>
                    <a:pt x="75107" y="129714"/>
                  </a:lnTo>
                  <a:lnTo>
                    <a:pt x="74271" y="128575"/>
                  </a:lnTo>
                  <a:lnTo>
                    <a:pt x="73974" y="128183"/>
                  </a:lnTo>
                  <a:lnTo>
                    <a:pt x="73603" y="127693"/>
                  </a:lnTo>
                  <a:lnTo>
                    <a:pt x="72689" y="126931"/>
                  </a:lnTo>
                  <a:lnTo>
                    <a:pt x="71158" y="125655"/>
                  </a:lnTo>
                  <a:lnTo>
                    <a:pt x="69831" y="125401"/>
                  </a:lnTo>
                  <a:lnTo>
                    <a:pt x="69633" y="125363"/>
                  </a:lnTo>
                  <a:lnTo>
                    <a:pt x="69225" y="125285"/>
                  </a:lnTo>
                  <a:lnTo>
                    <a:pt x="67411" y="124975"/>
                  </a:lnTo>
                  <a:lnTo>
                    <a:pt x="67244" y="124986"/>
                  </a:lnTo>
                  <a:lnTo>
                    <a:pt x="64793" y="125149"/>
                  </a:lnTo>
                  <a:lnTo>
                    <a:pt x="63193" y="125256"/>
                  </a:lnTo>
                  <a:lnTo>
                    <a:pt x="59517" y="125501"/>
                  </a:lnTo>
                  <a:lnTo>
                    <a:pt x="58128" y="125594"/>
                  </a:lnTo>
                  <a:lnTo>
                    <a:pt x="57639" y="125627"/>
                  </a:lnTo>
                  <a:lnTo>
                    <a:pt x="55394" y="125633"/>
                  </a:lnTo>
                  <a:lnTo>
                    <a:pt x="54637" y="125635"/>
                  </a:lnTo>
                  <a:lnTo>
                    <a:pt x="47854" y="125656"/>
                  </a:lnTo>
                  <a:lnTo>
                    <a:pt x="47151" y="125658"/>
                  </a:lnTo>
                  <a:lnTo>
                    <a:pt x="47073" y="126387"/>
                  </a:lnTo>
                  <a:lnTo>
                    <a:pt x="46218" y="134274"/>
                  </a:lnTo>
                  <a:lnTo>
                    <a:pt x="46014" y="134614"/>
                  </a:lnTo>
                  <a:lnTo>
                    <a:pt x="44858" y="136539"/>
                  </a:lnTo>
                  <a:lnTo>
                    <a:pt x="41893" y="135830"/>
                  </a:lnTo>
                  <a:lnTo>
                    <a:pt x="40213" y="135429"/>
                  </a:lnTo>
                  <a:lnTo>
                    <a:pt x="39287" y="135207"/>
                  </a:lnTo>
                  <a:lnTo>
                    <a:pt x="38232" y="135062"/>
                  </a:lnTo>
                  <a:lnTo>
                    <a:pt x="34366" y="134529"/>
                  </a:lnTo>
                  <a:lnTo>
                    <a:pt x="33849" y="134518"/>
                  </a:lnTo>
                  <a:lnTo>
                    <a:pt x="30790" y="134455"/>
                  </a:lnTo>
                  <a:lnTo>
                    <a:pt x="28135" y="134400"/>
                  </a:lnTo>
                  <a:lnTo>
                    <a:pt x="27752" y="134392"/>
                  </a:lnTo>
                  <a:lnTo>
                    <a:pt x="24144" y="134317"/>
                  </a:lnTo>
                  <a:lnTo>
                    <a:pt x="14293" y="134109"/>
                  </a:lnTo>
                  <a:lnTo>
                    <a:pt x="13500" y="133299"/>
                  </a:lnTo>
                  <a:lnTo>
                    <a:pt x="9877" y="129598"/>
                  </a:lnTo>
                  <a:lnTo>
                    <a:pt x="9148" y="128853"/>
                  </a:lnTo>
                  <a:lnTo>
                    <a:pt x="7526" y="127196"/>
                  </a:lnTo>
                  <a:lnTo>
                    <a:pt x="5217" y="124838"/>
                  </a:lnTo>
                  <a:lnTo>
                    <a:pt x="3236" y="123537"/>
                  </a:lnTo>
                  <a:lnTo>
                    <a:pt x="3173" y="123406"/>
                  </a:lnTo>
                  <a:lnTo>
                    <a:pt x="2436" y="121869"/>
                  </a:lnTo>
                  <a:lnTo>
                    <a:pt x="2344" y="121677"/>
                  </a:lnTo>
                  <a:lnTo>
                    <a:pt x="2033" y="121028"/>
                  </a:lnTo>
                  <a:lnTo>
                    <a:pt x="1571" y="120063"/>
                  </a:lnTo>
                  <a:lnTo>
                    <a:pt x="1421" y="119751"/>
                  </a:lnTo>
                  <a:lnTo>
                    <a:pt x="1209" y="119309"/>
                  </a:lnTo>
                  <a:lnTo>
                    <a:pt x="821" y="118501"/>
                  </a:lnTo>
                  <a:lnTo>
                    <a:pt x="559" y="117954"/>
                  </a:lnTo>
                  <a:lnTo>
                    <a:pt x="368" y="117554"/>
                  </a:lnTo>
                  <a:lnTo>
                    <a:pt x="0" y="116783"/>
                  </a:lnTo>
                  <a:lnTo>
                    <a:pt x="7281" y="117234"/>
                  </a:lnTo>
                  <a:lnTo>
                    <a:pt x="17017" y="113539"/>
                  </a:lnTo>
                  <a:lnTo>
                    <a:pt x="21889" y="110314"/>
                  </a:lnTo>
                  <a:lnTo>
                    <a:pt x="24118" y="107758"/>
                  </a:lnTo>
                  <a:lnTo>
                    <a:pt x="28213" y="103066"/>
                  </a:lnTo>
                  <a:lnTo>
                    <a:pt x="30179" y="100813"/>
                  </a:lnTo>
                  <a:lnTo>
                    <a:pt x="30592" y="100340"/>
                  </a:lnTo>
                  <a:lnTo>
                    <a:pt x="33043" y="97535"/>
                  </a:lnTo>
                  <a:lnTo>
                    <a:pt x="33367" y="97163"/>
                  </a:lnTo>
                  <a:lnTo>
                    <a:pt x="36019" y="94128"/>
                  </a:lnTo>
                  <a:lnTo>
                    <a:pt x="36679" y="93373"/>
                  </a:lnTo>
                  <a:lnTo>
                    <a:pt x="39274" y="90404"/>
                  </a:lnTo>
                  <a:lnTo>
                    <a:pt x="41953" y="87337"/>
                  </a:lnTo>
                  <a:lnTo>
                    <a:pt x="44503" y="84419"/>
                  </a:lnTo>
                  <a:lnTo>
                    <a:pt x="53022" y="74669"/>
                  </a:lnTo>
                  <a:lnTo>
                    <a:pt x="55212" y="72163"/>
                  </a:lnTo>
                  <a:lnTo>
                    <a:pt x="59107" y="67704"/>
                  </a:lnTo>
                  <a:lnTo>
                    <a:pt x="61120" y="65401"/>
                  </a:lnTo>
                  <a:lnTo>
                    <a:pt x="68164" y="57339"/>
                  </a:lnTo>
                  <a:lnTo>
                    <a:pt x="69933" y="55314"/>
                  </a:lnTo>
                  <a:lnTo>
                    <a:pt x="74637" y="49930"/>
                  </a:lnTo>
                  <a:lnTo>
                    <a:pt x="75719" y="48960"/>
                  </a:lnTo>
                  <a:lnTo>
                    <a:pt x="80995" y="44225"/>
                  </a:lnTo>
                  <a:lnTo>
                    <a:pt x="85457" y="40223"/>
                  </a:lnTo>
                  <a:lnTo>
                    <a:pt x="86664" y="39640"/>
                  </a:lnTo>
                  <a:lnTo>
                    <a:pt x="88504" y="38752"/>
                  </a:lnTo>
                  <a:lnTo>
                    <a:pt x="88701" y="38657"/>
                  </a:lnTo>
                  <a:lnTo>
                    <a:pt x="91332" y="37387"/>
                  </a:lnTo>
                  <a:lnTo>
                    <a:pt x="94577" y="35821"/>
                  </a:lnTo>
                  <a:lnTo>
                    <a:pt x="94977" y="35635"/>
                  </a:lnTo>
                  <a:lnTo>
                    <a:pt x="95503" y="35498"/>
                  </a:lnTo>
                  <a:lnTo>
                    <a:pt x="95948" y="35382"/>
                  </a:lnTo>
                  <a:lnTo>
                    <a:pt x="96518" y="35234"/>
                  </a:lnTo>
                  <a:lnTo>
                    <a:pt x="99083" y="34566"/>
                  </a:lnTo>
                  <a:lnTo>
                    <a:pt x="103560" y="33401"/>
                  </a:lnTo>
                  <a:lnTo>
                    <a:pt x="105687" y="32853"/>
                  </a:lnTo>
                  <a:lnTo>
                    <a:pt x="121767" y="33023"/>
                  </a:lnTo>
                  <a:lnTo>
                    <a:pt x="127558" y="33084"/>
                  </a:lnTo>
                  <a:lnTo>
                    <a:pt x="134814" y="33161"/>
                  </a:lnTo>
                  <a:lnTo>
                    <a:pt x="172070" y="33556"/>
                  </a:lnTo>
                  <a:lnTo>
                    <a:pt x="176237" y="33600"/>
                  </a:lnTo>
                  <a:lnTo>
                    <a:pt x="183807" y="33680"/>
                  </a:lnTo>
                  <a:lnTo>
                    <a:pt x="189324" y="33739"/>
                  </a:lnTo>
                  <a:lnTo>
                    <a:pt x="193616" y="34369"/>
                  </a:lnTo>
                  <a:lnTo>
                    <a:pt x="194051" y="34433"/>
                  </a:lnTo>
                  <a:lnTo>
                    <a:pt x="198732" y="35120"/>
                  </a:lnTo>
                  <a:lnTo>
                    <a:pt x="201222" y="35396"/>
                  </a:lnTo>
                  <a:lnTo>
                    <a:pt x="203719" y="35584"/>
                  </a:lnTo>
                  <a:lnTo>
                    <a:pt x="206733" y="35696"/>
                  </a:lnTo>
                  <a:lnTo>
                    <a:pt x="208569" y="35687"/>
                  </a:lnTo>
                  <a:lnTo>
                    <a:pt x="209748" y="35681"/>
                  </a:lnTo>
                  <a:lnTo>
                    <a:pt x="212761" y="35540"/>
                  </a:lnTo>
                  <a:lnTo>
                    <a:pt x="216059" y="35204"/>
                  </a:lnTo>
                  <a:lnTo>
                    <a:pt x="217856" y="34783"/>
                  </a:lnTo>
                  <a:lnTo>
                    <a:pt x="219936" y="34251"/>
                  </a:lnTo>
                  <a:lnTo>
                    <a:pt x="222006" y="33678"/>
                  </a:lnTo>
                  <a:lnTo>
                    <a:pt x="224065" y="33065"/>
                  </a:lnTo>
                  <a:lnTo>
                    <a:pt x="226111" y="32410"/>
                  </a:lnTo>
                  <a:lnTo>
                    <a:pt x="226567" y="32254"/>
                  </a:lnTo>
                  <a:lnTo>
                    <a:pt x="228145" y="31715"/>
                  </a:lnTo>
                  <a:lnTo>
                    <a:pt x="230166" y="30979"/>
                  </a:lnTo>
                  <a:lnTo>
                    <a:pt x="232172" y="30204"/>
                  </a:lnTo>
                  <a:lnTo>
                    <a:pt x="246256" y="22974"/>
                  </a:lnTo>
                  <a:lnTo>
                    <a:pt x="246944" y="22621"/>
                  </a:lnTo>
                  <a:lnTo>
                    <a:pt x="249506" y="21306"/>
                  </a:lnTo>
                  <a:lnTo>
                    <a:pt x="250266" y="20828"/>
                  </a:lnTo>
                  <a:lnTo>
                    <a:pt x="251643" y="19961"/>
                  </a:lnTo>
                  <a:lnTo>
                    <a:pt x="265344" y="11341"/>
                  </a:lnTo>
                  <a:lnTo>
                    <a:pt x="270734" y="7949"/>
                  </a:lnTo>
                  <a:lnTo>
                    <a:pt x="271038" y="7758"/>
                  </a:lnTo>
                  <a:lnTo>
                    <a:pt x="280914" y="1545"/>
                  </a:lnTo>
                  <a:lnTo>
                    <a:pt x="283447" y="0"/>
                  </a:lnTo>
                  <a:lnTo>
                    <a:pt x="284197" y="1197"/>
                  </a:lnTo>
                  <a:lnTo>
                    <a:pt x="296722" y="21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91396" y="2971629"/>
              <a:ext cx="333384" cy="416418"/>
            </a:xfrm>
            <a:custGeom>
              <a:avLst/>
              <a:pathLst>
                <a:path w="333384" h="416418">
                  <a:moveTo>
                    <a:pt x="104711" y="14781"/>
                  </a:moveTo>
                  <a:lnTo>
                    <a:pt x="115766" y="21431"/>
                  </a:lnTo>
                  <a:lnTo>
                    <a:pt x="121386" y="25992"/>
                  </a:lnTo>
                  <a:lnTo>
                    <a:pt x="125133" y="30780"/>
                  </a:lnTo>
                  <a:lnTo>
                    <a:pt x="130233" y="37266"/>
                  </a:lnTo>
                  <a:lnTo>
                    <a:pt x="135245" y="30205"/>
                  </a:lnTo>
                  <a:lnTo>
                    <a:pt x="137482" y="26764"/>
                  </a:lnTo>
                  <a:lnTo>
                    <a:pt x="138110" y="25984"/>
                  </a:lnTo>
                  <a:lnTo>
                    <a:pt x="138529" y="25465"/>
                  </a:lnTo>
                  <a:lnTo>
                    <a:pt x="140327" y="23239"/>
                  </a:lnTo>
                  <a:lnTo>
                    <a:pt x="141794" y="22698"/>
                  </a:lnTo>
                  <a:lnTo>
                    <a:pt x="142301" y="22510"/>
                  </a:lnTo>
                  <a:lnTo>
                    <a:pt x="143580" y="21701"/>
                  </a:lnTo>
                  <a:lnTo>
                    <a:pt x="144173" y="21327"/>
                  </a:lnTo>
                  <a:lnTo>
                    <a:pt x="144679" y="22698"/>
                  </a:lnTo>
                  <a:lnTo>
                    <a:pt x="145621" y="25250"/>
                  </a:lnTo>
                  <a:lnTo>
                    <a:pt x="146192" y="26795"/>
                  </a:lnTo>
                  <a:lnTo>
                    <a:pt x="146393" y="27193"/>
                  </a:lnTo>
                  <a:lnTo>
                    <a:pt x="146555" y="27514"/>
                  </a:lnTo>
                  <a:lnTo>
                    <a:pt x="147734" y="29847"/>
                  </a:lnTo>
                  <a:lnTo>
                    <a:pt x="148206" y="30780"/>
                  </a:lnTo>
                  <a:lnTo>
                    <a:pt x="148357" y="31078"/>
                  </a:lnTo>
                  <a:lnTo>
                    <a:pt x="148609" y="31578"/>
                  </a:lnTo>
                  <a:lnTo>
                    <a:pt x="148731" y="31820"/>
                  </a:lnTo>
                  <a:lnTo>
                    <a:pt x="149339" y="33022"/>
                  </a:lnTo>
                  <a:lnTo>
                    <a:pt x="149747" y="33830"/>
                  </a:lnTo>
                  <a:lnTo>
                    <a:pt x="150490" y="35298"/>
                  </a:lnTo>
                  <a:lnTo>
                    <a:pt x="151522" y="37341"/>
                  </a:lnTo>
                  <a:lnTo>
                    <a:pt x="151696" y="37685"/>
                  </a:lnTo>
                  <a:lnTo>
                    <a:pt x="151764" y="37819"/>
                  </a:lnTo>
                  <a:lnTo>
                    <a:pt x="151924" y="38135"/>
                  </a:lnTo>
                  <a:lnTo>
                    <a:pt x="152410" y="39098"/>
                  </a:lnTo>
                  <a:lnTo>
                    <a:pt x="153139" y="40540"/>
                  </a:lnTo>
                  <a:lnTo>
                    <a:pt x="153207" y="40675"/>
                  </a:lnTo>
                  <a:lnTo>
                    <a:pt x="153344" y="40946"/>
                  </a:lnTo>
                  <a:lnTo>
                    <a:pt x="153765" y="41779"/>
                  </a:lnTo>
                  <a:lnTo>
                    <a:pt x="153860" y="41966"/>
                  </a:lnTo>
                  <a:lnTo>
                    <a:pt x="154220" y="42678"/>
                  </a:lnTo>
                  <a:lnTo>
                    <a:pt x="154518" y="42812"/>
                  </a:lnTo>
                  <a:lnTo>
                    <a:pt x="155505" y="43256"/>
                  </a:lnTo>
                  <a:lnTo>
                    <a:pt x="156731" y="43806"/>
                  </a:lnTo>
                  <a:lnTo>
                    <a:pt x="157755" y="44266"/>
                  </a:lnTo>
                  <a:lnTo>
                    <a:pt x="159533" y="45065"/>
                  </a:lnTo>
                  <a:lnTo>
                    <a:pt x="164673" y="47374"/>
                  </a:lnTo>
                  <a:lnTo>
                    <a:pt x="165577" y="47780"/>
                  </a:lnTo>
                  <a:lnTo>
                    <a:pt x="169231" y="49416"/>
                  </a:lnTo>
                  <a:lnTo>
                    <a:pt x="169995" y="47816"/>
                  </a:lnTo>
                  <a:lnTo>
                    <a:pt x="170253" y="47276"/>
                  </a:lnTo>
                  <a:lnTo>
                    <a:pt x="170953" y="45811"/>
                  </a:lnTo>
                  <a:lnTo>
                    <a:pt x="171269" y="45150"/>
                  </a:lnTo>
                  <a:lnTo>
                    <a:pt x="171388" y="44900"/>
                  </a:lnTo>
                  <a:lnTo>
                    <a:pt x="171887" y="43854"/>
                  </a:lnTo>
                  <a:lnTo>
                    <a:pt x="172918" y="41697"/>
                  </a:lnTo>
                  <a:lnTo>
                    <a:pt x="174022" y="40015"/>
                  </a:lnTo>
                  <a:lnTo>
                    <a:pt x="174558" y="39199"/>
                  </a:lnTo>
                  <a:lnTo>
                    <a:pt x="174872" y="38720"/>
                  </a:lnTo>
                  <a:lnTo>
                    <a:pt x="176054" y="36919"/>
                  </a:lnTo>
                  <a:lnTo>
                    <a:pt x="176555" y="36156"/>
                  </a:lnTo>
                  <a:lnTo>
                    <a:pt x="176978" y="35512"/>
                  </a:lnTo>
                  <a:lnTo>
                    <a:pt x="177238" y="35115"/>
                  </a:lnTo>
                  <a:lnTo>
                    <a:pt x="178649" y="32966"/>
                  </a:lnTo>
                  <a:lnTo>
                    <a:pt x="179454" y="31369"/>
                  </a:lnTo>
                  <a:lnTo>
                    <a:pt x="179798" y="30688"/>
                  </a:lnTo>
                  <a:lnTo>
                    <a:pt x="180387" y="29760"/>
                  </a:lnTo>
                  <a:lnTo>
                    <a:pt x="180592" y="29439"/>
                  </a:lnTo>
                  <a:lnTo>
                    <a:pt x="181245" y="28410"/>
                  </a:lnTo>
                  <a:lnTo>
                    <a:pt x="181416" y="27967"/>
                  </a:lnTo>
                  <a:lnTo>
                    <a:pt x="180442" y="27877"/>
                  </a:lnTo>
                  <a:lnTo>
                    <a:pt x="180226" y="27484"/>
                  </a:lnTo>
                  <a:lnTo>
                    <a:pt x="178764" y="24826"/>
                  </a:lnTo>
                  <a:lnTo>
                    <a:pt x="177568" y="22652"/>
                  </a:lnTo>
                  <a:lnTo>
                    <a:pt x="176482" y="20618"/>
                  </a:lnTo>
                  <a:lnTo>
                    <a:pt x="176405" y="20289"/>
                  </a:lnTo>
                  <a:lnTo>
                    <a:pt x="176200" y="19411"/>
                  </a:lnTo>
                  <a:lnTo>
                    <a:pt x="176076" y="18881"/>
                  </a:lnTo>
                  <a:lnTo>
                    <a:pt x="175758" y="17523"/>
                  </a:lnTo>
                  <a:lnTo>
                    <a:pt x="174957" y="14094"/>
                  </a:lnTo>
                  <a:lnTo>
                    <a:pt x="174763" y="13264"/>
                  </a:lnTo>
                  <a:lnTo>
                    <a:pt x="175139" y="12545"/>
                  </a:lnTo>
                  <a:lnTo>
                    <a:pt x="175756" y="11366"/>
                  </a:lnTo>
                  <a:lnTo>
                    <a:pt x="176250" y="10420"/>
                  </a:lnTo>
                  <a:lnTo>
                    <a:pt x="177507" y="8016"/>
                  </a:lnTo>
                  <a:lnTo>
                    <a:pt x="178185" y="6728"/>
                  </a:lnTo>
                  <a:lnTo>
                    <a:pt x="186186" y="2760"/>
                  </a:lnTo>
                  <a:lnTo>
                    <a:pt x="187498" y="2111"/>
                  </a:lnTo>
                  <a:lnTo>
                    <a:pt x="194732" y="0"/>
                  </a:lnTo>
                  <a:lnTo>
                    <a:pt x="196676" y="1470"/>
                  </a:lnTo>
                  <a:lnTo>
                    <a:pt x="197489" y="2085"/>
                  </a:lnTo>
                  <a:lnTo>
                    <a:pt x="198382" y="2760"/>
                  </a:lnTo>
                  <a:lnTo>
                    <a:pt x="200935" y="4691"/>
                  </a:lnTo>
                  <a:lnTo>
                    <a:pt x="201821" y="5362"/>
                  </a:lnTo>
                  <a:lnTo>
                    <a:pt x="202169" y="5687"/>
                  </a:lnTo>
                  <a:lnTo>
                    <a:pt x="207351" y="10532"/>
                  </a:lnTo>
                  <a:lnTo>
                    <a:pt x="207510" y="10833"/>
                  </a:lnTo>
                  <a:lnTo>
                    <a:pt x="207792" y="11366"/>
                  </a:lnTo>
                  <a:lnTo>
                    <a:pt x="208412" y="12537"/>
                  </a:lnTo>
                  <a:lnTo>
                    <a:pt x="208782" y="13235"/>
                  </a:lnTo>
                  <a:lnTo>
                    <a:pt x="210372" y="16240"/>
                  </a:lnTo>
                  <a:lnTo>
                    <a:pt x="211392" y="18169"/>
                  </a:lnTo>
                  <a:lnTo>
                    <a:pt x="211469" y="18313"/>
                  </a:lnTo>
                  <a:lnTo>
                    <a:pt x="211928" y="19180"/>
                  </a:lnTo>
                  <a:lnTo>
                    <a:pt x="212217" y="19619"/>
                  </a:lnTo>
                  <a:lnTo>
                    <a:pt x="213273" y="21227"/>
                  </a:lnTo>
                  <a:lnTo>
                    <a:pt x="215202" y="24162"/>
                  </a:lnTo>
                  <a:lnTo>
                    <a:pt x="215649" y="24843"/>
                  </a:lnTo>
                  <a:lnTo>
                    <a:pt x="216698" y="26440"/>
                  </a:lnTo>
                  <a:lnTo>
                    <a:pt x="217816" y="29379"/>
                  </a:lnTo>
                  <a:lnTo>
                    <a:pt x="219438" y="33652"/>
                  </a:lnTo>
                  <a:lnTo>
                    <a:pt x="220030" y="36957"/>
                  </a:lnTo>
                  <a:lnTo>
                    <a:pt x="220413" y="39099"/>
                  </a:lnTo>
                  <a:lnTo>
                    <a:pt x="221843" y="47095"/>
                  </a:lnTo>
                  <a:lnTo>
                    <a:pt x="221928" y="47573"/>
                  </a:lnTo>
                  <a:lnTo>
                    <a:pt x="222247" y="49359"/>
                  </a:lnTo>
                  <a:lnTo>
                    <a:pt x="222078" y="58733"/>
                  </a:lnTo>
                  <a:lnTo>
                    <a:pt x="222074" y="58970"/>
                  </a:lnTo>
                  <a:lnTo>
                    <a:pt x="222070" y="59138"/>
                  </a:lnTo>
                  <a:lnTo>
                    <a:pt x="226269" y="62634"/>
                  </a:lnTo>
                  <a:lnTo>
                    <a:pt x="228645" y="64611"/>
                  </a:lnTo>
                  <a:lnTo>
                    <a:pt x="230505" y="66160"/>
                  </a:lnTo>
                  <a:lnTo>
                    <a:pt x="232253" y="67615"/>
                  </a:lnTo>
                  <a:lnTo>
                    <a:pt x="242369" y="77279"/>
                  </a:lnTo>
                  <a:lnTo>
                    <a:pt x="265337" y="96099"/>
                  </a:lnTo>
                  <a:lnTo>
                    <a:pt x="273658" y="105863"/>
                  </a:lnTo>
                  <a:lnTo>
                    <a:pt x="288877" y="123723"/>
                  </a:lnTo>
                  <a:lnTo>
                    <a:pt x="290943" y="131889"/>
                  </a:lnTo>
                  <a:lnTo>
                    <a:pt x="311089" y="162420"/>
                  </a:lnTo>
                  <a:lnTo>
                    <a:pt x="295232" y="170483"/>
                  </a:lnTo>
                  <a:lnTo>
                    <a:pt x="289258" y="173521"/>
                  </a:lnTo>
                  <a:lnTo>
                    <a:pt x="282273" y="186723"/>
                  </a:lnTo>
                  <a:lnTo>
                    <a:pt x="281653" y="191165"/>
                  </a:lnTo>
                  <a:lnTo>
                    <a:pt x="280323" y="200627"/>
                  </a:lnTo>
                  <a:lnTo>
                    <a:pt x="274568" y="202738"/>
                  </a:lnTo>
                  <a:lnTo>
                    <a:pt x="267784" y="205227"/>
                  </a:lnTo>
                  <a:lnTo>
                    <a:pt x="262949" y="203372"/>
                  </a:lnTo>
                  <a:lnTo>
                    <a:pt x="257190" y="201162"/>
                  </a:lnTo>
                  <a:lnTo>
                    <a:pt x="255794" y="200627"/>
                  </a:lnTo>
                  <a:lnTo>
                    <a:pt x="251899" y="199133"/>
                  </a:lnTo>
                  <a:lnTo>
                    <a:pt x="247042" y="197269"/>
                  </a:lnTo>
                  <a:lnTo>
                    <a:pt x="245509" y="196681"/>
                  </a:lnTo>
                  <a:lnTo>
                    <a:pt x="242297" y="198291"/>
                  </a:lnTo>
                  <a:lnTo>
                    <a:pt x="239668" y="199609"/>
                  </a:lnTo>
                  <a:lnTo>
                    <a:pt x="236579" y="198371"/>
                  </a:lnTo>
                  <a:lnTo>
                    <a:pt x="231616" y="196380"/>
                  </a:lnTo>
                  <a:lnTo>
                    <a:pt x="231574" y="196929"/>
                  </a:lnTo>
                  <a:lnTo>
                    <a:pt x="235948" y="214381"/>
                  </a:lnTo>
                  <a:lnTo>
                    <a:pt x="235663" y="214479"/>
                  </a:lnTo>
                  <a:lnTo>
                    <a:pt x="234002" y="215045"/>
                  </a:lnTo>
                  <a:lnTo>
                    <a:pt x="220692" y="219639"/>
                  </a:lnTo>
                  <a:lnTo>
                    <a:pt x="220552" y="219687"/>
                  </a:lnTo>
                  <a:lnTo>
                    <a:pt x="220618" y="219930"/>
                  </a:lnTo>
                  <a:lnTo>
                    <a:pt x="221064" y="224042"/>
                  </a:lnTo>
                  <a:lnTo>
                    <a:pt x="222344" y="235842"/>
                  </a:lnTo>
                  <a:lnTo>
                    <a:pt x="224548" y="236112"/>
                  </a:lnTo>
                  <a:lnTo>
                    <a:pt x="224196" y="248187"/>
                  </a:lnTo>
                  <a:lnTo>
                    <a:pt x="219787" y="248367"/>
                  </a:lnTo>
                  <a:lnTo>
                    <a:pt x="213172" y="252210"/>
                  </a:lnTo>
                  <a:lnTo>
                    <a:pt x="210179" y="256233"/>
                  </a:lnTo>
                  <a:lnTo>
                    <a:pt x="211653" y="260532"/>
                  </a:lnTo>
                  <a:lnTo>
                    <a:pt x="212588" y="263257"/>
                  </a:lnTo>
                  <a:lnTo>
                    <a:pt x="213440" y="278554"/>
                  </a:lnTo>
                  <a:lnTo>
                    <a:pt x="220757" y="282699"/>
                  </a:lnTo>
                  <a:lnTo>
                    <a:pt x="230014" y="282068"/>
                  </a:lnTo>
                  <a:lnTo>
                    <a:pt x="233276" y="291620"/>
                  </a:lnTo>
                  <a:lnTo>
                    <a:pt x="225871" y="294954"/>
                  </a:lnTo>
                  <a:lnTo>
                    <a:pt x="220933" y="309282"/>
                  </a:lnTo>
                  <a:lnTo>
                    <a:pt x="301603" y="364918"/>
                  </a:lnTo>
                  <a:lnTo>
                    <a:pt x="309966" y="370873"/>
                  </a:lnTo>
                  <a:lnTo>
                    <a:pt x="333384" y="387552"/>
                  </a:lnTo>
                  <a:lnTo>
                    <a:pt x="320407" y="407618"/>
                  </a:lnTo>
                  <a:lnTo>
                    <a:pt x="304590" y="416418"/>
                  </a:lnTo>
                  <a:lnTo>
                    <a:pt x="290768" y="379273"/>
                  </a:lnTo>
                  <a:lnTo>
                    <a:pt x="289430" y="378246"/>
                  </a:lnTo>
                  <a:lnTo>
                    <a:pt x="268279" y="362002"/>
                  </a:lnTo>
                  <a:lnTo>
                    <a:pt x="219787" y="317031"/>
                  </a:lnTo>
                  <a:lnTo>
                    <a:pt x="196207" y="325565"/>
                  </a:lnTo>
                  <a:lnTo>
                    <a:pt x="193484" y="356890"/>
                  </a:lnTo>
                  <a:lnTo>
                    <a:pt x="175631" y="382402"/>
                  </a:lnTo>
                  <a:lnTo>
                    <a:pt x="167862" y="376827"/>
                  </a:lnTo>
                  <a:lnTo>
                    <a:pt x="166393" y="376021"/>
                  </a:lnTo>
                  <a:lnTo>
                    <a:pt x="156077" y="382671"/>
                  </a:lnTo>
                  <a:lnTo>
                    <a:pt x="155865" y="382398"/>
                  </a:lnTo>
                  <a:lnTo>
                    <a:pt x="155286" y="381656"/>
                  </a:lnTo>
                  <a:lnTo>
                    <a:pt x="154382" y="380495"/>
                  </a:lnTo>
                  <a:lnTo>
                    <a:pt x="153459" y="379312"/>
                  </a:lnTo>
                  <a:lnTo>
                    <a:pt x="151174" y="376380"/>
                  </a:lnTo>
                  <a:lnTo>
                    <a:pt x="150946" y="376104"/>
                  </a:lnTo>
                  <a:lnTo>
                    <a:pt x="150630" y="375722"/>
                  </a:lnTo>
                  <a:lnTo>
                    <a:pt x="145386" y="369382"/>
                  </a:lnTo>
                  <a:lnTo>
                    <a:pt x="139845" y="362683"/>
                  </a:lnTo>
                  <a:lnTo>
                    <a:pt x="139680" y="361322"/>
                  </a:lnTo>
                  <a:lnTo>
                    <a:pt x="139516" y="359962"/>
                  </a:lnTo>
                  <a:lnTo>
                    <a:pt x="138340" y="358753"/>
                  </a:lnTo>
                  <a:lnTo>
                    <a:pt x="134134" y="354433"/>
                  </a:lnTo>
                  <a:lnTo>
                    <a:pt x="129068" y="347930"/>
                  </a:lnTo>
                  <a:lnTo>
                    <a:pt x="126571" y="346169"/>
                  </a:lnTo>
                  <a:lnTo>
                    <a:pt x="125397" y="345341"/>
                  </a:lnTo>
                  <a:lnTo>
                    <a:pt x="124352" y="344604"/>
                  </a:lnTo>
                  <a:lnTo>
                    <a:pt x="124166" y="344473"/>
                  </a:lnTo>
                  <a:lnTo>
                    <a:pt x="119999" y="342758"/>
                  </a:lnTo>
                  <a:lnTo>
                    <a:pt x="119671" y="342623"/>
                  </a:lnTo>
                  <a:lnTo>
                    <a:pt x="117854" y="341876"/>
                  </a:lnTo>
                  <a:lnTo>
                    <a:pt x="116438" y="341293"/>
                  </a:lnTo>
                  <a:lnTo>
                    <a:pt x="108413" y="336883"/>
                  </a:lnTo>
                  <a:lnTo>
                    <a:pt x="102198" y="333468"/>
                  </a:lnTo>
                  <a:lnTo>
                    <a:pt x="99406" y="331934"/>
                  </a:lnTo>
                  <a:lnTo>
                    <a:pt x="97650" y="330970"/>
                  </a:lnTo>
                  <a:lnTo>
                    <a:pt x="94234" y="326454"/>
                  </a:lnTo>
                  <a:lnTo>
                    <a:pt x="93531" y="325524"/>
                  </a:lnTo>
                  <a:lnTo>
                    <a:pt x="90586" y="323220"/>
                  </a:lnTo>
                  <a:lnTo>
                    <a:pt x="86997" y="320413"/>
                  </a:lnTo>
                  <a:lnTo>
                    <a:pt x="82769" y="317105"/>
                  </a:lnTo>
                  <a:lnTo>
                    <a:pt x="81544" y="316147"/>
                  </a:lnTo>
                  <a:lnTo>
                    <a:pt x="80965" y="315952"/>
                  </a:lnTo>
                  <a:lnTo>
                    <a:pt x="71102" y="312638"/>
                  </a:lnTo>
                  <a:lnTo>
                    <a:pt x="59994" y="308178"/>
                  </a:lnTo>
                  <a:lnTo>
                    <a:pt x="52746" y="305267"/>
                  </a:lnTo>
                  <a:lnTo>
                    <a:pt x="48327" y="303492"/>
                  </a:lnTo>
                  <a:lnTo>
                    <a:pt x="47499" y="302614"/>
                  </a:lnTo>
                  <a:lnTo>
                    <a:pt x="41853" y="296629"/>
                  </a:lnTo>
                  <a:lnTo>
                    <a:pt x="37993" y="291309"/>
                  </a:lnTo>
                  <a:lnTo>
                    <a:pt x="37185" y="286995"/>
                  </a:lnTo>
                  <a:lnTo>
                    <a:pt x="37082" y="286444"/>
                  </a:lnTo>
                  <a:lnTo>
                    <a:pt x="47001" y="288137"/>
                  </a:lnTo>
                  <a:lnTo>
                    <a:pt x="58182" y="288236"/>
                  </a:lnTo>
                  <a:lnTo>
                    <a:pt x="66846" y="289285"/>
                  </a:lnTo>
                  <a:lnTo>
                    <a:pt x="68810" y="289425"/>
                  </a:lnTo>
                  <a:lnTo>
                    <a:pt x="68970" y="289437"/>
                  </a:lnTo>
                  <a:lnTo>
                    <a:pt x="74040" y="288357"/>
                  </a:lnTo>
                  <a:lnTo>
                    <a:pt x="78069" y="287078"/>
                  </a:lnTo>
                  <a:lnTo>
                    <a:pt x="79383" y="286661"/>
                  </a:lnTo>
                  <a:lnTo>
                    <a:pt x="71263" y="279580"/>
                  </a:lnTo>
                  <a:lnTo>
                    <a:pt x="70951" y="279307"/>
                  </a:lnTo>
                  <a:lnTo>
                    <a:pt x="68307" y="278351"/>
                  </a:lnTo>
                  <a:lnTo>
                    <a:pt x="58744" y="268653"/>
                  </a:lnTo>
                  <a:lnTo>
                    <a:pt x="55293" y="265152"/>
                  </a:lnTo>
                  <a:lnTo>
                    <a:pt x="52583" y="267208"/>
                  </a:lnTo>
                  <a:lnTo>
                    <a:pt x="51551" y="266110"/>
                  </a:lnTo>
                  <a:lnTo>
                    <a:pt x="50267" y="264746"/>
                  </a:lnTo>
                  <a:lnTo>
                    <a:pt x="41285" y="255056"/>
                  </a:lnTo>
                  <a:lnTo>
                    <a:pt x="41033" y="254783"/>
                  </a:lnTo>
                  <a:lnTo>
                    <a:pt x="28375" y="241127"/>
                  </a:lnTo>
                  <a:lnTo>
                    <a:pt x="27752" y="240455"/>
                  </a:lnTo>
                  <a:lnTo>
                    <a:pt x="14146" y="225775"/>
                  </a:lnTo>
                  <a:lnTo>
                    <a:pt x="8229" y="219610"/>
                  </a:lnTo>
                  <a:lnTo>
                    <a:pt x="0" y="211035"/>
                  </a:lnTo>
                  <a:lnTo>
                    <a:pt x="1080" y="210004"/>
                  </a:lnTo>
                  <a:lnTo>
                    <a:pt x="3462" y="207733"/>
                  </a:lnTo>
                  <a:lnTo>
                    <a:pt x="13482" y="198179"/>
                  </a:lnTo>
                  <a:lnTo>
                    <a:pt x="13980" y="197704"/>
                  </a:lnTo>
                  <a:lnTo>
                    <a:pt x="21517" y="190518"/>
                  </a:lnTo>
                  <a:lnTo>
                    <a:pt x="21675" y="190367"/>
                  </a:lnTo>
                  <a:lnTo>
                    <a:pt x="21934" y="190120"/>
                  </a:lnTo>
                  <a:lnTo>
                    <a:pt x="22194" y="189872"/>
                  </a:lnTo>
                  <a:lnTo>
                    <a:pt x="23419" y="188704"/>
                  </a:lnTo>
                  <a:lnTo>
                    <a:pt x="23920" y="188227"/>
                  </a:lnTo>
                  <a:lnTo>
                    <a:pt x="24358" y="187809"/>
                  </a:lnTo>
                  <a:lnTo>
                    <a:pt x="25066" y="187134"/>
                  </a:lnTo>
                  <a:lnTo>
                    <a:pt x="27163" y="185134"/>
                  </a:lnTo>
                  <a:lnTo>
                    <a:pt x="27396" y="184913"/>
                  </a:lnTo>
                  <a:lnTo>
                    <a:pt x="28055" y="184284"/>
                  </a:lnTo>
                  <a:lnTo>
                    <a:pt x="28670" y="183698"/>
                  </a:lnTo>
                  <a:lnTo>
                    <a:pt x="28881" y="183497"/>
                  </a:lnTo>
                  <a:lnTo>
                    <a:pt x="29322" y="183076"/>
                  </a:lnTo>
                  <a:lnTo>
                    <a:pt x="33161" y="179416"/>
                  </a:lnTo>
                  <a:lnTo>
                    <a:pt x="34396" y="178238"/>
                  </a:lnTo>
                  <a:lnTo>
                    <a:pt x="35659" y="177034"/>
                  </a:lnTo>
                  <a:lnTo>
                    <a:pt x="35948" y="176758"/>
                  </a:lnTo>
                  <a:lnTo>
                    <a:pt x="37013" y="175743"/>
                  </a:lnTo>
                  <a:lnTo>
                    <a:pt x="37358" y="175413"/>
                  </a:lnTo>
                  <a:lnTo>
                    <a:pt x="37914" y="174884"/>
                  </a:lnTo>
                  <a:lnTo>
                    <a:pt x="39043" y="173807"/>
                  </a:lnTo>
                  <a:lnTo>
                    <a:pt x="39768" y="173116"/>
                  </a:lnTo>
                  <a:lnTo>
                    <a:pt x="39948" y="172944"/>
                  </a:lnTo>
                  <a:lnTo>
                    <a:pt x="40344" y="172567"/>
                  </a:lnTo>
                  <a:lnTo>
                    <a:pt x="40537" y="172382"/>
                  </a:lnTo>
                  <a:lnTo>
                    <a:pt x="40933" y="172005"/>
                  </a:lnTo>
                  <a:lnTo>
                    <a:pt x="41219" y="171732"/>
                  </a:lnTo>
                  <a:lnTo>
                    <a:pt x="41484" y="171479"/>
                  </a:lnTo>
                  <a:lnTo>
                    <a:pt x="41852" y="171129"/>
                  </a:lnTo>
                  <a:lnTo>
                    <a:pt x="42316" y="170686"/>
                  </a:lnTo>
                  <a:lnTo>
                    <a:pt x="45546" y="167607"/>
                  </a:lnTo>
                  <a:lnTo>
                    <a:pt x="46293" y="166894"/>
                  </a:lnTo>
                  <a:lnTo>
                    <a:pt x="48727" y="164573"/>
                  </a:lnTo>
                  <a:lnTo>
                    <a:pt x="49268" y="164057"/>
                  </a:lnTo>
                  <a:lnTo>
                    <a:pt x="49589" y="163752"/>
                  </a:lnTo>
                  <a:lnTo>
                    <a:pt x="51166" y="162248"/>
                  </a:lnTo>
                  <a:lnTo>
                    <a:pt x="52110" y="161348"/>
                  </a:lnTo>
                  <a:lnTo>
                    <a:pt x="53853" y="159685"/>
                  </a:lnTo>
                  <a:lnTo>
                    <a:pt x="55475" y="158139"/>
                  </a:lnTo>
                  <a:lnTo>
                    <a:pt x="56828" y="156849"/>
                  </a:lnTo>
                  <a:lnTo>
                    <a:pt x="57707" y="156011"/>
                  </a:lnTo>
                  <a:lnTo>
                    <a:pt x="59460" y="154339"/>
                  </a:lnTo>
                  <a:lnTo>
                    <a:pt x="61024" y="152671"/>
                  </a:lnTo>
                  <a:lnTo>
                    <a:pt x="61773" y="151873"/>
                  </a:lnTo>
                  <a:lnTo>
                    <a:pt x="61999" y="151632"/>
                  </a:lnTo>
                  <a:lnTo>
                    <a:pt x="62229" y="151386"/>
                  </a:lnTo>
                  <a:lnTo>
                    <a:pt x="63728" y="149787"/>
                  </a:lnTo>
                  <a:lnTo>
                    <a:pt x="66656" y="146665"/>
                  </a:lnTo>
                  <a:lnTo>
                    <a:pt x="67372" y="145901"/>
                  </a:lnTo>
                  <a:lnTo>
                    <a:pt x="67979" y="145254"/>
                  </a:lnTo>
                  <a:lnTo>
                    <a:pt x="68426" y="144777"/>
                  </a:lnTo>
                  <a:lnTo>
                    <a:pt x="68622" y="144568"/>
                  </a:lnTo>
                  <a:lnTo>
                    <a:pt x="68811" y="144366"/>
                  </a:lnTo>
                  <a:lnTo>
                    <a:pt x="69093" y="144066"/>
                  </a:lnTo>
                  <a:lnTo>
                    <a:pt x="69497" y="143635"/>
                  </a:lnTo>
                  <a:lnTo>
                    <a:pt x="69696" y="143423"/>
                  </a:lnTo>
                  <a:lnTo>
                    <a:pt x="69867" y="143240"/>
                  </a:lnTo>
                  <a:lnTo>
                    <a:pt x="71077" y="141950"/>
                  </a:lnTo>
                  <a:lnTo>
                    <a:pt x="72157" y="140798"/>
                  </a:lnTo>
                  <a:lnTo>
                    <a:pt x="74865" y="137910"/>
                  </a:lnTo>
                  <a:lnTo>
                    <a:pt x="78233" y="134318"/>
                  </a:lnTo>
                  <a:lnTo>
                    <a:pt x="81439" y="130898"/>
                  </a:lnTo>
                  <a:lnTo>
                    <a:pt x="82654" y="129603"/>
                  </a:lnTo>
                  <a:lnTo>
                    <a:pt x="83306" y="128907"/>
                  </a:lnTo>
                  <a:lnTo>
                    <a:pt x="83731" y="128455"/>
                  </a:lnTo>
                  <a:lnTo>
                    <a:pt x="84049" y="128115"/>
                  </a:lnTo>
                  <a:lnTo>
                    <a:pt x="84348" y="127795"/>
                  </a:lnTo>
                  <a:lnTo>
                    <a:pt x="84470" y="127665"/>
                  </a:lnTo>
                  <a:lnTo>
                    <a:pt x="84071" y="127250"/>
                  </a:lnTo>
                  <a:lnTo>
                    <a:pt x="82451" y="125562"/>
                  </a:lnTo>
                  <a:lnTo>
                    <a:pt x="79058" y="122029"/>
                  </a:lnTo>
                  <a:lnTo>
                    <a:pt x="77107" y="119996"/>
                  </a:lnTo>
                  <a:lnTo>
                    <a:pt x="75035" y="117838"/>
                  </a:lnTo>
                  <a:lnTo>
                    <a:pt x="73153" y="115878"/>
                  </a:lnTo>
                  <a:lnTo>
                    <a:pt x="69621" y="112200"/>
                  </a:lnTo>
                  <a:lnTo>
                    <a:pt x="68914" y="111463"/>
                  </a:lnTo>
                  <a:lnTo>
                    <a:pt x="68767" y="111310"/>
                  </a:lnTo>
                  <a:lnTo>
                    <a:pt x="68624" y="111161"/>
                  </a:lnTo>
                  <a:lnTo>
                    <a:pt x="68492" y="111023"/>
                  </a:lnTo>
                  <a:lnTo>
                    <a:pt x="68193" y="110713"/>
                  </a:lnTo>
                  <a:lnTo>
                    <a:pt x="67755" y="110256"/>
                  </a:lnTo>
                  <a:lnTo>
                    <a:pt x="66629" y="109083"/>
                  </a:lnTo>
                  <a:lnTo>
                    <a:pt x="66233" y="108670"/>
                  </a:lnTo>
                  <a:lnTo>
                    <a:pt x="65891" y="108314"/>
                  </a:lnTo>
                  <a:lnTo>
                    <a:pt x="65393" y="107796"/>
                  </a:lnTo>
                  <a:lnTo>
                    <a:pt x="65045" y="107434"/>
                  </a:lnTo>
                  <a:lnTo>
                    <a:pt x="64598" y="106968"/>
                  </a:lnTo>
                  <a:lnTo>
                    <a:pt x="64264" y="106620"/>
                  </a:lnTo>
                  <a:lnTo>
                    <a:pt x="63886" y="106227"/>
                  </a:lnTo>
                  <a:lnTo>
                    <a:pt x="63642" y="105973"/>
                  </a:lnTo>
                  <a:lnTo>
                    <a:pt x="63170" y="105481"/>
                  </a:lnTo>
                  <a:lnTo>
                    <a:pt x="62862" y="105159"/>
                  </a:lnTo>
                  <a:lnTo>
                    <a:pt x="62205" y="104476"/>
                  </a:lnTo>
                  <a:lnTo>
                    <a:pt x="61721" y="103972"/>
                  </a:lnTo>
                  <a:lnTo>
                    <a:pt x="61526" y="103768"/>
                  </a:lnTo>
                  <a:lnTo>
                    <a:pt x="60549" y="102751"/>
                  </a:lnTo>
                  <a:lnTo>
                    <a:pt x="60142" y="102327"/>
                  </a:lnTo>
                  <a:lnTo>
                    <a:pt x="59551" y="101711"/>
                  </a:lnTo>
                  <a:lnTo>
                    <a:pt x="59268" y="101417"/>
                  </a:lnTo>
                  <a:lnTo>
                    <a:pt x="58246" y="100352"/>
                  </a:lnTo>
                  <a:lnTo>
                    <a:pt x="57858" y="99948"/>
                  </a:lnTo>
                  <a:lnTo>
                    <a:pt x="56942" y="98994"/>
                  </a:lnTo>
                  <a:lnTo>
                    <a:pt x="56681" y="98722"/>
                  </a:lnTo>
                  <a:lnTo>
                    <a:pt x="56059" y="98074"/>
                  </a:lnTo>
                  <a:lnTo>
                    <a:pt x="55804" y="97809"/>
                  </a:lnTo>
                  <a:lnTo>
                    <a:pt x="55534" y="97527"/>
                  </a:lnTo>
                  <a:lnTo>
                    <a:pt x="55017" y="96989"/>
                  </a:lnTo>
                  <a:lnTo>
                    <a:pt x="54383" y="96329"/>
                  </a:lnTo>
                  <a:lnTo>
                    <a:pt x="53523" y="95433"/>
                  </a:lnTo>
                  <a:lnTo>
                    <a:pt x="52949" y="94835"/>
                  </a:lnTo>
                  <a:lnTo>
                    <a:pt x="52071" y="93921"/>
                  </a:lnTo>
                  <a:lnTo>
                    <a:pt x="51392" y="93213"/>
                  </a:lnTo>
                  <a:lnTo>
                    <a:pt x="50279" y="92055"/>
                  </a:lnTo>
                  <a:lnTo>
                    <a:pt x="50074" y="91841"/>
                  </a:lnTo>
                  <a:lnTo>
                    <a:pt x="48394" y="90091"/>
                  </a:lnTo>
                  <a:lnTo>
                    <a:pt x="47901" y="89577"/>
                  </a:lnTo>
                  <a:lnTo>
                    <a:pt x="46732" y="88360"/>
                  </a:lnTo>
                  <a:lnTo>
                    <a:pt x="46090" y="87692"/>
                  </a:lnTo>
                  <a:lnTo>
                    <a:pt x="45092" y="86652"/>
                  </a:lnTo>
                  <a:lnTo>
                    <a:pt x="44390" y="85921"/>
                  </a:lnTo>
                  <a:lnTo>
                    <a:pt x="43593" y="85090"/>
                  </a:lnTo>
                  <a:lnTo>
                    <a:pt x="43395" y="84884"/>
                  </a:lnTo>
                  <a:lnTo>
                    <a:pt x="43239" y="84722"/>
                  </a:lnTo>
                  <a:lnTo>
                    <a:pt x="42981" y="84453"/>
                  </a:lnTo>
                  <a:lnTo>
                    <a:pt x="43222" y="84222"/>
                  </a:lnTo>
                  <a:lnTo>
                    <a:pt x="43392" y="84058"/>
                  </a:lnTo>
                  <a:lnTo>
                    <a:pt x="44601" y="82897"/>
                  </a:lnTo>
                  <a:lnTo>
                    <a:pt x="44916" y="82594"/>
                  </a:lnTo>
                  <a:lnTo>
                    <a:pt x="45300" y="82225"/>
                  </a:lnTo>
                  <a:lnTo>
                    <a:pt x="45789" y="81755"/>
                  </a:lnTo>
                  <a:lnTo>
                    <a:pt x="46898" y="80689"/>
                  </a:lnTo>
                  <a:lnTo>
                    <a:pt x="47631" y="79984"/>
                  </a:lnTo>
                  <a:lnTo>
                    <a:pt x="48958" y="78709"/>
                  </a:lnTo>
                  <a:lnTo>
                    <a:pt x="49417" y="78268"/>
                  </a:lnTo>
                  <a:lnTo>
                    <a:pt x="51356" y="76405"/>
                  </a:lnTo>
                  <a:lnTo>
                    <a:pt x="51590" y="76179"/>
                  </a:lnTo>
                  <a:lnTo>
                    <a:pt x="53233" y="74600"/>
                  </a:lnTo>
                  <a:lnTo>
                    <a:pt x="53508" y="74336"/>
                  </a:lnTo>
                  <a:lnTo>
                    <a:pt x="54137" y="73732"/>
                  </a:lnTo>
                  <a:lnTo>
                    <a:pt x="54475" y="73407"/>
                  </a:lnTo>
                  <a:lnTo>
                    <a:pt x="54721" y="73171"/>
                  </a:lnTo>
                  <a:lnTo>
                    <a:pt x="54965" y="72936"/>
                  </a:lnTo>
                  <a:lnTo>
                    <a:pt x="55291" y="72623"/>
                  </a:lnTo>
                  <a:lnTo>
                    <a:pt x="55711" y="72219"/>
                  </a:lnTo>
                  <a:lnTo>
                    <a:pt x="55846" y="72089"/>
                  </a:lnTo>
                  <a:lnTo>
                    <a:pt x="55976" y="71964"/>
                  </a:lnTo>
                  <a:lnTo>
                    <a:pt x="56822" y="71152"/>
                  </a:lnTo>
                  <a:lnTo>
                    <a:pt x="57100" y="70884"/>
                  </a:lnTo>
                  <a:lnTo>
                    <a:pt x="57717" y="70291"/>
                  </a:lnTo>
                  <a:lnTo>
                    <a:pt x="58022" y="69998"/>
                  </a:lnTo>
                  <a:lnTo>
                    <a:pt x="58534" y="69506"/>
                  </a:lnTo>
                  <a:lnTo>
                    <a:pt x="58924" y="69131"/>
                  </a:lnTo>
                  <a:lnTo>
                    <a:pt x="59110" y="68953"/>
                  </a:lnTo>
                  <a:lnTo>
                    <a:pt x="59452" y="68624"/>
                  </a:lnTo>
                  <a:lnTo>
                    <a:pt x="59646" y="68438"/>
                  </a:lnTo>
                  <a:lnTo>
                    <a:pt x="60240" y="67858"/>
                  </a:lnTo>
                  <a:lnTo>
                    <a:pt x="60574" y="67505"/>
                  </a:lnTo>
                  <a:lnTo>
                    <a:pt x="60825" y="67240"/>
                  </a:lnTo>
                  <a:lnTo>
                    <a:pt x="61079" y="66973"/>
                  </a:lnTo>
                  <a:lnTo>
                    <a:pt x="61215" y="66830"/>
                  </a:lnTo>
                  <a:lnTo>
                    <a:pt x="61864" y="66145"/>
                  </a:lnTo>
                  <a:lnTo>
                    <a:pt x="62166" y="65827"/>
                  </a:lnTo>
                  <a:lnTo>
                    <a:pt x="62363" y="65619"/>
                  </a:lnTo>
                  <a:lnTo>
                    <a:pt x="62510" y="65464"/>
                  </a:lnTo>
                  <a:lnTo>
                    <a:pt x="63057" y="64888"/>
                  </a:lnTo>
                  <a:lnTo>
                    <a:pt x="63539" y="64379"/>
                  </a:lnTo>
                  <a:lnTo>
                    <a:pt x="64106" y="63781"/>
                  </a:lnTo>
                  <a:lnTo>
                    <a:pt x="64582" y="63280"/>
                  </a:lnTo>
                  <a:lnTo>
                    <a:pt x="65428" y="62388"/>
                  </a:lnTo>
                  <a:lnTo>
                    <a:pt x="65808" y="61987"/>
                  </a:lnTo>
                  <a:lnTo>
                    <a:pt x="66526" y="61229"/>
                  </a:lnTo>
                  <a:lnTo>
                    <a:pt x="67133" y="60590"/>
                  </a:lnTo>
                  <a:lnTo>
                    <a:pt x="67610" y="60087"/>
                  </a:lnTo>
                  <a:lnTo>
                    <a:pt x="68021" y="59653"/>
                  </a:lnTo>
                  <a:lnTo>
                    <a:pt x="68760" y="58874"/>
                  </a:lnTo>
                  <a:lnTo>
                    <a:pt x="69732" y="58386"/>
                  </a:lnTo>
                  <a:lnTo>
                    <a:pt x="70219" y="58141"/>
                  </a:lnTo>
                  <a:lnTo>
                    <a:pt x="70351" y="58075"/>
                  </a:lnTo>
                  <a:lnTo>
                    <a:pt x="70592" y="57954"/>
                  </a:lnTo>
                  <a:lnTo>
                    <a:pt x="71042" y="57728"/>
                  </a:lnTo>
                  <a:lnTo>
                    <a:pt x="71414" y="57542"/>
                  </a:lnTo>
                  <a:lnTo>
                    <a:pt x="71878" y="57309"/>
                  </a:lnTo>
                  <a:lnTo>
                    <a:pt x="72184" y="57155"/>
                  </a:lnTo>
                  <a:lnTo>
                    <a:pt x="72665" y="56914"/>
                  </a:lnTo>
                  <a:lnTo>
                    <a:pt x="73196" y="56647"/>
                  </a:lnTo>
                  <a:lnTo>
                    <a:pt x="73758" y="56365"/>
                  </a:lnTo>
                  <a:lnTo>
                    <a:pt x="73989" y="56249"/>
                  </a:lnTo>
                  <a:lnTo>
                    <a:pt x="74442" y="56002"/>
                  </a:lnTo>
                  <a:lnTo>
                    <a:pt x="74343" y="55779"/>
                  </a:lnTo>
                  <a:lnTo>
                    <a:pt x="74285" y="55646"/>
                  </a:lnTo>
                  <a:lnTo>
                    <a:pt x="74039" y="55092"/>
                  </a:lnTo>
                  <a:lnTo>
                    <a:pt x="73824" y="54606"/>
                  </a:lnTo>
                  <a:lnTo>
                    <a:pt x="73584" y="54065"/>
                  </a:lnTo>
                  <a:lnTo>
                    <a:pt x="73414" y="53680"/>
                  </a:lnTo>
                  <a:lnTo>
                    <a:pt x="73335" y="53502"/>
                  </a:lnTo>
                  <a:lnTo>
                    <a:pt x="73122" y="53020"/>
                  </a:lnTo>
                  <a:lnTo>
                    <a:pt x="72723" y="52573"/>
                  </a:lnTo>
                  <a:lnTo>
                    <a:pt x="72460" y="52279"/>
                  </a:lnTo>
                  <a:lnTo>
                    <a:pt x="72157" y="51940"/>
                  </a:lnTo>
                  <a:lnTo>
                    <a:pt x="71886" y="51636"/>
                  </a:lnTo>
                  <a:lnTo>
                    <a:pt x="71699" y="51427"/>
                  </a:lnTo>
                  <a:lnTo>
                    <a:pt x="71472" y="51173"/>
                  </a:lnTo>
                  <a:lnTo>
                    <a:pt x="71330" y="51014"/>
                  </a:lnTo>
                  <a:lnTo>
                    <a:pt x="70767" y="50386"/>
                  </a:lnTo>
                  <a:lnTo>
                    <a:pt x="70553" y="50195"/>
                  </a:lnTo>
                  <a:lnTo>
                    <a:pt x="70421" y="50077"/>
                  </a:lnTo>
                  <a:lnTo>
                    <a:pt x="69842" y="49562"/>
                  </a:lnTo>
                  <a:lnTo>
                    <a:pt x="69629" y="49372"/>
                  </a:lnTo>
                  <a:lnTo>
                    <a:pt x="69199" y="48989"/>
                  </a:lnTo>
                  <a:lnTo>
                    <a:pt x="68523" y="48387"/>
                  </a:lnTo>
                  <a:lnTo>
                    <a:pt x="68181" y="48082"/>
                  </a:lnTo>
                  <a:lnTo>
                    <a:pt x="67966" y="47891"/>
                  </a:lnTo>
                  <a:lnTo>
                    <a:pt x="67789" y="47733"/>
                  </a:lnTo>
                  <a:lnTo>
                    <a:pt x="67098" y="47117"/>
                  </a:lnTo>
                  <a:lnTo>
                    <a:pt x="66806" y="46857"/>
                  </a:lnTo>
                  <a:lnTo>
                    <a:pt x="66429" y="46521"/>
                  </a:lnTo>
                  <a:lnTo>
                    <a:pt x="66227" y="46342"/>
                  </a:lnTo>
                  <a:lnTo>
                    <a:pt x="65692" y="45865"/>
                  </a:lnTo>
                  <a:lnTo>
                    <a:pt x="65276" y="45494"/>
                  </a:lnTo>
                  <a:lnTo>
                    <a:pt x="65100" y="45338"/>
                  </a:lnTo>
                  <a:lnTo>
                    <a:pt x="64596" y="44889"/>
                  </a:lnTo>
                  <a:lnTo>
                    <a:pt x="64319" y="44642"/>
                  </a:lnTo>
                  <a:lnTo>
                    <a:pt x="63998" y="44357"/>
                  </a:lnTo>
                  <a:lnTo>
                    <a:pt x="63731" y="44118"/>
                  </a:lnTo>
                  <a:lnTo>
                    <a:pt x="63290" y="43726"/>
                  </a:lnTo>
                  <a:lnTo>
                    <a:pt x="62674" y="43177"/>
                  </a:lnTo>
                  <a:lnTo>
                    <a:pt x="61943" y="42525"/>
                  </a:lnTo>
                  <a:lnTo>
                    <a:pt x="61842" y="42361"/>
                  </a:lnTo>
                  <a:lnTo>
                    <a:pt x="61141" y="41217"/>
                  </a:lnTo>
                  <a:lnTo>
                    <a:pt x="60831" y="40713"/>
                  </a:lnTo>
                  <a:lnTo>
                    <a:pt x="59872" y="39151"/>
                  </a:lnTo>
                  <a:lnTo>
                    <a:pt x="59724" y="38909"/>
                  </a:lnTo>
                  <a:lnTo>
                    <a:pt x="59602" y="38711"/>
                  </a:lnTo>
                  <a:lnTo>
                    <a:pt x="59514" y="38566"/>
                  </a:lnTo>
                  <a:lnTo>
                    <a:pt x="59328" y="38264"/>
                  </a:lnTo>
                  <a:lnTo>
                    <a:pt x="59248" y="38134"/>
                  </a:lnTo>
                  <a:lnTo>
                    <a:pt x="59082" y="37864"/>
                  </a:lnTo>
                  <a:lnTo>
                    <a:pt x="58941" y="37634"/>
                  </a:lnTo>
                  <a:lnTo>
                    <a:pt x="58707" y="37252"/>
                  </a:lnTo>
                  <a:lnTo>
                    <a:pt x="58392" y="36739"/>
                  </a:lnTo>
                  <a:lnTo>
                    <a:pt x="58218" y="36455"/>
                  </a:lnTo>
                  <a:lnTo>
                    <a:pt x="58011" y="36117"/>
                  </a:lnTo>
                  <a:lnTo>
                    <a:pt x="57488" y="35266"/>
                  </a:lnTo>
                  <a:lnTo>
                    <a:pt x="56692" y="33969"/>
                  </a:lnTo>
                  <a:lnTo>
                    <a:pt x="56375" y="33451"/>
                  </a:lnTo>
                  <a:lnTo>
                    <a:pt x="56121" y="33037"/>
                  </a:lnTo>
                  <a:lnTo>
                    <a:pt x="55962" y="32778"/>
                  </a:lnTo>
                  <a:lnTo>
                    <a:pt x="55807" y="32526"/>
                  </a:lnTo>
                  <a:lnTo>
                    <a:pt x="55578" y="32153"/>
                  </a:lnTo>
                  <a:lnTo>
                    <a:pt x="55472" y="31980"/>
                  </a:lnTo>
                  <a:lnTo>
                    <a:pt x="55230" y="31586"/>
                  </a:lnTo>
                  <a:lnTo>
                    <a:pt x="54789" y="30868"/>
                  </a:lnTo>
                  <a:lnTo>
                    <a:pt x="54242" y="29977"/>
                  </a:lnTo>
                  <a:lnTo>
                    <a:pt x="54147" y="29822"/>
                  </a:lnTo>
                  <a:lnTo>
                    <a:pt x="53742" y="29161"/>
                  </a:lnTo>
                  <a:lnTo>
                    <a:pt x="53488" y="28747"/>
                  </a:lnTo>
                  <a:lnTo>
                    <a:pt x="53037" y="28012"/>
                  </a:lnTo>
                  <a:lnTo>
                    <a:pt x="52916" y="27814"/>
                  </a:lnTo>
                  <a:lnTo>
                    <a:pt x="52727" y="27507"/>
                  </a:lnTo>
                  <a:lnTo>
                    <a:pt x="52418" y="27020"/>
                  </a:lnTo>
                  <a:lnTo>
                    <a:pt x="52310" y="26849"/>
                  </a:lnTo>
                  <a:lnTo>
                    <a:pt x="52160" y="26612"/>
                  </a:lnTo>
                  <a:lnTo>
                    <a:pt x="52067" y="26467"/>
                  </a:lnTo>
                  <a:lnTo>
                    <a:pt x="51856" y="26132"/>
                  </a:lnTo>
                  <a:lnTo>
                    <a:pt x="51723" y="25923"/>
                  </a:lnTo>
                  <a:lnTo>
                    <a:pt x="51562" y="25669"/>
                  </a:lnTo>
                  <a:lnTo>
                    <a:pt x="51445" y="25484"/>
                  </a:lnTo>
                  <a:lnTo>
                    <a:pt x="51246" y="25170"/>
                  </a:lnTo>
                  <a:lnTo>
                    <a:pt x="51035" y="24827"/>
                  </a:lnTo>
                  <a:lnTo>
                    <a:pt x="52187" y="22907"/>
                  </a:lnTo>
                  <a:lnTo>
                    <a:pt x="52391" y="22568"/>
                  </a:lnTo>
                  <a:lnTo>
                    <a:pt x="53246" y="14681"/>
                  </a:lnTo>
                  <a:lnTo>
                    <a:pt x="53331" y="13951"/>
                  </a:lnTo>
                  <a:lnTo>
                    <a:pt x="54028" y="13949"/>
                  </a:lnTo>
                  <a:lnTo>
                    <a:pt x="60810" y="13929"/>
                  </a:lnTo>
                  <a:lnTo>
                    <a:pt x="61567" y="13927"/>
                  </a:lnTo>
                  <a:lnTo>
                    <a:pt x="63813" y="13920"/>
                  </a:lnTo>
                  <a:lnTo>
                    <a:pt x="64301" y="13887"/>
                  </a:lnTo>
                  <a:lnTo>
                    <a:pt x="65690" y="13795"/>
                  </a:lnTo>
                  <a:lnTo>
                    <a:pt x="69367" y="13549"/>
                  </a:lnTo>
                  <a:lnTo>
                    <a:pt x="70967" y="13442"/>
                  </a:lnTo>
                  <a:lnTo>
                    <a:pt x="73417" y="13279"/>
                  </a:lnTo>
                  <a:lnTo>
                    <a:pt x="73727" y="13259"/>
                  </a:lnTo>
                  <a:lnTo>
                    <a:pt x="75399" y="13579"/>
                  </a:lnTo>
                  <a:lnTo>
                    <a:pt x="75806" y="13656"/>
                  </a:lnTo>
                  <a:lnTo>
                    <a:pt x="76004" y="13694"/>
                  </a:lnTo>
                  <a:lnTo>
                    <a:pt x="77331" y="13949"/>
                  </a:lnTo>
                  <a:lnTo>
                    <a:pt x="78865" y="15227"/>
                  </a:lnTo>
                  <a:lnTo>
                    <a:pt x="79777" y="15986"/>
                  </a:lnTo>
                  <a:lnTo>
                    <a:pt x="80148" y="16476"/>
                  </a:lnTo>
                  <a:lnTo>
                    <a:pt x="80445" y="16869"/>
                  </a:lnTo>
                  <a:lnTo>
                    <a:pt x="81280" y="18007"/>
                  </a:lnTo>
                  <a:lnTo>
                    <a:pt x="81499" y="18326"/>
                  </a:lnTo>
                  <a:lnTo>
                    <a:pt x="82393" y="19628"/>
                  </a:lnTo>
                  <a:lnTo>
                    <a:pt x="83244" y="20739"/>
                  </a:lnTo>
                  <a:lnTo>
                    <a:pt x="83373" y="20908"/>
                  </a:lnTo>
                  <a:lnTo>
                    <a:pt x="83852" y="21532"/>
                  </a:lnTo>
                  <a:lnTo>
                    <a:pt x="85160" y="23240"/>
                  </a:lnTo>
                  <a:lnTo>
                    <a:pt x="85812" y="24079"/>
                  </a:lnTo>
                  <a:lnTo>
                    <a:pt x="87707" y="22347"/>
                  </a:lnTo>
                  <a:lnTo>
                    <a:pt x="89185" y="20995"/>
                  </a:lnTo>
                  <a:lnTo>
                    <a:pt x="90537" y="19759"/>
                  </a:lnTo>
                  <a:lnTo>
                    <a:pt x="90736" y="19577"/>
                  </a:lnTo>
                  <a:lnTo>
                    <a:pt x="91045" y="19294"/>
                  </a:lnTo>
                  <a:lnTo>
                    <a:pt x="94325" y="16295"/>
                  </a:lnTo>
                  <a:lnTo>
                    <a:pt x="95260" y="15443"/>
                  </a:lnTo>
                  <a:lnTo>
                    <a:pt x="98088" y="15615"/>
                  </a:lnTo>
                  <a:lnTo>
                    <a:pt x="99540" y="15703"/>
                  </a:lnTo>
                  <a:lnTo>
                    <a:pt x="100816" y="15474"/>
                  </a:lnTo>
                  <a:lnTo>
                    <a:pt x="102603" y="15156"/>
                  </a:lnTo>
                  <a:lnTo>
                    <a:pt x="103017" y="15082"/>
                  </a:lnTo>
                  <a:lnTo>
                    <a:pt x="103725" y="14956"/>
                  </a:lnTo>
                  <a:lnTo>
                    <a:pt x="104453" y="14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89460" y="4566017"/>
              <a:ext cx="286285" cy="502524"/>
            </a:xfrm>
            <a:custGeom>
              <a:avLst/>
              <a:pathLst>
                <a:path w="286285" h="502524">
                  <a:moveTo>
                    <a:pt x="278924" y="46342"/>
                  </a:moveTo>
                  <a:lnTo>
                    <a:pt x="278445" y="47652"/>
                  </a:lnTo>
                  <a:lnTo>
                    <a:pt x="278120" y="48541"/>
                  </a:lnTo>
                  <a:lnTo>
                    <a:pt x="277509" y="50209"/>
                  </a:lnTo>
                  <a:lnTo>
                    <a:pt x="277311" y="50732"/>
                  </a:lnTo>
                  <a:lnTo>
                    <a:pt x="277112" y="51254"/>
                  </a:lnTo>
                  <a:lnTo>
                    <a:pt x="276419" y="53076"/>
                  </a:lnTo>
                  <a:lnTo>
                    <a:pt x="275931" y="54360"/>
                  </a:lnTo>
                  <a:lnTo>
                    <a:pt x="274566" y="57948"/>
                  </a:lnTo>
                  <a:lnTo>
                    <a:pt x="274384" y="58427"/>
                  </a:lnTo>
                  <a:lnTo>
                    <a:pt x="274028" y="59361"/>
                  </a:lnTo>
                  <a:lnTo>
                    <a:pt x="273169" y="61619"/>
                  </a:lnTo>
                  <a:lnTo>
                    <a:pt x="272300" y="63906"/>
                  </a:lnTo>
                  <a:lnTo>
                    <a:pt x="271224" y="66734"/>
                  </a:lnTo>
                  <a:lnTo>
                    <a:pt x="271067" y="67147"/>
                  </a:lnTo>
                  <a:lnTo>
                    <a:pt x="270934" y="67497"/>
                  </a:lnTo>
                  <a:lnTo>
                    <a:pt x="270565" y="68468"/>
                  </a:lnTo>
                  <a:lnTo>
                    <a:pt x="270276" y="69227"/>
                  </a:lnTo>
                  <a:lnTo>
                    <a:pt x="270209" y="69403"/>
                  </a:lnTo>
                  <a:lnTo>
                    <a:pt x="270031" y="69870"/>
                  </a:lnTo>
                  <a:lnTo>
                    <a:pt x="269903" y="70207"/>
                  </a:lnTo>
                  <a:lnTo>
                    <a:pt x="269585" y="71044"/>
                  </a:lnTo>
                  <a:lnTo>
                    <a:pt x="268832" y="73024"/>
                  </a:lnTo>
                  <a:lnTo>
                    <a:pt x="268772" y="73181"/>
                  </a:lnTo>
                  <a:lnTo>
                    <a:pt x="268658" y="73476"/>
                  </a:lnTo>
                  <a:lnTo>
                    <a:pt x="268551" y="73756"/>
                  </a:lnTo>
                  <a:lnTo>
                    <a:pt x="265916" y="80620"/>
                  </a:lnTo>
                  <a:lnTo>
                    <a:pt x="264158" y="85199"/>
                  </a:lnTo>
                  <a:lnTo>
                    <a:pt x="263357" y="87285"/>
                  </a:lnTo>
                  <a:lnTo>
                    <a:pt x="263172" y="87766"/>
                  </a:lnTo>
                  <a:lnTo>
                    <a:pt x="262692" y="89017"/>
                  </a:lnTo>
                  <a:lnTo>
                    <a:pt x="259708" y="96787"/>
                  </a:lnTo>
                  <a:lnTo>
                    <a:pt x="259508" y="97310"/>
                  </a:lnTo>
                  <a:lnTo>
                    <a:pt x="253081" y="114050"/>
                  </a:lnTo>
                  <a:lnTo>
                    <a:pt x="252962" y="114361"/>
                  </a:lnTo>
                  <a:lnTo>
                    <a:pt x="252911" y="114494"/>
                  </a:lnTo>
                  <a:lnTo>
                    <a:pt x="251810" y="117369"/>
                  </a:lnTo>
                  <a:lnTo>
                    <a:pt x="251614" y="117879"/>
                  </a:lnTo>
                  <a:lnTo>
                    <a:pt x="247873" y="127648"/>
                  </a:lnTo>
                  <a:lnTo>
                    <a:pt x="244731" y="135850"/>
                  </a:lnTo>
                  <a:lnTo>
                    <a:pt x="241954" y="143099"/>
                  </a:lnTo>
                  <a:lnTo>
                    <a:pt x="238208" y="152881"/>
                  </a:lnTo>
                  <a:lnTo>
                    <a:pt x="235124" y="160932"/>
                  </a:lnTo>
                  <a:lnTo>
                    <a:pt x="235050" y="161125"/>
                  </a:lnTo>
                  <a:lnTo>
                    <a:pt x="234305" y="163113"/>
                  </a:lnTo>
                  <a:lnTo>
                    <a:pt x="233971" y="164005"/>
                  </a:lnTo>
                  <a:lnTo>
                    <a:pt x="233411" y="165499"/>
                  </a:lnTo>
                  <a:lnTo>
                    <a:pt x="233090" y="166353"/>
                  </a:lnTo>
                  <a:lnTo>
                    <a:pt x="231769" y="169877"/>
                  </a:lnTo>
                  <a:lnTo>
                    <a:pt x="227525" y="181199"/>
                  </a:lnTo>
                  <a:lnTo>
                    <a:pt x="227437" y="181434"/>
                  </a:lnTo>
                  <a:lnTo>
                    <a:pt x="227222" y="182008"/>
                  </a:lnTo>
                  <a:lnTo>
                    <a:pt x="227133" y="182245"/>
                  </a:lnTo>
                  <a:lnTo>
                    <a:pt x="227015" y="182559"/>
                  </a:lnTo>
                  <a:lnTo>
                    <a:pt x="226841" y="183024"/>
                  </a:lnTo>
                  <a:lnTo>
                    <a:pt x="226742" y="183287"/>
                  </a:lnTo>
                  <a:lnTo>
                    <a:pt x="225366" y="186959"/>
                  </a:lnTo>
                  <a:lnTo>
                    <a:pt x="224361" y="189640"/>
                  </a:lnTo>
                  <a:lnTo>
                    <a:pt x="223758" y="191248"/>
                  </a:lnTo>
                  <a:lnTo>
                    <a:pt x="223513" y="191901"/>
                  </a:lnTo>
                  <a:lnTo>
                    <a:pt x="223028" y="193197"/>
                  </a:lnTo>
                  <a:lnTo>
                    <a:pt x="222618" y="194289"/>
                  </a:lnTo>
                  <a:lnTo>
                    <a:pt x="221043" y="198491"/>
                  </a:lnTo>
                  <a:lnTo>
                    <a:pt x="220991" y="198631"/>
                  </a:lnTo>
                  <a:lnTo>
                    <a:pt x="220015" y="201234"/>
                  </a:lnTo>
                  <a:lnTo>
                    <a:pt x="219709" y="202050"/>
                  </a:lnTo>
                  <a:lnTo>
                    <a:pt x="218294" y="205824"/>
                  </a:lnTo>
                  <a:lnTo>
                    <a:pt x="217289" y="208507"/>
                  </a:lnTo>
                  <a:lnTo>
                    <a:pt x="217198" y="208748"/>
                  </a:lnTo>
                  <a:lnTo>
                    <a:pt x="217018" y="209230"/>
                  </a:lnTo>
                  <a:lnTo>
                    <a:pt x="216784" y="209852"/>
                  </a:lnTo>
                  <a:lnTo>
                    <a:pt x="219460" y="210778"/>
                  </a:lnTo>
                  <a:lnTo>
                    <a:pt x="220583" y="211167"/>
                  </a:lnTo>
                  <a:lnTo>
                    <a:pt x="222402" y="211796"/>
                  </a:lnTo>
                  <a:lnTo>
                    <a:pt x="224927" y="212670"/>
                  </a:lnTo>
                  <a:lnTo>
                    <a:pt x="226135" y="213222"/>
                  </a:lnTo>
                  <a:lnTo>
                    <a:pt x="226070" y="213408"/>
                  </a:lnTo>
                  <a:lnTo>
                    <a:pt x="225936" y="213798"/>
                  </a:lnTo>
                  <a:lnTo>
                    <a:pt x="225789" y="214223"/>
                  </a:lnTo>
                  <a:lnTo>
                    <a:pt x="225602" y="214766"/>
                  </a:lnTo>
                  <a:lnTo>
                    <a:pt x="225527" y="214985"/>
                  </a:lnTo>
                  <a:lnTo>
                    <a:pt x="225431" y="215262"/>
                  </a:lnTo>
                  <a:lnTo>
                    <a:pt x="225216" y="215885"/>
                  </a:lnTo>
                  <a:lnTo>
                    <a:pt x="225060" y="216336"/>
                  </a:lnTo>
                  <a:lnTo>
                    <a:pt x="224787" y="217129"/>
                  </a:lnTo>
                  <a:lnTo>
                    <a:pt x="224731" y="217290"/>
                  </a:lnTo>
                  <a:lnTo>
                    <a:pt x="224177" y="218896"/>
                  </a:lnTo>
                  <a:lnTo>
                    <a:pt x="223868" y="219791"/>
                  </a:lnTo>
                  <a:lnTo>
                    <a:pt x="223664" y="220382"/>
                  </a:lnTo>
                  <a:lnTo>
                    <a:pt x="223175" y="221800"/>
                  </a:lnTo>
                  <a:lnTo>
                    <a:pt x="222212" y="224590"/>
                  </a:lnTo>
                  <a:lnTo>
                    <a:pt x="221959" y="225325"/>
                  </a:lnTo>
                  <a:lnTo>
                    <a:pt x="220956" y="228230"/>
                  </a:lnTo>
                  <a:lnTo>
                    <a:pt x="220754" y="228817"/>
                  </a:lnTo>
                  <a:lnTo>
                    <a:pt x="220662" y="229083"/>
                  </a:lnTo>
                  <a:lnTo>
                    <a:pt x="220557" y="229387"/>
                  </a:lnTo>
                  <a:lnTo>
                    <a:pt x="219744" y="231745"/>
                  </a:lnTo>
                  <a:lnTo>
                    <a:pt x="219453" y="232586"/>
                  </a:lnTo>
                  <a:lnTo>
                    <a:pt x="219399" y="232744"/>
                  </a:lnTo>
                  <a:lnTo>
                    <a:pt x="218506" y="235331"/>
                  </a:lnTo>
                  <a:lnTo>
                    <a:pt x="218393" y="235660"/>
                  </a:lnTo>
                  <a:lnTo>
                    <a:pt x="218233" y="236123"/>
                  </a:lnTo>
                  <a:lnTo>
                    <a:pt x="218133" y="236411"/>
                  </a:lnTo>
                  <a:lnTo>
                    <a:pt x="217218" y="239063"/>
                  </a:lnTo>
                  <a:lnTo>
                    <a:pt x="217047" y="239560"/>
                  </a:lnTo>
                  <a:lnTo>
                    <a:pt x="216872" y="240065"/>
                  </a:lnTo>
                  <a:lnTo>
                    <a:pt x="216087" y="242342"/>
                  </a:lnTo>
                  <a:lnTo>
                    <a:pt x="215931" y="242795"/>
                  </a:lnTo>
                  <a:lnTo>
                    <a:pt x="215797" y="243183"/>
                  </a:lnTo>
                  <a:lnTo>
                    <a:pt x="215232" y="244820"/>
                  </a:lnTo>
                  <a:lnTo>
                    <a:pt x="215031" y="245404"/>
                  </a:lnTo>
                  <a:lnTo>
                    <a:pt x="214949" y="245641"/>
                  </a:lnTo>
                  <a:lnTo>
                    <a:pt x="214778" y="246137"/>
                  </a:lnTo>
                  <a:lnTo>
                    <a:pt x="214692" y="246385"/>
                  </a:lnTo>
                  <a:lnTo>
                    <a:pt x="214401" y="247229"/>
                  </a:lnTo>
                  <a:lnTo>
                    <a:pt x="214287" y="247560"/>
                  </a:lnTo>
                  <a:lnTo>
                    <a:pt x="213862" y="247458"/>
                  </a:lnTo>
                  <a:lnTo>
                    <a:pt x="212911" y="247229"/>
                  </a:lnTo>
                  <a:lnTo>
                    <a:pt x="212424" y="247112"/>
                  </a:lnTo>
                  <a:lnTo>
                    <a:pt x="211161" y="246809"/>
                  </a:lnTo>
                  <a:lnTo>
                    <a:pt x="209394" y="246385"/>
                  </a:lnTo>
                  <a:lnTo>
                    <a:pt x="208362" y="246137"/>
                  </a:lnTo>
                  <a:lnTo>
                    <a:pt x="206298" y="245641"/>
                  </a:lnTo>
                  <a:lnTo>
                    <a:pt x="206162" y="245608"/>
                  </a:lnTo>
                  <a:lnTo>
                    <a:pt x="202839" y="244810"/>
                  </a:lnTo>
                  <a:lnTo>
                    <a:pt x="202578" y="244739"/>
                  </a:lnTo>
                  <a:lnTo>
                    <a:pt x="202524" y="244893"/>
                  </a:lnTo>
                  <a:lnTo>
                    <a:pt x="201675" y="247298"/>
                  </a:lnTo>
                  <a:lnTo>
                    <a:pt x="201250" y="248502"/>
                  </a:lnTo>
                  <a:lnTo>
                    <a:pt x="199992" y="252065"/>
                  </a:lnTo>
                  <a:lnTo>
                    <a:pt x="199190" y="254334"/>
                  </a:lnTo>
                  <a:lnTo>
                    <a:pt x="197821" y="258212"/>
                  </a:lnTo>
                  <a:lnTo>
                    <a:pt x="197376" y="259473"/>
                  </a:lnTo>
                  <a:lnTo>
                    <a:pt x="196492" y="261976"/>
                  </a:lnTo>
                  <a:lnTo>
                    <a:pt x="194147" y="268619"/>
                  </a:lnTo>
                  <a:lnTo>
                    <a:pt x="193842" y="269484"/>
                  </a:lnTo>
                  <a:lnTo>
                    <a:pt x="193626" y="270096"/>
                  </a:lnTo>
                  <a:lnTo>
                    <a:pt x="193004" y="271808"/>
                  </a:lnTo>
                  <a:lnTo>
                    <a:pt x="192592" y="272944"/>
                  </a:lnTo>
                  <a:lnTo>
                    <a:pt x="190662" y="278261"/>
                  </a:lnTo>
                  <a:lnTo>
                    <a:pt x="190584" y="278476"/>
                  </a:lnTo>
                  <a:lnTo>
                    <a:pt x="189877" y="280423"/>
                  </a:lnTo>
                  <a:lnTo>
                    <a:pt x="188501" y="284212"/>
                  </a:lnTo>
                  <a:lnTo>
                    <a:pt x="187623" y="286629"/>
                  </a:lnTo>
                  <a:lnTo>
                    <a:pt x="186808" y="288872"/>
                  </a:lnTo>
                  <a:lnTo>
                    <a:pt x="186272" y="290348"/>
                  </a:lnTo>
                  <a:lnTo>
                    <a:pt x="185924" y="291308"/>
                  </a:lnTo>
                  <a:lnTo>
                    <a:pt x="184104" y="296318"/>
                  </a:lnTo>
                  <a:lnTo>
                    <a:pt x="183626" y="297610"/>
                  </a:lnTo>
                  <a:lnTo>
                    <a:pt x="183072" y="299108"/>
                  </a:lnTo>
                  <a:lnTo>
                    <a:pt x="183008" y="299280"/>
                  </a:lnTo>
                  <a:lnTo>
                    <a:pt x="182525" y="300586"/>
                  </a:lnTo>
                  <a:lnTo>
                    <a:pt x="182471" y="300733"/>
                  </a:lnTo>
                  <a:lnTo>
                    <a:pt x="181911" y="302246"/>
                  </a:lnTo>
                  <a:lnTo>
                    <a:pt x="180138" y="307038"/>
                  </a:lnTo>
                  <a:lnTo>
                    <a:pt x="177497" y="314176"/>
                  </a:lnTo>
                  <a:lnTo>
                    <a:pt x="177259" y="314821"/>
                  </a:lnTo>
                  <a:lnTo>
                    <a:pt x="177158" y="315093"/>
                  </a:lnTo>
                  <a:lnTo>
                    <a:pt x="176103" y="317945"/>
                  </a:lnTo>
                  <a:lnTo>
                    <a:pt x="175605" y="319104"/>
                  </a:lnTo>
                  <a:lnTo>
                    <a:pt x="170867" y="330140"/>
                  </a:lnTo>
                  <a:lnTo>
                    <a:pt x="170349" y="331347"/>
                  </a:lnTo>
                  <a:lnTo>
                    <a:pt x="169263" y="333877"/>
                  </a:lnTo>
                  <a:lnTo>
                    <a:pt x="168973" y="334553"/>
                  </a:lnTo>
                  <a:lnTo>
                    <a:pt x="167315" y="338985"/>
                  </a:lnTo>
                  <a:lnTo>
                    <a:pt x="165539" y="343736"/>
                  </a:lnTo>
                  <a:lnTo>
                    <a:pt x="164723" y="345918"/>
                  </a:lnTo>
                  <a:lnTo>
                    <a:pt x="163347" y="349596"/>
                  </a:lnTo>
                  <a:lnTo>
                    <a:pt x="156574" y="367708"/>
                  </a:lnTo>
                  <a:lnTo>
                    <a:pt x="155872" y="369586"/>
                  </a:lnTo>
                  <a:lnTo>
                    <a:pt x="154449" y="373390"/>
                  </a:lnTo>
                  <a:lnTo>
                    <a:pt x="153945" y="374740"/>
                  </a:lnTo>
                  <a:lnTo>
                    <a:pt x="152152" y="379535"/>
                  </a:lnTo>
                  <a:lnTo>
                    <a:pt x="150386" y="384257"/>
                  </a:lnTo>
                  <a:lnTo>
                    <a:pt x="145852" y="396382"/>
                  </a:lnTo>
                  <a:lnTo>
                    <a:pt x="145141" y="397875"/>
                  </a:lnTo>
                  <a:lnTo>
                    <a:pt x="144976" y="398220"/>
                  </a:lnTo>
                  <a:lnTo>
                    <a:pt x="144622" y="398965"/>
                  </a:lnTo>
                  <a:lnTo>
                    <a:pt x="144516" y="399188"/>
                  </a:lnTo>
                  <a:lnTo>
                    <a:pt x="144391" y="399460"/>
                  </a:lnTo>
                  <a:lnTo>
                    <a:pt x="143393" y="401641"/>
                  </a:lnTo>
                  <a:lnTo>
                    <a:pt x="143186" y="402093"/>
                  </a:lnTo>
                  <a:lnTo>
                    <a:pt x="142227" y="404187"/>
                  </a:lnTo>
                  <a:lnTo>
                    <a:pt x="142124" y="404412"/>
                  </a:lnTo>
                  <a:lnTo>
                    <a:pt x="142011" y="404660"/>
                  </a:lnTo>
                  <a:lnTo>
                    <a:pt x="141776" y="405172"/>
                  </a:lnTo>
                  <a:lnTo>
                    <a:pt x="141519" y="405736"/>
                  </a:lnTo>
                  <a:lnTo>
                    <a:pt x="140977" y="406919"/>
                  </a:lnTo>
                  <a:lnTo>
                    <a:pt x="140503" y="407955"/>
                  </a:lnTo>
                  <a:lnTo>
                    <a:pt x="140257" y="408492"/>
                  </a:lnTo>
                  <a:lnTo>
                    <a:pt x="140031" y="408986"/>
                  </a:lnTo>
                  <a:lnTo>
                    <a:pt x="139815" y="409458"/>
                  </a:lnTo>
                  <a:lnTo>
                    <a:pt x="138997" y="411244"/>
                  </a:lnTo>
                  <a:lnTo>
                    <a:pt x="138142" y="413113"/>
                  </a:lnTo>
                  <a:lnTo>
                    <a:pt x="137757" y="413953"/>
                  </a:lnTo>
                  <a:lnTo>
                    <a:pt x="137551" y="414404"/>
                  </a:lnTo>
                  <a:lnTo>
                    <a:pt x="137498" y="414606"/>
                  </a:lnTo>
                  <a:lnTo>
                    <a:pt x="137045" y="416323"/>
                  </a:lnTo>
                  <a:lnTo>
                    <a:pt x="136366" y="418895"/>
                  </a:lnTo>
                  <a:lnTo>
                    <a:pt x="136254" y="419477"/>
                  </a:lnTo>
                  <a:lnTo>
                    <a:pt x="136199" y="419767"/>
                  </a:lnTo>
                  <a:lnTo>
                    <a:pt x="136056" y="420508"/>
                  </a:lnTo>
                  <a:lnTo>
                    <a:pt x="135617" y="422791"/>
                  </a:lnTo>
                  <a:lnTo>
                    <a:pt x="135558" y="423098"/>
                  </a:lnTo>
                  <a:lnTo>
                    <a:pt x="135438" y="423725"/>
                  </a:lnTo>
                  <a:lnTo>
                    <a:pt x="135290" y="424645"/>
                  </a:lnTo>
                  <a:lnTo>
                    <a:pt x="135311" y="424869"/>
                  </a:lnTo>
                  <a:lnTo>
                    <a:pt x="135672" y="424833"/>
                  </a:lnTo>
                  <a:lnTo>
                    <a:pt x="135887" y="424812"/>
                  </a:lnTo>
                  <a:lnTo>
                    <a:pt x="136394" y="424762"/>
                  </a:lnTo>
                  <a:lnTo>
                    <a:pt x="138492" y="424553"/>
                  </a:lnTo>
                  <a:lnTo>
                    <a:pt x="140680" y="424335"/>
                  </a:lnTo>
                  <a:lnTo>
                    <a:pt x="141059" y="424298"/>
                  </a:lnTo>
                  <a:lnTo>
                    <a:pt x="142094" y="424096"/>
                  </a:lnTo>
                  <a:lnTo>
                    <a:pt x="142615" y="423994"/>
                  </a:lnTo>
                  <a:lnTo>
                    <a:pt x="143084" y="423902"/>
                  </a:lnTo>
                  <a:lnTo>
                    <a:pt x="144378" y="423650"/>
                  </a:lnTo>
                  <a:lnTo>
                    <a:pt x="145303" y="423469"/>
                  </a:lnTo>
                  <a:lnTo>
                    <a:pt x="146226" y="423289"/>
                  </a:lnTo>
                  <a:lnTo>
                    <a:pt x="147029" y="423132"/>
                  </a:lnTo>
                  <a:lnTo>
                    <a:pt x="148163" y="426203"/>
                  </a:lnTo>
                  <a:lnTo>
                    <a:pt x="148227" y="426375"/>
                  </a:lnTo>
                  <a:lnTo>
                    <a:pt x="148913" y="428233"/>
                  </a:lnTo>
                  <a:lnTo>
                    <a:pt x="149642" y="430206"/>
                  </a:lnTo>
                  <a:lnTo>
                    <a:pt x="149763" y="430533"/>
                  </a:lnTo>
                  <a:lnTo>
                    <a:pt x="149947" y="431031"/>
                  </a:lnTo>
                  <a:lnTo>
                    <a:pt x="150262" y="431885"/>
                  </a:lnTo>
                  <a:lnTo>
                    <a:pt x="150435" y="432353"/>
                  </a:lnTo>
                  <a:lnTo>
                    <a:pt x="150713" y="433104"/>
                  </a:lnTo>
                  <a:lnTo>
                    <a:pt x="150803" y="433289"/>
                  </a:lnTo>
                  <a:lnTo>
                    <a:pt x="151610" y="434934"/>
                  </a:lnTo>
                  <a:lnTo>
                    <a:pt x="152091" y="435913"/>
                  </a:lnTo>
                  <a:lnTo>
                    <a:pt x="152543" y="436835"/>
                  </a:lnTo>
                  <a:lnTo>
                    <a:pt x="153124" y="438021"/>
                  </a:lnTo>
                  <a:lnTo>
                    <a:pt x="153565" y="438920"/>
                  </a:lnTo>
                  <a:lnTo>
                    <a:pt x="153953" y="439710"/>
                  </a:lnTo>
                  <a:lnTo>
                    <a:pt x="154116" y="440089"/>
                  </a:lnTo>
                  <a:lnTo>
                    <a:pt x="154376" y="440691"/>
                  </a:lnTo>
                  <a:lnTo>
                    <a:pt x="154620" y="441256"/>
                  </a:lnTo>
                  <a:lnTo>
                    <a:pt x="154757" y="441573"/>
                  </a:lnTo>
                  <a:lnTo>
                    <a:pt x="156957" y="446677"/>
                  </a:lnTo>
                  <a:lnTo>
                    <a:pt x="157114" y="447069"/>
                  </a:lnTo>
                  <a:lnTo>
                    <a:pt x="157940" y="449127"/>
                  </a:lnTo>
                  <a:lnTo>
                    <a:pt x="158581" y="450726"/>
                  </a:lnTo>
                  <a:lnTo>
                    <a:pt x="158836" y="451284"/>
                  </a:lnTo>
                  <a:lnTo>
                    <a:pt x="160197" y="454265"/>
                  </a:lnTo>
                  <a:lnTo>
                    <a:pt x="160433" y="454781"/>
                  </a:lnTo>
                  <a:lnTo>
                    <a:pt x="161669" y="458397"/>
                  </a:lnTo>
                  <a:lnTo>
                    <a:pt x="161739" y="458600"/>
                  </a:lnTo>
                  <a:lnTo>
                    <a:pt x="162134" y="459778"/>
                  </a:lnTo>
                  <a:lnTo>
                    <a:pt x="162602" y="461172"/>
                  </a:lnTo>
                  <a:lnTo>
                    <a:pt x="162740" y="461585"/>
                  </a:lnTo>
                  <a:lnTo>
                    <a:pt x="162797" y="461754"/>
                  </a:lnTo>
                  <a:lnTo>
                    <a:pt x="163725" y="464519"/>
                  </a:lnTo>
                  <a:lnTo>
                    <a:pt x="164199" y="465547"/>
                  </a:lnTo>
                  <a:lnTo>
                    <a:pt x="164758" y="466107"/>
                  </a:lnTo>
                  <a:lnTo>
                    <a:pt x="165378" y="466728"/>
                  </a:lnTo>
                  <a:lnTo>
                    <a:pt x="165057" y="466974"/>
                  </a:lnTo>
                  <a:lnTo>
                    <a:pt x="163766" y="467961"/>
                  </a:lnTo>
                  <a:lnTo>
                    <a:pt x="163406" y="468823"/>
                  </a:lnTo>
                  <a:lnTo>
                    <a:pt x="163349" y="468960"/>
                  </a:lnTo>
                  <a:lnTo>
                    <a:pt x="163204" y="469306"/>
                  </a:lnTo>
                  <a:lnTo>
                    <a:pt x="162969" y="469869"/>
                  </a:lnTo>
                  <a:lnTo>
                    <a:pt x="162785" y="470309"/>
                  </a:lnTo>
                  <a:lnTo>
                    <a:pt x="162653" y="470626"/>
                  </a:lnTo>
                  <a:lnTo>
                    <a:pt x="162356" y="471337"/>
                  </a:lnTo>
                  <a:lnTo>
                    <a:pt x="162112" y="471920"/>
                  </a:lnTo>
                  <a:lnTo>
                    <a:pt x="162047" y="472076"/>
                  </a:lnTo>
                  <a:lnTo>
                    <a:pt x="161868" y="472505"/>
                  </a:lnTo>
                  <a:lnTo>
                    <a:pt x="161587" y="472983"/>
                  </a:lnTo>
                  <a:lnTo>
                    <a:pt x="161241" y="473632"/>
                  </a:lnTo>
                  <a:lnTo>
                    <a:pt x="160926" y="474223"/>
                  </a:lnTo>
                  <a:lnTo>
                    <a:pt x="160842" y="474955"/>
                  </a:lnTo>
                  <a:lnTo>
                    <a:pt x="158660" y="477349"/>
                  </a:lnTo>
                  <a:lnTo>
                    <a:pt x="150254" y="489880"/>
                  </a:lnTo>
                  <a:lnTo>
                    <a:pt x="149781" y="502524"/>
                  </a:lnTo>
                  <a:lnTo>
                    <a:pt x="128213" y="494611"/>
                  </a:lnTo>
                  <a:lnTo>
                    <a:pt x="81032" y="494994"/>
                  </a:lnTo>
                  <a:lnTo>
                    <a:pt x="75979" y="491487"/>
                  </a:lnTo>
                  <a:lnTo>
                    <a:pt x="76878" y="485050"/>
                  </a:lnTo>
                  <a:lnTo>
                    <a:pt x="77859" y="478031"/>
                  </a:lnTo>
                  <a:lnTo>
                    <a:pt x="87182" y="472827"/>
                  </a:lnTo>
                  <a:lnTo>
                    <a:pt x="93586" y="471493"/>
                  </a:lnTo>
                  <a:lnTo>
                    <a:pt x="94218" y="467499"/>
                  </a:lnTo>
                  <a:lnTo>
                    <a:pt x="94419" y="466230"/>
                  </a:lnTo>
                  <a:lnTo>
                    <a:pt x="94627" y="464918"/>
                  </a:lnTo>
                  <a:lnTo>
                    <a:pt x="95082" y="462044"/>
                  </a:lnTo>
                  <a:lnTo>
                    <a:pt x="95584" y="459763"/>
                  </a:lnTo>
                  <a:lnTo>
                    <a:pt x="95706" y="459208"/>
                  </a:lnTo>
                  <a:lnTo>
                    <a:pt x="95798" y="458794"/>
                  </a:lnTo>
                  <a:lnTo>
                    <a:pt x="95965" y="458032"/>
                  </a:lnTo>
                  <a:lnTo>
                    <a:pt x="96030" y="457738"/>
                  </a:lnTo>
                  <a:lnTo>
                    <a:pt x="96174" y="457106"/>
                  </a:lnTo>
                  <a:lnTo>
                    <a:pt x="96246" y="456790"/>
                  </a:lnTo>
                  <a:lnTo>
                    <a:pt x="96406" y="456086"/>
                  </a:lnTo>
                  <a:lnTo>
                    <a:pt x="96542" y="455485"/>
                  </a:lnTo>
                  <a:lnTo>
                    <a:pt x="97160" y="452766"/>
                  </a:lnTo>
                  <a:lnTo>
                    <a:pt x="97593" y="451602"/>
                  </a:lnTo>
                  <a:lnTo>
                    <a:pt x="93921" y="450300"/>
                  </a:lnTo>
                  <a:lnTo>
                    <a:pt x="93323" y="450088"/>
                  </a:lnTo>
                  <a:lnTo>
                    <a:pt x="91177" y="449327"/>
                  </a:lnTo>
                  <a:lnTo>
                    <a:pt x="90965" y="449318"/>
                  </a:lnTo>
                  <a:lnTo>
                    <a:pt x="90100" y="449281"/>
                  </a:lnTo>
                  <a:lnTo>
                    <a:pt x="84463" y="449038"/>
                  </a:lnTo>
                  <a:lnTo>
                    <a:pt x="84029" y="449019"/>
                  </a:lnTo>
                  <a:lnTo>
                    <a:pt x="83683" y="447733"/>
                  </a:lnTo>
                  <a:lnTo>
                    <a:pt x="82980" y="445115"/>
                  </a:lnTo>
                  <a:lnTo>
                    <a:pt x="82470" y="443215"/>
                  </a:lnTo>
                  <a:lnTo>
                    <a:pt x="82390" y="442919"/>
                  </a:lnTo>
                  <a:lnTo>
                    <a:pt x="83632" y="442585"/>
                  </a:lnTo>
                  <a:lnTo>
                    <a:pt x="82860" y="439214"/>
                  </a:lnTo>
                  <a:lnTo>
                    <a:pt x="82572" y="437953"/>
                  </a:lnTo>
                  <a:lnTo>
                    <a:pt x="82283" y="436692"/>
                  </a:lnTo>
                  <a:lnTo>
                    <a:pt x="82841" y="435596"/>
                  </a:lnTo>
                  <a:lnTo>
                    <a:pt x="82944" y="435394"/>
                  </a:lnTo>
                  <a:lnTo>
                    <a:pt x="82966" y="432477"/>
                  </a:lnTo>
                  <a:lnTo>
                    <a:pt x="82991" y="429079"/>
                  </a:lnTo>
                  <a:lnTo>
                    <a:pt x="83186" y="426328"/>
                  </a:lnTo>
                  <a:lnTo>
                    <a:pt x="83605" y="419654"/>
                  </a:lnTo>
                  <a:lnTo>
                    <a:pt x="70964" y="418072"/>
                  </a:lnTo>
                  <a:lnTo>
                    <a:pt x="70650" y="418033"/>
                  </a:lnTo>
                  <a:lnTo>
                    <a:pt x="65321" y="417366"/>
                  </a:lnTo>
                  <a:lnTo>
                    <a:pt x="64953" y="417320"/>
                  </a:lnTo>
                  <a:lnTo>
                    <a:pt x="52625" y="415778"/>
                  </a:lnTo>
                  <a:lnTo>
                    <a:pt x="50342" y="415492"/>
                  </a:lnTo>
                  <a:lnTo>
                    <a:pt x="46750" y="415043"/>
                  </a:lnTo>
                  <a:lnTo>
                    <a:pt x="43345" y="414617"/>
                  </a:lnTo>
                  <a:lnTo>
                    <a:pt x="42303" y="414487"/>
                  </a:lnTo>
                  <a:lnTo>
                    <a:pt x="33956" y="413444"/>
                  </a:lnTo>
                  <a:lnTo>
                    <a:pt x="27101" y="412588"/>
                  </a:lnTo>
                  <a:lnTo>
                    <a:pt x="24431" y="412254"/>
                  </a:lnTo>
                  <a:lnTo>
                    <a:pt x="23390" y="412124"/>
                  </a:lnTo>
                  <a:lnTo>
                    <a:pt x="20761" y="411796"/>
                  </a:lnTo>
                  <a:lnTo>
                    <a:pt x="19766" y="411672"/>
                  </a:lnTo>
                  <a:lnTo>
                    <a:pt x="18726" y="411542"/>
                  </a:lnTo>
                  <a:lnTo>
                    <a:pt x="1699" y="409415"/>
                  </a:lnTo>
                  <a:lnTo>
                    <a:pt x="0" y="409203"/>
                  </a:lnTo>
                  <a:lnTo>
                    <a:pt x="101" y="408843"/>
                  </a:lnTo>
                  <a:lnTo>
                    <a:pt x="452" y="407595"/>
                  </a:lnTo>
                  <a:lnTo>
                    <a:pt x="1328" y="403816"/>
                  </a:lnTo>
                  <a:lnTo>
                    <a:pt x="1554" y="402839"/>
                  </a:lnTo>
                  <a:lnTo>
                    <a:pt x="2617" y="399526"/>
                  </a:lnTo>
                  <a:lnTo>
                    <a:pt x="6679" y="386854"/>
                  </a:lnTo>
                  <a:lnTo>
                    <a:pt x="9718" y="377375"/>
                  </a:lnTo>
                  <a:lnTo>
                    <a:pt x="9828" y="377033"/>
                  </a:lnTo>
                  <a:lnTo>
                    <a:pt x="11425" y="372051"/>
                  </a:lnTo>
                  <a:lnTo>
                    <a:pt x="16460" y="356346"/>
                  </a:lnTo>
                  <a:lnTo>
                    <a:pt x="16937" y="354856"/>
                  </a:lnTo>
                  <a:lnTo>
                    <a:pt x="17121" y="354308"/>
                  </a:lnTo>
                  <a:lnTo>
                    <a:pt x="17355" y="353606"/>
                  </a:lnTo>
                  <a:lnTo>
                    <a:pt x="32536" y="308160"/>
                  </a:lnTo>
                  <a:lnTo>
                    <a:pt x="36074" y="297567"/>
                  </a:lnTo>
                  <a:lnTo>
                    <a:pt x="36466" y="296394"/>
                  </a:lnTo>
                  <a:lnTo>
                    <a:pt x="36715" y="295647"/>
                  </a:lnTo>
                  <a:lnTo>
                    <a:pt x="37750" y="292551"/>
                  </a:lnTo>
                  <a:lnTo>
                    <a:pt x="39802" y="286407"/>
                  </a:lnTo>
                  <a:lnTo>
                    <a:pt x="49922" y="256588"/>
                  </a:lnTo>
                  <a:lnTo>
                    <a:pt x="50308" y="255451"/>
                  </a:lnTo>
                  <a:lnTo>
                    <a:pt x="50718" y="254243"/>
                  </a:lnTo>
                  <a:lnTo>
                    <a:pt x="50968" y="253480"/>
                  </a:lnTo>
                  <a:lnTo>
                    <a:pt x="51465" y="251961"/>
                  </a:lnTo>
                  <a:lnTo>
                    <a:pt x="51667" y="251344"/>
                  </a:lnTo>
                  <a:lnTo>
                    <a:pt x="58430" y="230684"/>
                  </a:lnTo>
                  <a:lnTo>
                    <a:pt x="59009" y="228914"/>
                  </a:lnTo>
                  <a:lnTo>
                    <a:pt x="65317" y="210250"/>
                  </a:lnTo>
                  <a:lnTo>
                    <a:pt x="65447" y="209865"/>
                  </a:lnTo>
                  <a:lnTo>
                    <a:pt x="66224" y="207567"/>
                  </a:lnTo>
                  <a:lnTo>
                    <a:pt x="66616" y="206408"/>
                  </a:lnTo>
                  <a:lnTo>
                    <a:pt x="67039" y="205153"/>
                  </a:lnTo>
                  <a:lnTo>
                    <a:pt x="81321" y="162893"/>
                  </a:lnTo>
                  <a:lnTo>
                    <a:pt x="81401" y="162656"/>
                  </a:lnTo>
                  <a:lnTo>
                    <a:pt x="82733" y="158715"/>
                  </a:lnTo>
                  <a:lnTo>
                    <a:pt x="83399" y="156744"/>
                  </a:lnTo>
                  <a:lnTo>
                    <a:pt x="84342" y="153955"/>
                  </a:lnTo>
                  <a:lnTo>
                    <a:pt x="97023" y="116430"/>
                  </a:lnTo>
                  <a:lnTo>
                    <a:pt x="97099" y="116205"/>
                  </a:lnTo>
                  <a:lnTo>
                    <a:pt x="98605" y="111751"/>
                  </a:lnTo>
                  <a:lnTo>
                    <a:pt x="98666" y="111569"/>
                  </a:lnTo>
                  <a:lnTo>
                    <a:pt x="99009" y="110554"/>
                  </a:lnTo>
                  <a:lnTo>
                    <a:pt x="99324" y="109622"/>
                  </a:lnTo>
                  <a:lnTo>
                    <a:pt x="105129" y="92444"/>
                  </a:lnTo>
                  <a:lnTo>
                    <a:pt x="105913" y="90125"/>
                  </a:lnTo>
                  <a:lnTo>
                    <a:pt x="109305" y="80088"/>
                  </a:lnTo>
                  <a:lnTo>
                    <a:pt x="109914" y="78285"/>
                  </a:lnTo>
                  <a:lnTo>
                    <a:pt x="112258" y="71348"/>
                  </a:lnTo>
                  <a:lnTo>
                    <a:pt x="112390" y="70958"/>
                  </a:lnTo>
                  <a:lnTo>
                    <a:pt x="112784" y="69794"/>
                  </a:lnTo>
                  <a:lnTo>
                    <a:pt x="121626" y="43628"/>
                  </a:lnTo>
                  <a:lnTo>
                    <a:pt x="123231" y="38878"/>
                  </a:lnTo>
                  <a:lnTo>
                    <a:pt x="128076" y="24544"/>
                  </a:lnTo>
                  <a:lnTo>
                    <a:pt x="131835" y="25839"/>
                  </a:lnTo>
                  <a:lnTo>
                    <a:pt x="134067" y="26607"/>
                  </a:lnTo>
                  <a:lnTo>
                    <a:pt x="135575" y="27126"/>
                  </a:lnTo>
                  <a:lnTo>
                    <a:pt x="139975" y="28641"/>
                  </a:lnTo>
                  <a:lnTo>
                    <a:pt x="142100" y="29372"/>
                  </a:lnTo>
                  <a:lnTo>
                    <a:pt x="155097" y="33847"/>
                  </a:lnTo>
                  <a:lnTo>
                    <a:pt x="159645" y="35413"/>
                  </a:lnTo>
                  <a:lnTo>
                    <a:pt x="163293" y="36669"/>
                  </a:lnTo>
                  <a:lnTo>
                    <a:pt x="168639" y="38509"/>
                  </a:lnTo>
                  <a:lnTo>
                    <a:pt x="173026" y="40019"/>
                  </a:lnTo>
                  <a:lnTo>
                    <a:pt x="183219" y="43529"/>
                  </a:lnTo>
                  <a:lnTo>
                    <a:pt x="190504" y="46037"/>
                  </a:lnTo>
                  <a:lnTo>
                    <a:pt x="191384" y="46342"/>
                  </a:lnTo>
                  <a:lnTo>
                    <a:pt x="191595" y="45790"/>
                  </a:lnTo>
                  <a:lnTo>
                    <a:pt x="192172" y="44282"/>
                  </a:lnTo>
                  <a:lnTo>
                    <a:pt x="196888" y="31950"/>
                  </a:lnTo>
                  <a:lnTo>
                    <a:pt x="196963" y="31753"/>
                  </a:lnTo>
                  <a:lnTo>
                    <a:pt x="197260" y="30978"/>
                  </a:lnTo>
                  <a:lnTo>
                    <a:pt x="199029" y="26351"/>
                  </a:lnTo>
                  <a:lnTo>
                    <a:pt x="200633" y="22156"/>
                  </a:lnTo>
                  <a:lnTo>
                    <a:pt x="201521" y="19834"/>
                  </a:lnTo>
                  <a:lnTo>
                    <a:pt x="204448" y="12181"/>
                  </a:lnTo>
                  <a:lnTo>
                    <a:pt x="209106" y="0"/>
                  </a:lnTo>
                  <a:lnTo>
                    <a:pt x="210611" y="511"/>
                  </a:lnTo>
                  <a:lnTo>
                    <a:pt x="211820" y="922"/>
                  </a:lnTo>
                  <a:lnTo>
                    <a:pt x="220987" y="4036"/>
                  </a:lnTo>
                  <a:lnTo>
                    <a:pt x="234487" y="8622"/>
                  </a:lnTo>
                  <a:lnTo>
                    <a:pt x="235113" y="8835"/>
                  </a:lnTo>
                  <a:lnTo>
                    <a:pt x="248039" y="13226"/>
                  </a:lnTo>
                  <a:lnTo>
                    <a:pt x="249811" y="13828"/>
                  </a:lnTo>
                  <a:lnTo>
                    <a:pt x="260881" y="17589"/>
                  </a:lnTo>
                  <a:lnTo>
                    <a:pt x="261516" y="17805"/>
                  </a:lnTo>
                  <a:lnTo>
                    <a:pt x="272531" y="21547"/>
                  </a:lnTo>
                  <a:lnTo>
                    <a:pt x="276833" y="23009"/>
                  </a:lnTo>
                  <a:lnTo>
                    <a:pt x="277405" y="23203"/>
                  </a:lnTo>
                  <a:lnTo>
                    <a:pt x="285488" y="25949"/>
                  </a:lnTo>
                  <a:lnTo>
                    <a:pt x="286285" y="26220"/>
                  </a:lnTo>
                  <a:lnTo>
                    <a:pt x="285836" y="27448"/>
                  </a:lnTo>
                  <a:lnTo>
                    <a:pt x="285553" y="28222"/>
                  </a:lnTo>
                  <a:lnTo>
                    <a:pt x="285154" y="29311"/>
                  </a:lnTo>
                  <a:lnTo>
                    <a:pt x="284763" y="30382"/>
                  </a:lnTo>
                  <a:lnTo>
                    <a:pt x="284350" y="31510"/>
                  </a:lnTo>
                  <a:lnTo>
                    <a:pt x="283816" y="32969"/>
                  </a:lnTo>
                  <a:lnTo>
                    <a:pt x="283300" y="34380"/>
                  </a:lnTo>
                  <a:lnTo>
                    <a:pt x="282844" y="35628"/>
                  </a:lnTo>
                  <a:lnTo>
                    <a:pt x="282557" y="36412"/>
                  </a:lnTo>
                  <a:lnTo>
                    <a:pt x="282390" y="36867"/>
                  </a:lnTo>
                  <a:lnTo>
                    <a:pt x="282216" y="37344"/>
                  </a:lnTo>
                  <a:lnTo>
                    <a:pt x="281133" y="40305"/>
                  </a:lnTo>
                  <a:lnTo>
                    <a:pt x="280674" y="41558"/>
                  </a:lnTo>
                  <a:lnTo>
                    <a:pt x="280538" y="41929"/>
                  </a:lnTo>
                  <a:lnTo>
                    <a:pt x="280262" y="42683"/>
                  </a:lnTo>
                  <a:lnTo>
                    <a:pt x="279734" y="44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873113" y="4975220"/>
              <a:ext cx="447963" cy="318570"/>
            </a:xfrm>
            <a:custGeom>
              <a:avLst/>
              <a:pathLst>
                <a:path w="447963" h="318570">
                  <a:moveTo>
                    <a:pt x="192325" y="82284"/>
                  </a:moveTo>
                  <a:lnTo>
                    <a:pt x="197379" y="85791"/>
                  </a:lnTo>
                  <a:lnTo>
                    <a:pt x="244559" y="85408"/>
                  </a:lnTo>
                  <a:lnTo>
                    <a:pt x="266127" y="93321"/>
                  </a:lnTo>
                  <a:lnTo>
                    <a:pt x="287539" y="101177"/>
                  </a:lnTo>
                  <a:lnTo>
                    <a:pt x="317295" y="120326"/>
                  </a:lnTo>
                  <a:lnTo>
                    <a:pt x="353662" y="146233"/>
                  </a:lnTo>
                  <a:lnTo>
                    <a:pt x="424193" y="181151"/>
                  </a:lnTo>
                  <a:lnTo>
                    <a:pt x="441826" y="212690"/>
                  </a:lnTo>
                  <a:lnTo>
                    <a:pt x="447963" y="229192"/>
                  </a:lnTo>
                  <a:lnTo>
                    <a:pt x="437418" y="234091"/>
                  </a:lnTo>
                  <a:lnTo>
                    <a:pt x="416479" y="253240"/>
                  </a:lnTo>
                  <a:lnTo>
                    <a:pt x="413173" y="280273"/>
                  </a:lnTo>
                  <a:lnTo>
                    <a:pt x="412071" y="307306"/>
                  </a:lnTo>
                  <a:lnTo>
                    <a:pt x="394438" y="318570"/>
                  </a:lnTo>
                  <a:lnTo>
                    <a:pt x="365785" y="308432"/>
                  </a:lnTo>
                  <a:lnTo>
                    <a:pt x="330519" y="288158"/>
                  </a:lnTo>
                  <a:lnTo>
                    <a:pt x="305172" y="288158"/>
                  </a:lnTo>
                  <a:lnTo>
                    <a:pt x="270010" y="294011"/>
                  </a:lnTo>
                  <a:lnTo>
                    <a:pt x="265213" y="292998"/>
                  </a:lnTo>
                  <a:lnTo>
                    <a:pt x="256701" y="291200"/>
                  </a:lnTo>
                  <a:lnTo>
                    <a:pt x="256172" y="291088"/>
                  </a:lnTo>
                  <a:lnTo>
                    <a:pt x="252337" y="290278"/>
                  </a:lnTo>
                  <a:lnTo>
                    <a:pt x="251895" y="290185"/>
                  </a:lnTo>
                  <a:lnTo>
                    <a:pt x="251409" y="290082"/>
                  </a:lnTo>
                  <a:lnTo>
                    <a:pt x="247409" y="289237"/>
                  </a:lnTo>
                  <a:lnTo>
                    <a:pt x="247180" y="289188"/>
                  </a:lnTo>
                  <a:lnTo>
                    <a:pt x="246651" y="289077"/>
                  </a:lnTo>
                  <a:lnTo>
                    <a:pt x="242054" y="288106"/>
                  </a:lnTo>
                  <a:lnTo>
                    <a:pt x="241668" y="288024"/>
                  </a:lnTo>
                  <a:lnTo>
                    <a:pt x="241400" y="287968"/>
                  </a:lnTo>
                  <a:lnTo>
                    <a:pt x="240255" y="287726"/>
                  </a:lnTo>
                  <a:lnTo>
                    <a:pt x="227760" y="285631"/>
                  </a:lnTo>
                  <a:lnTo>
                    <a:pt x="219817" y="284299"/>
                  </a:lnTo>
                  <a:lnTo>
                    <a:pt x="219603" y="284263"/>
                  </a:lnTo>
                  <a:lnTo>
                    <a:pt x="211783" y="282952"/>
                  </a:lnTo>
                  <a:lnTo>
                    <a:pt x="203828" y="281618"/>
                  </a:lnTo>
                  <a:lnTo>
                    <a:pt x="198851" y="280783"/>
                  </a:lnTo>
                  <a:lnTo>
                    <a:pt x="196631" y="280411"/>
                  </a:lnTo>
                  <a:lnTo>
                    <a:pt x="193903" y="279954"/>
                  </a:lnTo>
                  <a:lnTo>
                    <a:pt x="188574" y="278951"/>
                  </a:lnTo>
                  <a:lnTo>
                    <a:pt x="171254" y="275692"/>
                  </a:lnTo>
                  <a:lnTo>
                    <a:pt x="158554" y="273303"/>
                  </a:lnTo>
                  <a:lnTo>
                    <a:pt x="157096" y="273029"/>
                  </a:lnTo>
                  <a:lnTo>
                    <a:pt x="154031" y="272452"/>
                  </a:lnTo>
                  <a:lnTo>
                    <a:pt x="151031" y="272114"/>
                  </a:lnTo>
                  <a:lnTo>
                    <a:pt x="150388" y="272041"/>
                  </a:lnTo>
                  <a:lnTo>
                    <a:pt x="136045" y="270424"/>
                  </a:lnTo>
                  <a:lnTo>
                    <a:pt x="135260" y="270359"/>
                  </a:lnTo>
                  <a:lnTo>
                    <a:pt x="133245" y="270192"/>
                  </a:lnTo>
                  <a:lnTo>
                    <a:pt x="126894" y="269665"/>
                  </a:lnTo>
                  <a:lnTo>
                    <a:pt x="118293" y="268951"/>
                  </a:lnTo>
                  <a:lnTo>
                    <a:pt x="118126" y="268938"/>
                  </a:lnTo>
                  <a:lnTo>
                    <a:pt x="116911" y="268705"/>
                  </a:lnTo>
                  <a:lnTo>
                    <a:pt x="115773" y="268487"/>
                  </a:lnTo>
                  <a:lnTo>
                    <a:pt x="114375" y="268219"/>
                  </a:lnTo>
                  <a:lnTo>
                    <a:pt x="111778" y="267721"/>
                  </a:lnTo>
                  <a:lnTo>
                    <a:pt x="103475" y="270597"/>
                  </a:lnTo>
                  <a:lnTo>
                    <a:pt x="96597" y="272980"/>
                  </a:lnTo>
                  <a:lnTo>
                    <a:pt x="92074" y="274547"/>
                  </a:lnTo>
                  <a:lnTo>
                    <a:pt x="91730" y="274668"/>
                  </a:lnTo>
                  <a:lnTo>
                    <a:pt x="90800" y="274996"/>
                  </a:lnTo>
                  <a:lnTo>
                    <a:pt x="70644" y="282094"/>
                  </a:lnTo>
                  <a:lnTo>
                    <a:pt x="65667" y="283847"/>
                  </a:lnTo>
                  <a:lnTo>
                    <a:pt x="62426" y="284988"/>
                  </a:lnTo>
                  <a:lnTo>
                    <a:pt x="61396" y="285351"/>
                  </a:lnTo>
                  <a:lnTo>
                    <a:pt x="44002" y="292592"/>
                  </a:lnTo>
                  <a:lnTo>
                    <a:pt x="16099" y="302594"/>
                  </a:lnTo>
                  <a:lnTo>
                    <a:pt x="3144" y="305104"/>
                  </a:lnTo>
                  <a:lnTo>
                    <a:pt x="464" y="305624"/>
                  </a:lnTo>
                  <a:lnTo>
                    <a:pt x="0" y="305714"/>
                  </a:lnTo>
                  <a:lnTo>
                    <a:pt x="19297" y="272916"/>
                  </a:lnTo>
                  <a:lnTo>
                    <a:pt x="36885" y="243023"/>
                  </a:lnTo>
                  <a:lnTo>
                    <a:pt x="37924" y="241256"/>
                  </a:lnTo>
                  <a:lnTo>
                    <a:pt x="45780" y="218819"/>
                  </a:lnTo>
                  <a:lnTo>
                    <a:pt x="45910" y="218447"/>
                  </a:lnTo>
                  <a:lnTo>
                    <a:pt x="51537" y="200910"/>
                  </a:lnTo>
                  <a:lnTo>
                    <a:pt x="53439" y="194985"/>
                  </a:lnTo>
                  <a:lnTo>
                    <a:pt x="55965" y="187112"/>
                  </a:lnTo>
                  <a:lnTo>
                    <a:pt x="56172" y="186468"/>
                  </a:lnTo>
                  <a:lnTo>
                    <a:pt x="60721" y="172851"/>
                  </a:lnTo>
                  <a:lnTo>
                    <a:pt x="61092" y="171582"/>
                  </a:lnTo>
                  <a:lnTo>
                    <a:pt x="61474" y="170276"/>
                  </a:lnTo>
                  <a:lnTo>
                    <a:pt x="64399" y="160270"/>
                  </a:lnTo>
                  <a:lnTo>
                    <a:pt x="68627" y="145806"/>
                  </a:lnTo>
                  <a:lnTo>
                    <a:pt x="69060" y="144326"/>
                  </a:lnTo>
                  <a:lnTo>
                    <a:pt x="69169" y="143952"/>
                  </a:lnTo>
                  <a:lnTo>
                    <a:pt x="69361" y="143295"/>
                  </a:lnTo>
                  <a:lnTo>
                    <a:pt x="69527" y="142764"/>
                  </a:lnTo>
                  <a:lnTo>
                    <a:pt x="76242" y="121271"/>
                  </a:lnTo>
                  <a:lnTo>
                    <a:pt x="81569" y="104221"/>
                  </a:lnTo>
                  <a:lnTo>
                    <a:pt x="82611" y="100886"/>
                  </a:lnTo>
                  <a:lnTo>
                    <a:pt x="82762" y="100402"/>
                  </a:lnTo>
                  <a:lnTo>
                    <a:pt x="82915" y="99953"/>
                  </a:lnTo>
                  <a:lnTo>
                    <a:pt x="85658" y="91857"/>
                  </a:lnTo>
                  <a:lnTo>
                    <a:pt x="93654" y="68264"/>
                  </a:lnTo>
                  <a:lnTo>
                    <a:pt x="94914" y="64545"/>
                  </a:lnTo>
                  <a:lnTo>
                    <a:pt x="95254" y="63541"/>
                  </a:lnTo>
                  <a:lnTo>
                    <a:pt x="97247" y="57662"/>
                  </a:lnTo>
                  <a:lnTo>
                    <a:pt x="99736" y="50316"/>
                  </a:lnTo>
                  <a:lnTo>
                    <a:pt x="99891" y="49860"/>
                  </a:lnTo>
                  <a:lnTo>
                    <a:pt x="100023" y="49478"/>
                  </a:lnTo>
                  <a:lnTo>
                    <a:pt x="102524" y="42224"/>
                  </a:lnTo>
                  <a:lnTo>
                    <a:pt x="103646" y="38973"/>
                  </a:lnTo>
                  <a:lnTo>
                    <a:pt x="104438" y="36678"/>
                  </a:lnTo>
                  <a:lnTo>
                    <a:pt x="113043" y="11728"/>
                  </a:lnTo>
                  <a:lnTo>
                    <a:pt x="113146" y="11360"/>
                  </a:lnTo>
                  <a:lnTo>
                    <a:pt x="116346" y="0"/>
                  </a:lnTo>
                  <a:lnTo>
                    <a:pt x="118046" y="212"/>
                  </a:lnTo>
                  <a:lnTo>
                    <a:pt x="135072" y="2339"/>
                  </a:lnTo>
                  <a:lnTo>
                    <a:pt x="136112" y="2469"/>
                  </a:lnTo>
                  <a:lnTo>
                    <a:pt x="137108" y="2593"/>
                  </a:lnTo>
                  <a:lnTo>
                    <a:pt x="139736" y="2921"/>
                  </a:lnTo>
                  <a:lnTo>
                    <a:pt x="140777" y="3051"/>
                  </a:lnTo>
                  <a:lnTo>
                    <a:pt x="143447" y="3385"/>
                  </a:lnTo>
                  <a:lnTo>
                    <a:pt x="150303" y="4241"/>
                  </a:lnTo>
                  <a:lnTo>
                    <a:pt x="158650" y="5284"/>
                  </a:lnTo>
                  <a:lnTo>
                    <a:pt x="159691" y="5414"/>
                  </a:lnTo>
                  <a:lnTo>
                    <a:pt x="163097" y="5840"/>
                  </a:lnTo>
                  <a:lnTo>
                    <a:pt x="166688" y="6289"/>
                  </a:lnTo>
                  <a:lnTo>
                    <a:pt x="168971" y="6575"/>
                  </a:lnTo>
                  <a:lnTo>
                    <a:pt x="181299" y="8117"/>
                  </a:lnTo>
                  <a:lnTo>
                    <a:pt x="181667" y="8163"/>
                  </a:lnTo>
                  <a:lnTo>
                    <a:pt x="186996" y="8830"/>
                  </a:lnTo>
                  <a:lnTo>
                    <a:pt x="187310" y="8869"/>
                  </a:lnTo>
                  <a:lnTo>
                    <a:pt x="200005" y="10458"/>
                  </a:lnTo>
                  <a:lnTo>
                    <a:pt x="199532" y="17125"/>
                  </a:lnTo>
                  <a:lnTo>
                    <a:pt x="199337" y="19876"/>
                  </a:lnTo>
                  <a:lnTo>
                    <a:pt x="199312" y="23274"/>
                  </a:lnTo>
                  <a:lnTo>
                    <a:pt x="199291" y="26191"/>
                  </a:lnTo>
                  <a:lnTo>
                    <a:pt x="199187" y="26393"/>
                  </a:lnTo>
                  <a:lnTo>
                    <a:pt x="198629" y="27489"/>
                  </a:lnTo>
                  <a:lnTo>
                    <a:pt x="198918" y="28750"/>
                  </a:lnTo>
                  <a:lnTo>
                    <a:pt x="199207" y="30011"/>
                  </a:lnTo>
                  <a:lnTo>
                    <a:pt x="199978" y="33382"/>
                  </a:lnTo>
                  <a:lnTo>
                    <a:pt x="198736" y="33716"/>
                  </a:lnTo>
                  <a:lnTo>
                    <a:pt x="198816" y="34012"/>
                  </a:lnTo>
                  <a:lnTo>
                    <a:pt x="199326" y="35912"/>
                  </a:lnTo>
                  <a:lnTo>
                    <a:pt x="200029" y="38530"/>
                  </a:lnTo>
                  <a:lnTo>
                    <a:pt x="200375" y="39816"/>
                  </a:lnTo>
                  <a:lnTo>
                    <a:pt x="200810" y="39835"/>
                  </a:lnTo>
                  <a:lnTo>
                    <a:pt x="206446" y="40077"/>
                  </a:lnTo>
                  <a:lnTo>
                    <a:pt x="207311" y="40115"/>
                  </a:lnTo>
                  <a:lnTo>
                    <a:pt x="207524" y="40124"/>
                  </a:lnTo>
                  <a:lnTo>
                    <a:pt x="209669" y="40885"/>
                  </a:lnTo>
                  <a:lnTo>
                    <a:pt x="210267" y="41097"/>
                  </a:lnTo>
                  <a:lnTo>
                    <a:pt x="213939" y="42399"/>
                  </a:lnTo>
                  <a:lnTo>
                    <a:pt x="213498" y="43602"/>
                  </a:lnTo>
                  <a:lnTo>
                    <a:pt x="212888" y="46282"/>
                  </a:lnTo>
                  <a:lnTo>
                    <a:pt x="212752" y="46883"/>
                  </a:lnTo>
                  <a:lnTo>
                    <a:pt x="212592" y="47587"/>
                  </a:lnTo>
                  <a:lnTo>
                    <a:pt x="212520" y="47903"/>
                  </a:lnTo>
                  <a:lnTo>
                    <a:pt x="212350" y="48654"/>
                  </a:lnTo>
                  <a:lnTo>
                    <a:pt x="212311" y="48829"/>
                  </a:lnTo>
                  <a:lnTo>
                    <a:pt x="212144" y="49591"/>
                  </a:lnTo>
                  <a:lnTo>
                    <a:pt x="212053" y="50005"/>
                  </a:lnTo>
                  <a:lnTo>
                    <a:pt x="211930" y="50560"/>
                  </a:lnTo>
                  <a:lnTo>
                    <a:pt x="211428" y="52841"/>
                  </a:lnTo>
                  <a:lnTo>
                    <a:pt x="210973" y="55715"/>
                  </a:lnTo>
                  <a:lnTo>
                    <a:pt x="210765" y="57027"/>
                  </a:lnTo>
                  <a:lnTo>
                    <a:pt x="210564" y="58296"/>
                  </a:lnTo>
                  <a:lnTo>
                    <a:pt x="209932" y="62290"/>
                  </a:lnTo>
                  <a:lnTo>
                    <a:pt x="203528" y="63624"/>
                  </a:lnTo>
                  <a:lnTo>
                    <a:pt x="194205" y="68828"/>
                  </a:lnTo>
                  <a:lnTo>
                    <a:pt x="193224" y="7584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63535" y="4980131"/>
              <a:ext cx="355448" cy="235477"/>
            </a:xfrm>
            <a:custGeom>
              <a:avLst/>
              <a:pathLst>
                <a:path w="355448" h="235477">
                  <a:moveTo>
                    <a:pt x="46411" y="203141"/>
                  </a:moveTo>
                  <a:lnTo>
                    <a:pt x="32769" y="218089"/>
                  </a:lnTo>
                  <a:lnTo>
                    <a:pt x="4390" y="235452"/>
                  </a:lnTo>
                  <a:lnTo>
                    <a:pt x="0" y="235477"/>
                  </a:lnTo>
                  <a:lnTo>
                    <a:pt x="0" y="226692"/>
                  </a:lnTo>
                  <a:lnTo>
                    <a:pt x="0" y="219933"/>
                  </a:lnTo>
                  <a:lnTo>
                    <a:pt x="1111" y="216363"/>
                  </a:lnTo>
                  <a:lnTo>
                    <a:pt x="2314" y="212499"/>
                  </a:lnTo>
                  <a:lnTo>
                    <a:pt x="5951" y="205403"/>
                  </a:lnTo>
                  <a:lnTo>
                    <a:pt x="9257" y="192900"/>
                  </a:lnTo>
                  <a:lnTo>
                    <a:pt x="10249" y="187155"/>
                  </a:lnTo>
                  <a:lnTo>
                    <a:pt x="10910" y="178708"/>
                  </a:lnTo>
                  <a:lnTo>
                    <a:pt x="9918" y="164177"/>
                  </a:lnTo>
                  <a:lnTo>
                    <a:pt x="7273" y="150323"/>
                  </a:lnTo>
                  <a:lnTo>
                    <a:pt x="7273" y="141875"/>
                  </a:lnTo>
                  <a:lnTo>
                    <a:pt x="14547" y="153702"/>
                  </a:lnTo>
                  <a:lnTo>
                    <a:pt x="21159" y="152350"/>
                  </a:lnTo>
                  <a:lnTo>
                    <a:pt x="30747" y="148633"/>
                  </a:lnTo>
                  <a:lnTo>
                    <a:pt x="40334" y="149985"/>
                  </a:lnTo>
                  <a:lnTo>
                    <a:pt x="46291" y="153051"/>
                  </a:lnTo>
                  <a:lnTo>
                    <a:pt x="49555" y="155805"/>
                  </a:lnTo>
                  <a:lnTo>
                    <a:pt x="50111" y="156274"/>
                  </a:lnTo>
                  <a:lnTo>
                    <a:pt x="51119" y="156126"/>
                  </a:lnTo>
                  <a:lnTo>
                    <a:pt x="52408" y="155937"/>
                  </a:lnTo>
                  <a:lnTo>
                    <a:pt x="55090" y="155542"/>
                  </a:lnTo>
                  <a:lnTo>
                    <a:pt x="57598" y="155174"/>
                  </a:lnTo>
                  <a:lnTo>
                    <a:pt x="60875" y="154017"/>
                  </a:lnTo>
                  <a:lnTo>
                    <a:pt x="61968" y="153631"/>
                  </a:lnTo>
                  <a:lnTo>
                    <a:pt x="62712" y="153368"/>
                  </a:lnTo>
                  <a:lnTo>
                    <a:pt x="64608" y="152698"/>
                  </a:lnTo>
                  <a:lnTo>
                    <a:pt x="66052" y="152498"/>
                  </a:lnTo>
                  <a:lnTo>
                    <a:pt x="67484" y="152299"/>
                  </a:lnTo>
                  <a:lnTo>
                    <a:pt x="67656" y="152275"/>
                  </a:lnTo>
                  <a:lnTo>
                    <a:pt x="69893" y="151964"/>
                  </a:lnTo>
                  <a:lnTo>
                    <a:pt x="71750" y="151707"/>
                  </a:lnTo>
                  <a:lnTo>
                    <a:pt x="77630" y="151840"/>
                  </a:lnTo>
                  <a:lnTo>
                    <a:pt x="79684" y="151887"/>
                  </a:lnTo>
                  <a:lnTo>
                    <a:pt x="81284" y="151685"/>
                  </a:lnTo>
                  <a:lnTo>
                    <a:pt x="81574" y="151648"/>
                  </a:lnTo>
                  <a:lnTo>
                    <a:pt x="86826" y="150986"/>
                  </a:lnTo>
                  <a:lnTo>
                    <a:pt x="94042" y="148269"/>
                  </a:lnTo>
                  <a:lnTo>
                    <a:pt x="95201" y="147832"/>
                  </a:lnTo>
                  <a:lnTo>
                    <a:pt x="97142" y="146716"/>
                  </a:lnTo>
                  <a:lnTo>
                    <a:pt x="98022" y="146210"/>
                  </a:lnTo>
                  <a:lnTo>
                    <a:pt x="99226" y="145449"/>
                  </a:lnTo>
                  <a:lnTo>
                    <a:pt x="99861" y="145047"/>
                  </a:lnTo>
                  <a:lnTo>
                    <a:pt x="107380" y="140291"/>
                  </a:lnTo>
                  <a:lnTo>
                    <a:pt x="110947" y="138367"/>
                  </a:lnTo>
                  <a:lnTo>
                    <a:pt x="113496" y="136992"/>
                  </a:lnTo>
                  <a:lnTo>
                    <a:pt x="116815" y="139297"/>
                  </a:lnTo>
                  <a:lnTo>
                    <a:pt x="117989" y="140112"/>
                  </a:lnTo>
                  <a:lnTo>
                    <a:pt x="118941" y="140773"/>
                  </a:lnTo>
                  <a:lnTo>
                    <a:pt x="119430" y="141113"/>
                  </a:lnTo>
                  <a:lnTo>
                    <a:pt x="124969" y="141338"/>
                  </a:lnTo>
                  <a:lnTo>
                    <a:pt x="129415" y="141518"/>
                  </a:lnTo>
                  <a:lnTo>
                    <a:pt x="131778" y="141072"/>
                  </a:lnTo>
                  <a:lnTo>
                    <a:pt x="141470" y="139241"/>
                  </a:lnTo>
                  <a:lnTo>
                    <a:pt x="147664" y="138071"/>
                  </a:lnTo>
                  <a:lnTo>
                    <a:pt x="149630" y="136568"/>
                  </a:lnTo>
                  <a:lnTo>
                    <a:pt x="151478" y="135155"/>
                  </a:lnTo>
                  <a:lnTo>
                    <a:pt x="155444" y="132122"/>
                  </a:lnTo>
                  <a:lnTo>
                    <a:pt x="160790" y="128033"/>
                  </a:lnTo>
                  <a:lnTo>
                    <a:pt x="162825" y="126477"/>
                  </a:lnTo>
                  <a:lnTo>
                    <a:pt x="167708" y="127884"/>
                  </a:lnTo>
                  <a:lnTo>
                    <a:pt x="172524" y="129272"/>
                  </a:lnTo>
                  <a:lnTo>
                    <a:pt x="174898" y="129322"/>
                  </a:lnTo>
                  <a:lnTo>
                    <a:pt x="176647" y="129359"/>
                  </a:lnTo>
                  <a:lnTo>
                    <a:pt x="179740" y="129424"/>
                  </a:lnTo>
                  <a:lnTo>
                    <a:pt x="183928" y="129029"/>
                  </a:lnTo>
                  <a:lnTo>
                    <a:pt x="187675" y="128410"/>
                  </a:lnTo>
                  <a:lnTo>
                    <a:pt x="188330" y="128240"/>
                  </a:lnTo>
                  <a:lnTo>
                    <a:pt x="190705" y="127621"/>
                  </a:lnTo>
                  <a:lnTo>
                    <a:pt x="191690" y="127078"/>
                  </a:lnTo>
                  <a:lnTo>
                    <a:pt x="195720" y="124851"/>
                  </a:lnTo>
                  <a:lnTo>
                    <a:pt x="197256" y="124182"/>
                  </a:lnTo>
                  <a:lnTo>
                    <a:pt x="201598" y="122292"/>
                  </a:lnTo>
                  <a:lnTo>
                    <a:pt x="202552" y="121877"/>
                  </a:lnTo>
                  <a:lnTo>
                    <a:pt x="205803" y="119624"/>
                  </a:lnTo>
                  <a:lnTo>
                    <a:pt x="208614" y="117540"/>
                  </a:lnTo>
                  <a:lnTo>
                    <a:pt x="209427" y="116587"/>
                  </a:lnTo>
                  <a:lnTo>
                    <a:pt x="211589" y="115119"/>
                  </a:lnTo>
                  <a:lnTo>
                    <a:pt x="213176" y="114774"/>
                  </a:lnTo>
                  <a:lnTo>
                    <a:pt x="214402" y="114508"/>
                  </a:lnTo>
                  <a:lnTo>
                    <a:pt x="215116" y="114353"/>
                  </a:lnTo>
                  <a:lnTo>
                    <a:pt x="216919" y="112956"/>
                  </a:lnTo>
                  <a:lnTo>
                    <a:pt x="219005" y="112915"/>
                  </a:lnTo>
                  <a:lnTo>
                    <a:pt x="219885" y="112898"/>
                  </a:lnTo>
                  <a:lnTo>
                    <a:pt x="220681" y="112882"/>
                  </a:lnTo>
                  <a:lnTo>
                    <a:pt x="221474" y="112867"/>
                  </a:lnTo>
                  <a:lnTo>
                    <a:pt x="222770" y="112659"/>
                  </a:lnTo>
                  <a:lnTo>
                    <a:pt x="223722" y="112506"/>
                  </a:lnTo>
                  <a:lnTo>
                    <a:pt x="226055" y="112162"/>
                  </a:lnTo>
                  <a:lnTo>
                    <a:pt x="226663" y="112073"/>
                  </a:lnTo>
                  <a:lnTo>
                    <a:pt x="227999" y="111876"/>
                  </a:lnTo>
                  <a:lnTo>
                    <a:pt x="230384" y="111325"/>
                  </a:lnTo>
                  <a:lnTo>
                    <a:pt x="233465" y="110614"/>
                  </a:lnTo>
                  <a:lnTo>
                    <a:pt x="234707" y="109292"/>
                  </a:lnTo>
                  <a:lnTo>
                    <a:pt x="236742" y="107125"/>
                  </a:lnTo>
                  <a:lnTo>
                    <a:pt x="237542" y="106274"/>
                  </a:lnTo>
                  <a:lnTo>
                    <a:pt x="239857" y="103811"/>
                  </a:lnTo>
                  <a:lnTo>
                    <a:pt x="241135" y="102099"/>
                  </a:lnTo>
                  <a:lnTo>
                    <a:pt x="242865" y="104136"/>
                  </a:lnTo>
                  <a:lnTo>
                    <a:pt x="243168" y="104442"/>
                  </a:lnTo>
                  <a:lnTo>
                    <a:pt x="245073" y="106362"/>
                  </a:lnTo>
                  <a:lnTo>
                    <a:pt x="246915" y="108219"/>
                  </a:lnTo>
                  <a:lnTo>
                    <a:pt x="250722" y="111833"/>
                  </a:lnTo>
                  <a:lnTo>
                    <a:pt x="251935" y="112984"/>
                  </a:lnTo>
                  <a:lnTo>
                    <a:pt x="256368" y="108334"/>
                  </a:lnTo>
                  <a:lnTo>
                    <a:pt x="258257" y="106353"/>
                  </a:lnTo>
                  <a:lnTo>
                    <a:pt x="259539" y="105009"/>
                  </a:lnTo>
                  <a:lnTo>
                    <a:pt x="261988" y="103098"/>
                  </a:lnTo>
                  <a:lnTo>
                    <a:pt x="262711" y="102534"/>
                  </a:lnTo>
                  <a:lnTo>
                    <a:pt x="263842" y="101348"/>
                  </a:lnTo>
                  <a:lnTo>
                    <a:pt x="265361" y="99755"/>
                  </a:lnTo>
                  <a:lnTo>
                    <a:pt x="266010" y="99074"/>
                  </a:lnTo>
                  <a:lnTo>
                    <a:pt x="266812" y="98234"/>
                  </a:lnTo>
                  <a:lnTo>
                    <a:pt x="267465" y="98659"/>
                  </a:lnTo>
                  <a:lnTo>
                    <a:pt x="268066" y="99050"/>
                  </a:lnTo>
                  <a:lnTo>
                    <a:pt x="270780" y="100819"/>
                  </a:lnTo>
                  <a:lnTo>
                    <a:pt x="272433" y="98893"/>
                  </a:lnTo>
                  <a:lnTo>
                    <a:pt x="274978" y="95581"/>
                  </a:lnTo>
                  <a:lnTo>
                    <a:pt x="275979" y="94510"/>
                  </a:lnTo>
                  <a:lnTo>
                    <a:pt x="276709" y="93728"/>
                  </a:lnTo>
                  <a:lnTo>
                    <a:pt x="277209" y="93193"/>
                  </a:lnTo>
                  <a:lnTo>
                    <a:pt x="279133" y="91133"/>
                  </a:lnTo>
                  <a:lnTo>
                    <a:pt x="279651" y="91562"/>
                  </a:lnTo>
                  <a:lnTo>
                    <a:pt x="280319" y="92116"/>
                  </a:lnTo>
                  <a:lnTo>
                    <a:pt x="281079" y="92746"/>
                  </a:lnTo>
                  <a:lnTo>
                    <a:pt x="283327" y="94609"/>
                  </a:lnTo>
                  <a:lnTo>
                    <a:pt x="285083" y="92116"/>
                  </a:lnTo>
                  <a:lnTo>
                    <a:pt x="290199" y="84851"/>
                  </a:lnTo>
                  <a:lnTo>
                    <a:pt x="288027" y="83881"/>
                  </a:lnTo>
                  <a:lnTo>
                    <a:pt x="287342" y="83575"/>
                  </a:lnTo>
                  <a:lnTo>
                    <a:pt x="285039" y="82547"/>
                  </a:lnTo>
                  <a:lnTo>
                    <a:pt x="282445" y="81139"/>
                  </a:lnTo>
                  <a:lnTo>
                    <a:pt x="278826" y="79174"/>
                  </a:lnTo>
                  <a:lnTo>
                    <a:pt x="265425" y="71109"/>
                  </a:lnTo>
                  <a:lnTo>
                    <a:pt x="264057" y="68217"/>
                  </a:lnTo>
                  <a:lnTo>
                    <a:pt x="264254" y="67466"/>
                  </a:lnTo>
                  <a:lnTo>
                    <a:pt x="264397" y="66923"/>
                  </a:lnTo>
                  <a:lnTo>
                    <a:pt x="264706" y="65744"/>
                  </a:lnTo>
                  <a:lnTo>
                    <a:pt x="264994" y="64648"/>
                  </a:lnTo>
                  <a:lnTo>
                    <a:pt x="265270" y="63594"/>
                  </a:lnTo>
                  <a:lnTo>
                    <a:pt x="265655" y="62128"/>
                  </a:lnTo>
                  <a:lnTo>
                    <a:pt x="265688" y="61999"/>
                  </a:lnTo>
                  <a:lnTo>
                    <a:pt x="266046" y="61429"/>
                  </a:lnTo>
                  <a:lnTo>
                    <a:pt x="266403" y="60861"/>
                  </a:lnTo>
                  <a:lnTo>
                    <a:pt x="266791" y="60242"/>
                  </a:lnTo>
                  <a:lnTo>
                    <a:pt x="269831" y="59803"/>
                  </a:lnTo>
                  <a:lnTo>
                    <a:pt x="270399" y="59311"/>
                  </a:lnTo>
                  <a:lnTo>
                    <a:pt x="273504" y="61755"/>
                  </a:lnTo>
                  <a:lnTo>
                    <a:pt x="275429" y="63729"/>
                  </a:lnTo>
                  <a:lnTo>
                    <a:pt x="279237" y="60423"/>
                  </a:lnTo>
                  <a:lnTo>
                    <a:pt x="281075" y="58414"/>
                  </a:lnTo>
                  <a:lnTo>
                    <a:pt x="284526" y="54645"/>
                  </a:lnTo>
                  <a:lnTo>
                    <a:pt x="287026" y="51347"/>
                  </a:lnTo>
                  <a:lnTo>
                    <a:pt x="289188" y="48494"/>
                  </a:lnTo>
                  <a:lnTo>
                    <a:pt x="289416" y="47447"/>
                  </a:lnTo>
                  <a:lnTo>
                    <a:pt x="289621" y="46504"/>
                  </a:lnTo>
                  <a:lnTo>
                    <a:pt x="290466" y="42620"/>
                  </a:lnTo>
                  <a:lnTo>
                    <a:pt x="290812" y="41979"/>
                  </a:lnTo>
                  <a:lnTo>
                    <a:pt x="291292" y="41089"/>
                  </a:lnTo>
                  <a:lnTo>
                    <a:pt x="291875" y="40010"/>
                  </a:lnTo>
                  <a:lnTo>
                    <a:pt x="292643" y="37534"/>
                  </a:lnTo>
                  <a:lnTo>
                    <a:pt x="294410" y="34467"/>
                  </a:lnTo>
                  <a:lnTo>
                    <a:pt x="294658" y="33546"/>
                  </a:lnTo>
                  <a:lnTo>
                    <a:pt x="294841" y="32863"/>
                  </a:lnTo>
                  <a:lnTo>
                    <a:pt x="295997" y="28564"/>
                  </a:lnTo>
                  <a:lnTo>
                    <a:pt x="296762" y="26611"/>
                  </a:lnTo>
                  <a:lnTo>
                    <a:pt x="296941" y="26153"/>
                  </a:lnTo>
                  <a:lnTo>
                    <a:pt x="297313" y="25203"/>
                  </a:lnTo>
                  <a:lnTo>
                    <a:pt x="297408" y="24960"/>
                  </a:lnTo>
                  <a:lnTo>
                    <a:pt x="299598" y="22007"/>
                  </a:lnTo>
                  <a:lnTo>
                    <a:pt x="301363" y="19628"/>
                  </a:lnTo>
                  <a:lnTo>
                    <a:pt x="302685" y="17488"/>
                  </a:lnTo>
                  <a:lnTo>
                    <a:pt x="300821" y="17138"/>
                  </a:lnTo>
                  <a:lnTo>
                    <a:pt x="299444" y="16880"/>
                  </a:lnTo>
                  <a:lnTo>
                    <a:pt x="290972" y="15292"/>
                  </a:lnTo>
                  <a:lnTo>
                    <a:pt x="284136" y="4595"/>
                  </a:lnTo>
                  <a:lnTo>
                    <a:pt x="287178" y="3041"/>
                  </a:lnTo>
                  <a:lnTo>
                    <a:pt x="291013" y="1959"/>
                  </a:lnTo>
                  <a:lnTo>
                    <a:pt x="296633" y="878"/>
                  </a:lnTo>
                  <a:lnTo>
                    <a:pt x="301989" y="202"/>
                  </a:lnTo>
                  <a:lnTo>
                    <a:pt x="306420" y="0"/>
                  </a:lnTo>
                  <a:lnTo>
                    <a:pt x="313429" y="810"/>
                  </a:lnTo>
                  <a:lnTo>
                    <a:pt x="330356" y="2838"/>
                  </a:lnTo>
                  <a:lnTo>
                    <a:pt x="339812" y="11691"/>
                  </a:lnTo>
                  <a:lnTo>
                    <a:pt x="344739" y="17277"/>
                  </a:lnTo>
                  <a:lnTo>
                    <a:pt x="348879" y="17629"/>
                  </a:lnTo>
                  <a:lnTo>
                    <a:pt x="350159" y="17738"/>
                  </a:lnTo>
                  <a:lnTo>
                    <a:pt x="352144" y="19375"/>
                  </a:lnTo>
                  <a:lnTo>
                    <a:pt x="355448" y="22100"/>
                  </a:lnTo>
                  <a:lnTo>
                    <a:pt x="351166" y="34593"/>
                  </a:lnTo>
                  <a:lnTo>
                    <a:pt x="348483" y="35178"/>
                  </a:lnTo>
                  <a:lnTo>
                    <a:pt x="339177" y="37207"/>
                  </a:lnTo>
                  <a:lnTo>
                    <a:pt x="330577" y="39081"/>
                  </a:lnTo>
                  <a:lnTo>
                    <a:pt x="311482" y="77908"/>
                  </a:lnTo>
                  <a:lnTo>
                    <a:pt x="307540" y="81512"/>
                  </a:lnTo>
                  <a:lnTo>
                    <a:pt x="304538" y="84256"/>
                  </a:lnTo>
                  <a:lnTo>
                    <a:pt x="300638" y="87821"/>
                  </a:lnTo>
                  <a:lnTo>
                    <a:pt x="294116" y="95347"/>
                  </a:lnTo>
                  <a:lnTo>
                    <a:pt x="292487" y="97227"/>
                  </a:lnTo>
                  <a:lnTo>
                    <a:pt x="287302" y="103211"/>
                  </a:lnTo>
                  <a:lnTo>
                    <a:pt x="284221" y="106766"/>
                  </a:lnTo>
                  <a:lnTo>
                    <a:pt x="283380" y="111711"/>
                  </a:lnTo>
                  <a:lnTo>
                    <a:pt x="280460" y="116048"/>
                  </a:lnTo>
                  <a:lnTo>
                    <a:pt x="277775" y="117097"/>
                  </a:lnTo>
                  <a:lnTo>
                    <a:pt x="276019" y="117783"/>
                  </a:lnTo>
                  <a:lnTo>
                    <a:pt x="275228" y="118092"/>
                  </a:lnTo>
                  <a:lnTo>
                    <a:pt x="274547" y="118358"/>
                  </a:lnTo>
                  <a:lnTo>
                    <a:pt x="273770" y="118661"/>
                  </a:lnTo>
                  <a:lnTo>
                    <a:pt x="270367" y="118533"/>
                  </a:lnTo>
                  <a:lnTo>
                    <a:pt x="260581" y="127184"/>
                  </a:lnTo>
                  <a:lnTo>
                    <a:pt x="259018" y="128468"/>
                  </a:lnTo>
                  <a:lnTo>
                    <a:pt x="250464" y="135496"/>
                  </a:lnTo>
                  <a:lnTo>
                    <a:pt x="248677" y="132787"/>
                  </a:lnTo>
                  <a:lnTo>
                    <a:pt x="239340" y="135432"/>
                  </a:lnTo>
                  <a:lnTo>
                    <a:pt x="232352" y="137412"/>
                  </a:lnTo>
                  <a:lnTo>
                    <a:pt x="226343" y="138527"/>
                  </a:lnTo>
                  <a:lnTo>
                    <a:pt x="223338" y="139084"/>
                  </a:lnTo>
                  <a:lnTo>
                    <a:pt x="223180" y="139114"/>
                  </a:lnTo>
                  <a:lnTo>
                    <a:pt x="221015" y="139597"/>
                  </a:lnTo>
                  <a:lnTo>
                    <a:pt x="219613" y="139910"/>
                  </a:lnTo>
                  <a:lnTo>
                    <a:pt x="217977" y="140275"/>
                  </a:lnTo>
                  <a:lnTo>
                    <a:pt x="215094" y="140919"/>
                  </a:lnTo>
                  <a:lnTo>
                    <a:pt x="214849" y="140977"/>
                  </a:lnTo>
                  <a:lnTo>
                    <a:pt x="210438" y="142024"/>
                  </a:lnTo>
                  <a:lnTo>
                    <a:pt x="199473" y="146529"/>
                  </a:lnTo>
                  <a:lnTo>
                    <a:pt x="198995" y="146858"/>
                  </a:lnTo>
                  <a:lnTo>
                    <a:pt x="197630" y="147799"/>
                  </a:lnTo>
                  <a:lnTo>
                    <a:pt x="189830" y="153175"/>
                  </a:lnTo>
                  <a:lnTo>
                    <a:pt x="188069" y="154389"/>
                  </a:lnTo>
                  <a:lnTo>
                    <a:pt x="181059" y="158174"/>
                  </a:lnTo>
                  <a:lnTo>
                    <a:pt x="177802" y="159933"/>
                  </a:lnTo>
                  <a:lnTo>
                    <a:pt x="177541" y="160074"/>
                  </a:lnTo>
                  <a:lnTo>
                    <a:pt x="172602" y="160578"/>
                  </a:lnTo>
                  <a:lnTo>
                    <a:pt x="157018" y="162166"/>
                  </a:lnTo>
                  <a:lnTo>
                    <a:pt x="147513" y="164511"/>
                  </a:lnTo>
                  <a:lnTo>
                    <a:pt x="141006" y="166022"/>
                  </a:lnTo>
                  <a:lnTo>
                    <a:pt x="138332" y="166643"/>
                  </a:lnTo>
                  <a:lnTo>
                    <a:pt x="135897" y="167209"/>
                  </a:lnTo>
                  <a:lnTo>
                    <a:pt x="124889" y="169292"/>
                  </a:lnTo>
                  <a:lnTo>
                    <a:pt x="123995" y="169462"/>
                  </a:lnTo>
                  <a:lnTo>
                    <a:pt x="119606" y="170844"/>
                  </a:lnTo>
                  <a:lnTo>
                    <a:pt x="116128" y="171939"/>
                  </a:lnTo>
                  <a:lnTo>
                    <a:pt x="115024" y="172287"/>
                  </a:lnTo>
                  <a:lnTo>
                    <a:pt x="106405" y="176236"/>
                  </a:lnTo>
                  <a:lnTo>
                    <a:pt x="100627" y="178883"/>
                  </a:lnTo>
                  <a:lnTo>
                    <a:pt x="92188" y="182813"/>
                  </a:lnTo>
                  <a:lnTo>
                    <a:pt x="88851" y="184367"/>
                  </a:lnTo>
                  <a:lnTo>
                    <a:pt x="87637" y="184912"/>
                  </a:lnTo>
                  <a:lnTo>
                    <a:pt x="86852" y="185264"/>
                  </a:lnTo>
                  <a:lnTo>
                    <a:pt x="76091" y="190092"/>
                  </a:lnTo>
                  <a:lnTo>
                    <a:pt x="75776" y="190233"/>
                  </a:lnTo>
                  <a:lnTo>
                    <a:pt x="74855" y="190647"/>
                  </a:lnTo>
                  <a:lnTo>
                    <a:pt x="72355" y="192111"/>
                  </a:lnTo>
                  <a:lnTo>
                    <a:pt x="67884" y="194730"/>
                  </a:lnTo>
                  <a:lnTo>
                    <a:pt x="62665" y="198146"/>
                  </a:lnTo>
                  <a:lnTo>
                    <a:pt x="55347" y="20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124715" y="4592238"/>
              <a:ext cx="280061" cy="529216"/>
            </a:xfrm>
            <a:custGeom>
              <a:avLst/>
              <a:pathLst>
                <a:path w="280061" h="529216">
                  <a:moveTo>
                    <a:pt x="213843" y="220889"/>
                  </a:moveTo>
                  <a:lnTo>
                    <a:pt x="211500" y="227205"/>
                  </a:lnTo>
                  <a:lnTo>
                    <a:pt x="211204" y="228003"/>
                  </a:lnTo>
                  <a:lnTo>
                    <a:pt x="204883" y="244534"/>
                  </a:lnTo>
                  <a:lnTo>
                    <a:pt x="203992" y="246864"/>
                  </a:lnTo>
                  <a:lnTo>
                    <a:pt x="200409" y="256235"/>
                  </a:lnTo>
                  <a:lnTo>
                    <a:pt x="200059" y="257150"/>
                  </a:lnTo>
                  <a:lnTo>
                    <a:pt x="198310" y="261722"/>
                  </a:lnTo>
                  <a:lnTo>
                    <a:pt x="198121" y="262217"/>
                  </a:lnTo>
                  <a:lnTo>
                    <a:pt x="185713" y="295276"/>
                  </a:lnTo>
                  <a:lnTo>
                    <a:pt x="185142" y="296799"/>
                  </a:lnTo>
                  <a:lnTo>
                    <a:pt x="183177" y="302033"/>
                  </a:lnTo>
                  <a:lnTo>
                    <a:pt x="182949" y="302651"/>
                  </a:lnTo>
                  <a:lnTo>
                    <a:pt x="182234" y="304584"/>
                  </a:lnTo>
                  <a:lnTo>
                    <a:pt x="180792" y="308485"/>
                  </a:lnTo>
                  <a:lnTo>
                    <a:pt x="166415" y="347385"/>
                  </a:lnTo>
                  <a:lnTo>
                    <a:pt x="191897" y="354775"/>
                  </a:lnTo>
                  <a:lnTo>
                    <a:pt x="191611" y="355521"/>
                  </a:lnTo>
                  <a:lnTo>
                    <a:pt x="189826" y="360172"/>
                  </a:lnTo>
                  <a:lnTo>
                    <a:pt x="188955" y="362443"/>
                  </a:lnTo>
                  <a:lnTo>
                    <a:pt x="188683" y="363152"/>
                  </a:lnTo>
                  <a:lnTo>
                    <a:pt x="181410" y="382104"/>
                  </a:lnTo>
                  <a:lnTo>
                    <a:pt x="179342" y="387492"/>
                  </a:lnTo>
                  <a:lnTo>
                    <a:pt x="177425" y="392489"/>
                  </a:lnTo>
                  <a:lnTo>
                    <a:pt x="173340" y="403144"/>
                  </a:lnTo>
                  <a:lnTo>
                    <a:pt x="173031" y="404421"/>
                  </a:lnTo>
                  <a:lnTo>
                    <a:pt x="171391" y="411207"/>
                  </a:lnTo>
                  <a:lnTo>
                    <a:pt x="170724" y="413969"/>
                  </a:lnTo>
                  <a:lnTo>
                    <a:pt x="170596" y="414146"/>
                  </a:lnTo>
                  <a:lnTo>
                    <a:pt x="167683" y="418159"/>
                  </a:lnTo>
                  <a:lnTo>
                    <a:pt x="167433" y="419385"/>
                  </a:lnTo>
                  <a:lnTo>
                    <a:pt x="167149" y="420786"/>
                  </a:lnTo>
                  <a:lnTo>
                    <a:pt x="166787" y="422565"/>
                  </a:lnTo>
                  <a:lnTo>
                    <a:pt x="165857" y="427142"/>
                  </a:lnTo>
                  <a:lnTo>
                    <a:pt x="165533" y="428737"/>
                  </a:lnTo>
                  <a:lnTo>
                    <a:pt x="163785" y="434540"/>
                  </a:lnTo>
                  <a:lnTo>
                    <a:pt x="162986" y="437884"/>
                  </a:lnTo>
                  <a:lnTo>
                    <a:pt x="159994" y="450400"/>
                  </a:lnTo>
                  <a:lnTo>
                    <a:pt x="159934" y="450910"/>
                  </a:lnTo>
                  <a:lnTo>
                    <a:pt x="159628" y="453477"/>
                  </a:lnTo>
                  <a:lnTo>
                    <a:pt x="159056" y="458294"/>
                  </a:lnTo>
                  <a:lnTo>
                    <a:pt x="158451" y="463376"/>
                  </a:lnTo>
                  <a:lnTo>
                    <a:pt x="158582" y="464868"/>
                  </a:lnTo>
                  <a:lnTo>
                    <a:pt x="158909" y="468611"/>
                  </a:lnTo>
                  <a:lnTo>
                    <a:pt x="158287" y="471945"/>
                  </a:lnTo>
                  <a:lnTo>
                    <a:pt x="157527" y="476014"/>
                  </a:lnTo>
                  <a:lnTo>
                    <a:pt x="127408" y="494298"/>
                  </a:lnTo>
                  <a:lnTo>
                    <a:pt x="102061" y="529216"/>
                  </a:lnTo>
                  <a:lnTo>
                    <a:pt x="65693" y="503309"/>
                  </a:lnTo>
                  <a:lnTo>
                    <a:pt x="35938" y="484160"/>
                  </a:lnTo>
                  <a:lnTo>
                    <a:pt x="14526" y="476304"/>
                  </a:lnTo>
                  <a:lnTo>
                    <a:pt x="14999" y="463660"/>
                  </a:lnTo>
                  <a:lnTo>
                    <a:pt x="23405" y="451129"/>
                  </a:lnTo>
                  <a:lnTo>
                    <a:pt x="25586" y="448735"/>
                  </a:lnTo>
                  <a:lnTo>
                    <a:pt x="25670" y="448002"/>
                  </a:lnTo>
                  <a:lnTo>
                    <a:pt x="25986" y="447412"/>
                  </a:lnTo>
                  <a:lnTo>
                    <a:pt x="26332" y="446763"/>
                  </a:lnTo>
                  <a:lnTo>
                    <a:pt x="26712" y="446047"/>
                  </a:lnTo>
                  <a:lnTo>
                    <a:pt x="26792" y="445855"/>
                  </a:lnTo>
                  <a:lnTo>
                    <a:pt x="26894" y="445612"/>
                  </a:lnTo>
                  <a:lnTo>
                    <a:pt x="27101" y="445117"/>
                  </a:lnTo>
                  <a:lnTo>
                    <a:pt x="27448" y="444284"/>
                  </a:lnTo>
                  <a:lnTo>
                    <a:pt x="27530" y="444089"/>
                  </a:lnTo>
                  <a:lnTo>
                    <a:pt x="27714" y="443649"/>
                  </a:lnTo>
                  <a:lnTo>
                    <a:pt x="27967" y="443043"/>
                  </a:lnTo>
                  <a:lnTo>
                    <a:pt x="28094" y="442739"/>
                  </a:lnTo>
                  <a:lnTo>
                    <a:pt x="28168" y="442562"/>
                  </a:lnTo>
                  <a:lnTo>
                    <a:pt x="28570" y="441696"/>
                  </a:lnTo>
                  <a:lnTo>
                    <a:pt x="29801" y="440754"/>
                  </a:lnTo>
                  <a:lnTo>
                    <a:pt x="30123" y="440508"/>
                  </a:lnTo>
                  <a:lnTo>
                    <a:pt x="29470" y="439854"/>
                  </a:lnTo>
                  <a:lnTo>
                    <a:pt x="28750" y="439132"/>
                  </a:lnTo>
                  <a:lnTo>
                    <a:pt x="28470" y="438299"/>
                  </a:lnTo>
                  <a:lnTo>
                    <a:pt x="27542" y="435533"/>
                  </a:lnTo>
                  <a:lnTo>
                    <a:pt x="27485" y="435364"/>
                  </a:lnTo>
                  <a:lnTo>
                    <a:pt x="27347" y="434951"/>
                  </a:lnTo>
                  <a:lnTo>
                    <a:pt x="26879" y="433558"/>
                  </a:lnTo>
                  <a:lnTo>
                    <a:pt x="26484" y="432380"/>
                  </a:lnTo>
                  <a:lnTo>
                    <a:pt x="26414" y="432177"/>
                  </a:lnTo>
                  <a:lnTo>
                    <a:pt x="25178" y="428561"/>
                  </a:lnTo>
                  <a:lnTo>
                    <a:pt x="24942" y="428044"/>
                  </a:lnTo>
                  <a:lnTo>
                    <a:pt x="23555" y="425008"/>
                  </a:lnTo>
                  <a:lnTo>
                    <a:pt x="23326" y="424506"/>
                  </a:lnTo>
                  <a:lnTo>
                    <a:pt x="22684" y="422906"/>
                  </a:lnTo>
                  <a:lnTo>
                    <a:pt x="21859" y="420849"/>
                  </a:lnTo>
                  <a:lnTo>
                    <a:pt x="21653" y="420335"/>
                  </a:lnTo>
                  <a:lnTo>
                    <a:pt x="19502" y="415353"/>
                  </a:lnTo>
                  <a:lnTo>
                    <a:pt x="19365" y="415035"/>
                  </a:lnTo>
                  <a:lnTo>
                    <a:pt x="19121" y="414471"/>
                  </a:lnTo>
                  <a:lnTo>
                    <a:pt x="18861" y="413868"/>
                  </a:lnTo>
                  <a:lnTo>
                    <a:pt x="18698" y="413490"/>
                  </a:lnTo>
                  <a:lnTo>
                    <a:pt x="18310" y="412699"/>
                  </a:lnTo>
                  <a:lnTo>
                    <a:pt x="17869" y="411800"/>
                  </a:lnTo>
                  <a:lnTo>
                    <a:pt x="17288" y="410615"/>
                  </a:lnTo>
                  <a:lnTo>
                    <a:pt x="16835" y="409693"/>
                  </a:lnTo>
                  <a:lnTo>
                    <a:pt x="16355" y="408714"/>
                  </a:lnTo>
                  <a:lnTo>
                    <a:pt x="15548" y="407069"/>
                  </a:lnTo>
                  <a:lnTo>
                    <a:pt x="15458" y="406884"/>
                  </a:lnTo>
                  <a:lnTo>
                    <a:pt x="15180" y="406132"/>
                  </a:lnTo>
                  <a:lnTo>
                    <a:pt x="15007" y="405665"/>
                  </a:lnTo>
                  <a:lnTo>
                    <a:pt x="14692" y="404811"/>
                  </a:lnTo>
                  <a:lnTo>
                    <a:pt x="14508" y="404313"/>
                  </a:lnTo>
                  <a:lnTo>
                    <a:pt x="14387" y="403986"/>
                  </a:lnTo>
                  <a:lnTo>
                    <a:pt x="13658" y="402013"/>
                  </a:lnTo>
                  <a:lnTo>
                    <a:pt x="12971" y="400155"/>
                  </a:lnTo>
                  <a:lnTo>
                    <a:pt x="12861" y="399856"/>
                  </a:lnTo>
                  <a:lnTo>
                    <a:pt x="11773" y="396912"/>
                  </a:lnTo>
                  <a:lnTo>
                    <a:pt x="10971" y="397069"/>
                  </a:lnTo>
                  <a:lnTo>
                    <a:pt x="9943" y="397269"/>
                  </a:lnTo>
                  <a:lnTo>
                    <a:pt x="9123" y="397429"/>
                  </a:lnTo>
                  <a:lnTo>
                    <a:pt x="7829" y="397682"/>
                  </a:lnTo>
                  <a:lnTo>
                    <a:pt x="7360" y="397774"/>
                  </a:lnTo>
                  <a:lnTo>
                    <a:pt x="6839" y="397875"/>
                  </a:lnTo>
                  <a:lnTo>
                    <a:pt x="5728" y="398085"/>
                  </a:lnTo>
                  <a:lnTo>
                    <a:pt x="5425" y="398115"/>
                  </a:lnTo>
                  <a:lnTo>
                    <a:pt x="3237" y="398333"/>
                  </a:lnTo>
                  <a:lnTo>
                    <a:pt x="1139" y="398541"/>
                  </a:lnTo>
                  <a:lnTo>
                    <a:pt x="632" y="398592"/>
                  </a:lnTo>
                  <a:lnTo>
                    <a:pt x="417" y="398613"/>
                  </a:lnTo>
                  <a:lnTo>
                    <a:pt x="0" y="398643"/>
                  </a:lnTo>
                  <a:lnTo>
                    <a:pt x="35" y="398425"/>
                  </a:lnTo>
                  <a:lnTo>
                    <a:pt x="198" y="397425"/>
                  </a:lnTo>
                  <a:lnTo>
                    <a:pt x="303" y="396878"/>
                  </a:lnTo>
                  <a:lnTo>
                    <a:pt x="362" y="396571"/>
                  </a:lnTo>
                  <a:lnTo>
                    <a:pt x="801" y="394288"/>
                  </a:lnTo>
                  <a:lnTo>
                    <a:pt x="943" y="393546"/>
                  </a:lnTo>
                  <a:lnTo>
                    <a:pt x="999" y="393257"/>
                  </a:lnTo>
                  <a:lnTo>
                    <a:pt x="1111" y="392675"/>
                  </a:lnTo>
                  <a:lnTo>
                    <a:pt x="1789" y="390103"/>
                  </a:lnTo>
                  <a:lnTo>
                    <a:pt x="2242" y="388386"/>
                  </a:lnTo>
                  <a:lnTo>
                    <a:pt x="2296" y="388183"/>
                  </a:lnTo>
                  <a:lnTo>
                    <a:pt x="2502" y="387732"/>
                  </a:lnTo>
                  <a:lnTo>
                    <a:pt x="2886" y="386893"/>
                  </a:lnTo>
                  <a:lnTo>
                    <a:pt x="3742" y="385024"/>
                  </a:lnTo>
                  <a:lnTo>
                    <a:pt x="4559" y="383238"/>
                  </a:lnTo>
                  <a:lnTo>
                    <a:pt x="4775" y="382766"/>
                  </a:lnTo>
                  <a:lnTo>
                    <a:pt x="5002" y="382271"/>
                  </a:lnTo>
                  <a:lnTo>
                    <a:pt x="5248" y="381734"/>
                  </a:lnTo>
                  <a:lnTo>
                    <a:pt x="5722" y="380699"/>
                  </a:lnTo>
                  <a:lnTo>
                    <a:pt x="6263" y="379515"/>
                  </a:lnTo>
                  <a:lnTo>
                    <a:pt x="6521" y="378952"/>
                  </a:lnTo>
                  <a:lnTo>
                    <a:pt x="6756" y="378440"/>
                  </a:lnTo>
                  <a:lnTo>
                    <a:pt x="6869" y="378192"/>
                  </a:lnTo>
                  <a:lnTo>
                    <a:pt x="6972" y="377967"/>
                  </a:lnTo>
                  <a:lnTo>
                    <a:pt x="7931" y="375873"/>
                  </a:lnTo>
                  <a:lnTo>
                    <a:pt x="8137" y="375421"/>
                  </a:lnTo>
                  <a:lnTo>
                    <a:pt x="9136" y="373239"/>
                  </a:lnTo>
                  <a:lnTo>
                    <a:pt x="9260" y="372967"/>
                  </a:lnTo>
                  <a:lnTo>
                    <a:pt x="9367" y="372745"/>
                  </a:lnTo>
                  <a:lnTo>
                    <a:pt x="9721" y="372000"/>
                  </a:lnTo>
                  <a:lnTo>
                    <a:pt x="9885" y="371655"/>
                  </a:lnTo>
                  <a:lnTo>
                    <a:pt x="10596" y="370162"/>
                  </a:lnTo>
                  <a:lnTo>
                    <a:pt x="15130" y="358037"/>
                  </a:lnTo>
                  <a:lnTo>
                    <a:pt x="16896" y="353314"/>
                  </a:lnTo>
                  <a:lnTo>
                    <a:pt x="18689" y="348520"/>
                  </a:lnTo>
                  <a:lnTo>
                    <a:pt x="19194" y="347170"/>
                  </a:lnTo>
                  <a:lnTo>
                    <a:pt x="20617" y="343366"/>
                  </a:lnTo>
                  <a:lnTo>
                    <a:pt x="21319" y="341487"/>
                  </a:lnTo>
                  <a:lnTo>
                    <a:pt x="28092" y="323376"/>
                  </a:lnTo>
                  <a:lnTo>
                    <a:pt x="29467" y="319698"/>
                  </a:lnTo>
                  <a:lnTo>
                    <a:pt x="30283" y="317515"/>
                  </a:lnTo>
                  <a:lnTo>
                    <a:pt x="32060" y="312765"/>
                  </a:lnTo>
                  <a:lnTo>
                    <a:pt x="33717" y="308332"/>
                  </a:lnTo>
                  <a:lnTo>
                    <a:pt x="34008" y="307656"/>
                  </a:lnTo>
                  <a:lnTo>
                    <a:pt x="35094" y="305127"/>
                  </a:lnTo>
                  <a:lnTo>
                    <a:pt x="35612" y="303920"/>
                  </a:lnTo>
                  <a:lnTo>
                    <a:pt x="40350" y="292884"/>
                  </a:lnTo>
                  <a:lnTo>
                    <a:pt x="40848" y="291724"/>
                  </a:lnTo>
                  <a:lnTo>
                    <a:pt x="41903" y="288872"/>
                  </a:lnTo>
                  <a:lnTo>
                    <a:pt x="42003" y="288601"/>
                  </a:lnTo>
                  <a:lnTo>
                    <a:pt x="42242" y="287956"/>
                  </a:lnTo>
                  <a:lnTo>
                    <a:pt x="44883" y="280818"/>
                  </a:lnTo>
                  <a:lnTo>
                    <a:pt x="46656" y="276026"/>
                  </a:lnTo>
                  <a:lnTo>
                    <a:pt x="47215" y="274513"/>
                  </a:lnTo>
                  <a:lnTo>
                    <a:pt x="47270" y="274366"/>
                  </a:lnTo>
                  <a:lnTo>
                    <a:pt x="47753" y="273059"/>
                  </a:lnTo>
                  <a:lnTo>
                    <a:pt x="47817" y="272888"/>
                  </a:lnTo>
                  <a:lnTo>
                    <a:pt x="48371" y="271390"/>
                  </a:lnTo>
                  <a:lnTo>
                    <a:pt x="48849" y="270098"/>
                  </a:lnTo>
                  <a:lnTo>
                    <a:pt x="50669" y="265087"/>
                  </a:lnTo>
                  <a:lnTo>
                    <a:pt x="51017" y="264128"/>
                  </a:lnTo>
                  <a:lnTo>
                    <a:pt x="51553" y="262652"/>
                  </a:lnTo>
                  <a:lnTo>
                    <a:pt x="52368" y="260409"/>
                  </a:lnTo>
                  <a:lnTo>
                    <a:pt x="53246" y="257991"/>
                  </a:lnTo>
                  <a:lnTo>
                    <a:pt x="54622" y="254202"/>
                  </a:lnTo>
                  <a:lnTo>
                    <a:pt x="55329" y="252256"/>
                  </a:lnTo>
                  <a:lnTo>
                    <a:pt x="55407" y="252041"/>
                  </a:lnTo>
                  <a:lnTo>
                    <a:pt x="57337" y="246724"/>
                  </a:lnTo>
                  <a:lnTo>
                    <a:pt x="57749" y="245588"/>
                  </a:lnTo>
                  <a:lnTo>
                    <a:pt x="58370" y="243876"/>
                  </a:lnTo>
                  <a:lnTo>
                    <a:pt x="58586" y="243264"/>
                  </a:lnTo>
                  <a:lnTo>
                    <a:pt x="58892" y="242399"/>
                  </a:lnTo>
                  <a:lnTo>
                    <a:pt x="61237" y="235756"/>
                  </a:lnTo>
                  <a:lnTo>
                    <a:pt x="62121" y="233253"/>
                  </a:lnTo>
                  <a:lnTo>
                    <a:pt x="62566" y="231992"/>
                  </a:lnTo>
                  <a:lnTo>
                    <a:pt x="63935" y="228114"/>
                  </a:lnTo>
                  <a:lnTo>
                    <a:pt x="64737" y="225844"/>
                  </a:lnTo>
                  <a:lnTo>
                    <a:pt x="65994" y="222282"/>
                  </a:lnTo>
                  <a:lnTo>
                    <a:pt x="66420" y="221077"/>
                  </a:lnTo>
                  <a:lnTo>
                    <a:pt x="67269" y="218673"/>
                  </a:lnTo>
                  <a:lnTo>
                    <a:pt x="67323" y="218518"/>
                  </a:lnTo>
                  <a:lnTo>
                    <a:pt x="67584" y="218590"/>
                  </a:lnTo>
                  <a:lnTo>
                    <a:pt x="70907" y="219388"/>
                  </a:lnTo>
                  <a:lnTo>
                    <a:pt x="71043" y="219421"/>
                  </a:lnTo>
                  <a:lnTo>
                    <a:pt x="73107" y="219916"/>
                  </a:lnTo>
                  <a:lnTo>
                    <a:pt x="74139" y="220164"/>
                  </a:lnTo>
                  <a:lnTo>
                    <a:pt x="75906" y="220589"/>
                  </a:lnTo>
                  <a:lnTo>
                    <a:pt x="77169" y="220892"/>
                  </a:lnTo>
                  <a:lnTo>
                    <a:pt x="77656" y="221009"/>
                  </a:lnTo>
                  <a:lnTo>
                    <a:pt x="78606" y="221237"/>
                  </a:lnTo>
                  <a:lnTo>
                    <a:pt x="79031" y="221339"/>
                  </a:lnTo>
                  <a:lnTo>
                    <a:pt x="79145" y="221009"/>
                  </a:lnTo>
                  <a:lnTo>
                    <a:pt x="79437" y="220164"/>
                  </a:lnTo>
                  <a:lnTo>
                    <a:pt x="79522" y="219916"/>
                  </a:lnTo>
                  <a:lnTo>
                    <a:pt x="79693" y="219421"/>
                  </a:lnTo>
                  <a:lnTo>
                    <a:pt x="79775" y="219184"/>
                  </a:lnTo>
                  <a:lnTo>
                    <a:pt x="79977" y="218599"/>
                  </a:lnTo>
                  <a:lnTo>
                    <a:pt x="80542" y="216963"/>
                  </a:lnTo>
                  <a:lnTo>
                    <a:pt x="80676" y="216574"/>
                  </a:lnTo>
                  <a:lnTo>
                    <a:pt x="80832" y="216121"/>
                  </a:lnTo>
                  <a:lnTo>
                    <a:pt x="81617" y="213845"/>
                  </a:lnTo>
                  <a:lnTo>
                    <a:pt x="81792" y="213339"/>
                  </a:lnTo>
                  <a:lnTo>
                    <a:pt x="81967" y="212832"/>
                  </a:lnTo>
                  <a:lnTo>
                    <a:pt x="82878" y="210191"/>
                  </a:lnTo>
                  <a:lnTo>
                    <a:pt x="82978" y="209903"/>
                  </a:lnTo>
                  <a:lnTo>
                    <a:pt x="83137" y="209440"/>
                  </a:lnTo>
                  <a:lnTo>
                    <a:pt x="83251" y="209111"/>
                  </a:lnTo>
                  <a:lnTo>
                    <a:pt x="84144" y="206524"/>
                  </a:lnTo>
                  <a:lnTo>
                    <a:pt x="84209" y="206333"/>
                  </a:lnTo>
                  <a:lnTo>
                    <a:pt x="84488" y="205524"/>
                  </a:lnTo>
                  <a:lnTo>
                    <a:pt x="85302" y="203167"/>
                  </a:lnTo>
                  <a:lnTo>
                    <a:pt x="85407" y="202863"/>
                  </a:lnTo>
                  <a:lnTo>
                    <a:pt x="85498" y="202597"/>
                  </a:lnTo>
                  <a:lnTo>
                    <a:pt x="85701" y="202010"/>
                  </a:lnTo>
                  <a:lnTo>
                    <a:pt x="86703" y="199105"/>
                  </a:lnTo>
                  <a:lnTo>
                    <a:pt x="86957" y="198370"/>
                  </a:lnTo>
                  <a:lnTo>
                    <a:pt x="87920" y="195579"/>
                  </a:lnTo>
                  <a:lnTo>
                    <a:pt x="88409" y="194161"/>
                  </a:lnTo>
                  <a:lnTo>
                    <a:pt x="88613" y="193570"/>
                  </a:lnTo>
                  <a:lnTo>
                    <a:pt x="88922" y="192675"/>
                  </a:lnTo>
                  <a:lnTo>
                    <a:pt x="89476" y="191070"/>
                  </a:lnTo>
                  <a:lnTo>
                    <a:pt x="89531" y="190909"/>
                  </a:lnTo>
                  <a:lnTo>
                    <a:pt x="89805" y="190115"/>
                  </a:lnTo>
                  <a:lnTo>
                    <a:pt x="89993" y="189570"/>
                  </a:lnTo>
                  <a:lnTo>
                    <a:pt x="90201" y="188968"/>
                  </a:lnTo>
                  <a:lnTo>
                    <a:pt x="90271" y="188764"/>
                  </a:lnTo>
                  <a:lnTo>
                    <a:pt x="90347" y="188546"/>
                  </a:lnTo>
                  <a:lnTo>
                    <a:pt x="90555" y="187943"/>
                  </a:lnTo>
                  <a:lnTo>
                    <a:pt x="90681" y="187578"/>
                  </a:lnTo>
                  <a:lnTo>
                    <a:pt x="90822" y="187168"/>
                  </a:lnTo>
                  <a:lnTo>
                    <a:pt x="90795" y="186838"/>
                  </a:lnTo>
                  <a:lnTo>
                    <a:pt x="89672" y="186450"/>
                  </a:lnTo>
                  <a:lnTo>
                    <a:pt x="87146" y="185576"/>
                  </a:lnTo>
                  <a:lnTo>
                    <a:pt x="85328" y="184947"/>
                  </a:lnTo>
                  <a:lnTo>
                    <a:pt x="84204" y="184558"/>
                  </a:lnTo>
                  <a:lnTo>
                    <a:pt x="81529" y="183632"/>
                  </a:lnTo>
                  <a:lnTo>
                    <a:pt x="81762" y="183010"/>
                  </a:lnTo>
                  <a:lnTo>
                    <a:pt x="81943" y="182528"/>
                  </a:lnTo>
                  <a:lnTo>
                    <a:pt x="82033" y="182287"/>
                  </a:lnTo>
                  <a:lnTo>
                    <a:pt x="83039" y="179603"/>
                  </a:lnTo>
                  <a:lnTo>
                    <a:pt x="84454" y="175829"/>
                  </a:lnTo>
                  <a:lnTo>
                    <a:pt x="84760" y="175014"/>
                  </a:lnTo>
                  <a:lnTo>
                    <a:pt x="85735" y="172411"/>
                  </a:lnTo>
                  <a:lnTo>
                    <a:pt x="85814" y="172200"/>
                  </a:lnTo>
                  <a:lnTo>
                    <a:pt x="87363" y="168069"/>
                  </a:lnTo>
                  <a:lnTo>
                    <a:pt x="87772" y="166977"/>
                  </a:lnTo>
                  <a:lnTo>
                    <a:pt x="88258" y="165681"/>
                  </a:lnTo>
                  <a:lnTo>
                    <a:pt x="88503" y="165028"/>
                  </a:lnTo>
                  <a:lnTo>
                    <a:pt x="89106" y="163420"/>
                  </a:lnTo>
                  <a:lnTo>
                    <a:pt x="90111" y="160739"/>
                  </a:lnTo>
                  <a:lnTo>
                    <a:pt x="91487" y="157067"/>
                  </a:lnTo>
                  <a:lnTo>
                    <a:pt x="91586" y="156804"/>
                  </a:lnTo>
                  <a:lnTo>
                    <a:pt x="91804" y="156221"/>
                  </a:lnTo>
                  <a:lnTo>
                    <a:pt x="91878" y="156024"/>
                  </a:lnTo>
                  <a:lnTo>
                    <a:pt x="92100" y="155431"/>
                  </a:lnTo>
                  <a:lnTo>
                    <a:pt x="92188" y="155198"/>
                  </a:lnTo>
                  <a:lnTo>
                    <a:pt x="92288" y="154931"/>
                  </a:lnTo>
                  <a:lnTo>
                    <a:pt x="96514" y="143657"/>
                  </a:lnTo>
                  <a:lnTo>
                    <a:pt x="97835" y="140133"/>
                  </a:lnTo>
                  <a:lnTo>
                    <a:pt x="98155" y="139278"/>
                  </a:lnTo>
                  <a:lnTo>
                    <a:pt x="98715" y="137784"/>
                  </a:lnTo>
                  <a:lnTo>
                    <a:pt x="99050" y="136892"/>
                  </a:lnTo>
                  <a:lnTo>
                    <a:pt x="99795" y="134905"/>
                  </a:lnTo>
                  <a:lnTo>
                    <a:pt x="99869" y="134712"/>
                  </a:lnTo>
                  <a:lnTo>
                    <a:pt x="102952" y="126661"/>
                  </a:lnTo>
                  <a:lnTo>
                    <a:pt x="106699" y="116879"/>
                  </a:lnTo>
                  <a:lnTo>
                    <a:pt x="109476" y="109630"/>
                  </a:lnTo>
                  <a:lnTo>
                    <a:pt x="112617" y="101427"/>
                  </a:lnTo>
                  <a:lnTo>
                    <a:pt x="116359" y="91658"/>
                  </a:lnTo>
                  <a:lnTo>
                    <a:pt x="116554" y="91148"/>
                  </a:lnTo>
                  <a:lnTo>
                    <a:pt x="117655" y="88274"/>
                  </a:lnTo>
                  <a:lnTo>
                    <a:pt x="117706" y="88141"/>
                  </a:lnTo>
                  <a:lnTo>
                    <a:pt x="117825" y="87830"/>
                  </a:lnTo>
                  <a:lnTo>
                    <a:pt x="124262" y="71065"/>
                  </a:lnTo>
                  <a:lnTo>
                    <a:pt x="124453" y="70567"/>
                  </a:lnTo>
                  <a:lnTo>
                    <a:pt x="127436" y="62797"/>
                  </a:lnTo>
                  <a:lnTo>
                    <a:pt x="127917" y="61546"/>
                  </a:lnTo>
                  <a:lnTo>
                    <a:pt x="128101" y="61065"/>
                  </a:lnTo>
                  <a:lnTo>
                    <a:pt x="128902" y="58979"/>
                  </a:lnTo>
                  <a:lnTo>
                    <a:pt x="130660" y="54400"/>
                  </a:lnTo>
                  <a:lnTo>
                    <a:pt x="133296" y="47536"/>
                  </a:lnTo>
                  <a:lnTo>
                    <a:pt x="133403" y="47256"/>
                  </a:lnTo>
                  <a:lnTo>
                    <a:pt x="133517" y="46961"/>
                  </a:lnTo>
                  <a:lnTo>
                    <a:pt x="133576" y="46803"/>
                  </a:lnTo>
                  <a:lnTo>
                    <a:pt x="134329" y="44824"/>
                  </a:lnTo>
                  <a:lnTo>
                    <a:pt x="134648" y="43987"/>
                  </a:lnTo>
                  <a:lnTo>
                    <a:pt x="134776" y="43650"/>
                  </a:lnTo>
                  <a:lnTo>
                    <a:pt x="134954" y="43183"/>
                  </a:lnTo>
                  <a:lnTo>
                    <a:pt x="135020" y="43007"/>
                  </a:lnTo>
                  <a:lnTo>
                    <a:pt x="135309" y="42247"/>
                  </a:lnTo>
                  <a:lnTo>
                    <a:pt x="135679" y="41277"/>
                  </a:lnTo>
                  <a:lnTo>
                    <a:pt x="135812" y="40927"/>
                  </a:lnTo>
                  <a:lnTo>
                    <a:pt x="135969" y="40514"/>
                  </a:lnTo>
                  <a:lnTo>
                    <a:pt x="137045" y="37685"/>
                  </a:lnTo>
                  <a:lnTo>
                    <a:pt x="137914" y="35399"/>
                  </a:lnTo>
                  <a:lnTo>
                    <a:pt x="138773" y="33140"/>
                  </a:lnTo>
                  <a:lnTo>
                    <a:pt x="139148" y="32154"/>
                  </a:lnTo>
                  <a:lnTo>
                    <a:pt x="139310" y="31728"/>
                  </a:lnTo>
                  <a:lnTo>
                    <a:pt x="140675" y="28139"/>
                  </a:lnTo>
                  <a:lnTo>
                    <a:pt x="141192" y="26781"/>
                  </a:lnTo>
                  <a:lnTo>
                    <a:pt x="141857" y="25034"/>
                  </a:lnTo>
                  <a:lnTo>
                    <a:pt x="142055" y="24511"/>
                  </a:lnTo>
                  <a:lnTo>
                    <a:pt x="142254" y="23989"/>
                  </a:lnTo>
                  <a:lnTo>
                    <a:pt x="142864" y="22320"/>
                  </a:lnTo>
                  <a:lnTo>
                    <a:pt x="143190" y="21431"/>
                  </a:lnTo>
                  <a:lnTo>
                    <a:pt x="143669" y="20122"/>
                  </a:lnTo>
                  <a:lnTo>
                    <a:pt x="144479" y="17907"/>
                  </a:lnTo>
                  <a:lnTo>
                    <a:pt x="145007" y="16463"/>
                  </a:lnTo>
                  <a:lnTo>
                    <a:pt x="145283" y="15708"/>
                  </a:lnTo>
                  <a:lnTo>
                    <a:pt x="145419" y="15338"/>
                  </a:lnTo>
                  <a:lnTo>
                    <a:pt x="145877" y="14084"/>
                  </a:lnTo>
                  <a:lnTo>
                    <a:pt x="146960" y="11124"/>
                  </a:lnTo>
                  <a:lnTo>
                    <a:pt x="147135" y="10647"/>
                  </a:lnTo>
                  <a:lnTo>
                    <a:pt x="147302" y="10191"/>
                  </a:lnTo>
                  <a:lnTo>
                    <a:pt x="147588" y="9408"/>
                  </a:lnTo>
                  <a:lnTo>
                    <a:pt x="148045" y="8159"/>
                  </a:lnTo>
                  <a:lnTo>
                    <a:pt x="148561" y="6749"/>
                  </a:lnTo>
                  <a:lnTo>
                    <a:pt x="149095" y="5289"/>
                  </a:lnTo>
                  <a:lnTo>
                    <a:pt x="149508" y="4161"/>
                  </a:lnTo>
                  <a:lnTo>
                    <a:pt x="149974" y="2886"/>
                  </a:lnTo>
                  <a:lnTo>
                    <a:pt x="150298" y="2002"/>
                  </a:lnTo>
                  <a:lnTo>
                    <a:pt x="150581" y="1228"/>
                  </a:lnTo>
                  <a:lnTo>
                    <a:pt x="151030" y="0"/>
                  </a:lnTo>
                  <a:lnTo>
                    <a:pt x="151402" y="126"/>
                  </a:lnTo>
                  <a:lnTo>
                    <a:pt x="151855" y="280"/>
                  </a:lnTo>
                  <a:lnTo>
                    <a:pt x="161751" y="3642"/>
                  </a:lnTo>
                  <a:lnTo>
                    <a:pt x="176986" y="8818"/>
                  </a:lnTo>
                  <a:lnTo>
                    <a:pt x="177199" y="8890"/>
                  </a:lnTo>
                  <a:lnTo>
                    <a:pt x="177806" y="9096"/>
                  </a:lnTo>
                  <a:lnTo>
                    <a:pt x="180136" y="9888"/>
                  </a:lnTo>
                  <a:lnTo>
                    <a:pt x="202203" y="17746"/>
                  </a:lnTo>
                  <a:lnTo>
                    <a:pt x="203196" y="18100"/>
                  </a:lnTo>
                  <a:lnTo>
                    <a:pt x="220319" y="24197"/>
                  </a:lnTo>
                  <a:lnTo>
                    <a:pt x="226257" y="26312"/>
                  </a:lnTo>
                  <a:lnTo>
                    <a:pt x="227857" y="26859"/>
                  </a:lnTo>
                  <a:lnTo>
                    <a:pt x="228369" y="27035"/>
                  </a:lnTo>
                  <a:lnTo>
                    <a:pt x="228978" y="27243"/>
                  </a:lnTo>
                  <a:lnTo>
                    <a:pt x="246486" y="33234"/>
                  </a:lnTo>
                  <a:lnTo>
                    <a:pt x="254284" y="35903"/>
                  </a:lnTo>
                  <a:lnTo>
                    <a:pt x="254794" y="36077"/>
                  </a:lnTo>
                  <a:lnTo>
                    <a:pt x="278731" y="44269"/>
                  </a:lnTo>
                  <a:lnTo>
                    <a:pt x="280061" y="44696"/>
                  </a:lnTo>
                  <a:lnTo>
                    <a:pt x="279711" y="45619"/>
                  </a:lnTo>
                  <a:lnTo>
                    <a:pt x="274906" y="58286"/>
                  </a:lnTo>
                  <a:lnTo>
                    <a:pt x="274725" y="58762"/>
                  </a:lnTo>
                  <a:lnTo>
                    <a:pt x="272430" y="64811"/>
                  </a:lnTo>
                  <a:lnTo>
                    <a:pt x="267697" y="77288"/>
                  </a:lnTo>
                  <a:lnTo>
                    <a:pt x="267506" y="77794"/>
                  </a:lnTo>
                  <a:lnTo>
                    <a:pt x="262636" y="90630"/>
                  </a:lnTo>
                  <a:lnTo>
                    <a:pt x="262420" y="91202"/>
                  </a:lnTo>
                  <a:lnTo>
                    <a:pt x="256216" y="107566"/>
                  </a:lnTo>
                  <a:lnTo>
                    <a:pt x="251439" y="120166"/>
                  </a:lnTo>
                  <a:lnTo>
                    <a:pt x="250753" y="121974"/>
                  </a:lnTo>
                  <a:lnTo>
                    <a:pt x="245327" y="136288"/>
                  </a:lnTo>
                  <a:lnTo>
                    <a:pt x="245115" y="136854"/>
                  </a:lnTo>
                  <a:lnTo>
                    <a:pt x="244827" y="137627"/>
                  </a:lnTo>
                  <a:lnTo>
                    <a:pt x="239798" y="151107"/>
                  </a:lnTo>
                  <a:lnTo>
                    <a:pt x="232878" y="169655"/>
                  </a:lnTo>
                  <a:lnTo>
                    <a:pt x="232770" y="169945"/>
                  </a:lnTo>
                  <a:lnTo>
                    <a:pt x="228239" y="182089"/>
                  </a:lnTo>
                  <a:lnTo>
                    <a:pt x="228161" y="182299"/>
                  </a:lnTo>
                  <a:lnTo>
                    <a:pt x="227965" y="182826"/>
                  </a:lnTo>
                  <a:lnTo>
                    <a:pt x="222509" y="197532"/>
                  </a:lnTo>
                  <a:lnTo>
                    <a:pt x="218446" y="208485"/>
                  </a:lnTo>
                  <a:lnTo>
                    <a:pt x="217013" y="21234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739256" y="5418828"/>
              <a:ext cx="252183" cy="314459"/>
            </a:xfrm>
            <a:custGeom>
              <a:avLst/>
              <a:pathLst>
                <a:path w="252183" h="314459">
                  <a:moveTo>
                    <a:pt x="205487" y="52154"/>
                  </a:moveTo>
                  <a:lnTo>
                    <a:pt x="212586" y="54439"/>
                  </a:lnTo>
                  <a:lnTo>
                    <a:pt x="216443" y="53256"/>
                  </a:lnTo>
                  <a:lnTo>
                    <a:pt x="218567" y="52753"/>
                  </a:lnTo>
                  <a:lnTo>
                    <a:pt x="219458" y="52542"/>
                  </a:lnTo>
                  <a:lnTo>
                    <a:pt x="220245" y="52355"/>
                  </a:lnTo>
                  <a:lnTo>
                    <a:pt x="220561" y="52355"/>
                  </a:lnTo>
                  <a:lnTo>
                    <a:pt x="223596" y="52347"/>
                  </a:lnTo>
                  <a:lnTo>
                    <a:pt x="224499" y="52345"/>
                  </a:lnTo>
                  <a:lnTo>
                    <a:pt x="226998" y="52322"/>
                  </a:lnTo>
                  <a:lnTo>
                    <a:pt x="227585" y="52338"/>
                  </a:lnTo>
                  <a:lnTo>
                    <a:pt x="228406" y="52360"/>
                  </a:lnTo>
                  <a:lnTo>
                    <a:pt x="230159" y="52446"/>
                  </a:lnTo>
                  <a:lnTo>
                    <a:pt x="230605" y="52468"/>
                  </a:lnTo>
                  <a:lnTo>
                    <a:pt x="230753" y="52501"/>
                  </a:lnTo>
                  <a:lnTo>
                    <a:pt x="231659" y="52704"/>
                  </a:lnTo>
                  <a:lnTo>
                    <a:pt x="231879" y="52753"/>
                  </a:lnTo>
                  <a:lnTo>
                    <a:pt x="232953" y="52993"/>
                  </a:lnTo>
                  <a:lnTo>
                    <a:pt x="235022" y="53456"/>
                  </a:lnTo>
                  <a:lnTo>
                    <a:pt x="236374" y="53576"/>
                  </a:lnTo>
                  <a:lnTo>
                    <a:pt x="238008" y="53722"/>
                  </a:lnTo>
                  <a:lnTo>
                    <a:pt x="238286" y="53746"/>
                  </a:lnTo>
                  <a:lnTo>
                    <a:pt x="239599" y="53863"/>
                  </a:lnTo>
                  <a:lnTo>
                    <a:pt x="240406" y="53935"/>
                  </a:lnTo>
                  <a:lnTo>
                    <a:pt x="241751" y="54054"/>
                  </a:lnTo>
                  <a:lnTo>
                    <a:pt x="243176" y="54181"/>
                  </a:lnTo>
                  <a:lnTo>
                    <a:pt x="243620" y="54199"/>
                  </a:lnTo>
                  <a:lnTo>
                    <a:pt x="245275" y="54265"/>
                  </a:lnTo>
                  <a:lnTo>
                    <a:pt x="246586" y="54317"/>
                  </a:lnTo>
                  <a:lnTo>
                    <a:pt x="248492" y="54217"/>
                  </a:lnTo>
                  <a:lnTo>
                    <a:pt x="248974" y="54191"/>
                  </a:lnTo>
                  <a:lnTo>
                    <a:pt x="249546" y="54161"/>
                  </a:lnTo>
                  <a:lnTo>
                    <a:pt x="249920" y="54049"/>
                  </a:lnTo>
                  <a:lnTo>
                    <a:pt x="252183" y="60937"/>
                  </a:lnTo>
                  <a:lnTo>
                    <a:pt x="247477" y="61107"/>
                  </a:lnTo>
                  <a:lnTo>
                    <a:pt x="247275" y="61115"/>
                  </a:lnTo>
                  <a:lnTo>
                    <a:pt x="245703" y="61172"/>
                  </a:lnTo>
                  <a:lnTo>
                    <a:pt x="243212" y="62737"/>
                  </a:lnTo>
                  <a:lnTo>
                    <a:pt x="242022" y="63484"/>
                  </a:lnTo>
                  <a:lnTo>
                    <a:pt x="241637" y="63925"/>
                  </a:lnTo>
                  <a:lnTo>
                    <a:pt x="237692" y="68439"/>
                  </a:lnTo>
                  <a:lnTo>
                    <a:pt x="237461" y="68702"/>
                  </a:lnTo>
                  <a:lnTo>
                    <a:pt x="233792" y="74172"/>
                  </a:lnTo>
                  <a:lnTo>
                    <a:pt x="238644" y="72649"/>
                  </a:lnTo>
                  <a:lnTo>
                    <a:pt x="248432" y="70518"/>
                  </a:lnTo>
                  <a:lnTo>
                    <a:pt x="249048" y="73220"/>
                  </a:lnTo>
                  <a:lnTo>
                    <a:pt x="249705" y="78677"/>
                  </a:lnTo>
                  <a:lnTo>
                    <a:pt x="239807" y="93775"/>
                  </a:lnTo>
                  <a:lnTo>
                    <a:pt x="239909" y="96268"/>
                  </a:lnTo>
                  <a:lnTo>
                    <a:pt x="241893" y="121724"/>
                  </a:lnTo>
                  <a:lnTo>
                    <a:pt x="235178" y="130302"/>
                  </a:lnTo>
                  <a:lnTo>
                    <a:pt x="233383" y="132595"/>
                  </a:lnTo>
                  <a:lnTo>
                    <a:pt x="229025" y="134771"/>
                  </a:lnTo>
                  <a:lnTo>
                    <a:pt x="224726" y="136000"/>
                  </a:lnTo>
                  <a:lnTo>
                    <a:pt x="221798" y="136837"/>
                  </a:lnTo>
                  <a:lnTo>
                    <a:pt x="203311" y="145752"/>
                  </a:lnTo>
                  <a:lnTo>
                    <a:pt x="201277" y="146733"/>
                  </a:lnTo>
                  <a:lnTo>
                    <a:pt x="197628" y="148493"/>
                  </a:lnTo>
                  <a:lnTo>
                    <a:pt x="196664" y="148958"/>
                  </a:lnTo>
                  <a:lnTo>
                    <a:pt x="194232" y="153954"/>
                  </a:lnTo>
                  <a:lnTo>
                    <a:pt x="192752" y="157183"/>
                  </a:lnTo>
                  <a:lnTo>
                    <a:pt x="192621" y="157471"/>
                  </a:lnTo>
                  <a:lnTo>
                    <a:pt x="191050" y="159893"/>
                  </a:lnTo>
                  <a:lnTo>
                    <a:pt x="189384" y="161130"/>
                  </a:lnTo>
                  <a:lnTo>
                    <a:pt x="186525" y="163394"/>
                  </a:lnTo>
                  <a:lnTo>
                    <a:pt x="186271" y="163595"/>
                  </a:lnTo>
                  <a:lnTo>
                    <a:pt x="185759" y="164001"/>
                  </a:lnTo>
                  <a:lnTo>
                    <a:pt x="174270" y="173098"/>
                  </a:lnTo>
                  <a:lnTo>
                    <a:pt x="173543" y="173674"/>
                  </a:lnTo>
                  <a:lnTo>
                    <a:pt x="169789" y="176446"/>
                  </a:lnTo>
                  <a:lnTo>
                    <a:pt x="169295" y="176810"/>
                  </a:lnTo>
                  <a:lnTo>
                    <a:pt x="164677" y="180221"/>
                  </a:lnTo>
                  <a:lnTo>
                    <a:pt x="161967" y="182221"/>
                  </a:lnTo>
                  <a:lnTo>
                    <a:pt x="161353" y="183756"/>
                  </a:lnTo>
                  <a:lnTo>
                    <a:pt x="160278" y="186446"/>
                  </a:lnTo>
                  <a:lnTo>
                    <a:pt x="159817" y="187599"/>
                  </a:lnTo>
                  <a:lnTo>
                    <a:pt x="159239" y="190503"/>
                  </a:lnTo>
                  <a:lnTo>
                    <a:pt x="157514" y="199167"/>
                  </a:lnTo>
                  <a:lnTo>
                    <a:pt x="157282" y="200329"/>
                  </a:lnTo>
                  <a:lnTo>
                    <a:pt x="156808" y="200966"/>
                  </a:lnTo>
                  <a:lnTo>
                    <a:pt x="155201" y="203125"/>
                  </a:lnTo>
                  <a:lnTo>
                    <a:pt x="154551" y="204548"/>
                  </a:lnTo>
                  <a:lnTo>
                    <a:pt x="154292" y="205114"/>
                  </a:lnTo>
                  <a:lnTo>
                    <a:pt x="153483" y="206916"/>
                  </a:lnTo>
                  <a:lnTo>
                    <a:pt x="152540" y="209017"/>
                  </a:lnTo>
                  <a:lnTo>
                    <a:pt x="151251" y="211327"/>
                  </a:lnTo>
                  <a:lnTo>
                    <a:pt x="148712" y="215880"/>
                  </a:lnTo>
                  <a:lnTo>
                    <a:pt x="147841" y="217441"/>
                  </a:lnTo>
                  <a:lnTo>
                    <a:pt x="147015" y="218924"/>
                  </a:lnTo>
                  <a:lnTo>
                    <a:pt x="139816" y="219692"/>
                  </a:lnTo>
                  <a:lnTo>
                    <a:pt x="139171" y="219717"/>
                  </a:lnTo>
                  <a:lnTo>
                    <a:pt x="134829" y="219889"/>
                  </a:lnTo>
                  <a:lnTo>
                    <a:pt x="134599" y="219860"/>
                  </a:lnTo>
                  <a:lnTo>
                    <a:pt x="132993" y="219658"/>
                  </a:lnTo>
                  <a:lnTo>
                    <a:pt x="129443" y="219213"/>
                  </a:lnTo>
                  <a:lnTo>
                    <a:pt x="127776" y="218917"/>
                  </a:lnTo>
                  <a:lnTo>
                    <a:pt x="126894" y="218551"/>
                  </a:lnTo>
                  <a:lnTo>
                    <a:pt x="124254" y="216814"/>
                  </a:lnTo>
                  <a:lnTo>
                    <a:pt x="123092" y="215848"/>
                  </a:lnTo>
                  <a:lnTo>
                    <a:pt x="122420" y="215271"/>
                  </a:lnTo>
                  <a:lnTo>
                    <a:pt x="119387" y="212666"/>
                  </a:lnTo>
                  <a:lnTo>
                    <a:pt x="118448" y="211532"/>
                  </a:lnTo>
                  <a:lnTo>
                    <a:pt x="118299" y="211628"/>
                  </a:lnTo>
                  <a:lnTo>
                    <a:pt x="114746" y="213911"/>
                  </a:lnTo>
                  <a:lnTo>
                    <a:pt x="113035" y="215597"/>
                  </a:lnTo>
                  <a:lnTo>
                    <a:pt x="111268" y="217304"/>
                  </a:lnTo>
                  <a:lnTo>
                    <a:pt x="110384" y="218158"/>
                  </a:lnTo>
                  <a:lnTo>
                    <a:pt x="104982" y="222167"/>
                  </a:lnTo>
                  <a:lnTo>
                    <a:pt x="105123" y="223876"/>
                  </a:lnTo>
                  <a:lnTo>
                    <a:pt x="100880" y="236163"/>
                  </a:lnTo>
                  <a:lnTo>
                    <a:pt x="98282" y="243686"/>
                  </a:lnTo>
                  <a:lnTo>
                    <a:pt x="96709" y="248240"/>
                  </a:lnTo>
                  <a:lnTo>
                    <a:pt x="94162" y="256246"/>
                  </a:lnTo>
                  <a:lnTo>
                    <a:pt x="94034" y="256652"/>
                  </a:lnTo>
                  <a:lnTo>
                    <a:pt x="92915" y="260169"/>
                  </a:lnTo>
                  <a:lnTo>
                    <a:pt x="92156" y="262555"/>
                  </a:lnTo>
                  <a:lnTo>
                    <a:pt x="90981" y="266249"/>
                  </a:lnTo>
                  <a:lnTo>
                    <a:pt x="88784" y="273154"/>
                  </a:lnTo>
                  <a:lnTo>
                    <a:pt x="87985" y="275666"/>
                  </a:lnTo>
                  <a:lnTo>
                    <a:pt x="87821" y="276182"/>
                  </a:lnTo>
                  <a:lnTo>
                    <a:pt x="85400" y="283795"/>
                  </a:lnTo>
                  <a:lnTo>
                    <a:pt x="85355" y="283935"/>
                  </a:lnTo>
                  <a:lnTo>
                    <a:pt x="85295" y="284125"/>
                  </a:lnTo>
                  <a:lnTo>
                    <a:pt x="85179" y="284488"/>
                  </a:lnTo>
                  <a:lnTo>
                    <a:pt x="85268" y="284856"/>
                  </a:lnTo>
                  <a:lnTo>
                    <a:pt x="85419" y="285477"/>
                  </a:lnTo>
                  <a:lnTo>
                    <a:pt x="86269" y="288980"/>
                  </a:lnTo>
                  <a:lnTo>
                    <a:pt x="87004" y="292013"/>
                  </a:lnTo>
                  <a:lnTo>
                    <a:pt x="87470" y="293934"/>
                  </a:lnTo>
                  <a:lnTo>
                    <a:pt x="87509" y="294094"/>
                  </a:lnTo>
                  <a:lnTo>
                    <a:pt x="87572" y="294352"/>
                  </a:lnTo>
                  <a:lnTo>
                    <a:pt x="87285" y="294426"/>
                  </a:lnTo>
                  <a:lnTo>
                    <a:pt x="71944" y="298374"/>
                  </a:lnTo>
                  <a:lnTo>
                    <a:pt x="46391" y="305471"/>
                  </a:lnTo>
                  <a:lnTo>
                    <a:pt x="26452" y="311009"/>
                  </a:lnTo>
                  <a:lnTo>
                    <a:pt x="14224" y="314405"/>
                  </a:lnTo>
                  <a:lnTo>
                    <a:pt x="14030" y="314459"/>
                  </a:lnTo>
                  <a:lnTo>
                    <a:pt x="12054" y="313868"/>
                  </a:lnTo>
                  <a:lnTo>
                    <a:pt x="0" y="310265"/>
                  </a:lnTo>
                  <a:lnTo>
                    <a:pt x="1332" y="306176"/>
                  </a:lnTo>
                  <a:lnTo>
                    <a:pt x="2721" y="301915"/>
                  </a:lnTo>
                  <a:lnTo>
                    <a:pt x="3776" y="298681"/>
                  </a:lnTo>
                  <a:lnTo>
                    <a:pt x="3861" y="298421"/>
                  </a:lnTo>
                  <a:lnTo>
                    <a:pt x="3915" y="298253"/>
                  </a:lnTo>
                  <a:lnTo>
                    <a:pt x="4680" y="295906"/>
                  </a:lnTo>
                  <a:lnTo>
                    <a:pt x="5147" y="294476"/>
                  </a:lnTo>
                  <a:lnTo>
                    <a:pt x="5291" y="294032"/>
                  </a:lnTo>
                  <a:lnTo>
                    <a:pt x="6494" y="290585"/>
                  </a:lnTo>
                  <a:lnTo>
                    <a:pt x="7802" y="286836"/>
                  </a:lnTo>
                  <a:lnTo>
                    <a:pt x="9154" y="284023"/>
                  </a:lnTo>
                  <a:lnTo>
                    <a:pt x="10667" y="280872"/>
                  </a:lnTo>
                  <a:lnTo>
                    <a:pt x="11752" y="278614"/>
                  </a:lnTo>
                  <a:lnTo>
                    <a:pt x="13797" y="274356"/>
                  </a:lnTo>
                  <a:lnTo>
                    <a:pt x="17175" y="268339"/>
                  </a:lnTo>
                  <a:lnTo>
                    <a:pt x="17988" y="266892"/>
                  </a:lnTo>
                  <a:lnTo>
                    <a:pt x="20357" y="262672"/>
                  </a:lnTo>
                  <a:lnTo>
                    <a:pt x="22836" y="258593"/>
                  </a:lnTo>
                  <a:lnTo>
                    <a:pt x="24941" y="255128"/>
                  </a:lnTo>
                  <a:lnTo>
                    <a:pt x="25039" y="254966"/>
                  </a:lnTo>
                  <a:lnTo>
                    <a:pt x="31775" y="243882"/>
                  </a:lnTo>
                  <a:lnTo>
                    <a:pt x="32822" y="242136"/>
                  </a:lnTo>
                  <a:lnTo>
                    <a:pt x="34714" y="238980"/>
                  </a:lnTo>
                  <a:lnTo>
                    <a:pt x="35032" y="238452"/>
                  </a:lnTo>
                  <a:lnTo>
                    <a:pt x="42517" y="225969"/>
                  </a:lnTo>
                  <a:lnTo>
                    <a:pt x="49691" y="214005"/>
                  </a:lnTo>
                  <a:lnTo>
                    <a:pt x="50152" y="213236"/>
                  </a:lnTo>
                  <a:lnTo>
                    <a:pt x="50468" y="212708"/>
                  </a:lnTo>
                  <a:lnTo>
                    <a:pt x="57131" y="201357"/>
                  </a:lnTo>
                  <a:lnTo>
                    <a:pt x="63813" y="189975"/>
                  </a:lnTo>
                  <a:lnTo>
                    <a:pt x="64187" y="189338"/>
                  </a:lnTo>
                  <a:lnTo>
                    <a:pt x="64331" y="189086"/>
                  </a:lnTo>
                  <a:lnTo>
                    <a:pt x="69804" y="179551"/>
                  </a:lnTo>
                  <a:lnTo>
                    <a:pt x="70610" y="177952"/>
                  </a:lnTo>
                  <a:lnTo>
                    <a:pt x="74145" y="170939"/>
                  </a:lnTo>
                  <a:lnTo>
                    <a:pt x="74608" y="169901"/>
                  </a:lnTo>
                  <a:lnTo>
                    <a:pt x="78741" y="160630"/>
                  </a:lnTo>
                  <a:lnTo>
                    <a:pt x="78944" y="160122"/>
                  </a:lnTo>
                  <a:lnTo>
                    <a:pt x="85508" y="143666"/>
                  </a:lnTo>
                  <a:lnTo>
                    <a:pt x="87027" y="139073"/>
                  </a:lnTo>
                  <a:lnTo>
                    <a:pt x="88138" y="135712"/>
                  </a:lnTo>
                  <a:lnTo>
                    <a:pt x="88230" y="135434"/>
                  </a:lnTo>
                  <a:lnTo>
                    <a:pt x="88572" y="134401"/>
                  </a:lnTo>
                  <a:lnTo>
                    <a:pt x="88940" y="133115"/>
                  </a:lnTo>
                  <a:lnTo>
                    <a:pt x="90282" y="128417"/>
                  </a:lnTo>
                  <a:lnTo>
                    <a:pt x="91891" y="122788"/>
                  </a:lnTo>
                  <a:lnTo>
                    <a:pt x="94317" y="113393"/>
                  </a:lnTo>
                  <a:lnTo>
                    <a:pt x="96450" y="103936"/>
                  </a:lnTo>
                  <a:lnTo>
                    <a:pt x="97023" y="101394"/>
                  </a:lnTo>
                  <a:lnTo>
                    <a:pt x="97140" y="100877"/>
                  </a:lnTo>
                  <a:lnTo>
                    <a:pt x="97298" y="99811"/>
                  </a:lnTo>
                  <a:lnTo>
                    <a:pt x="97435" y="98893"/>
                  </a:lnTo>
                  <a:lnTo>
                    <a:pt x="98761" y="89999"/>
                  </a:lnTo>
                  <a:lnTo>
                    <a:pt x="99536" y="79914"/>
                  </a:lnTo>
                  <a:lnTo>
                    <a:pt x="100123" y="67798"/>
                  </a:lnTo>
                  <a:lnTo>
                    <a:pt x="100190" y="66416"/>
                  </a:lnTo>
                  <a:lnTo>
                    <a:pt x="100151" y="64685"/>
                  </a:lnTo>
                  <a:lnTo>
                    <a:pt x="99999" y="57816"/>
                  </a:lnTo>
                  <a:lnTo>
                    <a:pt x="99869" y="52002"/>
                  </a:lnTo>
                  <a:lnTo>
                    <a:pt x="99807" y="49191"/>
                  </a:lnTo>
                  <a:lnTo>
                    <a:pt x="99794" y="48915"/>
                  </a:lnTo>
                  <a:lnTo>
                    <a:pt x="99592" y="44471"/>
                  </a:lnTo>
                  <a:lnTo>
                    <a:pt x="99460" y="41563"/>
                  </a:lnTo>
                  <a:lnTo>
                    <a:pt x="99190" y="35639"/>
                  </a:lnTo>
                  <a:lnTo>
                    <a:pt x="99041" y="32358"/>
                  </a:lnTo>
                  <a:lnTo>
                    <a:pt x="98858" y="28694"/>
                  </a:lnTo>
                  <a:lnTo>
                    <a:pt x="98019" y="11871"/>
                  </a:lnTo>
                  <a:lnTo>
                    <a:pt x="97669" y="1966"/>
                  </a:lnTo>
                  <a:lnTo>
                    <a:pt x="98711" y="1878"/>
                  </a:lnTo>
                  <a:lnTo>
                    <a:pt x="108371" y="1066"/>
                  </a:lnTo>
                  <a:lnTo>
                    <a:pt x="119786" y="107"/>
                  </a:lnTo>
                  <a:lnTo>
                    <a:pt x="121069" y="0"/>
                  </a:lnTo>
                  <a:lnTo>
                    <a:pt x="121219" y="550"/>
                  </a:lnTo>
                  <a:lnTo>
                    <a:pt x="121878" y="562"/>
                  </a:lnTo>
                  <a:lnTo>
                    <a:pt x="128633" y="689"/>
                  </a:lnTo>
                  <a:lnTo>
                    <a:pt x="136056" y="829"/>
                  </a:lnTo>
                  <a:lnTo>
                    <a:pt x="142112" y="17614"/>
                  </a:lnTo>
                  <a:lnTo>
                    <a:pt x="151548" y="18327"/>
                  </a:lnTo>
                  <a:lnTo>
                    <a:pt x="152152" y="18593"/>
                  </a:lnTo>
                  <a:lnTo>
                    <a:pt x="154538" y="19128"/>
                  </a:lnTo>
                  <a:lnTo>
                    <a:pt x="159552" y="21662"/>
                  </a:lnTo>
                  <a:lnTo>
                    <a:pt x="166069" y="25137"/>
                  </a:lnTo>
                  <a:lnTo>
                    <a:pt x="174435" y="29598"/>
                  </a:lnTo>
                  <a:lnTo>
                    <a:pt x="178914" y="31963"/>
                  </a:lnTo>
                  <a:lnTo>
                    <a:pt x="180072" y="32565"/>
                  </a:lnTo>
                  <a:lnTo>
                    <a:pt x="181538" y="33267"/>
                  </a:lnTo>
                  <a:lnTo>
                    <a:pt x="183970" y="34363"/>
                  </a:lnTo>
                  <a:lnTo>
                    <a:pt x="184536" y="34618"/>
                  </a:lnTo>
                  <a:lnTo>
                    <a:pt x="190123" y="36549"/>
                  </a:lnTo>
                  <a:lnTo>
                    <a:pt x="194631" y="37908"/>
                  </a:lnTo>
                  <a:lnTo>
                    <a:pt x="198971" y="39210"/>
                  </a:lnTo>
                  <a:lnTo>
                    <a:pt x="208369" y="42029"/>
                  </a:lnTo>
                  <a:lnTo>
                    <a:pt x="208263" y="42404"/>
                  </a:lnTo>
                  <a:lnTo>
                    <a:pt x="208160" y="42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226776" y="4947014"/>
              <a:ext cx="639445" cy="317965"/>
            </a:xfrm>
            <a:custGeom>
              <a:avLst/>
              <a:pathLst>
                <a:path w="639445" h="317965">
                  <a:moveTo>
                    <a:pt x="190803" y="27113"/>
                  </a:moveTo>
                  <a:lnTo>
                    <a:pt x="196342" y="28465"/>
                  </a:lnTo>
                  <a:lnTo>
                    <a:pt x="196704" y="28437"/>
                  </a:lnTo>
                  <a:lnTo>
                    <a:pt x="197217" y="28398"/>
                  </a:lnTo>
                  <a:lnTo>
                    <a:pt x="201783" y="28051"/>
                  </a:lnTo>
                  <a:lnTo>
                    <a:pt x="202024" y="28033"/>
                  </a:lnTo>
                  <a:lnTo>
                    <a:pt x="210441" y="27824"/>
                  </a:lnTo>
                  <a:lnTo>
                    <a:pt x="216250" y="27680"/>
                  </a:lnTo>
                  <a:lnTo>
                    <a:pt x="221479" y="27550"/>
                  </a:lnTo>
                  <a:lnTo>
                    <a:pt x="222754" y="27519"/>
                  </a:lnTo>
                  <a:lnTo>
                    <a:pt x="223690" y="27450"/>
                  </a:lnTo>
                  <a:lnTo>
                    <a:pt x="246245" y="25787"/>
                  </a:lnTo>
                  <a:lnTo>
                    <a:pt x="248142" y="25647"/>
                  </a:lnTo>
                  <a:lnTo>
                    <a:pt x="266315" y="24307"/>
                  </a:lnTo>
                  <a:lnTo>
                    <a:pt x="278636" y="23398"/>
                  </a:lnTo>
                  <a:lnTo>
                    <a:pt x="285877" y="22865"/>
                  </a:lnTo>
                  <a:lnTo>
                    <a:pt x="305788" y="21397"/>
                  </a:lnTo>
                  <a:lnTo>
                    <a:pt x="330918" y="19544"/>
                  </a:lnTo>
                  <a:lnTo>
                    <a:pt x="336516" y="22217"/>
                  </a:lnTo>
                  <a:lnTo>
                    <a:pt x="357688" y="27799"/>
                  </a:lnTo>
                  <a:lnTo>
                    <a:pt x="406063" y="46922"/>
                  </a:lnTo>
                  <a:lnTo>
                    <a:pt x="421257" y="56301"/>
                  </a:lnTo>
                  <a:lnTo>
                    <a:pt x="432882" y="60438"/>
                  </a:lnTo>
                  <a:lnTo>
                    <a:pt x="448885" y="66959"/>
                  </a:lnTo>
                  <a:lnTo>
                    <a:pt x="456604" y="69636"/>
                  </a:lnTo>
                  <a:lnTo>
                    <a:pt x="480976" y="78777"/>
                  </a:lnTo>
                  <a:lnTo>
                    <a:pt x="485138" y="80616"/>
                  </a:lnTo>
                  <a:lnTo>
                    <a:pt x="491803" y="82742"/>
                  </a:lnTo>
                  <a:lnTo>
                    <a:pt x="503272" y="84180"/>
                  </a:lnTo>
                  <a:lnTo>
                    <a:pt x="505027" y="84400"/>
                  </a:lnTo>
                  <a:lnTo>
                    <a:pt x="506483" y="84565"/>
                  </a:lnTo>
                  <a:lnTo>
                    <a:pt x="507018" y="84626"/>
                  </a:lnTo>
                  <a:lnTo>
                    <a:pt x="507659" y="84699"/>
                  </a:lnTo>
                  <a:lnTo>
                    <a:pt x="509801" y="83749"/>
                  </a:lnTo>
                  <a:lnTo>
                    <a:pt x="510463" y="83785"/>
                  </a:lnTo>
                  <a:lnTo>
                    <a:pt x="520194" y="84322"/>
                  </a:lnTo>
                  <a:lnTo>
                    <a:pt x="525119" y="84594"/>
                  </a:lnTo>
                  <a:lnTo>
                    <a:pt x="526066" y="84675"/>
                  </a:lnTo>
                  <a:lnTo>
                    <a:pt x="527787" y="84823"/>
                  </a:lnTo>
                  <a:lnTo>
                    <a:pt x="528067" y="84847"/>
                  </a:lnTo>
                  <a:lnTo>
                    <a:pt x="531062" y="85147"/>
                  </a:lnTo>
                  <a:lnTo>
                    <a:pt x="535744" y="85615"/>
                  </a:lnTo>
                  <a:lnTo>
                    <a:pt x="536549" y="85696"/>
                  </a:lnTo>
                  <a:lnTo>
                    <a:pt x="547553" y="86797"/>
                  </a:lnTo>
                  <a:lnTo>
                    <a:pt x="549318" y="86973"/>
                  </a:lnTo>
                  <a:lnTo>
                    <a:pt x="549904" y="87032"/>
                  </a:lnTo>
                  <a:lnTo>
                    <a:pt x="550503" y="86897"/>
                  </a:lnTo>
                  <a:lnTo>
                    <a:pt x="556186" y="85613"/>
                  </a:lnTo>
                  <a:lnTo>
                    <a:pt x="570204" y="82639"/>
                  </a:lnTo>
                  <a:lnTo>
                    <a:pt x="570701" y="82528"/>
                  </a:lnTo>
                  <a:lnTo>
                    <a:pt x="574965" y="81571"/>
                  </a:lnTo>
                  <a:lnTo>
                    <a:pt x="575626" y="81423"/>
                  </a:lnTo>
                  <a:lnTo>
                    <a:pt x="576102" y="81342"/>
                  </a:lnTo>
                  <a:lnTo>
                    <a:pt x="581974" y="80341"/>
                  </a:lnTo>
                  <a:lnTo>
                    <a:pt x="585538" y="79056"/>
                  </a:lnTo>
                  <a:lnTo>
                    <a:pt x="583404" y="76789"/>
                  </a:lnTo>
                  <a:lnTo>
                    <a:pt x="581421" y="74942"/>
                  </a:lnTo>
                  <a:lnTo>
                    <a:pt x="576483" y="70076"/>
                  </a:lnTo>
                  <a:lnTo>
                    <a:pt x="574940" y="67283"/>
                  </a:lnTo>
                  <a:lnTo>
                    <a:pt x="575998" y="61471"/>
                  </a:lnTo>
                  <a:lnTo>
                    <a:pt x="576588" y="57587"/>
                  </a:lnTo>
                  <a:lnTo>
                    <a:pt x="576792" y="56244"/>
                  </a:lnTo>
                  <a:lnTo>
                    <a:pt x="575954" y="52324"/>
                  </a:lnTo>
                  <a:lnTo>
                    <a:pt x="575029" y="49711"/>
                  </a:lnTo>
                  <a:lnTo>
                    <a:pt x="573525" y="47242"/>
                  </a:lnTo>
                  <a:lnTo>
                    <a:pt x="572846" y="46126"/>
                  </a:lnTo>
                  <a:lnTo>
                    <a:pt x="572595" y="45714"/>
                  </a:lnTo>
                  <a:lnTo>
                    <a:pt x="572264" y="45171"/>
                  </a:lnTo>
                  <a:lnTo>
                    <a:pt x="572595" y="45180"/>
                  </a:lnTo>
                  <a:lnTo>
                    <a:pt x="576042" y="45267"/>
                  </a:lnTo>
                  <a:lnTo>
                    <a:pt x="576231" y="45246"/>
                  </a:lnTo>
                  <a:lnTo>
                    <a:pt x="577286" y="45128"/>
                  </a:lnTo>
                  <a:lnTo>
                    <a:pt x="578070" y="45041"/>
                  </a:lnTo>
                  <a:lnTo>
                    <a:pt x="578696" y="45322"/>
                  </a:lnTo>
                  <a:lnTo>
                    <a:pt x="580737" y="46235"/>
                  </a:lnTo>
                  <a:lnTo>
                    <a:pt x="581934" y="45322"/>
                  </a:lnTo>
                  <a:lnTo>
                    <a:pt x="583304" y="44276"/>
                  </a:lnTo>
                  <a:lnTo>
                    <a:pt x="584140" y="43639"/>
                  </a:lnTo>
                  <a:lnTo>
                    <a:pt x="585431" y="42653"/>
                  </a:lnTo>
                  <a:lnTo>
                    <a:pt x="587098" y="41425"/>
                  </a:lnTo>
                  <a:lnTo>
                    <a:pt x="588556" y="40350"/>
                  </a:lnTo>
                  <a:lnTo>
                    <a:pt x="592859" y="37178"/>
                  </a:lnTo>
                  <a:lnTo>
                    <a:pt x="594417" y="36030"/>
                  </a:lnTo>
                  <a:lnTo>
                    <a:pt x="597234" y="33953"/>
                  </a:lnTo>
                  <a:lnTo>
                    <a:pt x="598651" y="32909"/>
                  </a:lnTo>
                  <a:lnTo>
                    <a:pt x="600808" y="31319"/>
                  </a:lnTo>
                  <a:lnTo>
                    <a:pt x="603218" y="29542"/>
                  </a:lnTo>
                  <a:lnTo>
                    <a:pt x="605723" y="28223"/>
                  </a:lnTo>
                  <a:lnTo>
                    <a:pt x="606204" y="27970"/>
                  </a:lnTo>
                  <a:lnTo>
                    <a:pt x="607264" y="27412"/>
                  </a:lnTo>
                  <a:lnTo>
                    <a:pt x="616311" y="22649"/>
                  </a:lnTo>
                  <a:lnTo>
                    <a:pt x="618584" y="23594"/>
                  </a:lnTo>
                  <a:lnTo>
                    <a:pt x="619414" y="23939"/>
                  </a:lnTo>
                  <a:lnTo>
                    <a:pt x="620737" y="28467"/>
                  </a:lnTo>
                  <a:lnTo>
                    <a:pt x="620695" y="32224"/>
                  </a:lnTo>
                  <a:lnTo>
                    <a:pt x="620675" y="34003"/>
                  </a:lnTo>
                  <a:lnTo>
                    <a:pt x="613071" y="37923"/>
                  </a:lnTo>
                  <a:lnTo>
                    <a:pt x="611254" y="39030"/>
                  </a:lnTo>
                  <a:lnTo>
                    <a:pt x="618524" y="43842"/>
                  </a:lnTo>
                  <a:lnTo>
                    <a:pt x="627731" y="48409"/>
                  </a:lnTo>
                  <a:lnTo>
                    <a:pt x="636204" y="49998"/>
                  </a:lnTo>
                  <a:lnTo>
                    <a:pt x="637580" y="50256"/>
                  </a:lnTo>
                  <a:lnTo>
                    <a:pt x="639445" y="50606"/>
                  </a:lnTo>
                  <a:lnTo>
                    <a:pt x="638122" y="52746"/>
                  </a:lnTo>
                  <a:lnTo>
                    <a:pt x="634167" y="58078"/>
                  </a:lnTo>
                  <a:lnTo>
                    <a:pt x="634072" y="58321"/>
                  </a:lnTo>
                  <a:lnTo>
                    <a:pt x="633700" y="59271"/>
                  </a:lnTo>
                  <a:lnTo>
                    <a:pt x="633521" y="59728"/>
                  </a:lnTo>
                  <a:lnTo>
                    <a:pt x="632757" y="61682"/>
                  </a:lnTo>
                  <a:lnTo>
                    <a:pt x="631601" y="65981"/>
                  </a:lnTo>
                  <a:lnTo>
                    <a:pt x="631417" y="66664"/>
                  </a:lnTo>
                  <a:lnTo>
                    <a:pt x="631170" y="67584"/>
                  </a:lnTo>
                  <a:lnTo>
                    <a:pt x="629403" y="70652"/>
                  </a:lnTo>
                  <a:lnTo>
                    <a:pt x="628634" y="73128"/>
                  </a:lnTo>
                  <a:lnTo>
                    <a:pt x="628052" y="74207"/>
                  </a:lnTo>
                  <a:lnTo>
                    <a:pt x="627572" y="75097"/>
                  </a:lnTo>
                  <a:lnTo>
                    <a:pt x="627226" y="75738"/>
                  </a:lnTo>
                  <a:lnTo>
                    <a:pt x="626381" y="79621"/>
                  </a:lnTo>
                  <a:lnTo>
                    <a:pt x="626176" y="80565"/>
                  </a:lnTo>
                  <a:lnTo>
                    <a:pt x="625948" y="81612"/>
                  </a:lnTo>
                  <a:lnTo>
                    <a:pt x="623786" y="84465"/>
                  </a:lnTo>
                  <a:lnTo>
                    <a:pt x="621286" y="87762"/>
                  </a:lnTo>
                  <a:lnTo>
                    <a:pt x="617835" y="91532"/>
                  </a:lnTo>
                  <a:lnTo>
                    <a:pt x="615996" y="93541"/>
                  </a:lnTo>
                  <a:lnTo>
                    <a:pt x="612189" y="96847"/>
                  </a:lnTo>
                  <a:lnTo>
                    <a:pt x="610264" y="94873"/>
                  </a:lnTo>
                  <a:lnTo>
                    <a:pt x="607159" y="92429"/>
                  </a:lnTo>
                  <a:lnTo>
                    <a:pt x="606591" y="92921"/>
                  </a:lnTo>
                  <a:lnTo>
                    <a:pt x="603550" y="93360"/>
                  </a:lnTo>
                  <a:lnTo>
                    <a:pt x="603162" y="93978"/>
                  </a:lnTo>
                  <a:lnTo>
                    <a:pt x="602806" y="94547"/>
                  </a:lnTo>
                  <a:lnTo>
                    <a:pt x="602448" y="95117"/>
                  </a:lnTo>
                  <a:lnTo>
                    <a:pt x="602414" y="95246"/>
                  </a:lnTo>
                  <a:lnTo>
                    <a:pt x="602030" y="96712"/>
                  </a:lnTo>
                  <a:lnTo>
                    <a:pt x="601753" y="97766"/>
                  </a:lnTo>
                  <a:lnTo>
                    <a:pt x="601466" y="98862"/>
                  </a:lnTo>
                  <a:lnTo>
                    <a:pt x="601157" y="100040"/>
                  </a:lnTo>
                  <a:lnTo>
                    <a:pt x="601014" y="100584"/>
                  </a:lnTo>
                  <a:lnTo>
                    <a:pt x="600817" y="101335"/>
                  </a:lnTo>
                  <a:lnTo>
                    <a:pt x="602185" y="104227"/>
                  </a:lnTo>
                  <a:lnTo>
                    <a:pt x="615586" y="112292"/>
                  </a:lnTo>
                  <a:lnTo>
                    <a:pt x="619204" y="114256"/>
                  </a:lnTo>
                  <a:lnTo>
                    <a:pt x="621799" y="115665"/>
                  </a:lnTo>
                  <a:lnTo>
                    <a:pt x="624101" y="116693"/>
                  </a:lnTo>
                  <a:lnTo>
                    <a:pt x="624787" y="116999"/>
                  </a:lnTo>
                  <a:lnTo>
                    <a:pt x="626959" y="117969"/>
                  </a:lnTo>
                  <a:lnTo>
                    <a:pt x="621842" y="125234"/>
                  </a:lnTo>
                  <a:lnTo>
                    <a:pt x="620087" y="127726"/>
                  </a:lnTo>
                  <a:lnTo>
                    <a:pt x="617839" y="125864"/>
                  </a:lnTo>
                  <a:lnTo>
                    <a:pt x="617079" y="125234"/>
                  </a:lnTo>
                  <a:lnTo>
                    <a:pt x="616410" y="124680"/>
                  </a:lnTo>
                  <a:lnTo>
                    <a:pt x="615893" y="124251"/>
                  </a:lnTo>
                  <a:lnTo>
                    <a:pt x="613968" y="126311"/>
                  </a:lnTo>
                  <a:lnTo>
                    <a:pt x="613469" y="126846"/>
                  </a:lnTo>
                  <a:lnTo>
                    <a:pt x="612738" y="127628"/>
                  </a:lnTo>
                  <a:lnTo>
                    <a:pt x="611738" y="128699"/>
                  </a:lnTo>
                  <a:lnTo>
                    <a:pt x="609192" y="132010"/>
                  </a:lnTo>
                  <a:lnTo>
                    <a:pt x="607539" y="133936"/>
                  </a:lnTo>
                  <a:lnTo>
                    <a:pt x="604825" y="132168"/>
                  </a:lnTo>
                  <a:lnTo>
                    <a:pt x="604224" y="131777"/>
                  </a:lnTo>
                  <a:lnTo>
                    <a:pt x="603572" y="131351"/>
                  </a:lnTo>
                  <a:lnTo>
                    <a:pt x="602770" y="132192"/>
                  </a:lnTo>
                  <a:lnTo>
                    <a:pt x="602120" y="132873"/>
                  </a:lnTo>
                  <a:lnTo>
                    <a:pt x="600601" y="134466"/>
                  </a:lnTo>
                  <a:lnTo>
                    <a:pt x="599470" y="135652"/>
                  </a:lnTo>
                  <a:lnTo>
                    <a:pt x="598747" y="136216"/>
                  </a:lnTo>
                  <a:lnTo>
                    <a:pt x="596298" y="138127"/>
                  </a:lnTo>
                  <a:lnTo>
                    <a:pt x="595008" y="139480"/>
                  </a:lnTo>
                  <a:lnTo>
                    <a:pt x="593127" y="141452"/>
                  </a:lnTo>
                  <a:lnTo>
                    <a:pt x="588694" y="146101"/>
                  </a:lnTo>
                  <a:lnTo>
                    <a:pt x="587481" y="144950"/>
                  </a:lnTo>
                  <a:lnTo>
                    <a:pt x="583674" y="141337"/>
                  </a:lnTo>
                  <a:lnTo>
                    <a:pt x="581832" y="139480"/>
                  </a:lnTo>
                  <a:lnTo>
                    <a:pt x="579927" y="137559"/>
                  </a:lnTo>
                  <a:lnTo>
                    <a:pt x="579624" y="137254"/>
                  </a:lnTo>
                  <a:lnTo>
                    <a:pt x="577894" y="135216"/>
                  </a:lnTo>
                  <a:lnTo>
                    <a:pt x="576616" y="136929"/>
                  </a:lnTo>
                  <a:lnTo>
                    <a:pt x="574301" y="139392"/>
                  </a:lnTo>
                  <a:lnTo>
                    <a:pt x="573424" y="140326"/>
                  </a:lnTo>
                  <a:lnTo>
                    <a:pt x="571466" y="142410"/>
                  </a:lnTo>
                  <a:lnTo>
                    <a:pt x="570224" y="143732"/>
                  </a:lnTo>
                  <a:lnTo>
                    <a:pt x="567143" y="144443"/>
                  </a:lnTo>
                  <a:lnTo>
                    <a:pt x="564758" y="144993"/>
                  </a:lnTo>
                  <a:lnTo>
                    <a:pt x="563422" y="145190"/>
                  </a:lnTo>
                  <a:lnTo>
                    <a:pt x="562815" y="145280"/>
                  </a:lnTo>
                  <a:lnTo>
                    <a:pt x="560482" y="145624"/>
                  </a:lnTo>
                  <a:lnTo>
                    <a:pt x="559530" y="145777"/>
                  </a:lnTo>
                  <a:lnTo>
                    <a:pt x="558234" y="145985"/>
                  </a:lnTo>
                  <a:lnTo>
                    <a:pt x="557354" y="146002"/>
                  </a:lnTo>
                  <a:lnTo>
                    <a:pt x="556644" y="146016"/>
                  </a:lnTo>
                  <a:lnTo>
                    <a:pt x="555765" y="146033"/>
                  </a:lnTo>
                  <a:lnTo>
                    <a:pt x="553678" y="146074"/>
                  </a:lnTo>
                  <a:lnTo>
                    <a:pt x="551875" y="147470"/>
                  </a:lnTo>
                  <a:lnTo>
                    <a:pt x="551161" y="147626"/>
                  </a:lnTo>
                  <a:lnTo>
                    <a:pt x="549936" y="147892"/>
                  </a:lnTo>
                  <a:lnTo>
                    <a:pt x="548349" y="148236"/>
                  </a:lnTo>
                  <a:lnTo>
                    <a:pt x="546186" y="149705"/>
                  </a:lnTo>
                  <a:lnTo>
                    <a:pt x="545373" y="150658"/>
                  </a:lnTo>
                  <a:lnTo>
                    <a:pt x="542563" y="152742"/>
                  </a:lnTo>
                  <a:lnTo>
                    <a:pt x="539312" y="154995"/>
                  </a:lnTo>
                  <a:lnTo>
                    <a:pt x="538358" y="155410"/>
                  </a:lnTo>
                  <a:lnTo>
                    <a:pt x="534015" y="157300"/>
                  </a:lnTo>
                  <a:lnTo>
                    <a:pt x="532479" y="157968"/>
                  </a:lnTo>
                  <a:lnTo>
                    <a:pt x="528449" y="160195"/>
                  </a:lnTo>
                  <a:lnTo>
                    <a:pt x="527465" y="160739"/>
                  </a:lnTo>
                  <a:lnTo>
                    <a:pt x="525089" y="161357"/>
                  </a:lnTo>
                  <a:lnTo>
                    <a:pt x="524434" y="161528"/>
                  </a:lnTo>
                  <a:lnTo>
                    <a:pt x="520687" y="162147"/>
                  </a:lnTo>
                  <a:lnTo>
                    <a:pt x="516500" y="162541"/>
                  </a:lnTo>
                  <a:lnTo>
                    <a:pt x="513407" y="162476"/>
                  </a:lnTo>
                  <a:lnTo>
                    <a:pt x="511567" y="162438"/>
                  </a:lnTo>
                  <a:lnTo>
                    <a:pt x="509284" y="162390"/>
                  </a:lnTo>
                  <a:lnTo>
                    <a:pt x="504468" y="161002"/>
                  </a:lnTo>
                  <a:lnTo>
                    <a:pt x="499585" y="159595"/>
                  </a:lnTo>
                  <a:lnTo>
                    <a:pt x="497550" y="161151"/>
                  </a:lnTo>
                  <a:lnTo>
                    <a:pt x="492203" y="165240"/>
                  </a:lnTo>
                  <a:lnTo>
                    <a:pt x="488238" y="168272"/>
                  </a:lnTo>
                  <a:lnTo>
                    <a:pt x="486390" y="169686"/>
                  </a:lnTo>
                  <a:lnTo>
                    <a:pt x="484424" y="171189"/>
                  </a:lnTo>
                  <a:lnTo>
                    <a:pt x="478229" y="172359"/>
                  </a:lnTo>
                  <a:lnTo>
                    <a:pt x="468538" y="174190"/>
                  </a:lnTo>
                  <a:lnTo>
                    <a:pt x="466174" y="174636"/>
                  </a:lnTo>
                  <a:lnTo>
                    <a:pt x="461729" y="174455"/>
                  </a:lnTo>
                  <a:lnTo>
                    <a:pt x="456190" y="174230"/>
                  </a:lnTo>
                  <a:lnTo>
                    <a:pt x="455700" y="173891"/>
                  </a:lnTo>
                  <a:lnTo>
                    <a:pt x="454749" y="173230"/>
                  </a:lnTo>
                  <a:lnTo>
                    <a:pt x="453574" y="172415"/>
                  </a:lnTo>
                  <a:lnTo>
                    <a:pt x="450255" y="170110"/>
                  </a:lnTo>
                  <a:lnTo>
                    <a:pt x="447707" y="171484"/>
                  </a:lnTo>
                  <a:lnTo>
                    <a:pt x="444139" y="173408"/>
                  </a:lnTo>
                  <a:lnTo>
                    <a:pt x="436621" y="178164"/>
                  </a:lnTo>
                  <a:lnTo>
                    <a:pt x="435985" y="178566"/>
                  </a:lnTo>
                  <a:lnTo>
                    <a:pt x="434782" y="179328"/>
                  </a:lnTo>
                  <a:lnTo>
                    <a:pt x="433901" y="179834"/>
                  </a:lnTo>
                  <a:lnTo>
                    <a:pt x="431961" y="180950"/>
                  </a:lnTo>
                  <a:lnTo>
                    <a:pt x="430801" y="181386"/>
                  </a:lnTo>
                  <a:lnTo>
                    <a:pt x="423585" y="184104"/>
                  </a:lnTo>
                  <a:lnTo>
                    <a:pt x="418334" y="184766"/>
                  </a:lnTo>
                  <a:lnTo>
                    <a:pt x="418044" y="184803"/>
                  </a:lnTo>
                  <a:lnTo>
                    <a:pt x="416444" y="185005"/>
                  </a:lnTo>
                  <a:lnTo>
                    <a:pt x="414389" y="184958"/>
                  </a:lnTo>
                  <a:lnTo>
                    <a:pt x="408509" y="184825"/>
                  </a:lnTo>
                  <a:lnTo>
                    <a:pt x="406652" y="185082"/>
                  </a:lnTo>
                  <a:lnTo>
                    <a:pt x="404416" y="185393"/>
                  </a:lnTo>
                  <a:lnTo>
                    <a:pt x="404244" y="185417"/>
                  </a:lnTo>
                  <a:lnTo>
                    <a:pt x="402812" y="185615"/>
                  </a:lnTo>
                  <a:lnTo>
                    <a:pt x="401368" y="185816"/>
                  </a:lnTo>
                  <a:lnTo>
                    <a:pt x="399472" y="186485"/>
                  </a:lnTo>
                  <a:lnTo>
                    <a:pt x="398727" y="186748"/>
                  </a:lnTo>
                  <a:lnTo>
                    <a:pt x="397635" y="187134"/>
                  </a:lnTo>
                  <a:lnTo>
                    <a:pt x="394358" y="188292"/>
                  </a:lnTo>
                  <a:lnTo>
                    <a:pt x="391850" y="188660"/>
                  </a:lnTo>
                  <a:lnTo>
                    <a:pt x="389168" y="189054"/>
                  </a:lnTo>
                  <a:lnTo>
                    <a:pt x="387879" y="189244"/>
                  </a:lnTo>
                  <a:lnTo>
                    <a:pt x="386870" y="189392"/>
                  </a:lnTo>
                  <a:lnTo>
                    <a:pt x="386315" y="188923"/>
                  </a:lnTo>
                  <a:lnTo>
                    <a:pt x="383051" y="186168"/>
                  </a:lnTo>
                  <a:lnTo>
                    <a:pt x="377094" y="183103"/>
                  </a:lnTo>
                  <a:lnTo>
                    <a:pt x="367506" y="181751"/>
                  </a:lnTo>
                  <a:lnTo>
                    <a:pt x="357918" y="185468"/>
                  </a:lnTo>
                  <a:lnTo>
                    <a:pt x="351306" y="186820"/>
                  </a:lnTo>
                  <a:lnTo>
                    <a:pt x="344033" y="174992"/>
                  </a:lnTo>
                  <a:lnTo>
                    <a:pt x="344033" y="183440"/>
                  </a:lnTo>
                  <a:lnTo>
                    <a:pt x="346677" y="197295"/>
                  </a:lnTo>
                  <a:lnTo>
                    <a:pt x="347669" y="211825"/>
                  </a:lnTo>
                  <a:lnTo>
                    <a:pt x="347008" y="220273"/>
                  </a:lnTo>
                  <a:lnTo>
                    <a:pt x="346016" y="226018"/>
                  </a:lnTo>
                  <a:lnTo>
                    <a:pt x="342710" y="238521"/>
                  </a:lnTo>
                  <a:lnTo>
                    <a:pt x="339073" y="245617"/>
                  </a:lnTo>
                  <a:lnTo>
                    <a:pt x="337871" y="249480"/>
                  </a:lnTo>
                  <a:lnTo>
                    <a:pt x="333453" y="236493"/>
                  </a:lnTo>
                  <a:lnTo>
                    <a:pt x="332130" y="231087"/>
                  </a:lnTo>
                  <a:lnTo>
                    <a:pt x="318575" y="226694"/>
                  </a:lnTo>
                  <a:lnTo>
                    <a:pt x="311632" y="222977"/>
                  </a:lnTo>
                  <a:lnTo>
                    <a:pt x="296424" y="225342"/>
                  </a:lnTo>
                  <a:lnTo>
                    <a:pt x="287498" y="226356"/>
                  </a:lnTo>
                  <a:lnTo>
                    <a:pt x="276337" y="226488"/>
                  </a:lnTo>
                  <a:lnTo>
                    <a:pt x="277342" y="235846"/>
                  </a:lnTo>
                  <a:lnTo>
                    <a:pt x="258995" y="237641"/>
                  </a:lnTo>
                  <a:lnTo>
                    <a:pt x="260307" y="243522"/>
                  </a:lnTo>
                  <a:lnTo>
                    <a:pt x="229005" y="272895"/>
                  </a:lnTo>
                  <a:lnTo>
                    <a:pt x="226981" y="308018"/>
                  </a:lnTo>
                  <a:lnTo>
                    <a:pt x="226408" y="317965"/>
                  </a:lnTo>
                  <a:lnTo>
                    <a:pt x="210491" y="311859"/>
                  </a:lnTo>
                  <a:lnTo>
                    <a:pt x="182939" y="290457"/>
                  </a:lnTo>
                  <a:lnTo>
                    <a:pt x="165307" y="265677"/>
                  </a:lnTo>
                  <a:lnTo>
                    <a:pt x="146572" y="252160"/>
                  </a:lnTo>
                  <a:lnTo>
                    <a:pt x="125633" y="251034"/>
                  </a:lnTo>
                  <a:lnTo>
                    <a:pt x="108000" y="251034"/>
                  </a:lnTo>
                  <a:lnTo>
                    <a:pt x="94300" y="257399"/>
                  </a:lnTo>
                  <a:lnTo>
                    <a:pt x="88163" y="240896"/>
                  </a:lnTo>
                  <a:lnTo>
                    <a:pt x="70531" y="209358"/>
                  </a:lnTo>
                  <a:lnTo>
                    <a:pt x="0" y="174440"/>
                  </a:lnTo>
                  <a:lnTo>
                    <a:pt x="25347" y="139522"/>
                  </a:lnTo>
                  <a:lnTo>
                    <a:pt x="55466" y="121238"/>
                  </a:lnTo>
                  <a:lnTo>
                    <a:pt x="56226" y="117169"/>
                  </a:lnTo>
                  <a:lnTo>
                    <a:pt x="56848" y="113835"/>
                  </a:lnTo>
                  <a:lnTo>
                    <a:pt x="56521" y="110092"/>
                  </a:lnTo>
                  <a:lnTo>
                    <a:pt x="56390" y="108600"/>
                  </a:lnTo>
                  <a:lnTo>
                    <a:pt x="56994" y="103518"/>
                  </a:lnTo>
                  <a:lnTo>
                    <a:pt x="57567" y="98701"/>
                  </a:lnTo>
                  <a:lnTo>
                    <a:pt x="57872" y="96134"/>
                  </a:lnTo>
                  <a:lnTo>
                    <a:pt x="57933" y="95624"/>
                  </a:lnTo>
                  <a:lnTo>
                    <a:pt x="60925" y="83108"/>
                  </a:lnTo>
                  <a:lnTo>
                    <a:pt x="61724" y="79764"/>
                  </a:lnTo>
                  <a:lnTo>
                    <a:pt x="63472" y="73961"/>
                  </a:lnTo>
                  <a:lnTo>
                    <a:pt x="63796" y="72366"/>
                  </a:lnTo>
                  <a:lnTo>
                    <a:pt x="64726" y="67789"/>
                  </a:lnTo>
                  <a:lnTo>
                    <a:pt x="65088" y="66010"/>
                  </a:lnTo>
                  <a:lnTo>
                    <a:pt x="65372" y="64609"/>
                  </a:lnTo>
                  <a:lnTo>
                    <a:pt x="65621" y="63383"/>
                  </a:lnTo>
                  <a:lnTo>
                    <a:pt x="68534" y="59370"/>
                  </a:lnTo>
                  <a:lnTo>
                    <a:pt x="68663" y="59193"/>
                  </a:lnTo>
                  <a:lnTo>
                    <a:pt x="69330" y="56431"/>
                  </a:lnTo>
                  <a:lnTo>
                    <a:pt x="70970" y="49645"/>
                  </a:lnTo>
                  <a:lnTo>
                    <a:pt x="71279" y="48368"/>
                  </a:lnTo>
                  <a:lnTo>
                    <a:pt x="75364" y="37713"/>
                  </a:lnTo>
                  <a:lnTo>
                    <a:pt x="77281" y="32716"/>
                  </a:lnTo>
                  <a:lnTo>
                    <a:pt x="79349" y="27328"/>
                  </a:lnTo>
                  <a:lnTo>
                    <a:pt x="86622" y="8376"/>
                  </a:lnTo>
                  <a:lnTo>
                    <a:pt x="86894" y="7667"/>
                  </a:lnTo>
                  <a:lnTo>
                    <a:pt x="87765" y="5396"/>
                  </a:lnTo>
                  <a:lnTo>
                    <a:pt x="89550" y="745"/>
                  </a:lnTo>
                  <a:lnTo>
                    <a:pt x="89836" y="0"/>
                  </a:lnTo>
                  <a:lnTo>
                    <a:pt x="91075" y="308"/>
                  </a:lnTo>
                  <a:lnTo>
                    <a:pt x="105359" y="3864"/>
                  </a:lnTo>
                  <a:lnTo>
                    <a:pt x="105650" y="3937"/>
                  </a:lnTo>
                  <a:lnTo>
                    <a:pt x="105810" y="3977"/>
                  </a:lnTo>
                  <a:lnTo>
                    <a:pt x="106030" y="4031"/>
                  </a:lnTo>
                  <a:lnTo>
                    <a:pt x="115645" y="6425"/>
                  </a:lnTo>
                  <a:lnTo>
                    <a:pt x="124544" y="8996"/>
                  </a:lnTo>
                  <a:lnTo>
                    <a:pt x="130631" y="10754"/>
                  </a:lnTo>
                  <a:lnTo>
                    <a:pt x="133410" y="11557"/>
                  </a:lnTo>
                  <a:lnTo>
                    <a:pt x="141179" y="13802"/>
                  </a:lnTo>
                  <a:lnTo>
                    <a:pt x="144095" y="14644"/>
                  </a:lnTo>
                  <a:lnTo>
                    <a:pt x="144453" y="14747"/>
                  </a:lnTo>
                  <a:lnTo>
                    <a:pt x="148443" y="15884"/>
                  </a:lnTo>
                  <a:lnTo>
                    <a:pt x="152333" y="16992"/>
                  </a:lnTo>
                  <a:lnTo>
                    <a:pt x="158864" y="18852"/>
                  </a:lnTo>
                  <a:lnTo>
                    <a:pt x="162389" y="19856"/>
                  </a:lnTo>
                  <a:lnTo>
                    <a:pt x="170031" y="22033"/>
                  </a:lnTo>
                  <a:lnTo>
                    <a:pt x="170267" y="22101"/>
                  </a:lnTo>
                  <a:lnTo>
                    <a:pt x="170784" y="22227"/>
                  </a:lnTo>
                  <a:lnTo>
                    <a:pt x="172825" y="22725"/>
                  </a:lnTo>
                  <a:lnTo>
                    <a:pt x="177125" y="23774"/>
                  </a:lnTo>
                  <a:lnTo>
                    <a:pt x="183004" y="25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484836" y="4434688"/>
              <a:ext cx="343795" cy="574345"/>
            </a:xfrm>
            <a:custGeom>
              <a:avLst/>
              <a:pathLst>
                <a:path w="343795" h="574345">
                  <a:moveTo>
                    <a:pt x="236676" y="131932"/>
                  </a:moveTo>
                  <a:lnTo>
                    <a:pt x="236816" y="138747"/>
                  </a:lnTo>
                  <a:lnTo>
                    <a:pt x="236946" y="145044"/>
                  </a:lnTo>
                  <a:lnTo>
                    <a:pt x="236979" y="146632"/>
                  </a:lnTo>
                  <a:lnTo>
                    <a:pt x="237289" y="161647"/>
                  </a:lnTo>
                  <a:lnTo>
                    <a:pt x="237326" y="162769"/>
                  </a:lnTo>
                  <a:lnTo>
                    <a:pt x="238775" y="206774"/>
                  </a:lnTo>
                  <a:lnTo>
                    <a:pt x="238787" y="207150"/>
                  </a:lnTo>
                  <a:lnTo>
                    <a:pt x="239633" y="232841"/>
                  </a:lnTo>
                  <a:lnTo>
                    <a:pt x="239662" y="233706"/>
                  </a:lnTo>
                  <a:lnTo>
                    <a:pt x="239711" y="234466"/>
                  </a:lnTo>
                  <a:lnTo>
                    <a:pt x="239995" y="238850"/>
                  </a:lnTo>
                  <a:lnTo>
                    <a:pt x="240094" y="244247"/>
                  </a:lnTo>
                  <a:lnTo>
                    <a:pt x="240137" y="246558"/>
                  </a:lnTo>
                  <a:lnTo>
                    <a:pt x="240255" y="253010"/>
                  </a:lnTo>
                  <a:lnTo>
                    <a:pt x="240389" y="273240"/>
                  </a:lnTo>
                  <a:lnTo>
                    <a:pt x="240714" y="273254"/>
                  </a:lnTo>
                  <a:lnTo>
                    <a:pt x="243195" y="273365"/>
                  </a:lnTo>
                  <a:lnTo>
                    <a:pt x="251597" y="273741"/>
                  </a:lnTo>
                  <a:lnTo>
                    <a:pt x="253830" y="273841"/>
                  </a:lnTo>
                  <a:lnTo>
                    <a:pt x="254682" y="273879"/>
                  </a:lnTo>
                  <a:lnTo>
                    <a:pt x="256085" y="273942"/>
                  </a:lnTo>
                  <a:lnTo>
                    <a:pt x="262822" y="274314"/>
                  </a:lnTo>
                  <a:lnTo>
                    <a:pt x="273174" y="275028"/>
                  </a:lnTo>
                  <a:lnTo>
                    <a:pt x="278673" y="275804"/>
                  </a:lnTo>
                  <a:lnTo>
                    <a:pt x="284409" y="277185"/>
                  </a:lnTo>
                  <a:lnTo>
                    <a:pt x="284855" y="277292"/>
                  </a:lnTo>
                  <a:lnTo>
                    <a:pt x="285051" y="277356"/>
                  </a:lnTo>
                  <a:lnTo>
                    <a:pt x="286375" y="277791"/>
                  </a:lnTo>
                  <a:lnTo>
                    <a:pt x="288764" y="278576"/>
                  </a:lnTo>
                  <a:lnTo>
                    <a:pt x="288953" y="278638"/>
                  </a:lnTo>
                  <a:lnTo>
                    <a:pt x="289685" y="278879"/>
                  </a:lnTo>
                  <a:lnTo>
                    <a:pt x="289953" y="278967"/>
                  </a:lnTo>
                  <a:lnTo>
                    <a:pt x="290763" y="279251"/>
                  </a:lnTo>
                  <a:lnTo>
                    <a:pt x="310911" y="286191"/>
                  </a:lnTo>
                  <a:lnTo>
                    <a:pt x="312611" y="286776"/>
                  </a:lnTo>
                  <a:lnTo>
                    <a:pt x="335655" y="294714"/>
                  </a:lnTo>
                  <a:lnTo>
                    <a:pt x="336925" y="295152"/>
                  </a:lnTo>
                  <a:lnTo>
                    <a:pt x="338000" y="295522"/>
                  </a:lnTo>
                  <a:lnTo>
                    <a:pt x="342381" y="297031"/>
                  </a:lnTo>
                  <a:lnTo>
                    <a:pt x="343795" y="297518"/>
                  </a:lnTo>
                  <a:lnTo>
                    <a:pt x="343335" y="298905"/>
                  </a:lnTo>
                  <a:lnTo>
                    <a:pt x="341276" y="305110"/>
                  </a:lnTo>
                  <a:lnTo>
                    <a:pt x="339114" y="311628"/>
                  </a:lnTo>
                  <a:lnTo>
                    <a:pt x="338320" y="314020"/>
                  </a:lnTo>
                  <a:lnTo>
                    <a:pt x="335962" y="321131"/>
                  </a:lnTo>
                  <a:lnTo>
                    <a:pt x="335390" y="322855"/>
                  </a:lnTo>
                  <a:lnTo>
                    <a:pt x="334041" y="326920"/>
                  </a:lnTo>
                  <a:lnTo>
                    <a:pt x="333792" y="327672"/>
                  </a:lnTo>
                  <a:lnTo>
                    <a:pt x="333446" y="328714"/>
                  </a:lnTo>
                  <a:lnTo>
                    <a:pt x="333249" y="329308"/>
                  </a:lnTo>
                  <a:lnTo>
                    <a:pt x="331882" y="333429"/>
                  </a:lnTo>
                  <a:lnTo>
                    <a:pt x="331305" y="335168"/>
                  </a:lnTo>
                  <a:lnTo>
                    <a:pt x="329012" y="342081"/>
                  </a:lnTo>
                  <a:lnTo>
                    <a:pt x="328501" y="343621"/>
                  </a:lnTo>
                  <a:lnTo>
                    <a:pt x="324452" y="355828"/>
                  </a:lnTo>
                  <a:lnTo>
                    <a:pt x="324246" y="356446"/>
                  </a:lnTo>
                  <a:lnTo>
                    <a:pt x="320994" y="366250"/>
                  </a:lnTo>
                  <a:lnTo>
                    <a:pt x="320905" y="366518"/>
                  </a:lnTo>
                  <a:lnTo>
                    <a:pt x="320648" y="367293"/>
                  </a:lnTo>
                  <a:lnTo>
                    <a:pt x="316352" y="380244"/>
                  </a:lnTo>
                  <a:lnTo>
                    <a:pt x="315102" y="384012"/>
                  </a:lnTo>
                  <a:lnTo>
                    <a:pt x="314946" y="384483"/>
                  </a:lnTo>
                  <a:lnTo>
                    <a:pt x="312391" y="392183"/>
                  </a:lnTo>
                  <a:lnTo>
                    <a:pt x="312070" y="393152"/>
                  </a:lnTo>
                  <a:lnTo>
                    <a:pt x="310766" y="397082"/>
                  </a:lnTo>
                  <a:lnTo>
                    <a:pt x="310011" y="399360"/>
                  </a:lnTo>
                  <a:lnTo>
                    <a:pt x="309807" y="399974"/>
                  </a:lnTo>
                  <a:lnTo>
                    <a:pt x="309537" y="400786"/>
                  </a:lnTo>
                  <a:lnTo>
                    <a:pt x="309476" y="400965"/>
                  </a:lnTo>
                  <a:lnTo>
                    <a:pt x="306915" y="408443"/>
                  </a:lnTo>
                  <a:lnTo>
                    <a:pt x="306721" y="409010"/>
                  </a:lnTo>
                  <a:lnTo>
                    <a:pt x="301452" y="424397"/>
                  </a:lnTo>
                  <a:lnTo>
                    <a:pt x="301128" y="425343"/>
                  </a:lnTo>
                  <a:lnTo>
                    <a:pt x="300958" y="425840"/>
                  </a:lnTo>
                  <a:lnTo>
                    <a:pt x="300793" y="426324"/>
                  </a:lnTo>
                  <a:lnTo>
                    <a:pt x="299495" y="430192"/>
                  </a:lnTo>
                  <a:lnTo>
                    <a:pt x="296358" y="439540"/>
                  </a:lnTo>
                  <a:lnTo>
                    <a:pt x="295792" y="441228"/>
                  </a:lnTo>
                  <a:lnTo>
                    <a:pt x="294132" y="446176"/>
                  </a:lnTo>
                  <a:lnTo>
                    <a:pt x="293986" y="446612"/>
                  </a:lnTo>
                  <a:lnTo>
                    <a:pt x="289911" y="458755"/>
                  </a:lnTo>
                  <a:lnTo>
                    <a:pt x="289725" y="459310"/>
                  </a:lnTo>
                  <a:lnTo>
                    <a:pt x="289679" y="459447"/>
                  </a:lnTo>
                  <a:lnTo>
                    <a:pt x="280146" y="487859"/>
                  </a:lnTo>
                  <a:lnTo>
                    <a:pt x="278363" y="493175"/>
                  </a:lnTo>
                  <a:lnTo>
                    <a:pt x="269054" y="521103"/>
                  </a:lnTo>
                  <a:lnTo>
                    <a:pt x="266100" y="529774"/>
                  </a:lnTo>
                  <a:lnTo>
                    <a:pt x="265566" y="531342"/>
                  </a:lnTo>
                  <a:lnTo>
                    <a:pt x="265036" y="532896"/>
                  </a:lnTo>
                  <a:lnTo>
                    <a:pt x="264547" y="534331"/>
                  </a:lnTo>
                  <a:lnTo>
                    <a:pt x="257163" y="556000"/>
                  </a:lnTo>
                  <a:lnTo>
                    <a:pt x="253009" y="554560"/>
                  </a:lnTo>
                  <a:lnTo>
                    <a:pt x="228690" y="546131"/>
                  </a:lnTo>
                  <a:lnTo>
                    <a:pt x="228065" y="545914"/>
                  </a:lnTo>
                  <a:lnTo>
                    <a:pt x="200873" y="536489"/>
                  </a:lnTo>
                  <a:lnTo>
                    <a:pt x="200642" y="536350"/>
                  </a:lnTo>
                  <a:lnTo>
                    <a:pt x="198984" y="535353"/>
                  </a:lnTo>
                  <a:lnTo>
                    <a:pt x="198724" y="535197"/>
                  </a:lnTo>
                  <a:lnTo>
                    <a:pt x="197283" y="534331"/>
                  </a:lnTo>
                  <a:lnTo>
                    <a:pt x="193056" y="531789"/>
                  </a:lnTo>
                  <a:lnTo>
                    <a:pt x="192669" y="531556"/>
                  </a:lnTo>
                  <a:lnTo>
                    <a:pt x="182151" y="525233"/>
                  </a:lnTo>
                  <a:lnTo>
                    <a:pt x="180439" y="524030"/>
                  </a:lnTo>
                  <a:lnTo>
                    <a:pt x="177737" y="522132"/>
                  </a:lnTo>
                  <a:lnTo>
                    <a:pt x="172965" y="518778"/>
                  </a:lnTo>
                  <a:lnTo>
                    <a:pt x="170723" y="517203"/>
                  </a:lnTo>
                  <a:lnTo>
                    <a:pt x="170403" y="516978"/>
                  </a:lnTo>
                  <a:lnTo>
                    <a:pt x="154765" y="537426"/>
                  </a:lnTo>
                  <a:lnTo>
                    <a:pt x="153220" y="538903"/>
                  </a:lnTo>
                  <a:lnTo>
                    <a:pt x="146657" y="545178"/>
                  </a:lnTo>
                  <a:lnTo>
                    <a:pt x="141726" y="549893"/>
                  </a:lnTo>
                  <a:lnTo>
                    <a:pt x="130159" y="557201"/>
                  </a:lnTo>
                  <a:lnTo>
                    <a:pt x="127361" y="558714"/>
                  </a:lnTo>
                  <a:lnTo>
                    <a:pt x="123957" y="560555"/>
                  </a:lnTo>
                  <a:lnTo>
                    <a:pt x="119225" y="563114"/>
                  </a:lnTo>
                  <a:lnTo>
                    <a:pt x="118106" y="563489"/>
                  </a:lnTo>
                  <a:lnTo>
                    <a:pt x="116369" y="564072"/>
                  </a:lnTo>
                  <a:lnTo>
                    <a:pt x="114282" y="564773"/>
                  </a:lnTo>
                  <a:lnTo>
                    <a:pt x="113008" y="565337"/>
                  </a:lnTo>
                  <a:lnTo>
                    <a:pt x="112713" y="565468"/>
                  </a:lnTo>
                  <a:lnTo>
                    <a:pt x="110586" y="566411"/>
                  </a:lnTo>
                  <a:lnTo>
                    <a:pt x="108745" y="566957"/>
                  </a:lnTo>
                  <a:lnTo>
                    <a:pt x="107334" y="567376"/>
                  </a:lnTo>
                  <a:lnTo>
                    <a:pt x="103745" y="568441"/>
                  </a:lnTo>
                  <a:lnTo>
                    <a:pt x="97783" y="570210"/>
                  </a:lnTo>
                  <a:lnTo>
                    <a:pt x="93740" y="571324"/>
                  </a:lnTo>
                  <a:lnTo>
                    <a:pt x="79157" y="574279"/>
                  </a:lnTo>
                  <a:lnTo>
                    <a:pt x="78834" y="574345"/>
                  </a:lnTo>
                  <a:lnTo>
                    <a:pt x="78829" y="573497"/>
                  </a:lnTo>
                  <a:lnTo>
                    <a:pt x="78826" y="573080"/>
                  </a:lnTo>
                  <a:lnTo>
                    <a:pt x="78819" y="571856"/>
                  </a:lnTo>
                  <a:lnTo>
                    <a:pt x="78817" y="571572"/>
                  </a:lnTo>
                  <a:lnTo>
                    <a:pt x="78788" y="566753"/>
                  </a:lnTo>
                  <a:lnTo>
                    <a:pt x="78767" y="563336"/>
                  </a:lnTo>
                  <a:lnTo>
                    <a:pt x="78745" y="559731"/>
                  </a:lnTo>
                  <a:lnTo>
                    <a:pt x="78733" y="557805"/>
                  </a:lnTo>
                  <a:lnTo>
                    <a:pt x="78173" y="555062"/>
                  </a:lnTo>
                  <a:lnTo>
                    <a:pt x="77869" y="553572"/>
                  </a:lnTo>
                  <a:lnTo>
                    <a:pt x="74920" y="539123"/>
                  </a:lnTo>
                  <a:lnTo>
                    <a:pt x="73954" y="534392"/>
                  </a:lnTo>
                  <a:lnTo>
                    <a:pt x="72508" y="527306"/>
                  </a:lnTo>
                  <a:lnTo>
                    <a:pt x="71387" y="521814"/>
                  </a:lnTo>
                  <a:lnTo>
                    <a:pt x="70195" y="515976"/>
                  </a:lnTo>
                  <a:lnTo>
                    <a:pt x="60033" y="466191"/>
                  </a:lnTo>
                  <a:lnTo>
                    <a:pt x="59646" y="464294"/>
                  </a:lnTo>
                  <a:lnTo>
                    <a:pt x="55405" y="443522"/>
                  </a:lnTo>
                  <a:lnTo>
                    <a:pt x="51861" y="426160"/>
                  </a:lnTo>
                  <a:lnTo>
                    <a:pt x="51468" y="424232"/>
                  </a:lnTo>
                  <a:lnTo>
                    <a:pt x="48280" y="408613"/>
                  </a:lnTo>
                  <a:lnTo>
                    <a:pt x="46855" y="401633"/>
                  </a:lnTo>
                  <a:lnTo>
                    <a:pt x="46639" y="400575"/>
                  </a:lnTo>
                  <a:lnTo>
                    <a:pt x="40912" y="371812"/>
                  </a:lnTo>
                  <a:lnTo>
                    <a:pt x="40270" y="368586"/>
                  </a:lnTo>
                  <a:lnTo>
                    <a:pt x="38050" y="357435"/>
                  </a:lnTo>
                  <a:lnTo>
                    <a:pt x="33140" y="332775"/>
                  </a:lnTo>
                  <a:lnTo>
                    <a:pt x="32643" y="330276"/>
                  </a:lnTo>
                  <a:lnTo>
                    <a:pt x="31210" y="323079"/>
                  </a:lnTo>
                  <a:lnTo>
                    <a:pt x="30675" y="318126"/>
                  </a:lnTo>
                  <a:lnTo>
                    <a:pt x="28547" y="298440"/>
                  </a:lnTo>
                  <a:lnTo>
                    <a:pt x="28400" y="297081"/>
                  </a:lnTo>
                  <a:lnTo>
                    <a:pt x="28381" y="296913"/>
                  </a:lnTo>
                  <a:lnTo>
                    <a:pt x="28364" y="296767"/>
                  </a:lnTo>
                  <a:lnTo>
                    <a:pt x="28065" y="295180"/>
                  </a:lnTo>
                  <a:lnTo>
                    <a:pt x="27751" y="293510"/>
                  </a:lnTo>
                  <a:lnTo>
                    <a:pt x="27726" y="293378"/>
                  </a:lnTo>
                  <a:lnTo>
                    <a:pt x="27337" y="291310"/>
                  </a:lnTo>
                  <a:lnTo>
                    <a:pt x="27081" y="289830"/>
                  </a:lnTo>
                  <a:lnTo>
                    <a:pt x="26491" y="286416"/>
                  </a:lnTo>
                  <a:lnTo>
                    <a:pt x="26458" y="286221"/>
                  </a:lnTo>
                  <a:lnTo>
                    <a:pt x="25106" y="278397"/>
                  </a:lnTo>
                  <a:lnTo>
                    <a:pt x="23120" y="266898"/>
                  </a:lnTo>
                  <a:lnTo>
                    <a:pt x="23029" y="266371"/>
                  </a:lnTo>
                  <a:lnTo>
                    <a:pt x="21721" y="258803"/>
                  </a:lnTo>
                  <a:lnTo>
                    <a:pt x="21560" y="257869"/>
                  </a:lnTo>
                  <a:lnTo>
                    <a:pt x="17565" y="234746"/>
                  </a:lnTo>
                  <a:lnTo>
                    <a:pt x="16877" y="230766"/>
                  </a:lnTo>
                  <a:lnTo>
                    <a:pt x="15369" y="222035"/>
                  </a:lnTo>
                  <a:lnTo>
                    <a:pt x="11173" y="197748"/>
                  </a:lnTo>
                  <a:lnTo>
                    <a:pt x="10110" y="191595"/>
                  </a:lnTo>
                  <a:lnTo>
                    <a:pt x="9445" y="187744"/>
                  </a:lnTo>
                  <a:lnTo>
                    <a:pt x="8725" y="183722"/>
                  </a:lnTo>
                  <a:lnTo>
                    <a:pt x="8597" y="183008"/>
                  </a:lnTo>
                  <a:lnTo>
                    <a:pt x="4970" y="162731"/>
                  </a:lnTo>
                  <a:lnTo>
                    <a:pt x="4578" y="160541"/>
                  </a:lnTo>
                  <a:lnTo>
                    <a:pt x="2337" y="148014"/>
                  </a:lnTo>
                  <a:lnTo>
                    <a:pt x="628" y="138465"/>
                  </a:lnTo>
                  <a:lnTo>
                    <a:pt x="0" y="134853"/>
                  </a:lnTo>
                  <a:lnTo>
                    <a:pt x="2321" y="134486"/>
                  </a:lnTo>
                  <a:lnTo>
                    <a:pt x="12587" y="133841"/>
                  </a:lnTo>
                  <a:lnTo>
                    <a:pt x="17332" y="133543"/>
                  </a:lnTo>
                  <a:lnTo>
                    <a:pt x="18227" y="133487"/>
                  </a:lnTo>
                  <a:lnTo>
                    <a:pt x="19013" y="133437"/>
                  </a:lnTo>
                  <a:lnTo>
                    <a:pt x="19097" y="133796"/>
                  </a:lnTo>
                  <a:lnTo>
                    <a:pt x="19321" y="134744"/>
                  </a:lnTo>
                  <a:lnTo>
                    <a:pt x="19733" y="136486"/>
                  </a:lnTo>
                  <a:lnTo>
                    <a:pt x="22685" y="135915"/>
                  </a:lnTo>
                  <a:lnTo>
                    <a:pt x="25979" y="135277"/>
                  </a:lnTo>
                  <a:lnTo>
                    <a:pt x="28254" y="134836"/>
                  </a:lnTo>
                  <a:lnTo>
                    <a:pt x="29137" y="134665"/>
                  </a:lnTo>
                  <a:lnTo>
                    <a:pt x="56653" y="129337"/>
                  </a:lnTo>
                  <a:lnTo>
                    <a:pt x="69575" y="126835"/>
                  </a:lnTo>
                  <a:lnTo>
                    <a:pt x="70534" y="126650"/>
                  </a:lnTo>
                  <a:lnTo>
                    <a:pt x="82581" y="124317"/>
                  </a:lnTo>
                  <a:lnTo>
                    <a:pt x="110463" y="118688"/>
                  </a:lnTo>
                  <a:lnTo>
                    <a:pt x="129674" y="114810"/>
                  </a:lnTo>
                  <a:lnTo>
                    <a:pt x="130474" y="114640"/>
                  </a:lnTo>
                  <a:lnTo>
                    <a:pt x="127482" y="101851"/>
                  </a:lnTo>
                  <a:lnTo>
                    <a:pt x="123434" y="83454"/>
                  </a:lnTo>
                  <a:lnTo>
                    <a:pt x="122026" y="76244"/>
                  </a:lnTo>
                  <a:lnTo>
                    <a:pt x="119711" y="64392"/>
                  </a:lnTo>
                  <a:lnTo>
                    <a:pt x="114636" y="38412"/>
                  </a:lnTo>
                  <a:lnTo>
                    <a:pt x="110332" y="15497"/>
                  </a:lnTo>
                  <a:lnTo>
                    <a:pt x="124469" y="12546"/>
                  </a:lnTo>
                  <a:lnTo>
                    <a:pt x="130645" y="11257"/>
                  </a:lnTo>
                  <a:lnTo>
                    <a:pt x="133164" y="10965"/>
                  </a:lnTo>
                  <a:lnTo>
                    <a:pt x="161295" y="7702"/>
                  </a:lnTo>
                  <a:lnTo>
                    <a:pt x="190393" y="4327"/>
                  </a:lnTo>
                  <a:lnTo>
                    <a:pt x="213535" y="1643"/>
                  </a:lnTo>
                  <a:lnTo>
                    <a:pt x="224589" y="360"/>
                  </a:lnTo>
                  <a:lnTo>
                    <a:pt x="227236" y="53"/>
                  </a:lnTo>
                  <a:lnTo>
                    <a:pt x="227701" y="0"/>
                  </a:lnTo>
                  <a:lnTo>
                    <a:pt x="227805" y="776"/>
                  </a:lnTo>
                  <a:lnTo>
                    <a:pt x="228465" y="5705"/>
                  </a:lnTo>
                  <a:lnTo>
                    <a:pt x="229897" y="16384"/>
                  </a:lnTo>
                  <a:lnTo>
                    <a:pt x="230551" y="21666"/>
                  </a:lnTo>
                  <a:lnTo>
                    <a:pt x="230600" y="22066"/>
                  </a:lnTo>
                  <a:lnTo>
                    <a:pt x="230647" y="22448"/>
                  </a:lnTo>
                  <a:lnTo>
                    <a:pt x="232074" y="33980"/>
                  </a:lnTo>
                  <a:lnTo>
                    <a:pt x="233195" y="44159"/>
                  </a:lnTo>
                  <a:lnTo>
                    <a:pt x="233457" y="46912"/>
                  </a:lnTo>
                  <a:lnTo>
                    <a:pt x="233921" y="51777"/>
                  </a:lnTo>
                  <a:lnTo>
                    <a:pt x="234382" y="56968"/>
                  </a:lnTo>
                  <a:lnTo>
                    <a:pt x="234778" y="62698"/>
                  </a:lnTo>
                  <a:lnTo>
                    <a:pt x="234976" y="67417"/>
                  </a:lnTo>
                  <a:lnTo>
                    <a:pt x="235239" y="75094"/>
                  </a:lnTo>
                  <a:lnTo>
                    <a:pt x="235460" y="81566"/>
                  </a:lnTo>
                  <a:lnTo>
                    <a:pt x="235906" y="94610"/>
                  </a:lnTo>
                  <a:lnTo>
                    <a:pt x="235909" y="94757"/>
                  </a:lnTo>
                  <a:lnTo>
                    <a:pt x="236622" y="129332"/>
                  </a:lnTo>
                  <a:lnTo>
                    <a:pt x="236628" y="129609"/>
                  </a:lnTo>
                  <a:lnTo>
                    <a:pt x="236637" y="130056"/>
                  </a:lnTo>
                  <a:lnTo>
                    <a:pt x="236659" y="131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835558" y="5242942"/>
              <a:ext cx="431993" cy="297611"/>
            </a:xfrm>
            <a:custGeom>
              <a:avLst/>
              <a:pathLst>
                <a:path w="431993" h="297611">
                  <a:moveTo>
                    <a:pt x="302769" y="25276"/>
                  </a:moveTo>
                  <a:lnTo>
                    <a:pt x="307566" y="26289"/>
                  </a:lnTo>
                  <a:lnTo>
                    <a:pt x="342728" y="20436"/>
                  </a:lnTo>
                  <a:lnTo>
                    <a:pt x="368075" y="20436"/>
                  </a:lnTo>
                  <a:lnTo>
                    <a:pt x="403340" y="40711"/>
                  </a:lnTo>
                  <a:lnTo>
                    <a:pt x="431993" y="50848"/>
                  </a:lnTo>
                  <a:lnTo>
                    <a:pt x="419871" y="58733"/>
                  </a:lnTo>
                  <a:lnTo>
                    <a:pt x="390116" y="67744"/>
                  </a:lnTo>
                  <a:lnTo>
                    <a:pt x="355952" y="92525"/>
                  </a:lnTo>
                  <a:lnTo>
                    <a:pt x="332809" y="101536"/>
                  </a:lnTo>
                  <a:lnTo>
                    <a:pt x="316278" y="112800"/>
                  </a:lnTo>
                  <a:lnTo>
                    <a:pt x="299748" y="119558"/>
                  </a:lnTo>
                  <a:lnTo>
                    <a:pt x="268890" y="134201"/>
                  </a:lnTo>
                  <a:lnTo>
                    <a:pt x="255666" y="139833"/>
                  </a:lnTo>
                  <a:lnTo>
                    <a:pt x="253462" y="149970"/>
                  </a:lnTo>
                  <a:lnTo>
                    <a:pt x="239135" y="192773"/>
                  </a:lnTo>
                  <a:lnTo>
                    <a:pt x="219659" y="227360"/>
                  </a:lnTo>
                  <a:lnTo>
                    <a:pt x="211790" y="237160"/>
                  </a:lnTo>
                  <a:lnTo>
                    <a:pt x="209343" y="246013"/>
                  </a:lnTo>
                  <a:lnTo>
                    <a:pt x="207889" y="247838"/>
                  </a:lnTo>
                  <a:lnTo>
                    <a:pt x="199381" y="259214"/>
                  </a:lnTo>
                  <a:lnTo>
                    <a:pt x="190675" y="267775"/>
                  </a:lnTo>
                  <a:lnTo>
                    <a:pt x="187038" y="273069"/>
                  </a:lnTo>
                  <a:lnTo>
                    <a:pt x="179985" y="277969"/>
                  </a:lnTo>
                  <a:lnTo>
                    <a:pt x="172546" y="279602"/>
                  </a:lnTo>
                  <a:lnTo>
                    <a:pt x="171224" y="275209"/>
                  </a:lnTo>
                  <a:lnTo>
                    <a:pt x="161360" y="275660"/>
                  </a:lnTo>
                  <a:lnTo>
                    <a:pt x="155354" y="279433"/>
                  </a:lnTo>
                  <a:lnTo>
                    <a:pt x="145591" y="297611"/>
                  </a:lnTo>
                  <a:lnTo>
                    <a:pt x="143607" y="272154"/>
                  </a:lnTo>
                  <a:lnTo>
                    <a:pt x="143505" y="269662"/>
                  </a:lnTo>
                  <a:lnTo>
                    <a:pt x="153403" y="254563"/>
                  </a:lnTo>
                  <a:lnTo>
                    <a:pt x="152746" y="249106"/>
                  </a:lnTo>
                  <a:lnTo>
                    <a:pt x="152130" y="246404"/>
                  </a:lnTo>
                  <a:lnTo>
                    <a:pt x="142342" y="248535"/>
                  </a:lnTo>
                  <a:lnTo>
                    <a:pt x="137406" y="250085"/>
                  </a:lnTo>
                  <a:lnTo>
                    <a:pt x="141159" y="244589"/>
                  </a:lnTo>
                  <a:lnTo>
                    <a:pt x="141390" y="244325"/>
                  </a:lnTo>
                  <a:lnTo>
                    <a:pt x="145335" y="239811"/>
                  </a:lnTo>
                  <a:lnTo>
                    <a:pt x="145720" y="239370"/>
                  </a:lnTo>
                  <a:lnTo>
                    <a:pt x="146910" y="238623"/>
                  </a:lnTo>
                  <a:lnTo>
                    <a:pt x="149400" y="237058"/>
                  </a:lnTo>
                  <a:lnTo>
                    <a:pt x="150973" y="237001"/>
                  </a:lnTo>
                  <a:lnTo>
                    <a:pt x="151175" y="236994"/>
                  </a:lnTo>
                  <a:lnTo>
                    <a:pt x="155881" y="236823"/>
                  </a:lnTo>
                  <a:lnTo>
                    <a:pt x="153618" y="229935"/>
                  </a:lnTo>
                  <a:lnTo>
                    <a:pt x="153244" y="230048"/>
                  </a:lnTo>
                  <a:lnTo>
                    <a:pt x="152672" y="230078"/>
                  </a:lnTo>
                  <a:lnTo>
                    <a:pt x="152190" y="230103"/>
                  </a:lnTo>
                  <a:lnTo>
                    <a:pt x="150283" y="230203"/>
                  </a:lnTo>
                  <a:lnTo>
                    <a:pt x="148973" y="230151"/>
                  </a:lnTo>
                  <a:lnTo>
                    <a:pt x="147318" y="230085"/>
                  </a:lnTo>
                  <a:lnTo>
                    <a:pt x="146874" y="230067"/>
                  </a:lnTo>
                  <a:lnTo>
                    <a:pt x="145449" y="229941"/>
                  </a:lnTo>
                  <a:lnTo>
                    <a:pt x="144104" y="229821"/>
                  </a:lnTo>
                  <a:lnTo>
                    <a:pt x="143297" y="229749"/>
                  </a:lnTo>
                  <a:lnTo>
                    <a:pt x="141984" y="229633"/>
                  </a:lnTo>
                  <a:lnTo>
                    <a:pt x="141706" y="229608"/>
                  </a:lnTo>
                  <a:lnTo>
                    <a:pt x="140072" y="229462"/>
                  </a:lnTo>
                  <a:lnTo>
                    <a:pt x="138720" y="229342"/>
                  </a:lnTo>
                  <a:lnTo>
                    <a:pt x="136651" y="228880"/>
                  </a:lnTo>
                  <a:lnTo>
                    <a:pt x="135577" y="228639"/>
                  </a:lnTo>
                  <a:lnTo>
                    <a:pt x="135357" y="228590"/>
                  </a:lnTo>
                  <a:lnTo>
                    <a:pt x="134451" y="228387"/>
                  </a:lnTo>
                  <a:lnTo>
                    <a:pt x="134302" y="228354"/>
                  </a:lnTo>
                  <a:lnTo>
                    <a:pt x="133857" y="228332"/>
                  </a:lnTo>
                  <a:lnTo>
                    <a:pt x="132104" y="228246"/>
                  </a:lnTo>
                  <a:lnTo>
                    <a:pt x="131283" y="228224"/>
                  </a:lnTo>
                  <a:lnTo>
                    <a:pt x="130696" y="228208"/>
                  </a:lnTo>
                  <a:lnTo>
                    <a:pt x="128197" y="228231"/>
                  </a:lnTo>
                  <a:lnTo>
                    <a:pt x="127294" y="228234"/>
                  </a:lnTo>
                  <a:lnTo>
                    <a:pt x="124259" y="228241"/>
                  </a:lnTo>
                  <a:lnTo>
                    <a:pt x="123943" y="228242"/>
                  </a:lnTo>
                  <a:lnTo>
                    <a:pt x="123156" y="228428"/>
                  </a:lnTo>
                  <a:lnTo>
                    <a:pt x="122265" y="228639"/>
                  </a:lnTo>
                  <a:lnTo>
                    <a:pt x="120141" y="229143"/>
                  </a:lnTo>
                  <a:lnTo>
                    <a:pt x="116284" y="230325"/>
                  </a:lnTo>
                  <a:lnTo>
                    <a:pt x="109185" y="228041"/>
                  </a:lnTo>
                  <a:lnTo>
                    <a:pt x="111858" y="218651"/>
                  </a:lnTo>
                  <a:lnTo>
                    <a:pt x="111961" y="218290"/>
                  </a:lnTo>
                  <a:lnTo>
                    <a:pt x="112067" y="217916"/>
                  </a:lnTo>
                  <a:lnTo>
                    <a:pt x="102668" y="215096"/>
                  </a:lnTo>
                  <a:lnTo>
                    <a:pt x="98329" y="213794"/>
                  </a:lnTo>
                  <a:lnTo>
                    <a:pt x="93820" y="212435"/>
                  </a:lnTo>
                  <a:lnTo>
                    <a:pt x="88234" y="210505"/>
                  </a:lnTo>
                  <a:lnTo>
                    <a:pt x="87668" y="210249"/>
                  </a:lnTo>
                  <a:lnTo>
                    <a:pt x="85236" y="209153"/>
                  </a:lnTo>
                  <a:lnTo>
                    <a:pt x="83770" y="208451"/>
                  </a:lnTo>
                  <a:lnTo>
                    <a:pt x="82612" y="207849"/>
                  </a:lnTo>
                  <a:lnTo>
                    <a:pt x="78133" y="205484"/>
                  </a:lnTo>
                  <a:lnTo>
                    <a:pt x="69767" y="201023"/>
                  </a:lnTo>
                  <a:lnTo>
                    <a:pt x="63250" y="197548"/>
                  </a:lnTo>
                  <a:lnTo>
                    <a:pt x="58236" y="195014"/>
                  </a:lnTo>
                  <a:lnTo>
                    <a:pt x="55850" y="194479"/>
                  </a:lnTo>
                  <a:lnTo>
                    <a:pt x="55246" y="194213"/>
                  </a:lnTo>
                  <a:lnTo>
                    <a:pt x="45810" y="193500"/>
                  </a:lnTo>
                  <a:lnTo>
                    <a:pt x="39754" y="176715"/>
                  </a:lnTo>
                  <a:lnTo>
                    <a:pt x="32331" y="176576"/>
                  </a:lnTo>
                  <a:lnTo>
                    <a:pt x="25576" y="176448"/>
                  </a:lnTo>
                  <a:lnTo>
                    <a:pt x="24917" y="176436"/>
                  </a:lnTo>
                  <a:lnTo>
                    <a:pt x="24767" y="175886"/>
                  </a:lnTo>
                  <a:lnTo>
                    <a:pt x="23484" y="175994"/>
                  </a:lnTo>
                  <a:lnTo>
                    <a:pt x="12069" y="176953"/>
                  </a:lnTo>
                  <a:lnTo>
                    <a:pt x="2409" y="177764"/>
                  </a:lnTo>
                  <a:lnTo>
                    <a:pt x="1356" y="177853"/>
                  </a:lnTo>
                  <a:lnTo>
                    <a:pt x="1326" y="177036"/>
                  </a:lnTo>
                  <a:lnTo>
                    <a:pt x="1316" y="176360"/>
                  </a:lnTo>
                  <a:lnTo>
                    <a:pt x="1306" y="175739"/>
                  </a:lnTo>
                  <a:lnTo>
                    <a:pt x="1299" y="175282"/>
                  </a:lnTo>
                  <a:lnTo>
                    <a:pt x="910" y="150757"/>
                  </a:lnTo>
                  <a:lnTo>
                    <a:pt x="885" y="149221"/>
                  </a:lnTo>
                  <a:lnTo>
                    <a:pt x="876" y="148627"/>
                  </a:lnTo>
                  <a:lnTo>
                    <a:pt x="673" y="143948"/>
                  </a:lnTo>
                  <a:lnTo>
                    <a:pt x="640" y="143199"/>
                  </a:lnTo>
                  <a:lnTo>
                    <a:pt x="461" y="139063"/>
                  </a:lnTo>
                  <a:lnTo>
                    <a:pt x="180" y="132594"/>
                  </a:lnTo>
                  <a:lnTo>
                    <a:pt x="7" y="128606"/>
                  </a:lnTo>
                  <a:lnTo>
                    <a:pt x="0" y="128423"/>
                  </a:lnTo>
                  <a:lnTo>
                    <a:pt x="165" y="118856"/>
                  </a:lnTo>
                  <a:lnTo>
                    <a:pt x="662" y="112083"/>
                  </a:lnTo>
                  <a:lnTo>
                    <a:pt x="1987" y="104802"/>
                  </a:lnTo>
                  <a:lnTo>
                    <a:pt x="2741" y="102226"/>
                  </a:lnTo>
                  <a:lnTo>
                    <a:pt x="2985" y="101394"/>
                  </a:lnTo>
                  <a:lnTo>
                    <a:pt x="4638" y="95743"/>
                  </a:lnTo>
                  <a:lnTo>
                    <a:pt x="5638" y="93232"/>
                  </a:lnTo>
                  <a:lnTo>
                    <a:pt x="7537" y="88462"/>
                  </a:lnTo>
                  <a:lnTo>
                    <a:pt x="11844" y="80504"/>
                  </a:lnTo>
                  <a:lnTo>
                    <a:pt x="13888" y="77117"/>
                  </a:lnTo>
                  <a:lnTo>
                    <a:pt x="14668" y="75825"/>
                  </a:lnTo>
                  <a:lnTo>
                    <a:pt x="14909" y="75425"/>
                  </a:lnTo>
                  <a:lnTo>
                    <a:pt x="15064" y="75167"/>
                  </a:lnTo>
                  <a:lnTo>
                    <a:pt x="25677" y="57476"/>
                  </a:lnTo>
                  <a:lnTo>
                    <a:pt x="26647" y="55886"/>
                  </a:lnTo>
                  <a:lnTo>
                    <a:pt x="37555" y="37992"/>
                  </a:lnTo>
                  <a:lnTo>
                    <a:pt x="38020" y="37902"/>
                  </a:lnTo>
                  <a:lnTo>
                    <a:pt x="40700" y="37383"/>
                  </a:lnTo>
                  <a:lnTo>
                    <a:pt x="53654" y="34872"/>
                  </a:lnTo>
                  <a:lnTo>
                    <a:pt x="81558" y="24870"/>
                  </a:lnTo>
                  <a:lnTo>
                    <a:pt x="98952" y="17629"/>
                  </a:lnTo>
                  <a:lnTo>
                    <a:pt x="99982" y="17267"/>
                  </a:lnTo>
                  <a:lnTo>
                    <a:pt x="103222" y="16125"/>
                  </a:lnTo>
                  <a:lnTo>
                    <a:pt x="108200" y="14373"/>
                  </a:lnTo>
                  <a:lnTo>
                    <a:pt x="128355" y="7274"/>
                  </a:lnTo>
                  <a:lnTo>
                    <a:pt x="129286" y="6946"/>
                  </a:lnTo>
                  <a:lnTo>
                    <a:pt x="129629" y="6825"/>
                  </a:lnTo>
                  <a:lnTo>
                    <a:pt x="134152" y="5259"/>
                  </a:lnTo>
                  <a:lnTo>
                    <a:pt x="141031" y="2876"/>
                  </a:lnTo>
                  <a:lnTo>
                    <a:pt x="149334" y="0"/>
                  </a:lnTo>
                  <a:lnTo>
                    <a:pt x="151930" y="497"/>
                  </a:lnTo>
                  <a:lnTo>
                    <a:pt x="153329" y="765"/>
                  </a:lnTo>
                  <a:lnTo>
                    <a:pt x="154466" y="983"/>
                  </a:lnTo>
                  <a:lnTo>
                    <a:pt x="155682" y="1216"/>
                  </a:lnTo>
                  <a:lnTo>
                    <a:pt x="155848" y="1230"/>
                  </a:lnTo>
                  <a:lnTo>
                    <a:pt x="164449" y="1943"/>
                  </a:lnTo>
                  <a:lnTo>
                    <a:pt x="170800" y="2470"/>
                  </a:lnTo>
                  <a:lnTo>
                    <a:pt x="172815" y="2638"/>
                  </a:lnTo>
                  <a:lnTo>
                    <a:pt x="173601" y="2703"/>
                  </a:lnTo>
                  <a:lnTo>
                    <a:pt x="187944" y="4320"/>
                  </a:lnTo>
                  <a:lnTo>
                    <a:pt x="188587" y="4392"/>
                  </a:lnTo>
                  <a:lnTo>
                    <a:pt x="191586" y="4730"/>
                  </a:lnTo>
                  <a:lnTo>
                    <a:pt x="194652" y="5307"/>
                  </a:lnTo>
                  <a:lnTo>
                    <a:pt x="196110" y="5581"/>
                  </a:lnTo>
                  <a:lnTo>
                    <a:pt x="208809" y="7971"/>
                  </a:lnTo>
                  <a:lnTo>
                    <a:pt x="226130" y="11229"/>
                  </a:lnTo>
                  <a:lnTo>
                    <a:pt x="231458" y="12232"/>
                  </a:lnTo>
                  <a:lnTo>
                    <a:pt x="234186" y="12689"/>
                  </a:lnTo>
                  <a:lnTo>
                    <a:pt x="236407" y="13062"/>
                  </a:lnTo>
                  <a:lnTo>
                    <a:pt x="241383" y="13896"/>
                  </a:lnTo>
                  <a:lnTo>
                    <a:pt x="249339" y="15230"/>
                  </a:lnTo>
                  <a:lnTo>
                    <a:pt x="257159" y="16541"/>
                  </a:lnTo>
                  <a:lnTo>
                    <a:pt x="257373" y="16577"/>
                  </a:lnTo>
                  <a:lnTo>
                    <a:pt x="265316" y="17909"/>
                  </a:lnTo>
                  <a:lnTo>
                    <a:pt x="277811" y="20004"/>
                  </a:lnTo>
                  <a:lnTo>
                    <a:pt x="278955" y="20246"/>
                  </a:lnTo>
                  <a:lnTo>
                    <a:pt x="279224" y="20303"/>
                  </a:lnTo>
                  <a:lnTo>
                    <a:pt x="279610" y="20384"/>
                  </a:lnTo>
                  <a:lnTo>
                    <a:pt x="284207" y="21355"/>
                  </a:lnTo>
                  <a:lnTo>
                    <a:pt x="284735" y="21467"/>
                  </a:lnTo>
                  <a:lnTo>
                    <a:pt x="285001" y="21523"/>
                  </a:lnTo>
                  <a:lnTo>
                    <a:pt x="288965" y="22360"/>
                  </a:lnTo>
                  <a:lnTo>
                    <a:pt x="289451" y="22463"/>
                  </a:lnTo>
                  <a:lnTo>
                    <a:pt x="289893" y="22556"/>
                  </a:lnTo>
                  <a:lnTo>
                    <a:pt x="293727" y="23366"/>
                  </a:lnTo>
                  <a:lnTo>
                    <a:pt x="294279" y="23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4123182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4232910" y="580644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576570" y="5870448"/>
            <a:ext cx="137160" cy="13716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5686298" y="5806440"/>
            <a:ext cx="61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394958" y="5870448"/>
            <a:ext cx="137160" cy="137160"/>
          </a:xfrm>
          <a:prstGeom prst="rect">
            <a:avLst/>
          </a:prstGeom>
          <a:solidFill>
            <a:srgbClr val="6F88B5">
              <a:alpha val="100000"/>
            </a:srgbClr>
          </a:solidFill>
          <a:ln w="3175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504686" y="5806440"/>
            <a:ext cx="61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72133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7323074" y="5806440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949440" cy="4224528"/>
            <a:chOff x="452628" y="1508760"/>
            <a:chExt cx="6949440" cy="4224528"/>
          </a:xfrm>
        </p:grpSpPr>
        <p:sp>
          <p:nvSpPr>
            <p:cNvPr id="6" name="pg3"/>
            <p:cNvSpPr/>
            <p:nvPr/>
          </p:nvSpPr>
          <p:spPr>
            <a:xfrm>
              <a:off x="3378731" y="1680002"/>
              <a:ext cx="27901" cy="42778"/>
            </a:xfrm>
            <a:custGeom>
              <a:avLst/>
              <a:pathLst>
                <a:path w="27901" h="42778">
                  <a:moveTo>
                    <a:pt x="0" y="35982"/>
                  </a:moveTo>
                  <a:lnTo>
                    <a:pt x="14029" y="0"/>
                  </a:lnTo>
                  <a:lnTo>
                    <a:pt x="20965" y="2023"/>
                  </a:lnTo>
                  <a:lnTo>
                    <a:pt x="19953" y="11273"/>
                  </a:lnTo>
                  <a:lnTo>
                    <a:pt x="27901" y="13583"/>
                  </a:lnTo>
                  <a:lnTo>
                    <a:pt x="15899" y="427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61990" y="1693627"/>
              <a:ext cx="23171" cy="21468"/>
            </a:xfrm>
            <a:custGeom>
              <a:avLst/>
              <a:pathLst>
                <a:path w="23171" h="21468">
                  <a:moveTo>
                    <a:pt x="0" y="13363"/>
                  </a:moveTo>
                  <a:lnTo>
                    <a:pt x="1474" y="11338"/>
                  </a:lnTo>
                  <a:lnTo>
                    <a:pt x="11877" y="16772"/>
                  </a:lnTo>
                  <a:lnTo>
                    <a:pt x="13353" y="12721"/>
                  </a:lnTo>
                  <a:lnTo>
                    <a:pt x="17129" y="3793"/>
                  </a:lnTo>
                  <a:lnTo>
                    <a:pt x="19470" y="0"/>
                  </a:lnTo>
                  <a:lnTo>
                    <a:pt x="23171" y="2362"/>
                  </a:lnTo>
                  <a:lnTo>
                    <a:pt x="20719" y="7200"/>
                  </a:lnTo>
                  <a:lnTo>
                    <a:pt x="15098" y="21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97969" y="2839311"/>
              <a:ext cx="42528" cy="52071"/>
            </a:xfrm>
            <a:custGeom>
              <a:avLst/>
              <a:pathLst>
                <a:path w="42528" h="52071">
                  <a:moveTo>
                    <a:pt x="0" y="11412"/>
                  </a:moveTo>
                  <a:lnTo>
                    <a:pt x="20018" y="0"/>
                  </a:lnTo>
                  <a:lnTo>
                    <a:pt x="42528" y="41215"/>
                  </a:lnTo>
                  <a:lnTo>
                    <a:pt x="23976" y="52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39208" y="2842497"/>
              <a:ext cx="41198" cy="52450"/>
            </a:xfrm>
            <a:custGeom>
              <a:avLst/>
              <a:pathLst>
                <a:path w="41198" h="52450">
                  <a:moveTo>
                    <a:pt x="0" y="11489"/>
                  </a:moveTo>
                  <a:lnTo>
                    <a:pt x="17596" y="519"/>
                  </a:lnTo>
                  <a:lnTo>
                    <a:pt x="18430" y="0"/>
                  </a:lnTo>
                  <a:lnTo>
                    <a:pt x="31373" y="23726"/>
                  </a:lnTo>
                  <a:lnTo>
                    <a:pt x="41198" y="41992"/>
                  </a:lnTo>
                  <a:lnTo>
                    <a:pt x="23806" y="5245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53673" y="2844811"/>
              <a:ext cx="50565" cy="41670"/>
            </a:xfrm>
            <a:custGeom>
              <a:avLst/>
              <a:pathLst>
                <a:path w="50565" h="41670">
                  <a:moveTo>
                    <a:pt x="0" y="24612"/>
                  </a:moveTo>
                  <a:lnTo>
                    <a:pt x="40689" y="0"/>
                  </a:lnTo>
                  <a:lnTo>
                    <a:pt x="50565" y="17684"/>
                  </a:lnTo>
                  <a:lnTo>
                    <a:pt x="9796" y="416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611057" y="2858747"/>
              <a:ext cx="43150" cy="53138"/>
            </a:xfrm>
            <a:custGeom>
              <a:avLst/>
              <a:pathLst>
                <a:path w="43150" h="53138">
                  <a:moveTo>
                    <a:pt x="0" y="11503"/>
                  </a:moveTo>
                  <a:lnTo>
                    <a:pt x="18510" y="0"/>
                  </a:lnTo>
                  <a:lnTo>
                    <a:pt x="43150" y="43489"/>
                  </a:lnTo>
                  <a:lnTo>
                    <a:pt x="24405" y="531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46028" y="2956588"/>
              <a:ext cx="42850" cy="52273"/>
            </a:xfrm>
            <a:custGeom>
              <a:avLst/>
              <a:pathLst>
                <a:path w="42850" h="52273">
                  <a:moveTo>
                    <a:pt x="0" y="10343"/>
                  </a:moveTo>
                  <a:lnTo>
                    <a:pt x="18533" y="0"/>
                  </a:lnTo>
                  <a:lnTo>
                    <a:pt x="42850" y="41519"/>
                  </a:lnTo>
                  <a:lnTo>
                    <a:pt x="25113" y="522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521359" y="2961629"/>
              <a:ext cx="51951" cy="42714"/>
            </a:xfrm>
            <a:custGeom>
              <a:avLst/>
              <a:pathLst>
                <a:path w="51951" h="42714">
                  <a:moveTo>
                    <a:pt x="0" y="24653"/>
                  </a:moveTo>
                  <a:lnTo>
                    <a:pt x="20759" y="12263"/>
                  </a:lnTo>
                  <a:lnTo>
                    <a:pt x="41614" y="0"/>
                  </a:lnTo>
                  <a:lnTo>
                    <a:pt x="51951" y="18028"/>
                  </a:lnTo>
                  <a:lnTo>
                    <a:pt x="10344" y="42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83006" y="2966078"/>
              <a:ext cx="42875" cy="52831"/>
            </a:xfrm>
            <a:custGeom>
              <a:avLst/>
              <a:pathLst>
                <a:path w="42875" h="52831">
                  <a:moveTo>
                    <a:pt x="0" y="10523"/>
                  </a:moveTo>
                  <a:lnTo>
                    <a:pt x="18715" y="0"/>
                  </a:lnTo>
                  <a:lnTo>
                    <a:pt x="42875" y="41824"/>
                  </a:lnTo>
                  <a:lnTo>
                    <a:pt x="24865" y="52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423941" y="2970591"/>
              <a:ext cx="42583" cy="51868"/>
            </a:xfrm>
            <a:custGeom>
              <a:avLst/>
              <a:pathLst>
                <a:path w="42583" h="51868">
                  <a:moveTo>
                    <a:pt x="0" y="10917"/>
                  </a:moveTo>
                  <a:lnTo>
                    <a:pt x="18237" y="0"/>
                  </a:lnTo>
                  <a:lnTo>
                    <a:pt x="42583" y="40956"/>
                  </a:lnTo>
                  <a:lnTo>
                    <a:pt x="24646" y="518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51180" y="3002335"/>
              <a:ext cx="51635" cy="43679"/>
            </a:xfrm>
            <a:custGeom>
              <a:avLst/>
              <a:pathLst>
                <a:path w="51635" h="43679">
                  <a:moveTo>
                    <a:pt x="0" y="24873"/>
                  </a:moveTo>
                  <a:lnTo>
                    <a:pt x="40800" y="0"/>
                  </a:lnTo>
                  <a:lnTo>
                    <a:pt x="51635" y="18781"/>
                  </a:lnTo>
                  <a:lnTo>
                    <a:pt x="11028" y="43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33955" y="2782868"/>
              <a:ext cx="41915" cy="51650"/>
            </a:xfrm>
            <a:custGeom>
              <a:avLst/>
              <a:pathLst>
                <a:path w="41915" h="51650">
                  <a:moveTo>
                    <a:pt x="0" y="10393"/>
                  </a:moveTo>
                  <a:lnTo>
                    <a:pt x="17468" y="0"/>
                  </a:lnTo>
                  <a:lnTo>
                    <a:pt x="41915" y="41144"/>
                  </a:lnTo>
                  <a:lnTo>
                    <a:pt x="23728" y="5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46757" y="2789218"/>
              <a:ext cx="51597" cy="42995"/>
            </a:xfrm>
            <a:custGeom>
              <a:avLst/>
              <a:pathLst>
                <a:path w="51597" h="42995">
                  <a:moveTo>
                    <a:pt x="0" y="24585"/>
                  </a:moveTo>
                  <a:lnTo>
                    <a:pt x="40935" y="0"/>
                  </a:lnTo>
                  <a:lnTo>
                    <a:pt x="51597" y="18094"/>
                  </a:lnTo>
                  <a:lnTo>
                    <a:pt x="10666" y="4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31240" y="2787952"/>
              <a:ext cx="42828" cy="51994"/>
            </a:xfrm>
            <a:custGeom>
              <a:avLst/>
              <a:pathLst>
                <a:path w="42828" h="51994">
                  <a:moveTo>
                    <a:pt x="0" y="11230"/>
                  </a:moveTo>
                  <a:lnTo>
                    <a:pt x="18162" y="0"/>
                  </a:lnTo>
                  <a:lnTo>
                    <a:pt x="42828" y="40918"/>
                  </a:lnTo>
                  <a:lnTo>
                    <a:pt x="24111" y="51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8735" y="2791259"/>
              <a:ext cx="52098" cy="42601"/>
            </a:xfrm>
            <a:custGeom>
              <a:avLst/>
              <a:pathLst>
                <a:path w="52098" h="42601">
                  <a:moveTo>
                    <a:pt x="0" y="23832"/>
                  </a:moveTo>
                  <a:lnTo>
                    <a:pt x="41359" y="0"/>
                  </a:lnTo>
                  <a:lnTo>
                    <a:pt x="52098" y="17913"/>
                  </a:lnTo>
                  <a:lnTo>
                    <a:pt x="10639" y="426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611240" y="2795713"/>
              <a:ext cx="42634" cy="51858"/>
            </a:xfrm>
            <a:custGeom>
              <a:avLst/>
              <a:pathLst>
                <a:path w="42634" h="51858">
                  <a:moveTo>
                    <a:pt x="0" y="10380"/>
                  </a:moveTo>
                  <a:lnTo>
                    <a:pt x="18627" y="0"/>
                  </a:lnTo>
                  <a:lnTo>
                    <a:pt x="42634" y="40406"/>
                  </a:lnTo>
                  <a:lnTo>
                    <a:pt x="24438" y="51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83190" y="2811797"/>
              <a:ext cx="42177" cy="51523"/>
            </a:xfrm>
            <a:custGeom>
              <a:avLst/>
              <a:pathLst>
                <a:path w="42177" h="51523">
                  <a:moveTo>
                    <a:pt x="0" y="10604"/>
                  </a:moveTo>
                  <a:lnTo>
                    <a:pt x="4970" y="7569"/>
                  </a:lnTo>
                  <a:lnTo>
                    <a:pt x="17977" y="0"/>
                  </a:lnTo>
                  <a:lnTo>
                    <a:pt x="42177" y="40921"/>
                  </a:lnTo>
                  <a:lnTo>
                    <a:pt x="24200" y="5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22938" y="2815790"/>
              <a:ext cx="43063" cy="52972"/>
            </a:xfrm>
            <a:custGeom>
              <a:avLst/>
              <a:pathLst>
                <a:path w="43063" h="52972">
                  <a:moveTo>
                    <a:pt x="0" y="11436"/>
                  </a:moveTo>
                  <a:lnTo>
                    <a:pt x="18073" y="0"/>
                  </a:lnTo>
                  <a:lnTo>
                    <a:pt x="43063" y="42360"/>
                  </a:lnTo>
                  <a:lnTo>
                    <a:pt x="24529" y="5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69788" y="2778839"/>
              <a:ext cx="67959" cy="67741"/>
            </a:xfrm>
            <a:custGeom>
              <a:avLst/>
              <a:pathLst>
                <a:path w="67959" h="67741">
                  <a:moveTo>
                    <a:pt x="0" y="24907"/>
                  </a:moveTo>
                  <a:lnTo>
                    <a:pt x="43340" y="0"/>
                  </a:lnTo>
                  <a:lnTo>
                    <a:pt x="67959" y="42243"/>
                  </a:lnTo>
                  <a:lnTo>
                    <a:pt x="25141" y="67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55712" y="2919596"/>
              <a:ext cx="44046" cy="53445"/>
            </a:xfrm>
            <a:custGeom>
              <a:avLst/>
              <a:pathLst>
                <a:path w="44046" h="53445">
                  <a:moveTo>
                    <a:pt x="35510" y="47495"/>
                  </a:moveTo>
                  <a:lnTo>
                    <a:pt x="24946" y="53445"/>
                  </a:lnTo>
                  <a:lnTo>
                    <a:pt x="14939" y="36106"/>
                  </a:lnTo>
                  <a:lnTo>
                    <a:pt x="7107" y="22536"/>
                  </a:lnTo>
                  <a:lnTo>
                    <a:pt x="0" y="10220"/>
                  </a:lnTo>
                  <a:lnTo>
                    <a:pt x="17757" y="0"/>
                  </a:lnTo>
                  <a:lnTo>
                    <a:pt x="25242" y="12154"/>
                  </a:lnTo>
                  <a:lnTo>
                    <a:pt x="44046" y="426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527035" y="2864587"/>
              <a:ext cx="66237" cy="65564"/>
            </a:xfrm>
            <a:custGeom>
              <a:avLst/>
              <a:pathLst>
                <a:path w="66237" h="65564">
                  <a:moveTo>
                    <a:pt x="66237" y="40492"/>
                  </a:moveTo>
                  <a:lnTo>
                    <a:pt x="24086" y="65564"/>
                  </a:lnTo>
                  <a:lnTo>
                    <a:pt x="14026" y="48469"/>
                  </a:lnTo>
                  <a:lnTo>
                    <a:pt x="0" y="24634"/>
                  </a:lnTo>
                  <a:lnTo>
                    <a:pt x="42220" y="0"/>
                  </a:lnTo>
                  <a:lnTo>
                    <a:pt x="55946" y="231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15362" y="2710182"/>
              <a:ext cx="13878" cy="21668"/>
            </a:xfrm>
            <a:custGeom>
              <a:avLst/>
              <a:pathLst>
                <a:path w="13878" h="21668">
                  <a:moveTo>
                    <a:pt x="8326" y="21668"/>
                  </a:moveTo>
                  <a:lnTo>
                    <a:pt x="0" y="8236"/>
                  </a:lnTo>
                  <a:lnTo>
                    <a:pt x="11711" y="1345"/>
                  </a:lnTo>
                  <a:lnTo>
                    <a:pt x="138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02616" y="2264655"/>
              <a:ext cx="36558" cy="32530"/>
            </a:xfrm>
            <a:custGeom>
              <a:avLst/>
              <a:pathLst>
                <a:path w="36558" h="32530">
                  <a:moveTo>
                    <a:pt x="0" y="26007"/>
                  </a:moveTo>
                  <a:lnTo>
                    <a:pt x="4861" y="0"/>
                  </a:lnTo>
                  <a:lnTo>
                    <a:pt x="36558" y="5606"/>
                  </a:lnTo>
                  <a:lnTo>
                    <a:pt x="32184" y="32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468193" y="2259367"/>
              <a:ext cx="36610" cy="31143"/>
            </a:xfrm>
            <a:custGeom>
              <a:avLst/>
              <a:pathLst>
                <a:path w="36610" h="31143">
                  <a:moveTo>
                    <a:pt x="0" y="25472"/>
                  </a:moveTo>
                  <a:lnTo>
                    <a:pt x="4750" y="0"/>
                  </a:lnTo>
                  <a:lnTo>
                    <a:pt x="36610" y="5151"/>
                  </a:lnTo>
                  <a:lnTo>
                    <a:pt x="32339" y="31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63663" y="2288580"/>
              <a:ext cx="126475" cy="43955"/>
            </a:xfrm>
            <a:custGeom>
              <a:avLst/>
              <a:pathLst>
                <a:path w="126475" h="43955">
                  <a:moveTo>
                    <a:pt x="0" y="19703"/>
                  </a:moveTo>
                  <a:lnTo>
                    <a:pt x="3577" y="0"/>
                  </a:lnTo>
                  <a:lnTo>
                    <a:pt x="126475" y="23508"/>
                  </a:lnTo>
                  <a:lnTo>
                    <a:pt x="122436" y="43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79752" y="2132748"/>
              <a:ext cx="34212" cy="25086"/>
            </a:xfrm>
            <a:custGeom>
              <a:avLst/>
              <a:pathLst>
                <a:path w="34212" h="25086">
                  <a:moveTo>
                    <a:pt x="4133" y="0"/>
                  </a:moveTo>
                  <a:lnTo>
                    <a:pt x="34212" y="6133"/>
                  </a:lnTo>
                  <a:lnTo>
                    <a:pt x="30267" y="25086"/>
                  </a:lnTo>
                  <a:lnTo>
                    <a:pt x="0" y="20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73669" y="2143377"/>
              <a:ext cx="181734" cy="140572"/>
            </a:xfrm>
            <a:custGeom>
              <a:avLst/>
              <a:pathLst>
                <a:path w="181734" h="140572">
                  <a:moveTo>
                    <a:pt x="50263" y="26227"/>
                  </a:moveTo>
                  <a:lnTo>
                    <a:pt x="52034" y="14410"/>
                  </a:lnTo>
                  <a:lnTo>
                    <a:pt x="60885" y="15876"/>
                  </a:lnTo>
                  <a:lnTo>
                    <a:pt x="78420" y="13633"/>
                  </a:lnTo>
                  <a:lnTo>
                    <a:pt x="147970" y="3024"/>
                  </a:lnTo>
                  <a:lnTo>
                    <a:pt x="181734" y="0"/>
                  </a:lnTo>
                  <a:lnTo>
                    <a:pt x="166686" y="76852"/>
                  </a:lnTo>
                  <a:lnTo>
                    <a:pt x="72588" y="58004"/>
                  </a:lnTo>
                  <a:lnTo>
                    <a:pt x="71380" y="63752"/>
                  </a:lnTo>
                  <a:lnTo>
                    <a:pt x="165538" y="83737"/>
                  </a:lnTo>
                  <a:lnTo>
                    <a:pt x="154928" y="140572"/>
                  </a:lnTo>
                  <a:lnTo>
                    <a:pt x="0" y="111718"/>
                  </a:lnTo>
                  <a:lnTo>
                    <a:pt x="11563" y="46422"/>
                  </a:lnTo>
                  <a:lnTo>
                    <a:pt x="7910" y="45631"/>
                  </a:lnTo>
                  <a:lnTo>
                    <a:pt x="10369" y="35568"/>
                  </a:lnTo>
                  <a:lnTo>
                    <a:pt x="57873" y="44524"/>
                  </a:lnTo>
                  <a:lnTo>
                    <a:pt x="55733" y="56329"/>
                  </a:lnTo>
                  <a:lnTo>
                    <a:pt x="56474" y="62138"/>
                  </a:lnTo>
                  <a:lnTo>
                    <a:pt x="65905" y="63747"/>
                  </a:lnTo>
                  <a:lnTo>
                    <a:pt x="66950" y="58128"/>
                  </a:lnTo>
                  <a:lnTo>
                    <a:pt x="60801" y="57078"/>
                  </a:lnTo>
                  <a:lnTo>
                    <a:pt x="65466" y="28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756847" y="2268404"/>
              <a:ext cx="70927" cy="37746"/>
            </a:xfrm>
            <a:custGeom>
              <a:avLst/>
              <a:pathLst>
                <a:path w="70927" h="37746">
                  <a:moveTo>
                    <a:pt x="2223" y="37746"/>
                  </a:moveTo>
                  <a:lnTo>
                    <a:pt x="0" y="15339"/>
                  </a:lnTo>
                  <a:lnTo>
                    <a:pt x="14383" y="13752"/>
                  </a:lnTo>
                  <a:lnTo>
                    <a:pt x="29650" y="11700"/>
                  </a:lnTo>
                  <a:lnTo>
                    <a:pt x="44487" y="7901"/>
                  </a:lnTo>
                  <a:lnTo>
                    <a:pt x="59856" y="0"/>
                  </a:lnTo>
                  <a:lnTo>
                    <a:pt x="70927" y="19706"/>
                  </a:lnTo>
                  <a:lnTo>
                    <a:pt x="51680" y="30673"/>
                  </a:lnTo>
                  <a:lnTo>
                    <a:pt x="40777" y="33893"/>
                  </a:lnTo>
                  <a:lnTo>
                    <a:pt x="30324" y="34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411168" y="2139074"/>
              <a:ext cx="33484" cy="23720"/>
            </a:xfrm>
            <a:custGeom>
              <a:avLst/>
              <a:pathLst>
                <a:path w="33484" h="23720">
                  <a:moveTo>
                    <a:pt x="0" y="19157"/>
                  </a:moveTo>
                  <a:lnTo>
                    <a:pt x="3487" y="0"/>
                  </a:lnTo>
                  <a:lnTo>
                    <a:pt x="33484" y="5247"/>
                  </a:lnTo>
                  <a:lnTo>
                    <a:pt x="29550" y="23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612555" y="2283947"/>
              <a:ext cx="126984" cy="173573"/>
            </a:xfrm>
            <a:custGeom>
              <a:avLst/>
              <a:pathLst>
                <a:path w="126984" h="173573">
                  <a:moveTo>
                    <a:pt x="20389" y="45581"/>
                  </a:moveTo>
                  <a:lnTo>
                    <a:pt x="42566" y="48093"/>
                  </a:lnTo>
                  <a:lnTo>
                    <a:pt x="73671" y="51107"/>
                  </a:lnTo>
                  <a:lnTo>
                    <a:pt x="68278" y="3076"/>
                  </a:lnTo>
                  <a:lnTo>
                    <a:pt x="85532" y="1638"/>
                  </a:lnTo>
                  <a:lnTo>
                    <a:pt x="91152" y="53564"/>
                  </a:lnTo>
                  <a:lnTo>
                    <a:pt x="96247" y="54664"/>
                  </a:lnTo>
                  <a:lnTo>
                    <a:pt x="89803" y="1207"/>
                  </a:lnTo>
                  <a:lnTo>
                    <a:pt x="105652" y="0"/>
                  </a:lnTo>
                  <a:lnTo>
                    <a:pt x="112481" y="54599"/>
                  </a:lnTo>
                  <a:lnTo>
                    <a:pt x="126984" y="173573"/>
                  </a:lnTo>
                  <a:lnTo>
                    <a:pt x="0" y="15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78048" y="2151155"/>
              <a:ext cx="47134" cy="27673"/>
            </a:xfrm>
            <a:custGeom>
              <a:avLst/>
              <a:pathLst>
                <a:path w="47134" h="27673">
                  <a:moveTo>
                    <a:pt x="47134" y="5990"/>
                  </a:moveTo>
                  <a:lnTo>
                    <a:pt x="42781" y="27673"/>
                  </a:lnTo>
                  <a:lnTo>
                    <a:pt x="0" y="18664"/>
                  </a:lnTo>
                  <a:lnTo>
                    <a:pt x="25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99565" y="2285898"/>
              <a:ext cx="33067" cy="59243"/>
            </a:xfrm>
            <a:custGeom>
              <a:avLst/>
              <a:pathLst>
                <a:path w="33067" h="59243">
                  <a:moveTo>
                    <a:pt x="10024" y="0"/>
                  </a:moveTo>
                  <a:lnTo>
                    <a:pt x="33067" y="4600"/>
                  </a:lnTo>
                  <a:lnTo>
                    <a:pt x="23302" y="59243"/>
                  </a:lnTo>
                  <a:lnTo>
                    <a:pt x="0" y="54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27574" y="2291289"/>
              <a:ext cx="32315" cy="58596"/>
            </a:xfrm>
            <a:custGeom>
              <a:avLst/>
              <a:pathLst>
                <a:path w="32315" h="58596">
                  <a:moveTo>
                    <a:pt x="10818" y="0"/>
                  </a:moveTo>
                  <a:lnTo>
                    <a:pt x="32315" y="4456"/>
                  </a:lnTo>
                  <a:lnTo>
                    <a:pt x="21400" y="58596"/>
                  </a:lnTo>
                  <a:lnTo>
                    <a:pt x="0" y="55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726131" y="2243911"/>
              <a:ext cx="87042" cy="37011"/>
            </a:xfrm>
            <a:custGeom>
              <a:avLst/>
              <a:pathLst>
                <a:path w="87042" h="37011">
                  <a:moveTo>
                    <a:pt x="0" y="15862"/>
                  </a:moveTo>
                  <a:lnTo>
                    <a:pt x="14261" y="13490"/>
                  </a:lnTo>
                  <a:lnTo>
                    <a:pt x="45387" y="9488"/>
                  </a:lnTo>
                  <a:lnTo>
                    <a:pt x="61695" y="7236"/>
                  </a:lnTo>
                  <a:lnTo>
                    <a:pt x="68102" y="3843"/>
                  </a:lnTo>
                  <a:lnTo>
                    <a:pt x="75230" y="0"/>
                  </a:lnTo>
                  <a:lnTo>
                    <a:pt x="77085" y="862"/>
                  </a:lnTo>
                  <a:lnTo>
                    <a:pt x="87042" y="19528"/>
                  </a:lnTo>
                  <a:lnTo>
                    <a:pt x="82616" y="22331"/>
                  </a:lnTo>
                  <a:lnTo>
                    <a:pt x="77417" y="25494"/>
                  </a:lnTo>
                  <a:lnTo>
                    <a:pt x="68495" y="28728"/>
                  </a:lnTo>
                  <a:lnTo>
                    <a:pt x="60557" y="30597"/>
                  </a:lnTo>
                  <a:lnTo>
                    <a:pt x="50089" y="32035"/>
                  </a:lnTo>
                  <a:lnTo>
                    <a:pt x="24745" y="34596"/>
                  </a:lnTo>
                  <a:lnTo>
                    <a:pt x="4007" y="3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739533" y="2363978"/>
              <a:ext cx="30720" cy="77379"/>
            </a:xfrm>
            <a:custGeom>
              <a:avLst/>
              <a:pathLst>
                <a:path w="30720" h="77379">
                  <a:moveTo>
                    <a:pt x="0" y="2093"/>
                  </a:moveTo>
                  <a:lnTo>
                    <a:pt x="21568" y="0"/>
                  </a:lnTo>
                  <a:lnTo>
                    <a:pt x="30720" y="76221"/>
                  </a:lnTo>
                  <a:lnTo>
                    <a:pt x="19528" y="77379"/>
                  </a:lnTo>
                  <a:lnTo>
                    <a:pt x="8285" y="77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20307" y="2167730"/>
              <a:ext cx="35067" cy="69076"/>
            </a:xfrm>
            <a:custGeom>
              <a:avLst/>
              <a:pathLst>
                <a:path w="35067" h="69076">
                  <a:moveTo>
                    <a:pt x="11602" y="0"/>
                  </a:moveTo>
                  <a:lnTo>
                    <a:pt x="32116" y="4169"/>
                  </a:lnTo>
                  <a:lnTo>
                    <a:pt x="35067" y="9272"/>
                  </a:lnTo>
                  <a:lnTo>
                    <a:pt x="22772" y="69076"/>
                  </a:lnTo>
                  <a:lnTo>
                    <a:pt x="0" y="64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55919" y="2164487"/>
              <a:ext cx="29383" cy="56839"/>
            </a:xfrm>
            <a:custGeom>
              <a:avLst/>
              <a:pathLst>
                <a:path w="29383" h="56839">
                  <a:moveTo>
                    <a:pt x="674" y="1380"/>
                  </a:moveTo>
                  <a:lnTo>
                    <a:pt x="10284" y="0"/>
                  </a:lnTo>
                  <a:lnTo>
                    <a:pt x="14331" y="30017"/>
                  </a:lnTo>
                  <a:lnTo>
                    <a:pt x="23183" y="28809"/>
                  </a:lnTo>
                  <a:lnTo>
                    <a:pt x="24592" y="34401"/>
                  </a:lnTo>
                  <a:lnTo>
                    <a:pt x="26527" y="38717"/>
                  </a:lnTo>
                  <a:lnTo>
                    <a:pt x="29383" y="53899"/>
                  </a:lnTo>
                  <a:lnTo>
                    <a:pt x="6649" y="56839"/>
                  </a:lnTo>
                  <a:lnTo>
                    <a:pt x="0" y="13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45495" y="2175164"/>
              <a:ext cx="36441" cy="79245"/>
            </a:xfrm>
            <a:custGeom>
              <a:avLst/>
              <a:pathLst>
                <a:path w="36441" h="79245">
                  <a:moveTo>
                    <a:pt x="14818" y="0"/>
                  </a:moveTo>
                  <a:lnTo>
                    <a:pt x="36441" y="3800"/>
                  </a:lnTo>
                  <a:lnTo>
                    <a:pt x="22503" y="79245"/>
                  </a:lnTo>
                  <a:lnTo>
                    <a:pt x="0" y="74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724972" y="2173258"/>
              <a:ext cx="31544" cy="48259"/>
            </a:xfrm>
            <a:custGeom>
              <a:avLst/>
              <a:pathLst>
                <a:path w="31544" h="48259">
                  <a:moveTo>
                    <a:pt x="0" y="48259"/>
                  </a:moveTo>
                  <a:lnTo>
                    <a:pt x="1614" y="31995"/>
                  </a:lnTo>
                  <a:lnTo>
                    <a:pt x="3159" y="24663"/>
                  </a:lnTo>
                  <a:lnTo>
                    <a:pt x="5267" y="20781"/>
                  </a:lnTo>
                  <a:lnTo>
                    <a:pt x="6625" y="9662"/>
                  </a:lnTo>
                  <a:lnTo>
                    <a:pt x="9837" y="1966"/>
                  </a:lnTo>
                  <a:lnTo>
                    <a:pt x="24424" y="0"/>
                  </a:lnTo>
                  <a:lnTo>
                    <a:pt x="31544" y="45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67113" y="2206294"/>
              <a:ext cx="50097" cy="36227"/>
            </a:xfrm>
            <a:custGeom>
              <a:avLst/>
              <a:pathLst>
                <a:path w="50097" h="36227">
                  <a:moveTo>
                    <a:pt x="5206" y="0"/>
                  </a:moveTo>
                  <a:lnTo>
                    <a:pt x="50097" y="8050"/>
                  </a:lnTo>
                  <a:lnTo>
                    <a:pt x="45109" y="36227"/>
                  </a:lnTo>
                  <a:lnTo>
                    <a:pt x="0" y="28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73508" y="2378881"/>
              <a:ext cx="31625" cy="52182"/>
            </a:xfrm>
            <a:custGeom>
              <a:avLst/>
              <a:pathLst>
                <a:path w="31625" h="52182">
                  <a:moveTo>
                    <a:pt x="0" y="47744"/>
                  </a:moveTo>
                  <a:lnTo>
                    <a:pt x="9537" y="0"/>
                  </a:lnTo>
                  <a:lnTo>
                    <a:pt x="31625" y="3747"/>
                  </a:lnTo>
                  <a:lnTo>
                    <a:pt x="22388" y="52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550366" y="2273762"/>
              <a:ext cx="24300" cy="30570"/>
            </a:xfrm>
            <a:custGeom>
              <a:avLst/>
              <a:pathLst>
                <a:path w="24300" h="30570">
                  <a:moveTo>
                    <a:pt x="0" y="26613"/>
                  </a:moveTo>
                  <a:lnTo>
                    <a:pt x="4566" y="0"/>
                  </a:lnTo>
                  <a:lnTo>
                    <a:pt x="24300" y="3831"/>
                  </a:lnTo>
                  <a:lnTo>
                    <a:pt x="19073" y="30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813586" y="2448665"/>
              <a:ext cx="29755" cy="28981"/>
            </a:xfrm>
            <a:custGeom>
              <a:avLst/>
              <a:pathLst>
                <a:path w="29755" h="28981">
                  <a:moveTo>
                    <a:pt x="2697" y="8240"/>
                  </a:moveTo>
                  <a:lnTo>
                    <a:pt x="5138" y="5692"/>
                  </a:lnTo>
                  <a:lnTo>
                    <a:pt x="15817" y="0"/>
                  </a:lnTo>
                  <a:lnTo>
                    <a:pt x="29755" y="25215"/>
                  </a:lnTo>
                  <a:lnTo>
                    <a:pt x="23629" y="28981"/>
                  </a:lnTo>
                  <a:lnTo>
                    <a:pt x="0" y="24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77033" y="2255700"/>
              <a:ext cx="20232" cy="28202"/>
            </a:xfrm>
            <a:custGeom>
              <a:avLst/>
              <a:pathLst>
                <a:path w="20232" h="28202">
                  <a:moveTo>
                    <a:pt x="15511" y="833"/>
                  </a:moveTo>
                  <a:lnTo>
                    <a:pt x="17223" y="2669"/>
                  </a:lnTo>
                  <a:lnTo>
                    <a:pt x="20232" y="26020"/>
                  </a:lnTo>
                  <a:lnTo>
                    <a:pt x="3588" y="28202"/>
                  </a:lnTo>
                  <a:lnTo>
                    <a:pt x="0" y="4197"/>
                  </a:lnTo>
                  <a:lnTo>
                    <a:pt x="337" y="747"/>
                  </a:lnTo>
                  <a:lnTo>
                    <a:pt x="5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660780" y="2262485"/>
              <a:ext cx="21311" cy="68832"/>
            </a:xfrm>
            <a:custGeom>
              <a:avLst/>
              <a:pathLst>
                <a:path w="21311" h="68832">
                  <a:moveTo>
                    <a:pt x="12712" y="0"/>
                  </a:moveTo>
                  <a:lnTo>
                    <a:pt x="21311" y="68832"/>
                  </a:lnTo>
                  <a:lnTo>
                    <a:pt x="0" y="66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415938" y="2235580"/>
              <a:ext cx="26563" cy="25536"/>
            </a:xfrm>
            <a:custGeom>
              <a:avLst/>
              <a:pathLst>
                <a:path w="26563" h="25536">
                  <a:moveTo>
                    <a:pt x="0" y="21391"/>
                  </a:moveTo>
                  <a:lnTo>
                    <a:pt x="3821" y="0"/>
                  </a:lnTo>
                  <a:lnTo>
                    <a:pt x="26563" y="4360"/>
                  </a:lnTo>
                  <a:lnTo>
                    <a:pt x="22516" y="25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41627" y="2144590"/>
              <a:ext cx="33720" cy="24496"/>
            </a:xfrm>
            <a:custGeom>
              <a:avLst/>
              <a:pathLst>
                <a:path w="33720" h="24496">
                  <a:moveTo>
                    <a:pt x="0" y="18688"/>
                  </a:moveTo>
                  <a:lnTo>
                    <a:pt x="4046" y="0"/>
                  </a:lnTo>
                  <a:lnTo>
                    <a:pt x="33720" y="5290"/>
                  </a:lnTo>
                  <a:lnTo>
                    <a:pt x="30011" y="24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340814" y="2335019"/>
              <a:ext cx="52213" cy="28579"/>
            </a:xfrm>
            <a:custGeom>
              <a:avLst/>
              <a:pathLst>
                <a:path w="52213" h="28579">
                  <a:moveTo>
                    <a:pt x="0" y="18987"/>
                  </a:moveTo>
                  <a:lnTo>
                    <a:pt x="3885" y="0"/>
                  </a:lnTo>
                  <a:lnTo>
                    <a:pt x="52213" y="9948"/>
                  </a:lnTo>
                  <a:lnTo>
                    <a:pt x="48335" y="2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90217" y="2347251"/>
              <a:ext cx="84864" cy="58924"/>
            </a:xfrm>
            <a:custGeom>
              <a:avLst/>
              <a:pathLst>
                <a:path w="84864" h="58924">
                  <a:moveTo>
                    <a:pt x="0" y="42437"/>
                  </a:moveTo>
                  <a:lnTo>
                    <a:pt x="9104" y="0"/>
                  </a:lnTo>
                  <a:lnTo>
                    <a:pt x="84864" y="13915"/>
                  </a:lnTo>
                  <a:lnTo>
                    <a:pt x="76507" y="5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374686" y="2186606"/>
              <a:ext cx="45929" cy="22328"/>
            </a:xfrm>
            <a:custGeom>
              <a:avLst/>
              <a:pathLst>
                <a:path w="45929" h="22328">
                  <a:moveTo>
                    <a:pt x="1972" y="0"/>
                  </a:moveTo>
                  <a:lnTo>
                    <a:pt x="45929" y="7669"/>
                  </a:lnTo>
                  <a:lnTo>
                    <a:pt x="43254" y="22328"/>
                  </a:lnTo>
                  <a:lnTo>
                    <a:pt x="0" y="14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721879" y="2222963"/>
              <a:ext cx="66392" cy="30467"/>
            </a:xfrm>
            <a:custGeom>
              <a:avLst/>
              <a:pathLst>
                <a:path w="66392" h="30467">
                  <a:moveTo>
                    <a:pt x="2124" y="30467"/>
                  </a:moveTo>
                  <a:lnTo>
                    <a:pt x="0" y="6900"/>
                  </a:lnTo>
                  <a:lnTo>
                    <a:pt x="62664" y="0"/>
                  </a:lnTo>
                  <a:lnTo>
                    <a:pt x="66392" y="22274"/>
                  </a:lnTo>
                  <a:lnTo>
                    <a:pt x="65239" y="22864"/>
                  </a:lnTo>
                  <a:lnTo>
                    <a:pt x="35171" y="27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59736" y="2239972"/>
              <a:ext cx="50870" cy="39208"/>
            </a:xfrm>
            <a:custGeom>
              <a:avLst/>
              <a:pathLst>
                <a:path w="50870" h="39208">
                  <a:moveTo>
                    <a:pt x="6695" y="0"/>
                  </a:moveTo>
                  <a:lnTo>
                    <a:pt x="50870" y="7940"/>
                  </a:lnTo>
                  <a:lnTo>
                    <a:pt x="45249" y="39208"/>
                  </a:lnTo>
                  <a:lnTo>
                    <a:pt x="0" y="30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411367" y="2258744"/>
              <a:ext cx="27846" cy="25075"/>
            </a:xfrm>
            <a:custGeom>
              <a:avLst/>
              <a:pathLst>
                <a:path w="27846" h="25075">
                  <a:moveTo>
                    <a:pt x="4030" y="0"/>
                  </a:moveTo>
                  <a:lnTo>
                    <a:pt x="27846" y="3809"/>
                  </a:lnTo>
                  <a:lnTo>
                    <a:pt x="21765" y="25075"/>
                  </a:lnTo>
                  <a:lnTo>
                    <a:pt x="0" y="21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38619" y="2255359"/>
              <a:ext cx="27991" cy="34409"/>
            </a:xfrm>
            <a:custGeom>
              <a:avLst/>
              <a:pathLst>
                <a:path w="27991" h="34409">
                  <a:moveTo>
                    <a:pt x="6041" y="0"/>
                  </a:moveTo>
                  <a:lnTo>
                    <a:pt x="27991" y="4489"/>
                  </a:lnTo>
                  <a:lnTo>
                    <a:pt x="22735" y="34409"/>
                  </a:lnTo>
                  <a:lnTo>
                    <a:pt x="0" y="29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729723" y="2285162"/>
              <a:ext cx="31135" cy="78672"/>
            </a:xfrm>
            <a:custGeom>
              <a:avLst/>
              <a:pathLst>
                <a:path w="31135" h="78672">
                  <a:moveTo>
                    <a:pt x="9832" y="78672"/>
                  </a:moveTo>
                  <a:lnTo>
                    <a:pt x="0" y="2120"/>
                  </a:lnTo>
                  <a:lnTo>
                    <a:pt x="21813" y="0"/>
                  </a:lnTo>
                  <a:lnTo>
                    <a:pt x="31135" y="76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9663" y="2313856"/>
              <a:ext cx="61540" cy="48446"/>
            </a:xfrm>
            <a:custGeom>
              <a:avLst/>
              <a:pathLst>
                <a:path w="61540" h="48446">
                  <a:moveTo>
                    <a:pt x="3203" y="0"/>
                  </a:moveTo>
                  <a:lnTo>
                    <a:pt x="61540" y="11960"/>
                  </a:lnTo>
                  <a:lnTo>
                    <a:pt x="55339" y="48446"/>
                  </a:lnTo>
                  <a:lnTo>
                    <a:pt x="15005" y="40712"/>
                  </a:lnTo>
                  <a:lnTo>
                    <a:pt x="17253" y="26394"/>
                  </a:lnTo>
                  <a:lnTo>
                    <a:pt x="34395" y="28866"/>
                  </a:lnTo>
                  <a:lnTo>
                    <a:pt x="35597" y="24188"/>
                  </a:lnTo>
                  <a:lnTo>
                    <a:pt x="0" y="1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760166" y="2309246"/>
              <a:ext cx="29973" cy="73318"/>
            </a:xfrm>
            <a:custGeom>
              <a:avLst/>
              <a:pathLst>
                <a:path w="29973" h="73318">
                  <a:moveTo>
                    <a:pt x="8584" y="73318"/>
                  </a:moveTo>
                  <a:lnTo>
                    <a:pt x="0" y="2860"/>
                  </a:lnTo>
                  <a:lnTo>
                    <a:pt x="22259" y="0"/>
                  </a:lnTo>
                  <a:lnTo>
                    <a:pt x="29973" y="64266"/>
                  </a:lnTo>
                  <a:lnTo>
                    <a:pt x="18270" y="71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527142" y="2327222"/>
              <a:ext cx="57789" cy="39039"/>
            </a:xfrm>
            <a:custGeom>
              <a:avLst/>
              <a:pathLst>
                <a:path w="57789" h="39039">
                  <a:moveTo>
                    <a:pt x="1925" y="0"/>
                  </a:moveTo>
                  <a:lnTo>
                    <a:pt x="57789" y="10868"/>
                  </a:lnTo>
                  <a:lnTo>
                    <a:pt x="52709" y="39039"/>
                  </a:lnTo>
                  <a:lnTo>
                    <a:pt x="43014" y="37170"/>
                  </a:lnTo>
                  <a:lnTo>
                    <a:pt x="44118" y="30552"/>
                  </a:lnTo>
                  <a:lnTo>
                    <a:pt x="0" y="21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70012" y="2355686"/>
              <a:ext cx="73481" cy="55031"/>
            </a:xfrm>
            <a:custGeom>
              <a:avLst/>
              <a:pathLst>
                <a:path w="73481" h="55031">
                  <a:moveTo>
                    <a:pt x="0" y="32029"/>
                  </a:moveTo>
                  <a:lnTo>
                    <a:pt x="11413" y="28870"/>
                  </a:lnTo>
                  <a:lnTo>
                    <a:pt x="62720" y="0"/>
                  </a:lnTo>
                  <a:lnTo>
                    <a:pt x="73481" y="20136"/>
                  </a:lnTo>
                  <a:lnTo>
                    <a:pt x="44455" y="36572"/>
                  </a:lnTo>
                  <a:lnTo>
                    <a:pt x="29000" y="45544"/>
                  </a:lnTo>
                  <a:lnTo>
                    <a:pt x="20850" y="49857"/>
                  </a:lnTo>
                  <a:lnTo>
                    <a:pt x="13207" y="53076"/>
                  </a:lnTo>
                  <a:lnTo>
                    <a:pt x="3203" y="55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477005" y="2360982"/>
              <a:ext cx="101640" cy="38806"/>
            </a:xfrm>
            <a:custGeom>
              <a:avLst/>
              <a:pathLst>
                <a:path w="101640" h="38806">
                  <a:moveTo>
                    <a:pt x="0" y="18506"/>
                  </a:moveTo>
                  <a:lnTo>
                    <a:pt x="3046" y="0"/>
                  </a:lnTo>
                  <a:lnTo>
                    <a:pt x="101640" y="19512"/>
                  </a:lnTo>
                  <a:lnTo>
                    <a:pt x="97146" y="3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334906" y="2358825"/>
              <a:ext cx="53062" cy="30713"/>
            </a:xfrm>
            <a:custGeom>
              <a:avLst/>
              <a:pathLst>
                <a:path w="53062" h="30713">
                  <a:moveTo>
                    <a:pt x="0" y="18473"/>
                  </a:moveTo>
                  <a:lnTo>
                    <a:pt x="4533" y="0"/>
                  </a:lnTo>
                  <a:lnTo>
                    <a:pt x="53062" y="10961"/>
                  </a:lnTo>
                  <a:lnTo>
                    <a:pt x="49405" y="3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749233" y="2445799"/>
              <a:ext cx="25676" cy="24049"/>
            </a:xfrm>
            <a:custGeom>
              <a:avLst/>
              <a:pathLst>
                <a:path w="25676" h="24049">
                  <a:moveTo>
                    <a:pt x="0" y="2570"/>
                  </a:moveTo>
                  <a:lnTo>
                    <a:pt x="21974" y="0"/>
                  </a:lnTo>
                  <a:lnTo>
                    <a:pt x="25676" y="24049"/>
                  </a:lnTo>
                  <a:lnTo>
                    <a:pt x="1305" y="18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73981" y="2381116"/>
              <a:ext cx="83199" cy="57344"/>
            </a:xfrm>
            <a:custGeom>
              <a:avLst/>
              <a:pathLst>
                <a:path w="83199" h="57344">
                  <a:moveTo>
                    <a:pt x="28156" y="50903"/>
                  </a:moveTo>
                  <a:lnTo>
                    <a:pt x="15118" y="55274"/>
                  </a:lnTo>
                  <a:lnTo>
                    <a:pt x="3315" y="57344"/>
                  </a:lnTo>
                  <a:lnTo>
                    <a:pt x="0" y="35095"/>
                  </a:lnTo>
                  <a:lnTo>
                    <a:pt x="18125" y="31213"/>
                  </a:lnTo>
                  <a:lnTo>
                    <a:pt x="72704" y="0"/>
                  </a:lnTo>
                  <a:lnTo>
                    <a:pt x="83199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472684" y="2384552"/>
              <a:ext cx="99356" cy="39948"/>
            </a:xfrm>
            <a:custGeom>
              <a:avLst/>
              <a:pathLst>
                <a:path w="99356" h="39948">
                  <a:moveTo>
                    <a:pt x="0" y="18473"/>
                  </a:moveTo>
                  <a:lnTo>
                    <a:pt x="3969" y="0"/>
                  </a:lnTo>
                  <a:lnTo>
                    <a:pt x="99356" y="21233"/>
                  </a:lnTo>
                  <a:lnTo>
                    <a:pt x="96164" y="39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734282" y="2143293"/>
              <a:ext cx="16850" cy="29002"/>
            </a:xfrm>
            <a:custGeom>
              <a:avLst/>
              <a:pathLst>
                <a:path w="16850" h="29002">
                  <a:moveTo>
                    <a:pt x="12888" y="0"/>
                  </a:moveTo>
                  <a:lnTo>
                    <a:pt x="16850" y="27515"/>
                  </a:lnTo>
                  <a:lnTo>
                    <a:pt x="0" y="29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524196" y="2351711"/>
              <a:ext cx="55520" cy="23288"/>
            </a:xfrm>
            <a:custGeom>
              <a:avLst/>
              <a:pathLst>
                <a:path w="55520" h="23288">
                  <a:moveTo>
                    <a:pt x="55520" y="17113"/>
                  </a:moveTo>
                  <a:lnTo>
                    <a:pt x="54587" y="23288"/>
                  </a:lnTo>
                  <a:lnTo>
                    <a:pt x="47986" y="21942"/>
                  </a:lnTo>
                  <a:lnTo>
                    <a:pt x="42621" y="20849"/>
                  </a:lnTo>
                  <a:lnTo>
                    <a:pt x="41965" y="20408"/>
                  </a:lnTo>
                  <a:lnTo>
                    <a:pt x="40854" y="20201"/>
                  </a:lnTo>
                  <a:lnTo>
                    <a:pt x="32358" y="18617"/>
                  </a:lnTo>
                  <a:lnTo>
                    <a:pt x="20549" y="16416"/>
                  </a:lnTo>
                  <a:lnTo>
                    <a:pt x="0" y="12585"/>
                  </a:lnTo>
                  <a:lnTo>
                    <a:pt x="1738" y="0"/>
                  </a:lnTo>
                  <a:lnTo>
                    <a:pt x="22899" y="4377"/>
                  </a:lnTo>
                  <a:lnTo>
                    <a:pt x="34253" y="6726"/>
                  </a:lnTo>
                  <a:lnTo>
                    <a:pt x="43775" y="8696"/>
                  </a:lnTo>
                  <a:lnTo>
                    <a:pt x="43741" y="8921"/>
                  </a:lnTo>
                  <a:lnTo>
                    <a:pt x="42884" y="14464"/>
                  </a:lnTo>
                  <a:lnTo>
                    <a:pt x="43492" y="14611"/>
                  </a:lnTo>
                  <a:lnTo>
                    <a:pt x="49352" y="15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92923" y="2332095"/>
              <a:ext cx="35556" cy="37407"/>
            </a:xfrm>
            <a:custGeom>
              <a:avLst/>
              <a:pathLst>
                <a:path w="35556" h="37407">
                  <a:moveTo>
                    <a:pt x="0" y="11134"/>
                  </a:moveTo>
                  <a:lnTo>
                    <a:pt x="25247" y="0"/>
                  </a:lnTo>
                  <a:lnTo>
                    <a:pt x="35556" y="18340"/>
                  </a:lnTo>
                  <a:lnTo>
                    <a:pt x="2934" y="3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87621" y="2304234"/>
              <a:ext cx="29981" cy="33263"/>
            </a:xfrm>
            <a:custGeom>
              <a:avLst/>
              <a:pathLst>
                <a:path w="29981" h="33263">
                  <a:moveTo>
                    <a:pt x="0" y="4338"/>
                  </a:moveTo>
                  <a:lnTo>
                    <a:pt x="12270" y="2595"/>
                  </a:lnTo>
                  <a:lnTo>
                    <a:pt x="17690" y="0"/>
                  </a:lnTo>
                  <a:lnTo>
                    <a:pt x="29981" y="23758"/>
                  </a:lnTo>
                  <a:lnTo>
                    <a:pt x="3372" y="33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54895" y="2335384"/>
              <a:ext cx="20665" cy="19148"/>
            </a:xfrm>
            <a:custGeom>
              <a:avLst/>
              <a:pathLst>
                <a:path w="20665" h="19148">
                  <a:moveTo>
                    <a:pt x="2962" y="0"/>
                  </a:moveTo>
                  <a:lnTo>
                    <a:pt x="20665" y="4226"/>
                  </a:lnTo>
                  <a:lnTo>
                    <a:pt x="18558" y="19148"/>
                  </a:lnTo>
                  <a:lnTo>
                    <a:pt x="0" y="1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810157" y="2429631"/>
              <a:ext cx="18571" cy="23881"/>
            </a:xfrm>
            <a:custGeom>
              <a:avLst/>
              <a:pathLst>
                <a:path w="18571" h="23881">
                  <a:moveTo>
                    <a:pt x="7668" y="0"/>
                  </a:moveTo>
                  <a:lnTo>
                    <a:pt x="18571" y="18171"/>
                  </a:lnTo>
                  <a:lnTo>
                    <a:pt x="8150" y="23881"/>
                  </a:lnTo>
                  <a:lnTo>
                    <a:pt x="0" y="8658"/>
                  </a:lnTo>
                  <a:lnTo>
                    <a:pt x="1149" y="34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195772" y="2114035"/>
              <a:ext cx="208285" cy="262815"/>
            </a:xfrm>
            <a:custGeom>
              <a:avLst/>
              <a:pathLst>
                <a:path w="208285" h="262815">
                  <a:moveTo>
                    <a:pt x="133530" y="262815"/>
                  </a:moveTo>
                  <a:lnTo>
                    <a:pt x="0" y="237987"/>
                  </a:lnTo>
                  <a:lnTo>
                    <a:pt x="6814" y="194895"/>
                  </a:lnTo>
                  <a:lnTo>
                    <a:pt x="16643" y="145691"/>
                  </a:lnTo>
                  <a:lnTo>
                    <a:pt x="31458" y="60422"/>
                  </a:lnTo>
                  <a:lnTo>
                    <a:pt x="38090" y="27529"/>
                  </a:lnTo>
                  <a:lnTo>
                    <a:pt x="45677" y="17696"/>
                  </a:lnTo>
                  <a:lnTo>
                    <a:pt x="56918" y="6540"/>
                  </a:lnTo>
                  <a:lnTo>
                    <a:pt x="69844" y="905"/>
                  </a:lnTo>
                  <a:lnTo>
                    <a:pt x="84596" y="0"/>
                  </a:lnTo>
                  <a:lnTo>
                    <a:pt x="163975" y="13053"/>
                  </a:lnTo>
                  <a:lnTo>
                    <a:pt x="172580" y="46103"/>
                  </a:lnTo>
                  <a:lnTo>
                    <a:pt x="178807" y="48083"/>
                  </a:lnTo>
                  <a:lnTo>
                    <a:pt x="173266" y="84732"/>
                  </a:lnTo>
                  <a:lnTo>
                    <a:pt x="156939" y="159435"/>
                  </a:lnTo>
                  <a:lnTo>
                    <a:pt x="159329" y="159994"/>
                  </a:lnTo>
                  <a:lnTo>
                    <a:pt x="208285" y="171440"/>
                  </a:lnTo>
                  <a:lnTo>
                    <a:pt x="198265" y="225599"/>
                  </a:lnTo>
                  <a:lnTo>
                    <a:pt x="149348" y="216138"/>
                  </a:lnTo>
                  <a:lnTo>
                    <a:pt x="143123" y="214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584159" y="2283287"/>
              <a:ext cx="43627" cy="95863"/>
            </a:xfrm>
            <a:custGeom>
              <a:avLst/>
              <a:pathLst>
                <a:path w="43627" h="95863">
                  <a:moveTo>
                    <a:pt x="0" y="91727"/>
                  </a:moveTo>
                  <a:lnTo>
                    <a:pt x="17662" y="0"/>
                  </a:lnTo>
                  <a:lnTo>
                    <a:pt x="43627" y="5606"/>
                  </a:lnTo>
                  <a:lnTo>
                    <a:pt x="21907" y="95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571711" y="2278283"/>
              <a:ext cx="24284" cy="30275"/>
            </a:xfrm>
            <a:custGeom>
              <a:avLst/>
              <a:pathLst>
                <a:path w="24284" h="30275">
                  <a:moveTo>
                    <a:pt x="0" y="26851"/>
                  </a:moveTo>
                  <a:lnTo>
                    <a:pt x="4388" y="0"/>
                  </a:lnTo>
                  <a:lnTo>
                    <a:pt x="24284" y="4312"/>
                  </a:lnTo>
                  <a:lnTo>
                    <a:pt x="19563" y="3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376827" y="2159630"/>
              <a:ext cx="48026" cy="32500"/>
            </a:xfrm>
            <a:custGeom>
              <a:avLst/>
              <a:pathLst>
                <a:path w="48026" h="32500">
                  <a:moveTo>
                    <a:pt x="48026" y="7666"/>
                  </a:moveTo>
                  <a:lnTo>
                    <a:pt x="44794" y="32500"/>
                  </a:lnTo>
                  <a:lnTo>
                    <a:pt x="0" y="24330"/>
                  </a:lnTo>
                  <a:lnTo>
                    <a:pt x="2926" y="0"/>
                  </a:lnTo>
                  <a:lnTo>
                    <a:pt x="24539" y="2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99685" y="2441003"/>
              <a:ext cx="15811" cy="31461"/>
            </a:xfrm>
            <a:custGeom>
              <a:avLst/>
              <a:pathLst>
                <a:path w="15811" h="31461">
                  <a:moveTo>
                    <a:pt x="15642" y="8714"/>
                  </a:moveTo>
                  <a:lnTo>
                    <a:pt x="15811" y="15960"/>
                  </a:lnTo>
                  <a:lnTo>
                    <a:pt x="13794" y="15886"/>
                  </a:lnTo>
                  <a:lnTo>
                    <a:pt x="12127" y="31461"/>
                  </a:lnTo>
                  <a:lnTo>
                    <a:pt x="0" y="29442"/>
                  </a:lnTo>
                  <a:lnTo>
                    <a:pt x="5282" y="5290"/>
                  </a:lnTo>
                  <a:lnTo>
                    <a:pt x="8317" y="5462"/>
                  </a:lnTo>
                  <a:lnTo>
                    <a:pt x="8598" y="0"/>
                  </a:lnTo>
                  <a:lnTo>
                    <a:pt x="11240" y="230"/>
                  </a:lnTo>
                  <a:lnTo>
                    <a:pt x="11886" y="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652026" y="2137328"/>
              <a:ext cx="77169" cy="144209"/>
            </a:xfrm>
            <a:custGeom>
              <a:avLst/>
              <a:pathLst>
                <a:path w="77169" h="144209">
                  <a:moveTo>
                    <a:pt x="4153" y="108616"/>
                  </a:moveTo>
                  <a:lnTo>
                    <a:pt x="0" y="107707"/>
                  </a:lnTo>
                  <a:lnTo>
                    <a:pt x="8504" y="61586"/>
                  </a:lnTo>
                  <a:lnTo>
                    <a:pt x="12527" y="35011"/>
                  </a:lnTo>
                  <a:lnTo>
                    <a:pt x="17019" y="12162"/>
                  </a:lnTo>
                  <a:lnTo>
                    <a:pt x="66589" y="5779"/>
                  </a:lnTo>
                  <a:lnTo>
                    <a:pt x="73171" y="808"/>
                  </a:lnTo>
                  <a:lnTo>
                    <a:pt x="77169" y="0"/>
                  </a:lnTo>
                  <a:lnTo>
                    <a:pt x="72178" y="33093"/>
                  </a:lnTo>
                  <a:lnTo>
                    <a:pt x="71595" y="41049"/>
                  </a:lnTo>
                  <a:lnTo>
                    <a:pt x="72458" y="44942"/>
                  </a:lnTo>
                  <a:lnTo>
                    <a:pt x="66276" y="61187"/>
                  </a:lnTo>
                  <a:lnTo>
                    <a:pt x="57495" y="93965"/>
                  </a:lnTo>
                  <a:lnTo>
                    <a:pt x="60305" y="94971"/>
                  </a:lnTo>
                  <a:lnTo>
                    <a:pt x="63115" y="119769"/>
                  </a:lnTo>
                  <a:lnTo>
                    <a:pt x="65359" y="142570"/>
                  </a:lnTo>
                  <a:lnTo>
                    <a:pt x="49907" y="144209"/>
                  </a:lnTo>
                  <a:lnTo>
                    <a:pt x="45453" y="116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634229" y="2249332"/>
              <a:ext cx="35262" cy="77803"/>
            </a:xfrm>
            <a:custGeom>
              <a:avLst/>
              <a:pathLst>
                <a:path w="35262" h="77803">
                  <a:moveTo>
                    <a:pt x="21388" y="925"/>
                  </a:moveTo>
                  <a:lnTo>
                    <a:pt x="35262" y="4157"/>
                  </a:lnTo>
                  <a:lnTo>
                    <a:pt x="21790" y="77803"/>
                  </a:lnTo>
                  <a:lnTo>
                    <a:pt x="0" y="74264"/>
                  </a:lnTo>
                  <a:lnTo>
                    <a:pt x="3653" y="57461"/>
                  </a:lnTo>
                  <a:lnTo>
                    <a:pt x="14499" y="13584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80116" y="2111404"/>
              <a:ext cx="47761" cy="62269"/>
            </a:xfrm>
            <a:custGeom>
              <a:avLst/>
              <a:pathLst>
                <a:path w="47761" h="62269">
                  <a:moveTo>
                    <a:pt x="10907" y="22592"/>
                  </a:moveTo>
                  <a:lnTo>
                    <a:pt x="7872" y="18796"/>
                  </a:lnTo>
                  <a:lnTo>
                    <a:pt x="3826" y="15691"/>
                  </a:lnTo>
                  <a:lnTo>
                    <a:pt x="0" y="13771"/>
                  </a:lnTo>
                  <a:lnTo>
                    <a:pt x="7797" y="0"/>
                  </a:lnTo>
                  <a:lnTo>
                    <a:pt x="12560" y="1897"/>
                  </a:lnTo>
                  <a:lnTo>
                    <a:pt x="20850" y="9775"/>
                  </a:lnTo>
                  <a:lnTo>
                    <a:pt x="25065" y="14433"/>
                  </a:lnTo>
                  <a:lnTo>
                    <a:pt x="30329" y="21262"/>
                  </a:lnTo>
                  <a:lnTo>
                    <a:pt x="47761" y="54582"/>
                  </a:lnTo>
                  <a:lnTo>
                    <a:pt x="34849" y="62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934655" y="2105466"/>
              <a:ext cx="52212" cy="21048"/>
            </a:xfrm>
            <a:custGeom>
              <a:avLst/>
              <a:pathLst>
                <a:path w="52212" h="21048">
                  <a:moveTo>
                    <a:pt x="52212" y="3852"/>
                  </a:moveTo>
                  <a:lnTo>
                    <a:pt x="43725" y="19263"/>
                  </a:lnTo>
                  <a:lnTo>
                    <a:pt x="35464" y="17653"/>
                  </a:lnTo>
                  <a:lnTo>
                    <a:pt x="24504" y="18516"/>
                  </a:lnTo>
                  <a:lnTo>
                    <a:pt x="9770" y="21048"/>
                  </a:lnTo>
                  <a:lnTo>
                    <a:pt x="0" y="3537"/>
                  </a:lnTo>
                  <a:lnTo>
                    <a:pt x="10791" y="2300"/>
                  </a:lnTo>
                  <a:lnTo>
                    <a:pt x="22818" y="460"/>
                  </a:lnTo>
                  <a:lnTo>
                    <a:pt x="32260" y="0"/>
                  </a:lnTo>
                  <a:lnTo>
                    <a:pt x="40850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906668" y="2110526"/>
              <a:ext cx="49963" cy="54183"/>
            </a:xfrm>
            <a:custGeom>
              <a:avLst/>
              <a:pathLst>
                <a:path w="49963" h="54183">
                  <a:moveTo>
                    <a:pt x="32477" y="54183"/>
                  </a:moveTo>
                  <a:lnTo>
                    <a:pt x="0" y="2242"/>
                  </a:lnTo>
                  <a:lnTo>
                    <a:pt x="22480" y="0"/>
                  </a:lnTo>
                  <a:lnTo>
                    <a:pt x="49963" y="43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99183" y="2120900"/>
              <a:ext cx="68128" cy="31799"/>
            </a:xfrm>
            <a:custGeom>
              <a:avLst/>
              <a:pathLst>
                <a:path w="68128" h="31799">
                  <a:moveTo>
                    <a:pt x="0" y="9742"/>
                  </a:moveTo>
                  <a:lnTo>
                    <a:pt x="60878" y="0"/>
                  </a:lnTo>
                  <a:lnTo>
                    <a:pt x="68128" y="18343"/>
                  </a:lnTo>
                  <a:lnTo>
                    <a:pt x="60934" y="22599"/>
                  </a:lnTo>
                  <a:lnTo>
                    <a:pt x="54864" y="24439"/>
                  </a:lnTo>
                  <a:lnTo>
                    <a:pt x="23672" y="29671"/>
                  </a:lnTo>
                  <a:lnTo>
                    <a:pt x="2709" y="31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036686" y="2199698"/>
              <a:ext cx="36601" cy="46502"/>
            </a:xfrm>
            <a:custGeom>
              <a:avLst/>
              <a:pathLst>
                <a:path w="36601" h="46502">
                  <a:moveTo>
                    <a:pt x="0" y="8409"/>
                  </a:moveTo>
                  <a:lnTo>
                    <a:pt x="14752" y="0"/>
                  </a:lnTo>
                  <a:lnTo>
                    <a:pt x="36601" y="37449"/>
                  </a:lnTo>
                  <a:lnTo>
                    <a:pt x="21161" y="46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965999" y="2199610"/>
              <a:ext cx="29716" cy="34215"/>
            </a:xfrm>
            <a:custGeom>
              <a:avLst/>
              <a:pathLst>
                <a:path w="29716" h="34215">
                  <a:moveTo>
                    <a:pt x="13853" y="34215"/>
                  </a:moveTo>
                  <a:lnTo>
                    <a:pt x="0" y="9013"/>
                  </a:lnTo>
                  <a:lnTo>
                    <a:pt x="16396" y="0"/>
                  </a:lnTo>
                  <a:lnTo>
                    <a:pt x="29716" y="2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845834" y="2209624"/>
              <a:ext cx="80545" cy="58716"/>
            </a:xfrm>
            <a:custGeom>
              <a:avLst/>
              <a:pathLst>
                <a:path w="80545" h="58716">
                  <a:moveTo>
                    <a:pt x="0" y="39779"/>
                  </a:moveTo>
                  <a:lnTo>
                    <a:pt x="69218" y="0"/>
                  </a:lnTo>
                  <a:lnTo>
                    <a:pt x="80545" y="18593"/>
                  </a:lnTo>
                  <a:lnTo>
                    <a:pt x="10456" y="58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82443" y="2211321"/>
              <a:ext cx="56675" cy="40941"/>
            </a:xfrm>
            <a:custGeom>
              <a:avLst/>
              <a:pathLst>
                <a:path w="56675" h="40941">
                  <a:moveTo>
                    <a:pt x="8503" y="40941"/>
                  </a:moveTo>
                  <a:lnTo>
                    <a:pt x="0" y="26216"/>
                  </a:lnTo>
                  <a:lnTo>
                    <a:pt x="47706" y="0"/>
                  </a:lnTo>
                  <a:lnTo>
                    <a:pt x="56675" y="15509"/>
                  </a:lnTo>
                  <a:lnTo>
                    <a:pt x="26767" y="32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3010907" y="2259135"/>
              <a:ext cx="58309" cy="45006"/>
            </a:xfrm>
            <a:custGeom>
              <a:avLst/>
              <a:pathLst>
                <a:path w="58309" h="45006">
                  <a:moveTo>
                    <a:pt x="10531" y="45006"/>
                  </a:moveTo>
                  <a:lnTo>
                    <a:pt x="0" y="26451"/>
                  </a:lnTo>
                  <a:lnTo>
                    <a:pt x="48614" y="0"/>
                  </a:lnTo>
                  <a:lnTo>
                    <a:pt x="58309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862842" y="2262228"/>
              <a:ext cx="41477" cy="47662"/>
            </a:xfrm>
            <a:custGeom>
              <a:avLst/>
              <a:pathLst>
                <a:path w="41477" h="47662">
                  <a:moveTo>
                    <a:pt x="0" y="12979"/>
                  </a:moveTo>
                  <a:lnTo>
                    <a:pt x="21451" y="0"/>
                  </a:lnTo>
                  <a:lnTo>
                    <a:pt x="41477" y="35282"/>
                  </a:lnTo>
                  <a:lnTo>
                    <a:pt x="19412" y="4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751154" y="2130791"/>
              <a:ext cx="49260" cy="28636"/>
            </a:xfrm>
            <a:custGeom>
              <a:avLst/>
              <a:pathLst>
                <a:path w="49260" h="28636">
                  <a:moveTo>
                    <a:pt x="0" y="6596"/>
                  </a:moveTo>
                  <a:lnTo>
                    <a:pt x="46506" y="0"/>
                  </a:lnTo>
                  <a:lnTo>
                    <a:pt x="49260" y="22426"/>
                  </a:lnTo>
                  <a:lnTo>
                    <a:pt x="3736" y="28636"/>
                  </a:lnTo>
                  <a:lnTo>
                    <a:pt x="2612" y="2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940843" y="2141174"/>
              <a:ext cx="56123" cy="42094"/>
            </a:xfrm>
            <a:custGeom>
              <a:avLst/>
              <a:pathLst>
                <a:path w="56123" h="42094">
                  <a:moveTo>
                    <a:pt x="10083" y="42094"/>
                  </a:moveTo>
                  <a:lnTo>
                    <a:pt x="0" y="27480"/>
                  </a:lnTo>
                  <a:lnTo>
                    <a:pt x="47805" y="0"/>
                  </a:lnTo>
                  <a:lnTo>
                    <a:pt x="56123" y="1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832463" y="2151831"/>
              <a:ext cx="53956" cy="78163"/>
            </a:xfrm>
            <a:custGeom>
              <a:avLst/>
              <a:pathLst>
                <a:path w="53956" h="78163">
                  <a:moveTo>
                    <a:pt x="34876" y="78163"/>
                  </a:moveTo>
                  <a:lnTo>
                    <a:pt x="8594" y="32016"/>
                  </a:lnTo>
                  <a:lnTo>
                    <a:pt x="2699" y="17392"/>
                  </a:lnTo>
                  <a:lnTo>
                    <a:pt x="992" y="13755"/>
                  </a:lnTo>
                  <a:lnTo>
                    <a:pt x="0" y="3026"/>
                  </a:lnTo>
                  <a:lnTo>
                    <a:pt x="20300" y="0"/>
                  </a:lnTo>
                  <a:lnTo>
                    <a:pt x="22189" y="11491"/>
                  </a:lnTo>
                  <a:lnTo>
                    <a:pt x="53956" y="66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3025515" y="2282946"/>
              <a:ext cx="55976" cy="42065"/>
            </a:xfrm>
            <a:custGeom>
              <a:avLst/>
              <a:pathLst>
                <a:path w="55976" h="42065">
                  <a:moveTo>
                    <a:pt x="8832" y="42065"/>
                  </a:moveTo>
                  <a:lnTo>
                    <a:pt x="0" y="26092"/>
                  </a:lnTo>
                  <a:lnTo>
                    <a:pt x="46872" y="0"/>
                  </a:lnTo>
                  <a:lnTo>
                    <a:pt x="55976" y="14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85347" y="2248151"/>
              <a:ext cx="59528" cy="79485"/>
            </a:xfrm>
            <a:custGeom>
              <a:avLst/>
              <a:pathLst>
                <a:path w="59528" h="79485">
                  <a:moveTo>
                    <a:pt x="40644" y="79485"/>
                  </a:moveTo>
                  <a:lnTo>
                    <a:pt x="0" y="11213"/>
                  </a:lnTo>
                  <a:lnTo>
                    <a:pt x="19038" y="0"/>
                  </a:lnTo>
                  <a:lnTo>
                    <a:pt x="59528" y="68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66055" y="2247840"/>
              <a:ext cx="56174" cy="83539"/>
            </a:xfrm>
            <a:custGeom>
              <a:avLst/>
              <a:pathLst>
                <a:path w="56174" h="83539">
                  <a:moveTo>
                    <a:pt x="0" y="7489"/>
                  </a:moveTo>
                  <a:lnTo>
                    <a:pt x="13776" y="0"/>
                  </a:lnTo>
                  <a:lnTo>
                    <a:pt x="56174" y="75953"/>
                  </a:lnTo>
                  <a:lnTo>
                    <a:pt x="42851" y="83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915796" y="2346637"/>
              <a:ext cx="57689" cy="46351"/>
            </a:xfrm>
            <a:custGeom>
              <a:avLst/>
              <a:pathLst>
                <a:path w="57689" h="46351">
                  <a:moveTo>
                    <a:pt x="0" y="27028"/>
                  </a:moveTo>
                  <a:lnTo>
                    <a:pt x="46543" y="0"/>
                  </a:lnTo>
                  <a:lnTo>
                    <a:pt x="57689" y="18494"/>
                  </a:lnTo>
                  <a:lnTo>
                    <a:pt x="10728" y="46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123446" y="2347581"/>
              <a:ext cx="34862" cy="43650"/>
            </a:xfrm>
            <a:custGeom>
              <a:avLst/>
              <a:pathLst>
                <a:path w="34862" h="43650">
                  <a:moveTo>
                    <a:pt x="0" y="7746"/>
                  </a:moveTo>
                  <a:lnTo>
                    <a:pt x="13575" y="0"/>
                  </a:lnTo>
                  <a:lnTo>
                    <a:pt x="34862" y="35580"/>
                  </a:lnTo>
                  <a:lnTo>
                    <a:pt x="20235" y="43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95476" y="2056079"/>
              <a:ext cx="129488" cy="48185"/>
            </a:xfrm>
            <a:custGeom>
              <a:avLst/>
              <a:pathLst>
                <a:path w="129488" h="48185">
                  <a:moveTo>
                    <a:pt x="95186" y="5980"/>
                  </a:moveTo>
                  <a:lnTo>
                    <a:pt x="115138" y="13915"/>
                  </a:lnTo>
                  <a:lnTo>
                    <a:pt x="129488" y="38577"/>
                  </a:lnTo>
                  <a:lnTo>
                    <a:pt x="111989" y="48185"/>
                  </a:lnTo>
                  <a:lnTo>
                    <a:pt x="102511" y="42660"/>
                  </a:lnTo>
                  <a:lnTo>
                    <a:pt x="93294" y="39670"/>
                  </a:lnTo>
                  <a:lnTo>
                    <a:pt x="71038" y="38749"/>
                  </a:lnTo>
                  <a:lnTo>
                    <a:pt x="63282" y="38749"/>
                  </a:lnTo>
                  <a:lnTo>
                    <a:pt x="11914" y="45305"/>
                  </a:lnTo>
                  <a:lnTo>
                    <a:pt x="1910" y="46685"/>
                  </a:lnTo>
                  <a:lnTo>
                    <a:pt x="0" y="41740"/>
                  </a:lnTo>
                  <a:lnTo>
                    <a:pt x="10285" y="34796"/>
                  </a:lnTo>
                  <a:lnTo>
                    <a:pt x="67535" y="0"/>
                  </a:lnTo>
                  <a:lnTo>
                    <a:pt x="94586" y="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96472" y="2391137"/>
              <a:ext cx="47380" cy="87495"/>
            </a:xfrm>
            <a:custGeom>
              <a:avLst/>
              <a:pathLst>
                <a:path w="47380" h="87495">
                  <a:moveTo>
                    <a:pt x="10822" y="87495"/>
                  </a:moveTo>
                  <a:lnTo>
                    <a:pt x="0" y="68001"/>
                  </a:lnTo>
                  <a:lnTo>
                    <a:pt x="19951" y="55926"/>
                  </a:lnTo>
                  <a:lnTo>
                    <a:pt x="23624" y="51622"/>
                  </a:lnTo>
                  <a:lnTo>
                    <a:pt x="24547" y="46194"/>
                  </a:lnTo>
                  <a:lnTo>
                    <a:pt x="23739" y="40176"/>
                  </a:lnTo>
                  <a:lnTo>
                    <a:pt x="7235" y="10785"/>
                  </a:lnTo>
                  <a:lnTo>
                    <a:pt x="26665" y="0"/>
                  </a:lnTo>
                  <a:lnTo>
                    <a:pt x="45031" y="30121"/>
                  </a:lnTo>
                  <a:lnTo>
                    <a:pt x="47349" y="38459"/>
                  </a:lnTo>
                  <a:lnTo>
                    <a:pt x="47380" y="52065"/>
                  </a:lnTo>
                  <a:lnTo>
                    <a:pt x="44328" y="61532"/>
                  </a:lnTo>
                  <a:lnTo>
                    <a:pt x="30453" y="75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53126" y="2372048"/>
              <a:ext cx="61484" cy="82452"/>
            </a:xfrm>
            <a:custGeom>
              <a:avLst/>
              <a:pathLst>
                <a:path w="61484" h="82452">
                  <a:moveTo>
                    <a:pt x="58096" y="71714"/>
                  </a:moveTo>
                  <a:lnTo>
                    <a:pt x="39067" y="82452"/>
                  </a:lnTo>
                  <a:lnTo>
                    <a:pt x="22547" y="53338"/>
                  </a:lnTo>
                  <a:lnTo>
                    <a:pt x="20049" y="48936"/>
                  </a:lnTo>
                  <a:lnTo>
                    <a:pt x="0" y="12752"/>
                  </a:lnTo>
                  <a:lnTo>
                    <a:pt x="24586" y="0"/>
                  </a:lnTo>
                  <a:lnTo>
                    <a:pt x="40979" y="28356"/>
                  </a:lnTo>
                  <a:lnTo>
                    <a:pt x="45593" y="35179"/>
                  </a:lnTo>
                  <a:lnTo>
                    <a:pt x="47899" y="39234"/>
                  </a:lnTo>
                  <a:lnTo>
                    <a:pt x="48595" y="40459"/>
                  </a:lnTo>
                  <a:lnTo>
                    <a:pt x="61484" y="63126"/>
                  </a:lnTo>
                  <a:lnTo>
                    <a:pt x="61484" y="66964"/>
                  </a:lnTo>
                  <a:lnTo>
                    <a:pt x="60810" y="68538"/>
                  </a:lnTo>
                  <a:lnTo>
                    <a:pt x="60135" y="70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837753" y="2415903"/>
              <a:ext cx="71488" cy="54769"/>
            </a:xfrm>
            <a:custGeom>
              <a:avLst/>
              <a:pathLst>
                <a:path w="71488" h="54769">
                  <a:moveTo>
                    <a:pt x="0" y="34446"/>
                  </a:moveTo>
                  <a:lnTo>
                    <a:pt x="22241" y="22546"/>
                  </a:lnTo>
                  <a:lnTo>
                    <a:pt x="60258" y="0"/>
                  </a:lnTo>
                  <a:lnTo>
                    <a:pt x="71488" y="20029"/>
                  </a:lnTo>
                  <a:lnTo>
                    <a:pt x="11319" y="54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851897" y="2440526"/>
              <a:ext cx="71055" cy="48015"/>
            </a:xfrm>
            <a:custGeom>
              <a:avLst/>
              <a:pathLst>
                <a:path w="71055" h="48015">
                  <a:moveTo>
                    <a:pt x="0" y="36011"/>
                  </a:moveTo>
                  <a:lnTo>
                    <a:pt x="59995" y="0"/>
                  </a:lnTo>
                  <a:lnTo>
                    <a:pt x="71055" y="20195"/>
                  </a:lnTo>
                  <a:lnTo>
                    <a:pt x="23112" y="48015"/>
                  </a:lnTo>
                  <a:lnTo>
                    <a:pt x="3863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953034" y="2160195"/>
              <a:ext cx="56623" cy="43116"/>
            </a:xfrm>
            <a:custGeom>
              <a:avLst/>
              <a:pathLst>
                <a:path w="56623" h="43116">
                  <a:moveTo>
                    <a:pt x="8878" y="43116"/>
                  </a:moveTo>
                  <a:lnTo>
                    <a:pt x="0" y="27961"/>
                  </a:lnTo>
                  <a:lnTo>
                    <a:pt x="47068" y="0"/>
                  </a:lnTo>
                  <a:lnTo>
                    <a:pt x="56623" y="1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80153" y="2182314"/>
              <a:ext cx="32203" cy="33326"/>
            </a:xfrm>
            <a:custGeom>
              <a:avLst/>
              <a:pathLst>
                <a:path w="32203" h="33326">
                  <a:moveTo>
                    <a:pt x="282" y="11099"/>
                  </a:moveTo>
                  <a:lnTo>
                    <a:pt x="20850" y="0"/>
                  </a:lnTo>
                  <a:lnTo>
                    <a:pt x="32203" y="20931"/>
                  </a:lnTo>
                  <a:lnTo>
                    <a:pt x="11553" y="33326"/>
                  </a:lnTo>
                  <a:lnTo>
                    <a:pt x="0" y="12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71467" y="2378665"/>
              <a:ext cx="22574" cy="22444"/>
            </a:xfrm>
            <a:custGeom>
              <a:avLst/>
              <a:pathLst>
                <a:path w="22574" h="22444">
                  <a:moveTo>
                    <a:pt x="0" y="8053"/>
                  </a:moveTo>
                  <a:lnTo>
                    <a:pt x="14447" y="0"/>
                  </a:lnTo>
                  <a:lnTo>
                    <a:pt x="22574" y="14286"/>
                  </a:lnTo>
                  <a:lnTo>
                    <a:pt x="8384" y="22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81396" y="2377828"/>
              <a:ext cx="55717" cy="44299"/>
            </a:xfrm>
            <a:custGeom>
              <a:avLst/>
              <a:pathLst>
                <a:path w="55717" h="44299">
                  <a:moveTo>
                    <a:pt x="11490" y="44299"/>
                  </a:moveTo>
                  <a:lnTo>
                    <a:pt x="0" y="25876"/>
                  </a:lnTo>
                  <a:lnTo>
                    <a:pt x="44343" y="0"/>
                  </a:lnTo>
                  <a:lnTo>
                    <a:pt x="55717" y="18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011814" y="2170808"/>
              <a:ext cx="34844" cy="36338"/>
            </a:xfrm>
            <a:custGeom>
              <a:avLst/>
              <a:pathLst>
                <a:path w="34844" h="36338">
                  <a:moveTo>
                    <a:pt x="0" y="12094"/>
                  </a:moveTo>
                  <a:lnTo>
                    <a:pt x="22365" y="0"/>
                  </a:lnTo>
                  <a:lnTo>
                    <a:pt x="34844" y="22516"/>
                  </a:lnTo>
                  <a:lnTo>
                    <a:pt x="34200" y="24580"/>
                  </a:lnTo>
                  <a:lnTo>
                    <a:pt x="14281" y="36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3000995" y="2183764"/>
              <a:ext cx="24531" cy="30189"/>
            </a:xfrm>
            <a:custGeom>
              <a:avLst/>
              <a:pathLst>
                <a:path w="24531" h="30189">
                  <a:moveTo>
                    <a:pt x="0" y="5750"/>
                  </a:moveTo>
                  <a:lnTo>
                    <a:pt x="9554" y="0"/>
                  </a:lnTo>
                  <a:lnTo>
                    <a:pt x="24531" y="24573"/>
                  </a:lnTo>
                  <a:lnTo>
                    <a:pt x="13980" y="30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86313" y="2191096"/>
              <a:ext cx="26344" cy="31743"/>
            </a:xfrm>
            <a:custGeom>
              <a:avLst/>
              <a:pathLst>
                <a:path w="26344" h="31743">
                  <a:moveTo>
                    <a:pt x="26344" y="24439"/>
                  </a:moveTo>
                  <a:lnTo>
                    <a:pt x="13745" y="31743"/>
                  </a:lnTo>
                  <a:lnTo>
                    <a:pt x="0" y="6181"/>
                  </a:lnTo>
                  <a:lnTo>
                    <a:pt x="113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855320" y="2313074"/>
              <a:ext cx="50802" cy="69205"/>
            </a:xfrm>
            <a:custGeom>
              <a:avLst/>
              <a:pathLst>
                <a:path w="50802" h="69205">
                  <a:moveTo>
                    <a:pt x="0" y="10330"/>
                  </a:moveTo>
                  <a:lnTo>
                    <a:pt x="18308" y="0"/>
                  </a:lnTo>
                  <a:lnTo>
                    <a:pt x="50802" y="58624"/>
                  </a:lnTo>
                  <a:lnTo>
                    <a:pt x="31244" y="6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967825" y="2330895"/>
              <a:ext cx="53624" cy="69656"/>
            </a:xfrm>
            <a:custGeom>
              <a:avLst/>
              <a:pathLst>
                <a:path w="53624" h="69656">
                  <a:moveTo>
                    <a:pt x="0" y="11295"/>
                  </a:moveTo>
                  <a:lnTo>
                    <a:pt x="19812" y="0"/>
                  </a:lnTo>
                  <a:lnTo>
                    <a:pt x="53624" y="58855"/>
                  </a:lnTo>
                  <a:lnTo>
                    <a:pt x="34822" y="69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059639" y="2327210"/>
              <a:ext cx="74415" cy="54495"/>
            </a:xfrm>
            <a:custGeom>
              <a:avLst/>
              <a:pathLst>
                <a:path w="74415" h="54495">
                  <a:moveTo>
                    <a:pt x="0" y="39620"/>
                  </a:moveTo>
                  <a:lnTo>
                    <a:pt x="66669" y="0"/>
                  </a:lnTo>
                  <a:lnTo>
                    <a:pt x="74415" y="15265"/>
                  </a:lnTo>
                  <a:lnTo>
                    <a:pt x="8712" y="54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05152" y="2156278"/>
              <a:ext cx="56614" cy="87399"/>
            </a:xfrm>
            <a:custGeom>
              <a:avLst/>
              <a:pathLst>
                <a:path w="56614" h="87399">
                  <a:moveTo>
                    <a:pt x="37444" y="87399"/>
                  </a:moveTo>
                  <a:lnTo>
                    <a:pt x="4126" y="27193"/>
                  </a:lnTo>
                  <a:lnTo>
                    <a:pt x="1146" y="16274"/>
                  </a:lnTo>
                  <a:lnTo>
                    <a:pt x="0" y="3795"/>
                  </a:lnTo>
                  <a:lnTo>
                    <a:pt x="21075" y="0"/>
                  </a:lnTo>
                  <a:lnTo>
                    <a:pt x="23582" y="14979"/>
                  </a:lnTo>
                  <a:lnTo>
                    <a:pt x="56614" y="76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771095" y="2160726"/>
              <a:ext cx="52538" cy="83152"/>
            </a:xfrm>
            <a:custGeom>
              <a:avLst/>
              <a:pathLst>
                <a:path w="52538" h="83152">
                  <a:moveTo>
                    <a:pt x="30280" y="21198"/>
                  </a:moveTo>
                  <a:lnTo>
                    <a:pt x="34072" y="29587"/>
                  </a:lnTo>
                  <a:lnTo>
                    <a:pt x="34660" y="30888"/>
                  </a:lnTo>
                  <a:lnTo>
                    <a:pt x="35676" y="32868"/>
                  </a:lnTo>
                  <a:lnTo>
                    <a:pt x="52538" y="61370"/>
                  </a:lnTo>
                  <a:lnTo>
                    <a:pt x="51155" y="62160"/>
                  </a:lnTo>
                  <a:lnTo>
                    <a:pt x="48373" y="63749"/>
                  </a:lnTo>
                  <a:lnTo>
                    <a:pt x="47982" y="63971"/>
                  </a:lnTo>
                  <a:lnTo>
                    <a:pt x="46358" y="64899"/>
                  </a:lnTo>
                  <a:lnTo>
                    <a:pt x="45222" y="65548"/>
                  </a:lnTo>
                  <a:lnTo>
                    <a:pt x="41163" y="67866"/>
                  </a:lnTo>
                  <a:lnTo>
                    <a:pt x="32701" y="72698"/>
                  </a:lnTo>
                  <a:lnTo>
                    <a:pt x="29237" y="78552"/>
                  </a:lnTo>
                  <a:lnTo>
                    <a:pt x="22492" y="83152"/>
                  </a:lnTo>
                  <a:lnTo>
                    <a:pt x="18546" y="58146"/>
                  </a:lnTo>
                  <a:lnTo>
                    <a:pt x="17307" y="48785"/>
                  </a:lnTo>
                  <a:lnTo>
                    <a:pt x="17216" y="48097"/>
                  </a:lnTo>
                  <a:lnTo>
                    <a:pt x="17013" y="46565"/>
                  </a:lnTo>
                  <a:lnTo>
                    <a:pt x="16905" y="46243"/>
                  </a:lnTo>
                  <a:lnTo>
                    <a:pt x="15440" y="41857"/>
                  </a:lnTo>
                  <a:lnTo>
                    <a:pt x="14518" y="39094"/>
                  </a:lnTo>
                  <a:lnTo>
                    <a:pt x="14288" y="38407"/>
                  </a:lnTo>
                  <a:lnTo>
                    <a:pt x="13690" y="36617"/>
                  </a:lnTo>
                  <a:lnTo>
                    <a:pt x="10072" y="34482"/>
                  </a:lnTo>
                  <a:lnTo>
                    <a:pt x="8671" y="24257"/>
                  </a:lnTo>
                  <a:lnTo>
                    <a:pt x="2938" y="24602"/>
                  </a:lnTo>
                  <a:lnTo>
                    <a:pt x="0" y="3622"/>
                  </a:lnTo>
                  <a:lnTo>
                    <a:pt x="27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806936" y="2227245"/>
              <a:ext cx="65764" cy="94757"/>
            </a:xfrm>
            <a:custGeom>
              <a:avLst/>
              <a:pathLst>
                <a:path w="65764" h="94757">
                  <a:moveTo>
                    <a:pt x="0" y="11179"/>
                  </a:moveTo>
                  <a:lnTo>
                    <a:pt x="19586" y="0"/>
                  </a:lnTo>
                  <a:lnTo>
                    <a:pt x="65764" y="84375"/>
                  </a:lnTo>
                  <a:lnTo>
                    <a:pt x="47569" y="94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5077" y="2231764"/>
              <a:ext cx="56886" cy="44477"/>
            </a:xfrm>
            <a:custGeom>
              <a:avLst/>
              <a:pathLst>
                <a:path w="56886" h="44477">
                  <a:moveTo>
                    <a:pt x="10707" y="44477"/>
                  </a:moveTo>
                  <a:lnTo>
                    <a:pt x="0" y="27262"/>
                  </a:lnTo>
                  <a:lnTo>
                    <a:pt x="46948" y="0"/>
                  </a:lnTo>
                  <a:lnTo>
                    <a:pt x="56886" y="1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909744" y="2233245"/>
              <a:ext cx="74096" cy="101593"/>
            </a:xfrm>
            <a:custGeom>
              <a:avLst/>
              <a:pathLst>
                <a:path w="74096" h="101593">
                  <a:moveTo>
                    <a:pt x="0" y="10669"/>
                  </a:moveTo>
                  <a:lnTo>
                    <a:pt x="18869" y="0"/>
                  </a:lnTo>
                  <a:lnTo>
                    <a:pt x="74096" y="90883"/>
                  </a:lnTo>
                  <a:lnTo>
                    <a:pt x="53863" y="10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810874" y="2293365"/>
              <a:ext cx="68153" cy="100694"/>
            </a:xfrm>
            <a:custGeom>
              <a:avLst/>
              <a:pathLst>
                <a:path w="68153" h="100694">
                  <a:moveTo>
                    <a:pt x="0" y="10753"/>
                  </a:moveTo>
                  <a:lnTo>
                    <a:pt x="19389" y="0"/>
                  </a:lnTo>
                  <a:lnTo>
                    <a:pt x="68153" y="92112"/>
                  </a:lnTo>
                  <a:lnTo>
                    <a:pt x="52125" y="100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47527" y="2319109"/>
              <a:ext cx="55416" cy="43225"/>
            </a:xfrm>
            <a:custGeom>
              <a:avLst/>
              <a:pathLst>
                <a:path w="55416" h="43225">
                  <a:moveTo>
                    <a:pt x="8676" y="43225"/>
                  </a:moveTo>
                  <a:lnTo>
                    <a:pt x="0" y="28167"/>
                  </a:lnTo>
                  <a:lnTo>
                    <a:pt x="47267" y="0"/>
                  </a:lnTo>
                  <a:lnTo>
                    <a:pt x="55416" y="1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037336" y="2319756"/>
              <a:ext cx="25009" cy="23741"/>
            </a:xfrm>
            <a:custGeom>
              <a:avLst/>
              <a:pathLst>
                <a:path w="25009" h="23741">
                  <a:moveTo>
                    <a:pt x="0" y="9272"/>
                  </a:moveTo>
                  <a:lnTo>
                    <a:pt x="17281" y="0"/>
                  </a:lnTo>
                  <a:lnTo>
                    <a:pt x="25009" y="12794"/>
                  </a:lnTo>
                  <a:lnTo>
                    <a:pt x="7668" y="23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901650" y="2321153"/>
              <a:ext cx="57156" cy="47041"/>
            </a:xfrm>
            <a:custGeom>
              <a:avLst/>
              <a:pathLst>
                <a:path w="57156" h="47041">
                  <a:moveTo>
                    <a:pt x="11418" y="47041"/>
                  </a:moveTo>
                  <a:lnTo>
                    <a:pt x="10548" y="46727"/>
                  </a:lnTo>
                  <a:lnTo>
                    <a:pt x="0" y="28272"/>
                  </a:lnTo>
                  <a:lnTo>
                    <a:pt x="602" y="26373"/>
                  </a:lnTo>
                  <a:lnTo>
                    <a:pt x="45364" y="0"/>
                  </a:lnTo>
                  <a:lnTo>
                    <a:pt x="46759" y="382"/>
                  </a:lnTo>
                  <a:lnTo>
                    <a:pt x="57097" y="18434"/>
                  </a:lnTo>
                  <a:lnTo>
                    <a:pt x="57156" y="1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91063" y="2359599"/>
              <a:ext cx="35656" cy="30439"/>
            </a:xfrm>
            <a:custGeom>
              <a:avLst/>
              <a:pathLst>
                <a:path w="35656" h="30439">
                  <a:moveTo>
                    <a:pt x="0" y="15296"/>
                  </a:moveTo>
                  <a:lnTo>
                    <a:pt x="27032" y="0"/>
                  </a:lnTo>
                  <a:lnTo>
                    <a:pt x="35656" y="13952"/>
                  </a:lnTo>
                  <a:lnTo>
                    <a:pt x="8149" y="30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90320" y="2378208"/>
              <a:ext cx="71389" cy="105021"/>
            </a:xfrm>
            <a:custGeom>
              <a:avLst/>
              <a:pathLst>
                <a:path w="71389" h="105021">
                  <a:moveTo>
                    <a:pt x="52821" y="105021"/>
                  </a:moveTo>
                  <a:lnTo>
                    <a:pt x="0" y="10737"/>
                  </a:lnTo>
                  <a:lnTo>
                    <a:pt x="18799" y="0"/>
                  </a:lnTo>
                  <a:lnTo>
                    <a:pt x="71389" y="94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947491" y="2462400"/>
              <a:ext cx="55934" cy="44486"/>
            </a:xfrm>
            <a:custGeom>
              <a:avLst/>
              <a:pathLst>
                <a:path w="55934" h="44486">
                  <a:moveTo>
                    <a:pt x="45093" y="0"/>
                  </a:moveTo>
                  <a:lnTo>
                    <a:pt x="55934" y="18644"/>
                  </a:lnTo>
                  <a:lnTo>
                    <a:pt x="10610" y="44486"/>
                  </a:lnTo>
                  <a:lnTo>
                    <a:pt x="0" y="2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81332" y="2465124"/>
              <a:ext cx="55286" cy="29216"/>
            </a:xfrm>
            <a:custGeom>
              <a:avLst/>
              <a:pathLst>
                <a:path w="55286" h="29216">
                  <a:moveTo>
                    <a:pt x="37853" y="29216"/>
                  </a:moveTo>
                  <a:lnTo>
                    <a:pt x="21468" y="27544"/>
                  </a:lnTo>
                  <a:lnTo>
                    <a:pt x="0" y="24439"/>
                  </a:lnTo>
                  <a:lnTo>
                    <a:pt x="44118" y="0"/>
                  </a:lnTo>
                  <a:lnTo>
                    <a:pt x="55286" y="20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928970" y="2387882"/>
              <a:ext cx="57976" cy="80444"/>
            </a:xfrm>
            <a:custGeom>
              <a:avLst/>
              <a:pathLst>
                <a:path w="57976" h="80444">
                  <a:moveTo>
                    <a:pt x="0" y="11003"/>
                  </a:moveTo>
                  <a:lnTo>
                    <a:pt x="19619" y="0"/>
                  </a:lnTo>
                  <a:lnTo>
                    <a:pt x="57976" y="69924"/>
                  </a:lnTo>
                  <a:lnTo>
                    <a:pt x="38325" y="80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823903" y="2392230"/>
              <a:ext cx="70673" cy="53907"/>
            </a:xfrm>
            <a:custGeom>
              <a:avLst/>
              <a:pathLst>
                <a:path w="70673" h="53907">
                  <a:moveTo>
                    <a:pt x="0" y="34331"/>
                  </a:moveTo>
                  <a:lnTo>
                    <a:pt x="60346" y="0"/>
                  </a:lnTo>
                  <a:lnTo>
                    <a:pt x="70673" y="19551"/>
                  </a:lnTo>
                  <a:lnTo>
                    <a:pt x="11040" y="53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60250" y="2141831"/>
              <a:ext cx="39404" cy="49415"/>
            </a:xfrm>
            <a:custGeom>
              <a:avLst/>
              <a:pathLst>
                <a:path w="39404" h="49415">
                  <a:moveTo>
                    <a:pt x="19997" y="48477"/>
                  </a:moveTo>
                  <a:lnTo>
                    <a:pt x="18268" y="49415"/>
                  </a:lnTo>
                  <a:lnTo>
                    <a:pt x="2512" y="22062"/>
                  </a:lnTo>
                  <a:lnTo>
                    <a:pt x="2424" y="21909"/>
                  </a:lnTo>
                  <a:lnTo>
                    <a:pt x="0" y="8804"/>
                  </a:lnTo>
                  <a:lnTo>
                    <a:pt x="5154" y="6122"/>
                  </a:lnTo>
                  <a:lnTo>
                    <a:pt x="6836" y="5247"/>
                  </a:lnTo>
                  <a:lnTo>
                    <a:pt x="16924" y="0"/>
                  </a:lnTo>
                  <a:lnTo>
                    <a:pt x="39404" y="37952"/>
                  </a:lnTo>
                  <a:lnTo>
                    <a:pt x="25446" y="4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948478" y="2124750"/>
              <a:ext cx="35876" cy="24316"/>
            </a:xfrm>
            <a:custGeom>
              <a:avLst/>
              <a:pathLst>
                <a:path w="35876" h="24316">
                  <a:moveTo>
                    <a:pt x="0" y="4248"/>
                  </a:moveTo>
                  <a:lnTo>
                    <a:pt x="17760" y="0"/>
                  </a:lnTo>
                  <a:lnTo>
                    <a:pt x="21681" y="0"/>
                  </a:lnTo>
                  <a:lnTo>
                    <a:pt x="26986" y="1652"/>
                  </a:lnTo>
                  <a:lnTo>
                    <a:pt x="33099" y="6136"/>
                  </a:lnTo>
                  <a:lnTo>
                    <a:pt x="35876" y="10353"/>
                  </a:lnTo>
                  <a:lnTo>
                    <a:pt x="11594" y="24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3056936" y="2303080"/>
              <a:ext cx="34493" cy="28034"/>
            </a:xfrm>
            <a:custGeom>
              <a:avLst/>
              <a:pathLst>
                <a:path w="34493" h="28034">
                  <a:moveTo>
                    <a:pt x="16645" y="22711"/>
                  </a:moveTo>
                  <a:lnTo>
                    <a:pt x="7890" y="28034"/>
                  </a:lnTo>
                  <a:lnTo>
                    <a:pt x="0" y="15166"/>
                  </a:lnTo>
                  <a:lnTo>
                    <a:pt x="9081" y="10087"/>
                  </a:lnTo>
                  <a:lnTo>
                    <a:pt x="27117" y="0"/>
                  </a:lnTo>
                  <a:lnTo>
                    <a:pt x="34493" y="11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82326" y="2301917"/>
              <a:ext cx="38638" cy="41765"/>
            </a:xfrm>
            <a:custGeom>
              <a:avLst/>
              <a:pathLst>
                <a:path w="38638" h="41765">
                  <a:moveTo>
                    <a:pt x="25067" y="36708"/>
                  </a:moveTo>
                  <a:lnTo>
                    <a:pt x="16059" y="41765"/>
                  </a:lnTo>
                  <a:lnTo>
                    <a:pt x="0" y="12075"/>
                  </a:lnTo>
                  <a:lnTo>
                    <a:pt x="1321" y="11363"/>
                  </a:lnTo>
                  <a:lnTo>
                    <a:pt x="11010" y="6142"/>
                  </a:lnTo>
                  <a:lnTo>
                    <a:pt x="20908" y="809"/>
                  </a:lnTo>
                  <a:lnTo>
                    <a:pt x="22410" y="0"/>
                  </a:lnTo>
                  <a:lnTo>
                    <a:pt x="38430" y="28525"/>
                  </a:lnTo>
                  <a:lnTo>
                    <a:pt x="38638" y="28895"/>
                  </a:lnTo>
                  <a:lnTo>
                    <a:pt x="29097" y="34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925317" y="2491083"/>
              <a:ext cx="26194" cy="17850"/>
            </a:xfrm>
            <a:custGeom>
              <a:avLst/>
              <a:pathLst>
                <a:path w="26194" h="17850">
                  <a:moveTo>
                    <a:pt x="13488" y="12722"/>
                  </a:moveTo>
                  <a:lnTo>
                    <a:pt x="0" y="8338"/>
                  </a:lnTo>
                  <a:lnTo>
                    <a:pt x="14471" y="0"/>
                  </a:lnTo>
                  <a:lnTo>
                    <a:pt x="16646" y="289"/>
                  </a:lnTo>
                  <a:lnTo>
                    <a:pt x="26194" y="17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82179" y="2983718"/>
              <a:ext cx="43129" cy="53008"/>
            </a:xfrm>
            <a:custGeom>
              <a:avLst/>
              <a:pathLst>
                <a:path w="43129" h="53008">
                  <a:moveTo>
                    <a:pt x="24935" y="53008"/>
                  </a:moveTo>
                  <a:lnTo>
                    <a:pt x="0" y="10854"/>
                  </a:lnTo>
                  <a:lnTo>
                    <a:pt x="18716" y="0"/>
                  </a:lnTo>
                  <a:lnTo>
                    <a:pt x="43129" y="41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23503" y="2988219"/>
              <a:ext cx="42287" cy="52146"/>
            </a:xfrm>
            <a:custGeom>
              <a:avLst/>
              <a:pathLst>
                <a:path w="42287" h="52146">
                  <a:moveTo>
                    <a:pt x="0" y="10525"/>
                  </a:moveTo>
                  <a:lnTo>
                    <a:pt x="17864" y="0"/>
                  </a:lnTo>
                  <a:lnTo>
                    <a:pt x="42287" y="41617"/>
                  </a:lnTo>
                  <a:lnTo>
                    <a:pt x="24450" y="521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25211" y="3047157"/>
              <a:ext cx="42765" cy="51276"/>
            </a:xfrm>
            <a:custGeom>
              <a:avLst/>
              <a:pathLst>
                <a:path w="42765" h="51276">
                  <a:moveTo>
                    <a:pt x="0" y="10297"/>
                  </a:moveTo>
                  <a:lnTo>
                    <a:pt x="18397" y="0"/>
                  </a:lnTo>
                  <a:lnTo>
                    <a:pt x="42765" y="40573"/>
                  </a:lnTo>
                  <a:lnTo>
                    <a:pt x="24222" y="51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43422" y="2965378"/>
              <a:ext cx="52341" cy="43298"/>
            </a:xfrm>
            <a:custGeom>
              <a:avLst/>
              <a:pathLst>
                <a:path w="52341" h="43298">
                  <a:moveTo>
                    <a:pt x="0" y="24654"/>
                  </a:moveTo>
                  <a:lnTo>
                    <a:pt x="41898" y="0"/>
                  </a:lnTo>
                  <a:lnTo>
                    <a:pt x="52341" y="18725"/>
                  </a:lnTo>
                  <a:lnTo>
                    <a:pt x="11009" y="4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806207" y="2969967"/>
              <a:ext cx="42874" cy="52284"/>
            </a:xfrm>
            <a:custGeom>
              <a:avLst/>
              <a:pathLst>
                <a:path w="42874" h="52284">
                  <a:moveTo>
                    <a:pt x="0" y="10890"/>
                  </a:moveTo>
                  <a:lnTo>
                    <a:pt x="19263" y="0"/>
                  </a:lnTo>
                  <a:lnTo>
                    <a:pt x="42874" y="41448"/>
                  </a:lnTo>
                  <a:lnTo>
                    <a:pt x="24104" y="5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46068" y="2974608"/>
              <a:ext cx="42246" cy="52506"/>
            </a:xfrm>
            <a:custGeom>
              <a:avLst/>
              <a:pathLst>
                <a:path w="42246" h="52506">
                  <a:moveTo>
                    <a:pt x="17461" y="525"/>
                  </a:moveTo>
                  <a:lnTo>
                    <a:pt x="18304" y="0"/>
                  </a:lnTo>
                  <a:lnTo>
                    <a:pt x="42246" y="41403"/>
                  </a:lnTo>
                  <a:lnTo>
                    <a:pt x="41696" y="41742"/>
                  </a:lnTo>
                  <a:lnTo>
                    <a:pt x="24206" y="52506"/>
                  </a:lnTo>
                  <a:lnTo>
                    <a:pt x="0" y="1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61104" y="2976343"/>
              <a:ext cx="51190" cy="42389"/>
            </a:xfrm>
            <a:custGeom>
              <a:avLst/>
              <a:pathLst>
                <a:path w="51190" h="42389">
                  <a:moveTo>
                    <a:pt x="0" y="24511"/>
                  </a:moveTo>
                  <a:lnTo>
                    <a:pt x="40429" y="0"/>
                  </a:lnTo>
                  <a:lnTo>
                    <a:pt x="51190" y="18096"/>
                  </a:lnTo>
                  <a:lnTo>
                    <a:pt x="10232" y="42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38322" y="3003799"/>
              <a:ext cx="41767" cy="50907"/>
            </a:xfrm>
            <a:custGeom>
              <a:avLst/>
              <a:pathLst>
                <a:path w="41767" h="50907">
                  <a:moveTo>
                    <a:pt x="0" y="10573"/>
                  </a:moveTo>
                  <a:lnTo>
                    <a:pt x="17869" y="0"/>
                  </a:lnTo>
                  <a:lnTo>
                    <a:pt x="41767" y="40918"/>
                  </a:lnTo>
                  <a:lnTo>
                    <a:pt x="23977" y="5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74863" y="3012998"/>
              <a:ext cx="42052" cy="51396"/>
            </a:xfrm>
            <a:custGeom>
              <a:avLst/>
              <a:pathLst>
                <a:path w="42052" h="51396">
                  <a:moveTo>
                    <a:pt x="0" y="10965"/>
                  </a:moveTo>
                  <a:lnTo>
                    <a:pt x="17563" y="0"/>
                  </a:lnTo>
                  <a:lnTo>
                    <a:pt x="42052" y="41360"/>
                  </a:lnTo>
                  <a:lnTo>
                    <a:pt x="24135" y="51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513745" y="3018075"/>
              <a:ext cx="42865" cy="52175"/>
            </a:xfrm>
            <a:custGeom>
              <a:avLst/>
              <a:pathLst>
                <a:path w="42865" h="52175">
                  <a:moveTo>
                    <a:pt x="0" y="10652"/>
                  </a:moveTo>
                  <a:lnTo>
                    <a:pt x="18082" y="0"/>
                  </a:lnTo>
                  <a:lnTo>
                    <a:pt x="42865" y="41153"/>
                  </a:lnTo>
                  <a:lnTo>
                    <a:pt x="23996" y="52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50319" y="3021559"/>
              <a:ext cx="51192" cy="42466"/>
            </a:xfrm>
            <a:custGeom>
              <a:avLst/>
              <a:pathLst>
                <a:path w="51192" h="42466">
                  <a:moveTo>
                    <a:pt x="0" y="24396"/>
                  </a:moveTo>
                  <a:lnTo>
                    <a:pt x="41093" y="0"/>
                  </a:lnTo>
                  <a:lnTo>
                    <a:pt x="51192" y="17714"/>
                  </a:lnTo>
                  <a:lnTo>
                    <a:pt x="10706" y="42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4722" y="2786487"/>
              <a:ext cx="42727" cy="52128"/>
            </a:xfrm>
            <a:custGeom>
              <a:avLst/>
              <a:pathLst>
                <a:path w="42727" h="52128">
                  <a:moveTo>
                    <a:pt x="0" y="11100"/>
                  </a:moveTo>
                  <a:lnTo>
                    <a:pt x="18532" y="0"/>
                  </a:lnTo>
                  <a:lnTo>
                    <a:pt x="42727" y="40976"/>
                  </a:lnTo>
                  <a:lnTo>
                    <a:pt x="23708" y="52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6004" y="2791428"/>
              <a:ext cx="42514" cy="52086"/>
            </a:xfrm>
            <a:custGeom>
              <a:avLst/>
              <a:pathLst>
                <a:path w="42514" h="52086">
                  <a:moveTo>
                    <a:pt x="0" y="10666"/>
                  </a:moveTo>
                  <a:lnTo>
                    <a:pt x="17635" y="0"/>
                  </a:lnTo>
                  <a:lnTo>
                    <a:pt x="42514" y="41447"/>
                  </a:lnTo>
                  <a:lnTo>
                    <a:pt x="24126" y="52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1858" y="2800132"/>
              <a:ext cx="42452" cy="52429"/>
            </a:xfrm>
            <a:custGeom>
              <a:avLst/>
              <a:pathLst>
                <a:path w="42452" h="52429">
                  <a:moveTo>
                    <a:pt x="0" y="11676"/>
                  </a:moveTo>
                  <a:lnTo>
                    <a:pt x="18658" y="0"/>
                  </a:lnTo>
                  <a:lnTo>
                    <a:pt x="42452" y="41110"/>
                  </a:lnTo>
                  <a:lnTo>
                    <a:pt x="23693" y="5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69461" y="3111416"/>
              <a:ext cx="41969" cy="51804"/>
            </a:xfrm>
            <a:custGeom>
              <a:avLst/>
              <a:pathLst>
                <a:path w="41969" h="51804">
                  <a:moveTo>
                    <a:pt x="0" y="10081"/>
                  </a:moveTo>
                  <a:lnTo>
                    <a:pt x="17213" y="0"/>
                  </a:lnTo>
                  <a:lnTo>
                    <a:pt x="41969" y="41225"/>
                  </a:lnTo>
                  <a:lnTo>
                    <a:pt x="24000" y="51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29905" y="3092687"/>
              <a:ext cx="51605" cy="42363"/>
            </a:xfrm>
            <a:custGeom>
              <a:avLst/>
              <a:pathLst>
                <a:path w="51605" h="42363">
                  <a:moveTo>
                    <a:pt x="0" y="24019"/>
                  </a:moveTo>
                  <a:lnTo>
                    <a:pt x="40682" y="0"/>
                  </a:lnTo>
                  <a:lnTo>
                    <a:pt x="51605" y="18263"/>
                  </a:lnTo>
                  <a:lnTo>
                    <a:pt x="10778" y="42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3327" y="3096863"/>
              <a:ext cx="42115" cy="51915"/>
            </a:xfrm>
            <a:custGeom>
              <a:avLst/>
              <a:pathLst>
                <a:path w="42115" h="51915">
                  <a:moveTo>
                    <a:pt x="0" y="10646"/>
                  </a:moveTo>
                  <a:lnTo>
                    <a:pt x="18460" y="0"/>
                  </a:lnTo>
                  <a:lnTo>
                    <a:pt x="42115" y="40827"/>
                  </a:lnTo>
                  <a:lnTo>
                    <a:pt x="24222" y="51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2868" y="2927703"/>
              <a:ext cx="26555" cy="27846"/>
            </a:xfrm>
            <a:custGeom>
              <a:avLst/>
              <a:pathLst>
                <a:path w="26555" h="27846">
                  <a:moveTo>
                    <a:pt x="0" y="8913"/>
                  </a:moveTo>
                  <a:lnTo>
                    <a:pt x="15399" y="0"/>
                  </a:lnTo>
                  <a:lnTo>
                    <a:pt x="26555" y="18703"/>
                  </a:lnTo>
                  <a:lnTo>
                    <a:pt x="11212" y="2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18554" y="2927615"/>
              <a:ext cx="42269" cy="51831"/>
            </a:xfrm>
            <a:custGeom>
              <a:avLst/>
              <a:pathLst>
                <a:path w="42269" h="51831">
                  <a:moveTo>
                    <a:pt x="0" y="10452"/>
                  </a:moveTo>
                  <a:lnTo>
                    <a:pt x="18305" y="0"/>
                  </a:lnTo>
                  <a:lnTo>
                    <a:pt x="42269" y="41017"/>
                  </a:lnTo>
                  <a:lnTo>
                    <a:pt x="24302" y="51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08433" y="2934890"/>
              <a:ext cx="142896" cy="172638"/>
            </a:xfrm>
            <a:custGeom>
              <a:avLst/>
              <a:pathLst>
                <a:path w="142896" h="172638">
                  <a:moveTo>
                    <a:pt x="0" y="38861"/>
                  </a:moveTo>
                  <a:lnTo>
                    <a:pt x="63564" y="0"/>
                  </a:lnTo>
                  <a:lnTo>
                    <a:pt x="142896" y="134505"/>
                  </a:lnTo>
                  <a:lnTo>
                    <a:pt x="78425" y="172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11041" y="2872106"/>
              <a:ext cx="43114" cy="52573"/>
            </a:xfrm>
            <a:custGeom>
              <a:avLst/>
              <a:pathLst>
                <a:path w="43114" h="52573">
                  <a:moveTo>
                    <a:pt x="0" y="11083"/>
                  </a:moveTo>
                  <a:lnTo>
                    <a:pt x="18546" y="0"/>
                  </a:lnTo>
                  <a:lnTo>
                    <a:pt x="43114" y="41773"/>
                  </a:lnTo>
                  <a:lnTo>
                    <a:pt x="24420" y="52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51704" y="2876189"/>
              <a:ext cx="43319" cy="52503"/>
            </a:xfrm>
            <a:custGeom>
              <a:avLst/>
              <a:pathLst>
                <a:path w="43319" h="52503">
                  <a:moveTo>
                    <a:pt x="0" y="11226"/>
                  </a:moveTo>
                  <a:lnTo>
                    <a:pt x="18239" y="0"/>
                  </a:lnTo>
                  <a:lnTo>
                    <a:pt x="43319" y="42188"/>
                  </a:lnTo>
                  <a:lnTo>
                    <a:pt x="25016" y="52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81661" y="2903670"/>
              <a:ext cx="52491" cy="43675"/>
            </a:xfrm>
            <a:custGeom>
              <a:avLst/>
              <a:pathLst>
                <a:path w="52491" h="43675">
                  <a:moveTo>
                    <a:pt x="0" y="25263"/>
                  </a:moveTo>
                  <a:lnTo>
                    <a:pt x="41174" y="0"/>
                  </a:lnTo>
                  <a:lnTo>
                    <a:pt x="52491" y="19141"/>
                  </a:lnTo>
                  <a:lnTo>
                    <a:pt x="10677" y="43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37561" y="3149191"/>
              <a:ext cx="49959" cy="41051"/>
            </a:xfrm>
            <a:custGeom>
              <a:avLst/>
              <a:pathLst>
                <a:path w="49959" h="41051">
                  <a:moveTo>
                    <a:pt x="0" y="23496"/>
                  </a:moveTo>
                  <a:lnTo>
                    <a:pt x="40110" y="0"/>
                  </a:lnTo>
                  <a:lnTo>
                    <a:pt x="49959" y="17333"/>
                  </a:lnTo>
                  <a:lnTo>
                    <a:pt x="10170" y="410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59940" y="2833399"/>
              <a:ext cx="50697" cy="43009"/>
            </a:xfrm>
            <a:custGeom>
              <a:avLst/>
              <a:pathLst>
                <a:path w="50697" h="43009">
                  <a:moveTo>
                    <a:pt x="0" y="25048"/>
                  </a:moveTo>
                  <a:lnTo>
                    <a:pt x="40095" y="0"/>
                  </a:lnTo>
                  <a:lnTo>
                    <a:pt x="50697" y="18777"/>
                  </a:lnTo>
                  <a:lnTo>
                    <a:pt x="10491" y="43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9121" y="2919215"/>
              <a:ext cx="43029" cy="53133"/>
            </a:xfrm>
            <a:custGeom>
              <a:avLst/>
              <a:pathLst>
                <a:path w="43029" h="53133">
                  <a:moveTo>
                    <a:pt x="0" y="11272"/>
                  </a:moveTo>
                  <a:lnTo>
                    <a:pt x="18432" y="0"/>
                  </a:lnTo>
                  <a:lnTo>
                    <a:pt x="43029" y="41860"/>
                  </a:lnTo>
                  <a:lnTo>
                    <a:pt x="24401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97577" y="2998864"/>
              <a:ext cx="42381" cy="52523"/>
            </a:xfrm>
            <a:custGeom>
              <a:avLst/>
              <a:pathLst>
                <a:path w="42381" h="52523">
                  <a:moveTo>
                    <a:pt x="0" y="11342"/>
                  </a:moveTo>
                  <a:lnTo>
                    <a:pt x="17956" y="0"/>
                  </a:lnTo>
                  <a:lnTo>
                    <a:pt x="42381" y="41686"/>
                  </a:lnTo>
                  <a:lnTo>
                    <a:pt x="23845" y="5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32028" y="3101406"/>
              <a:ext cx="42423" cy="52199"/>
            </a:xfrm>
            <a:custGeom>
              <a:avLst/>
              <a:pathLst>
                <a:path w="42423" h="52199">
                  <a:moveTo>
                    <a:pt x="0" y="11143"/>
                  </a:moveTo>
                  <a:lnTo>
                    <a:pt x="18072" y="0"/>
                  </a:lnTo>
                  <a:lnTo>
                    <a:pt x="42423" y="41036"/>
                  </a:lnTo>
                  <a:lnTo>
                    <a:pt x="24383" y="5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505137" y="3055194"/>
              <a:ext cx="41177" cy="51450"/>
            </a:xfrm>
            <a:custGeom>
              <a:avLst/>
              <a:pathLst>
                <a:path w="41177" h="51450">
                  <a:moveTo>
                    <a:pt x="0" y="10788"/>
                  </a:moveTo>
                  <a:lnTo>
                    <a:pt x="17497" y="0"/>
                  </a:lnTo>
                  <a:lnTo>
                    <a:pt x="29545" y="20582"/>
                  </a:lnTo>
                  <a:lnTo>
                    <a:pt x="41177" y="41139"/>
                  </a:lnTo>
                  <a:lnTo>
                    <a:pt x="23480" y="514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602760" y="3060362"/>
              <a:ext cx="41224" cy="51476"/>
            </a:xfrm>
            <a:custGeom>
              <a:avLst/>
              <a:pathLst>
                <a:path w="41224" h="51476">
                  <a:moveTo>
                    <a:pt x="0" y="10223"/>
                  </a:moveTo>
                  <a:lnTo>
                    <a:pt x="17128" y="0"/>
                  </a:lnTo>
                  <a:lnTo>
                    <a:pt x="41224" y="40217"/>
                  </a:lnTo>
                  <a:lnTo>
                    <a:pt x="23844" y="51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82853" y="3069167"/>
              <a:ext cx="40559" cy="51351"/>
            </a:xfrm>
            <a:custGeom>
              <a:avLst/>
              <a:pathLst>
                <a:path w="40559" h="51351">
                  <a:moveTo>
                    <a:pt x="0" y="10374"/>
                  </a:moveTo>
                  <a:lnTo>
                    <a:pt x="17119" y="0"/>
                  </a:lnTo>
                  <a:lnTo>
                    <a:pt x="40559" y="40925"/>
                  </a:lnTo>
                  <a:lnTo>
                    <a:pt x="23576" y="5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3188" y="2947022"/>
              <a:ext cx="30604" cy="32432"/>
            </a:xfrm>
            <a:custGeom>
              <a:avLst/>
              <a:pathLst>
                <a:path w="30604" h="32432">
                  <a:moveTo>
                    <a:pt x="0" y="11082"/>
                  </a:moveTo>
                  <a:lnTo>
                    <a:pt x="18629" y="0"/>
                  </a:lnTo>
                  <a:lnTo>
                    <a:pt x="30604" y="20784"/>
                  </a:lnTo>
                  <a:lnTo>
                    <a:pt x="12612" y="32432"/>
                  </a:lnTo>
                  <a:lnTo>
                    <a:pt x="8611" y="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9110" y="2764148"/>
              <a:ext cx="51449" cy="42080"/>
            </a:xfrm>
            <a:custGeom>
              <a:avLst/>
              <a:pathLst>
                <a:path w="51449" h="42080">
                  <a:moveTo>
                    <a:pt x="0" y="24647"/>
                  </a:moveTo>
                  <a:lnTo>
                    <a:pt x="40459" y="150"/>
                  </a:lnTo>
                  <a:lnTo>
                    <a:pt x="40928" y="0"/>
                  </a:lnTo>
                  <a:lnTo>
                    <a:pt x="51449" y="18244"/>
                  </a:lnTo>
                  <a:lnTo>
                    <a:pt x="10515" y="4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16159" y="2932665"/>
              <a:ext cx="43024" cy="53126"/>
            </a:xfrm>
            <a:custGeom>
              <a:avLst/>
              <a:pathLst>
                <a:path w="43024" h="53126">
                  <a:moveTo>
                    <a:pt x="0" y="11505"/>
                  </a:moveTo>
                  <a:lnTo>
                    <a:pt x="18078" y="0"/>
                  </a:lnTo>
                  <a:lnTo>
                    <a:pt x="43024" y="42540"/>
                  </a:lnTo>
                  <a:lnTo>
                    <a:pt x="24606" y="5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95804" y="2940106"/>
              <a:ext cx="42389" cy="53063"/>
            </a:xfrm>
            <a:custGeom>
              <a:avLst/>
              <a:pathLst>
                <a:path w="42389" h="53063">
                  <a:moveTo>
                    <a:pt x="0" y="10970"/>
                  </a:moveTo>
                  <a:lnTo>
                    <a:pt x="18409" y="0"/>
                  </a:lnTo>
                  <a:lnTo>
                    <a:pt x="42389" y="42489"/>
                  </a:lnTo>
                  <a:lnTo>
                    <a:pt x="23829" y="53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4434" y="2936962"/>
              <a:ext cx="27370" cy="28981"/>
            </a:xfrm>
            <a:custGeom>
              <a:avLst/>
              <a:pathLst>
                <a:path w="27370" h="28981">
                  <a:moveTo>
                    <a:pt x="0" y="8683"/>
                  </a:moveTo>
                  <a:lnTo>
                    <a:pt x="15174" y="0"/>
                  </a:lnTo>
                  <a:lnTo>
                    <a:pt x="27370" y="19551"/>
                  </a:lnTo>
                  <a:lnTo>
                    <a:pt x="11689" y="28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88064" y="2885513"/>
              <a:ext cx="43154" cy="52605"/>
            </a:xfrm>
            <a:custGeom>
              <a:avLst/>
              <a:pathLst>
                <a:path w="43154" h="52605">
                  <a:moveTo>
                    <a:pt x="0" y="11179"/>
                  </a:moveTo>
                  <a:lnTo>
                    <a:pt x="18723" y="0"/>
                  </a:lnTo>
                  <a:lnTo>
                    <a:pt x="43154" y="41905"/>
                  </a:lnTo>
                  <a:lnTo>
                    <a:pt x="24428" y="5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7237" y="2888894"/>
              <a:ext cx="51493" cy="42180"/>
            </a:xfrm>
            <a:custGeom>
              <a:avLst/>
              <a:pathLst>
                <a:path w="51493" h="42180">
                  <a:moveTo>
                    <a:pt x="0" y="24862"/>
                  </a:moveTo>
                  <a:lnTo>
                    <a:pt x="40668" y="0"/>
                  </a:lnTo>
                  <a:lnTo>
                    <a:pt x="51493" y="18496"/>
                  </a:lnTo>
                  <a:lnTo>
                    <a:pt x="10065" y="42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27686" y="2890361"/>
              <a:ext cx="42601" cy="53227"/>
            </a:xfrm>
            <a:custGeom>
              <a:avLst/>
              <a:pathLst>
                <a:path w="42601" h="53227">
                  <a:moveTo>
                    <a:pt x="0" y="10760"/>
                  </a:moveTo>
                  <a:lnTo>
                    <a:pt x="17915" y="0"/>
                  </a:lnTo>
                  <a:lnTo>
                    <a:pt x="42601" y="42559"/>
                  </a:lnTo>
                  <a:lnTo>
                    <a:pt x="24380" y="53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509812" y="3115543"/>
              <a:ext cx="41610" cy="52379"/>
            </a:xfrm>
            <a:custGeom>
              <a:avLst/>
              <a:pathLst>
                <a:path w="41610" h="52379">
                  <a:moveTo>
                    <a:pt x="0" y="11018"/>
                  </a:moveTo>
                  <a:lnTo>
                    <a:pt x="17376" y="0"/>
                  </a:lnTo>
                  <a:lnTo>
                    <a:pt x="41610" y="41398"/>
                  </a:lnTo>
                  <a:lnTo>
                    <a:pt x="24120" y="52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62214" y="2842275"/>
              <a:ext cx="41355" cy="51514"/>
            </a:xfrm>
            <a:custGeom>
              <a:avLst/>
              <a:pathLst>
                <a:path w="41355" h="51514">
                  <a:moveTo>
                    <a:pt x="0" y="10599"/>
                  </a:moveTo>
                  <a:lnTo>
                    <a:pt x="16661" y="555"/>
                  </a:lnTo>
                  <a:lnTo>
                    <a:pt x="17552" y="0"/>
                  </a:lnTo>
                  <a:lnTo>
                    <a:pt x="31362" y="24035"/>
                  </a:lnTo>
                  <a:lnTo>
                    <a:pt x="41355" y="41427"/>
                  </a:lnTo>
                  <a:lnTo>
                    <a:pt x="24410" y="51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75078" y="2849562"/>
              <a:ext cx="51839" cy="42737"/>
            </a:xfrm>
            <a:custGeom>
              <a:avLst/>
              <a:pathLst>
                <a:path w="51839" h="42737">
                  <a:moveTo>
                    <a:pt x="0" y="24572"/>
                  </a:moveTo>
                  <a:lnTo>
                    <a:pt x="40809" y="0"/>
                  </a:lnTo>
                  <a:lnTo>
                    <a:pt x="51839" y="18214"/>
                  </a:lnTo>
                  <a:lnTo>
                    <a:pt x="10592" y="42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9613" y="2855645"/>
              <a:ext cx="42107" cy="51393"/>
            </a:xfrm>
            <a:custGeom>
              <a:avLst/>
              <a:pathLst>
                <a:path w="42107" h="51393">
                  <a:moveTo>
                    <a:pt x="0" y="10637"/>
                  </a:moveTo>
                  <a:lnTo>
                    <a:pt x="18064" y="0"/>
                  </a:lnTo>
                  <a:lnTo>
                    <a:pt x="42107" y="40611"/>
                  </a:lnTo>
                  <a:lnTo>
                    <a:pt x="24043" y="51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57432" y="2924085"/>
              <a:ext cx="63391" cy="63685"/>
            </a:xfrm>
            <a:custGeom>
              <a:avLst/>
              <a:pathLst>
                <a:path w="63391" h="63685">
                  <a:moveTo>
                    <a:pt x="45173" y="51089"/>
                  </a:moveTo>
                  <a:lnTo>
                    <a:pt x="22648" y="63685"/>
                  </a:lnTo>
                  <a:lnTo>
                    <a:pt x="12689" y="46896"/>
                  </a:lnTo>
                  <a:lnTo>
                    <a:pt x="0" y="25505"/>
                  </a:lnTo>
                  <a:lnTo>
                    <a:pt x="48" y="25249"/>
                  </a:lnTo>
                  <a:lnTo>
                    <a:pt x="305" y="23897"/>
                  </a:lnTo>
                  <a:lnTo>
                    <a:pt x="15743" y="14462"/>
                  </a:lnTo>
                  <a:lnTo>
                    <a:pt x="17363" y="13472"/>
                  </a:lnTo>
                  <a:lnTo>
                    <a:pt x="39406" y="0"/>
                  </a:lnTo>
                  <a:lnTo>
                    <a:pt x="46490" y="12081"/>
                  </a:lnTo>
                  <a:lnTo>
                    <a:pt x="49464" y="17152"/>
                  </a:lnTo>
                  <a:lnTo>
                    <a:pt x="51792" y="21122"/>
                  </a:lnTo>
                  <a:lnTo>
                    <a:pt x="63391" y="40901"/>
                  </a:lnTo>
                  <a:lnTo>
                    <a:pt x="58391" y="43697"/>
                  </a:lnTo>
                  <a:lnTo>
                    <a:pt x="48286" y="49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44361" y="3050802"/>
              <a:ext cx="61090" cy="62681"/>
            </a:xfrm>
            <a:custGeom>
              <a:avLst/>
              <a:pathLst>
                <a:path w="61090" h="62681">
                  <a:moveTo>
                    <a:pt x="45252" y="49702"/>
                  </a:moveTo>
                  <a:lnTo>
                    <a:pt x="23030" y="62681"/>
                  </a:lnTo>
                  <a:lnTo>
                    <a:pt x="17457" y="52689"/>
                  </a:lnTo>
                  <a:lnTo>
                    <a:pt x="11730" y="42420"/>
                  </a:lnTo>
                  <a:lnTo>
                    <a:pt x="6959" y="34461"/>
                  </a:lnTo>
                  <a:lnTo>
                    <a:pt x="0" y="22849"/>
                  </a:lnTo>
                  <a:lnTo>
                    <a:pt x="26336" y="7323"/>
                  </a:lnTo>
                  <a:lnTo>
                    <a:pt x="38758" y="0"/>
                  </a:lnTo>
                  <a:lnTo>
                    <a:pt x="61090" y="40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80241" y="2857134"/>
              <a:ext cx="158542" cy="94456"/>
            </a:xfrm>
            <a:custGeom>
              <a:avLst/>
              <a:pathLst>
                <a:path w="158542" h="94456">
                  <a:moveTo>
                    <a:pt x="0" y="79699"/>
                  </a:moveTo>
                  <a:lnTo>
                    <a:pt x="135270" y="0"/>
                  </a:lnTo>
                  <a:lnTo>
                    <a:pt x="158542" y="40858"/>
                  </a:lnTo>
                  <a:lnTo>
                    <a:pt x="121024" y="65106"/>
                  </a:lnTo>
                  <a:lnTo>
                    <a:pt x="120174" y="64031"/>
                  </a:lnTo>
                  <a:lnTo>
                    <a:pt x="83032" y="86008"/>
                  </a:lnTo>
                  <a:lnTo>
                    <a:pt x="82115" y="84437"/>
                  </a:lnTo>
                  <a:lnTo>
                    <a:pt x="67149" y="58778"/>
                  </a:lnTo>
                  <a:lnTo>
                    <a:pt x="8758" y="9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72709" y="2805272"/>
              <a:ext cx="41613" cy="51607"/>
            </a:xfrm>
            <a:custGeom>
              <a:avLst/>
              <a:pathLst>
                <a:path w="41613" h="51607">
                  <a:moveTo>
                    <a:pt x="0" y="10334"/>
                  </a:moveTo>
                  <a:lnTo>
                    <a:pt x="17255" y="0"/>
                  </a:lnTo>
                  <a:lnTo>
                    <a:pt x="41613" y="40578"/>
                  </a:lnTo>
                  <a:lnTo>
                    <a:pt x="23198" y="51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25254" y="2819134"/>
              <a:ext cx="52136" cy="42395"/>
            </a:xfrm>
            <a:custGeom>
              <a:avLst/>
              <a:pathLst>
                <a:path w="52136" h="42395">
                  <a:moveTo>
                    <a:pt x="0" y="24621"/>
                  </a:moveTo>
                  <a:lnTo>
                    <a:pt x="41643" y="0"/>
                  </a:lnTo>
                  <a:lnTo>
                    <a:pt x="52136" y="18586"/>
                  </a:lnTo>
                  <a:lnTo>
                    <a:pt x="10599" y="42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68541" y="3031593"/>
              <a:ext cx="50416" cy="42590"/>
            </a:xfrm>
            <a:custGeom>
              <a:avLst/>
              <a:pathLst>
                <a:path w="50416" h="42590">
                  <a:moveTo>
                    <a:pt x="0" y="24534"/>
                  </a:moveTo>
                  <a:lnTo>
                    <a:pt x="39852" y="0"/>
                  </a:lnTo>
                  <a:lnTo>
                    <a:pt x="50416" y="18281"/>
                  </a:lnTo>
                  <a:lnTo>
                    <a:pt x="10627" y="42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900617" y="2840431"/>
              <a:ext cx="65230" cy="63511"/>
            </a:xfrm>
            <a:custGeom>
              <a:avLst/>
              <a:pathLst>
                <a:path w="65230" h="63511">
                  <a:moveTo>
                    <a:pt x="47554" y="49883"/>
                  </a:moveTo>
                  <a:lnTo>
                    <a:pt x="23642" y="63511"/>
                  </a:lnTo>
                  <a:lnTo>
                    <a:pt x="13293" y="45695"/>
                  </a:lnTo>
                  <a:lnTo>
                    <a:pt x="0" y="22813"/>
                  </a:lnTo>
                  <a:lnTo>
                    <a:pt x="42220" y="0"/>
                  </a:lnTo>
                  <a:lnTo>
                    <a:pt x="54829" y="21814"/>
                  </a:lnTo>
                  <a:lnTo>
                    <a:pt x="65230" y="39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324362" y="1750608"/>
              <a:ext cx="26372" cy="28392"/>
            </a:xfrm>
            <a:custGeom>
              <a:avLst/>
              <a:pathLst>
                <a:path w="26372" h="28392">
                  <a:moveTo>
                    <a:pt x="14780" y="28392"/>
                  </a:moveTo>
                  <a:lnTo>
                    <a:pt x="0" y="17395"/>
                  </a:lnTo>
                  <a:lnTo>
                    <a:pt x="11760" y="0"/>
                  </a:lnTo>
                  <a:lnTo>
                    <a:pt x="26372" y="10925"/>
                  </a:lnTo>
                  <a:lnTo>
                    <a:pt x="20541" y="203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420735" y="1710269"/>
              <a:ext cx="29739" cy="27348"/>
            </a:xfrm>
            <a:custGeom>
              <a:avLst/>
              <a:pathLst>
                <a:path w="29739" h="27348">
                  <a:moveTo>
                    <a:pt x="29739" y="13490"/>
                  </a:moveTo>
                  <a:lnTo>
                    <a:pt x="7427" y="27348"/>
                  </a:lnTo>
                  <a:lnTo>
                    <a:pt x="4224" y="21885"/>
                  </a:lnTo>
                  <a:lnTo>
                    <a:pt x="0" y="12399"/>
                  </a:lnTo>
                  <a:lnTo>
                    <a:pt x="6149" y="8886"/>
                  </a:lnTo>
                  <a:lnTo>
                    <a:pt x="9554" y="7259"/>
                  </a:lnTo>
                  <a:lnTo>
                    <a:pt x="16087" y="3701"/>
                  </a:lnTo>
                  <a:lnTo>
                    <a:pt x="22410" y="0"/>
                  </a:lnTo>
                  <a:lnTo>
                    <a:pt x="26648" y="75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39666" y="1696777"/>
              <a:ext cx="18616" cy="10041"/>
            </a:xfrm>
            <a:custGeom>
              <a:avLst/>
              <a:pathLst>
                <a:path w="18616" h="10041">
                  <a:moveTo>
                    <a:pt x="0" y="3953"/>
                  </a:moveTo>
                  <a:lnTo>
                    <a:pt x="5971" y="0"/>
                  </a:lnTo>
                  <a:lnTo>
                    <a:pt x="18616" y="2372"/>
                  </a:lnTo>
                  <a:lnTo>
                    <a:pt x="3191" y="100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56109" y="1721752"/>
              <a:ext cx="19389" cy="36144"/>
            </a:xfrm>
            <a:custGeom>
              <a:avLst/>
              <a:pathLst>
                <a:path w="19389" h="36144">
                  <a:moveTo>
                    <a:pt x="16093" y="5840"/>
                  </a:moveTo>
                  <a:lnTo>
                    <a:pt x="14746" y="9024"/>
                  </a:lnTo>
                  <a:lnTo>
                    <a:pt x="16579" y="17048"/>
                  </a:lnTo>
                  <a:lnTo>
                    <a:pt x="19389" y="33868"/>
                  </a:lnTo>
                  <a:lnTo>
                    <a:pt x="284" y="36144"/>
                  </a:lnTo>
                  <a:lnTo>
                    <a:pt x="0" y="25890"/>
                  </a:lnTo>
                  <a:lnTo>
                    <a:pt x="70" y="18702"/>
                  </a:lnTo>
                  <a:lnTo>
                    <a:pt x="263" y="10538"/>
                  </a:lnTo>
                  <a:lnTo>
                    <a:pt x="583" y="2296"/>
                  </a:lnTo>
                  <a:lnTo>
                    <a:pt x="4883" y="398"/>
                  </a:lnTo>
                  <a:lnTo>
                    <a:pt x="5585" y="0"/>
                  </a:lnTo>
                  <a:lnTo>
                    <a:pt x="5625" y="4355"/>
                  </a:lnTo>
                  <a:lnTo>
                    <a:pt x="12250" y="44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88976" y="1746784"/>
              <a:ext cx="32596" cy="19716"/>
            </a:xfrm>
            <a:custGeom>
              <a:avLst/>
              <a:pathLst>
                <a:path w="32596" h="19716">
                  <a:moveTo>
                    <a:pt x="0" y="2070"/>
                  </a:moveTo>
                  <a:lnTo>
                    <a:pt x="30067" y="0"/>
                  </a:lnTo>
                  <a:lnTo>
                    <a:pt x="32596" y="4255"/>
                  </a:lnTo>
                  <a:lnTo>
                    <a:pt x="29418" y="16956"/>
                  </a:lnTo>
                  <a:lnTo>
                    <a:pt x="1093" y="19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522936" y="1769666"/>
              <a:ext cx="23065" cy="21407"/>
            </a:xfrm>
            <a:custGeom>
              <a:avLst/>
              <a:pathLst>
                <a:path w="23065" h="21407">
                  <a:moveTo>
                    <a:pt x="12955" y="5175"/>
                  </a:moveTo>
                  <a:lnTo>
                    <a:pt x="18294" y="0"/>
                  </a:lnTo>
                  <a:lnTo>
                    <a:pt x="23065" y="10554"/>
                  </a:lnTo>
                  <a:lnTo>
                    <a:pt x="2832" y="21407"/>
                  </a:lnTo>
                  <a:lnTo>
                    <a:pt x="0" y="175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41138" y="1746691"/>
              <a:ext cx="31952" cy="35005"/>
            </a:xfrm>
            <a:custGeom>
              <a:avLst/>
              <a:pathLst>
                <a:path w="31952" h="35005">
                  <a:moveTo>
                    <a:pt x="0" y="10350"/>
                  </a:moveTo>
                  <a:lnTo>
                    <a:pt x="8310" y="6436"/>
                  </a:lnTo>
                  <a:lnTo>
                    <a:pt x="19403" y="0"/>
                  </a:lnTo>
                  <a:lnTo>
                    <a:pt x="31952" y="22580"/>
                  </a:lnTo>
                  <a:lnTo>
                    <a:pt x="10737" y="35005"/>
                  </a:lnTo>
                  <a:lnTo>
                    <a:pt x="7070" y="28234"/>
                  </a:lnTo>
                  <a:lnTo>
                    <a:pt x="6649" y="24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54067" y="1772605"/>
              <a:ext cx="48839" cy="62321"/>
            </a:xfrm>
            <a:custGeom>
              <a:avLst/>
              <a:pathLst>
                <a:path w="48839" h="62321">
                  <a:moveTo>
                    <a:pt x="0" y="12287"/>
                  </a:moveTo>
                  <a:lnTo>
                    <a:pt x="6268" y="8280"/>
                  </a:lnTo>
                  <a:lnTo>
                    <a:pt x="14275" y="1476"/>
                  </a:lnTo>
                  <a:lnTo>
                    <a:pt x="20599" y="0"/>
                  </a:lnTo>
                  <a:lnTo>
                    <a:pt x="24391" y="7686"/>
                  </a:lnTo>
                  <a:lnTo>
                    <a:pt x="48839" y="51504"/>
                  </a:lnTo>
                  <a:lnTo>
                    <a:pt x="29945" y="62321"/>
                  </a:lnTo>
                  <a:lnTo>
                    <a:pt x="19558" y="46156"/>
                  </a:lnTo>
                  <a:lnTo>
                    <a:pt x="17647" y="41096"/>
                  </a:lnTo>
                  <a:lnTo>
                    <a:pt x="10565" y="311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28601" y="1784583"/>
              <a:ext cx="44609" cy="53303"/>
            </a:xfrm>
            <a:custGeom>
              <a:avLst/>
              <a:pathLst>
                <a:path w="44609" h="53303">
                  <a:moveTo>
                    <a:pt x="20021" y="44278"/>
                  </a:moveTo>
                  <a:lnTo>
                    <a:pt x="0" y="8553"/>
                  </a:lnTo>
                  <a:lnTo>
                    <a:pt x="19249" y="0"/>
                  </a:lnTo>
                  <a:lnTo>
                    <a:pt x="44609" y="42337"/>
                  </a:lnTo>
                  <a:lnTo>
                    <a:pt x="25650" y="53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402380" y="1784527"/>
              <a:ext cx="37851" cy="40544"/>
            </a:xfrm>
            <a:custGeom>
              <a:avLst/>
              <a:pathLst>
                <a:path w="37851" h="40544">
                  <a:moveTo>
                    <a:pt x="0" y="10436"/>
                  </a:moveTo>
                  <a:lnTo>
                    <a:pt x="20654" y="0"/>
                  </a:lnTo>
                  <a:lnTo>
                    <a:pt x="30854" y="15526"/>
                  </a:lnTo>
                  <a:lnTo>
                    <a:pt x="37851" y="29413"/>
                  </a:lnTo>
                  <a:lnTo>
                    <a:pt x="18371" y="40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68907" y="1788313"/>
              <a:ext cx="34130" cy="35364"/>
            </a:xfrm>
            <a:custGeom>
              <a:avLst/>
              <a:pathLst>
                <a:path w="34130" h="35364">
                  <a:moveTo>
                    <a:pt x="0" y="11788"/>
                  </a:moveTo>
                  <a:lnTo>
                    <a:pt x="20232" y="0"/>
                  </a:lnTo>
                  <a:lnTo>
                    <a:pt x="34130" y="24169"/>
                  </a:lnTo>
                  <a:lnTo>
                    <a:pt x="14190" y="3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526376" y="1743293"/>
              <a:ext cx="21452" cy="17663"/>
            </a:xfrm>
            <a:custGeom>
              <a:avLst/>
              <a:pathLst>
                <a:path w="21452" h="17663">
                  <a:moveTo>
                    <a:pt x="0" y="11143"/>
                  </a:moveTo>
                  <a:lnTo>
                    <a:pt x="17254" y="0"/>
                  </a:lnTo>
                  <a:lnTo>
                    <a:pt x="21452" y="6520"/>
                  </a:lnTo>
                  <a:lnTo>
                    <a:pt x="4467" y="17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516539" y="1727884"/>
              <a:ext cx="22219" cy="20873"/>
            </a:xfrm>
            <a:custGeom>
              <a:avLst/>
              <a:pathLst>
                <a:path w="22219" h="20873">
                  <a:moveTo>
                    <a:pt x="0" y="9484"/>
                  </a:moveTo>
                  <a:lnTo>
                    <a:pt x="15137" y="0"/>
                  </a:lnTo>
                  <a:lnTo>
                    <a:pt x="22219" y="9660"/>
                  </a:lnTo>
                  <a:lnTo>
                    <a:pt x="6370" y="208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73053" y="1704439"/>
              <a:ext cx="14483" cy="29432"/>
            </a:xfrm>
            <a:custGeom>
              <a:avLst/>
              <a:pathLst>
                <a:path w="14483" h="29432">
                  <a:moveTo>
                    <a:pt x="10660" y="23461"/>
                  </a:moveTo>
                  <a:lnTo>
                    <a:pt x="0" y="1962"/>
                  </a:lnTo>
                  <a:lnTo>
                    <a:pt x="11756" y="0"/>
                  </a:lnTo>
                  <a:lnTo>
                    <a:pt x="14414" y="20955"/>
                  </a:lnTo>
                  <a:lnTo>
                    <a:pt x="14443" y="24543"/>
                  </a:lnTo>
                  <a:lnTo>
                    <a:pt x="14483" y="29432"/>
                  </a:lnTo>
                  <a:lnTo>
                    <a:pt x="14053" y="28767"/>
                  </a:lnTo>
                  <a:lnTo>
                    <a:pt x="11228" y="243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42189" y="1727144"/>
              <a:ext cx="18095" cy="23049"/>
            </a:xfrm>
            <a:custGeom>
              <a:avLst/>
              <a:pathLst>
                <a:path w="18095" h="23049">
                  <a:moveTo>
                    <a:pt x="0" y="5510"/>
                  </a:moveTo>
                  <a:lnTo>
                    <a:pt x="10138" y="0"/>
                  </a:lnTo>
                  <a:lnTo>
                    <a:pt x="18095" y="15576"/>
                  </a:lnTo>
                  <a:lnTo>
                    <a:pt x="5620" y="23049"/>
                  </a:lnTo>
                  <a:lnTo>
                    <a:pt x="2669" y="16148"/>
                  </a:lnTo>
                  <a:lnTo>
                    <a:pt x="4215" y="13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524134" y="1739730"/>
              <a:ext cx="19218" cy="14334"/>
            </a:xfrm>
            <a:custGeom>
              <a:avLst/>
              <a:pathLst>
                <a:path w="19218" h="14334">
                  <a:moveTo>
                    <a:pt x="0" y="11025"/>
                  </a:moveTo>
                  <a:lnTo>
                    <a:pt x="17406" y="0"/>
                  </a:lnTo>
                  <a:lnTo>
                    <a:pt x="19218" y="2975"/>
                  </a:lnTo>
                  <a:lnTo>
                    <a:pt x="1882" y="14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95806" y="1739061"/>
              <a:ext cx="31233" cy="42025"/>
            </a:xfrm>
            <a:custGeom>
              <a:avLst/>
              <a:pathLst>
                <a:path w="31233" h="42025">
                  <a:moveTo>
                    <a:pt x="0" y="7048"/>
                  </a:moveTo>
                  <a:lnTo>
                    <a:pt x="10200" y="4547"/>
                  </a:lnTo>
                  <a:lnTo>
                    <a:pt x="18694" y="0"/>
                  </a:lnTo>
                  <a:lnTo>
                    <a:pt x="24752" y="11253"/>
                  </a:lnTo>
                  <a:lnTo>
                    <a:pt x="30391" y="19771"/>
                  </a:lnTo>
                  <a:lnTo>
                    <a:pt x="31233" y="25378"/>
                  </a:lnTo>
                  <a:lnTo>
                    <a:pt x="26934" y="34133"/>
                  </a:lnTo>
                  <a:lnTo>
                    <a:pt x="21539" y="42025"/>
                  </a:lnTo>
                  <a:lnTo>
                    <a:pt x="9953" y="23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74248" y="1719734"/>
              <a:ext cx="18630" cy="35839"/>
            </a:xfrm>
            <a:custGeom>
              <a:avLst/>
              <a:pathLst>
                <a:path w="18630" h="35839">
                  <a:moveTo>
                    <a:pt x="0" y="7590"/>
                  </a:moveTo>
                  <a:lnTo>
                    <a:pt x="3498" y="0"/>
                  </a:lnTo>
                  <a:lnTo>
                    <a:pt x="18630" y="6598"/>
                  </a:lnTo>
                  <a:lnTo>
                    <a:pt x="13903" y="18152"/>
                  </a:lnTo>
                  <a:lnTo>
                    <a:pt x="6322" y="35839"/>
                  </a:lnTo>
                  <a:lnTo>
                    <a:pt x="3414" y="35235"/>
                  </a:lnTo>
                  <a:lnTo>
                    <a:pt x="632" y="18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336860" y="1731541"/>
              <a:ext cx="16414" cy="25876"/>
            </a:xfrm>
            <a:custGeom>
              <a:avLst/>
              <a:pathLst>
                <a:path w="16414" h="25876">
                  <a:moveTo>
                    <a:pt x="15314" y="25876"/>
                  </a:moveTo>
                  <a:lnTo>
                    <a:pt x="0" y="15669"/>
                  </a:lnTo>
                  <a:lnTo>
                    <a:pt x="4777" y="12219"/>
                  </a:lnTo>
                  <a:lnTo>
                    <a:pt x="10232" y="9148"/>
                  </a:lnTo>
                  <a:lnTo>
                    <a:pt x="11918" y="5123"/>
                  </a:lnTo>
                  <a:lnTo>
                    <a:pt x="11521" y="143"/>
                  </a:lnTo>
                  <a:lnTo>
                    <a:pt x="16017" y="0"/>
                  </a:lnTo>
                  <a:lnTo>
                    <a:pt x="16414" y="11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400118" y="1725069"/>
              <a:ext cx="26200" cy="25717"/>
            </a:xfrm>
            <a:custGeom>
              <a:avLst/>
              <a:pathLst>
                <a:path w="26200" h="25717">
                  <a:moveTo>
                    <a:pt x="21689" y="4551"/>
                  </a:moveTo>
                  <a:lnTo>
                    <a:pt x="26200" y="14168"/>
                  </a:lnTo>
                  <a:lnTo>
                    <a:pt x="5901" y="25717"/>
                  </a:lnTo>
                  <a:lnTo>
                    <a:pt x="1330" y="17834"/>
                  </a:lnTo>
                  <a:lnTo>
                    <a:pt x="859" y="16600"/>
                  </a:lnTo>
                  <a:lnTo>
                    <a:pt x="0" y="14351"/>
                  </a:lnTo>
                  <a:lnTo>
                    <a:pt x="3289" y="4513"/>
                  </a:lnTo>
                  <a:lnTo>
                    <a:pt x="7653" y="4744"/>
                  </a:lnTo>
                  <a:lnTo>
                    <a:pt x="11784" y="3450"/>
                  </a:lnTo>
                  <a:lnTo>
                    <a:pt x="18402" y="0"/>
                  </a:lnTo>
                  <a:lnTo>
                    <a:pt x="19697" y="17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31855" y="1720328"/>
              <a:ext cx="23501" cy="20511"/>
            </a:xfrm>
            <a:custGeom>
              <a:avLst/>
              <a:pathLst>
                <a:path w="23501" h="20511">
                  <a:moveTo>
                    <a:pt x="0" y="1472"/>
                  </a:moveTo>
                  <a:lnTo>
                    <a:pt x="2485" y="0"/>
                  </a:lnTo>
                  <a:lnTo>
                    <a:pt x="23501" y="9093"/>
                  </a:lnTo>
                  <a:lnTo>
                    <a:pt x="20232" y="15963"/>
                  </a:lnTo>
                  <a:lnTo>
                    <a:pt x="13448" y="20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49546" y="1731160"/>
              <a:ext cx="26302" cy="24767"/>
            </a:xfrm>
            <a:custGeom>
              <a:avLst/>
              <a:pathLst>
                <a:path w="26302" h="24767">
                  <a:moveTo>
                    <a:pt x="0" y="16216"/>
                  </a:moveTo>
                  <a:lnTo>
                    <a:pt x="8711" y="0"/>
                  </a:lnTo>
                  <a:lnTo>
                    <a:pt x="21412" y="4945"/>
                  </a:lnTo>
                  <a:lnTo>
                    <a:pt x="26302" y="8913"/>
                  </a:lnTo>
                  <a:lnTo>
                    <a:pt x="14278" y="247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65282" y="1741337"/>
              <a:ext cx="25065" cy="25360"/>
            </a:xfrm>
            <a:custGeom>
              <a:avLst/>
              <a:pathLst>
                <a:path w="25065" h="25360">
                  <a:moveTo>
                    <a:pt x="0" y="15470"/>
                  </a:moveTo>
                  <a:lnTo>
                    <a:pt x="11295" y="0"/>
                  </a:lnTo>
                  <a:lnTo>
                    <a:pt x="18658" y="6614"/>
                  </a:lnTo>
                  <a:lnTo>
                    <a:pt x="17928" y="9547"/>
                  </a:lnTo>
                  <a:lnTo>
                    <a:pt x="25065" y="14204"/>
                  </a:lnTo>
                  <a:lnTo>
                    <a:pt x="24110" y="16907"/>
                  </a:lnTo>
                  <a:lnTo>
                    <a:pt x="14612" y="25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82211" y="1759615"/>
              <a:ext cx="56343" cy="73091"/>
            </a:xfrm>
            <a:custGeom>
              <a:avLst/>
              <a:pathLst>
                <a:path w="56343" h="73091">
                  <a:moveTo>
                    <a:pt x="23670" y="8117"/>
                  </a:moveTo>
                  <a:lnTo>
                    <a:pt x="28079" y="10685"/>
                  </a:lnTo>
                  <a:lnTo>
                    <a:pt x="39460" y="31530"/>
                  </a:lnTo>
                  <a:lnTo>
                    <a:pt x="47539" y="46625"/>
                  </a:lnTo>
                  <a:lnTo>
                    <a:pt x="56343" y="61461"/>
                  </a:lnTo>
                  <a:lnTo>
                    <a:pt x="38144" y="73091"/>
                  </a:lnTo>
                  <a:lnTo>
                    <a:pt x="29477" y="58452"/>
                  </a:lnTo>
                  <a:lnTo>
                    <a:pt x="22227" y="46031"/>
                  </a:lnTo>
                  <a:lnTo>
                    <a:pt x="9188" y="23777"/>
                  </a:lnTo>
                  <a:lnTo>
                    <a:pt x="0" y="7389"/>
                  </a:lnTo>
                  <a:lnTo>
                    <a:pt x="9582" y="0"/>
                  </a:lnTo>
                  <a:lnTo>
                    <a:pt x="13656" y="35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80600" y="1808377"/>
              <a:ext cx="31748" cy="33482"/>
            </a:xfrm>
            <a:custGeom>
              <a:avLst/>
              <a:pathLst>
                <a:path w="31748" h="33482">
                  <a:moveTo>
                    <a:pt x="0" y="12781"/>
                  </a:moveTo>
                  <a:lnTo>
                    <a:pt x="19356" y="0"/>
                  </a:lnTo>
                  <a:lnTo>
                    <a:pt x="31748" y="21650"/>
                  </a:lnTo>
                  <a:lnTo>
                    <a:pt x="12083" y="33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71166" y="1846093"/>
              <a:ext cx="34844" cy="36241"/>
            </a:xfrm>
            <a:custGeom>
              <a:avLst/>
              <a:pathLst>
                <a:path w="34844" h="36241">
                  <a:moveTo>
                    <a:pt x="0" y="12650"/>
                  </a:moveTo>
                  <a:lnTo>
                    <a:pt x="21187" y="0"/>
                  </a:lnTo>
                  <a:lnTo>
                    <a:pt x="34844" y="24266"/>
                  </a:lnTo>
                  <a:lnTo>
                    <a:pt x="14176" y="36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45130" y="1854021"/>
              <a:ext cx="43714" cy="52032"/>
            </a:xfrm>
            <a:custGeom>
              <a:avLst/>
              <a:pathLst>
                <a:path w="43714" h="52032">
                  <a:moveTo>
                    <a:pt x="0" y="10178"/>
                  </a:moveTo>
                  <a:lnTo>
                    <a:pt x="7755" y="3536"/>
                  </a:lnTo>
                  <a:lnTo>
                    <a:pt x="18799" y="0"/>
                  </a:lnTo>
                  <a:lnTo>
                    <a:pt x="38129" y="32299"/>
                  </a:lnTo>
                  <a:lnTo>
                    <a:pt x="43714" y="41643"/>
                  </a:lnTo>
                  <a:lnTo>
                    <a:pt x="24746" y="52032"/>
                  </a:lnTo>
                  <a:lnTo>
                    <a:pt x="22874" y="490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409893" y="1744672"/>
              <a:ext cx="31697" cy="32196"/>
            </a:xfrm>
            <a:custGeom>
              <a:avLst/>
              <a:pathLst>
                <a:path w="31697" h="32196">
                  <a:moveTo>
                    <a:pt x="0" y="12420"/>
                  </a:moveTo>
                  <a:lnTo>
                    <a:pt x="19979" y="0"/>
                  </a:lnTo>
                  <a:lnTo>
                    <a:pt x="31697" y="19838"/>
                  </a:lnTo>
                  <a:lnTo>
                    <a:pt x="11965" y="321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55031" y="1758204"/>
              <a:ext cx="34844" cy="37554"/>
            </a:xfrm>
            <a:custGeom>
              <a:avLst/>
              <a:pathLst>
                <a:path w="34844" h="37554">
                  <a:moveTo>
                    <a:pt x="0" y="10959"/>
                  </a:moveTo>
                  <a:lnTo>
                    <a:pt x="19679" y="0"/>
                  </a:lnTo>
                  <a:lnTo>
                    <a:pt x="34844" y="25478"/>
                  </a:lnTo>
                  <a:lnTo>
                    <a:pt x="14331" y="3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614307" y="1756623"/>
              <a:ext cx="17492" cy="20060"/>
            </a:xfrm>
            <a:custGeom>
              <a:avLst/>
              <a:pathLst>
                <a:path w="17492" h="20060">
                  <a:moveTo>
                    <a:pt x="2388" y="0"/>
                  </a:moveTo>
                  <a:lnTo>
                    <a:pt x="9237" y="1721"/>
                  </a:lnTo>
                  <a:lnTo>
                    <a:pt x="12294" y="3097"/>
                  </a:lnTo>
                  <a:lnTo>
                    <a:pt x="16495" y="3018"/>
                  </a:lnTo>
                  <a:lnTo>
                    <a:pt x="17492" y="20060"/>
                  </a:lnTo>
                  <a:lnTo>
                    <a:pt x="5198" y="15741"/>
                  </a:lnTo>
                  <a:lnTo>
                    <a:pt x="0" y="136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91461" y="1751764"/>
              <a:ext cx="22690" cy="16109"/>
            </a:xfrm>
            <a:custGeom>
              <a:avLst/>
              <a:pathLst>
                <a:path w="22690" h="16109">
                  <a:moveTo>
                    <a:pt x="1124" y="6382"/>
                  </a:moveTo>
                  <a:lnTo>
                    <a:pt x="0" y="460"/>
                  </a:lnTo>
                  <a:lnTo>
                    <a:pt x="4833" y="0"/>
                  </a:lnTo>
                  <a:lnTo>
                    <a:pt x="12476" y="1782"/>
                  </a:lnTo>
                  <a:lnTo>
                    <a:pt x="22690" y="4265"/>
                  </a:lnTo>
                  <a:lnTo>
                    <a:pt x="19594" y="16109"/>
                  </a:lnTo>
                  <a:lnTo>
                    <a:pt x="5034" y="9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89606" y="1740148"/>
              <a:ext cx="26808" cy="14778"/>
            </a:xfrm>
            <a:custGeom>
              <a:avLst/>
              <a:pathLst>
                <a:path w="26808" h="14778">
                  <a:moveTo>
                    <a:pt x="0" y="4945"/>
                  </a:moveTo>
                  <a:lnTo>
                    <a:pt x="24391" y="0"/>
                  </a:lnTo>
                  <a:lnTo>
                    <a:pt x="26808" y="5635"/>
                  </a:lnTo>
                  <a:lnTo>
                    <a:pt x="26527" y="10523"/>
                  </a:lnTo>
                  <a:lnTo>
                    <a:pt x="25515" y="14778"/>
                  </a:lnTo>
                  <a:lnTo>
                    <a:pt x="6294" y="9660"/>
                  </a:lnTo>
                  <a:lnTo>
                    <a:pt x="2810" y="8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90818" y="1767788"/>
              <a:ext cx="23736" cy="19982"/>
            </a:xfrm>
            <a:custGeom>
              <a:avLst/>
              <a:pathLst>
                <a:path w="23736" h="19982">
                  <a:moveTo>
                    <a:pt x="0" y="2309"/>
                  </a:moveTo>
                  <a:lnTo>
                    <a:pt x="21910" y="0"/>
                  </a:lnTo>
                  <a:lnTo>
                    <a:pt x="23736" y="10135"/>
                  </a:lnTo>
                  <a:lnTo>
                    <a:pt x="18889" y="18041"/>
                  </a:lnTo>
                  <a:lnTo>
                    <a:pt x="1396" y="19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32759" y="1757348"/>
              <a:ext cx="12838" cy="18455"/>
            </a:xfrm>
            <a:custGeom>
              <a:avLst/>
              <a:pathLst>
                <a:path w="12838" h="18455">
                  <a:moveTo>
                    <a:pt x="7345" y="18455"/>
                  </a:moveTo>
                  <a:lnTo>
                    <a:pt x="4829" y="18322"/>
                  </a:lnTo>
                  <a:lnTo>
                    <a:pt x="1246" y="10559"/>
                  </a:lnTo>
                  <a:lnTo>
                    <a:pt x="0" y="2279"/>
                  </a:lnTo>
                  <a:lnTo>
                    <a:pt x="2564" y="1740"/>
                  </a:lnTo>
                  <a:lnTo>
                    <a:pt x="7180" y="0"/>
                  </a:lnTo>
                  <a:lnTo>
                    <a:pt x="8480" y="3442"/>
                  </a:lnTo>
                  <a:lnTo>
                    <a:pt x="11717" y="10526"/>
                  </a:lnTo>
                  <a:lnTo>
                    <a:pt x="12838" y="1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612603" y="1771366"/>
              <a:ext cx="49318" cy="46917"/>
            </a:xfrm>
            <a:custGeom>
              <a:avLst/>
              <a:pathLst>
                <a:path w="49318" h="46917">
                  <a:moveTo>
                    <a:pt x="0" y="1469"/>
                  </a:moveTo>
                  <a:lnTo>
                    <a:pt x="718" y="0"/>
                  </a:lnTo>
                  <a:lnTo>
                    <a:pt x="9001" y="3916"/>
                  </a:lnTo>
                  <a:lnTo>
                    <a:pt x="19391" y="7001"/>
                  </a:lnTo>
                  <a:lnTo>
                    <a:pt x="34358" y="11062"/>
                  </a:lnTo>
                  <a:lnTo>
                    <a:pt x="49318" y="35394"/>
                  </a:lnTo>
                  <a:lnTo>
                    <a:pt x="30067" y="469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89657" y="1748160"/>
              <a:ext cx="28921" cy="37823"/>
            </a:xfrm>
            <a:custGeom>
              <a:avLst/>
              <a:pathLst>
                <a:path w="28921" h="37823">
                  <a:moveTo>
                    <a:pt x="4720" y="25057"/>
                  </a:moveTo>
                  <a:lnTo>
                    <a:pt x="0" y="15827"/>
                  </a:lnTo>
                  <a:lnTo>
                    <a:pt x="969" y="10825"/>
                  </a:lnTo>
                  <a:lnTo>
                    <a:pt x="4383" y="4097"/>
                  </a:lnTo>
                  <a:lnTo>
                    <a:pt x="11928" y="0"/>
                  </a:lnTo>
                  <a:lnTo>
                    <a:pt x="28921" y="29944"/>
                  </a:lnTo>
                  <a:lnTo>
                    <a:pt x="16649" y="37121"/>
                  </a:lnTo>
                  <a:lnTo>
                    <a:pt x="13083" y="37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54914" y="1757849"/>
              <a:ext cx="21497" cy="20988"/>
            </a:xfrm>
            <a:custGeom>
              <a:avLst/>
              <a:pathLst>
                <a:path w="21497" h="20988">
                  <a:moveTo>
                    <a:pt x="210" y="2731"/>
                  </a:moveTo>
                  <a:lnTo>
                    <a:pt x="20794" y="0"/>
                  </a:lnTo>
                  <a:lnTo>
                    <a:pt x="21497" y="1725"/>
                  </a:lnTo>
                  <a:lnTo>
                    <a:pt x="772" y="20988"/>
                  </a:lnTo>
                  <a:lnTo>
                    <a:pt x="0" y="12507"/>
                  </a:lnTo>
                  <a:lnTo>
                    <a:pt x="1086" y="86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418277" y="1870201"/>
              <a:ext cx="41771" cy="52355"/>
            </a:xfrm>
            <a:custGeom>
              <a:avLst/>
              <a:pathLst>
                <a:path w="41771" h="52355">
                  <a:moveTo>
                    <a:pt x="41771" y="41931"/>
                  </a:moveTo>
                  <a:lnTo>
                    <a:pt x="23308" y="52355"/>
                  </a:lnTo>
                  <a:lnTo>
                    <a:pt x="0" y="10620"/>
                  </a:lnTo>
                  <a:lnTo>
                    <a:pt x="179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95494" y="1885491"/>
              <a:ext cx="41912" cy="51053"/>
            </a:xfrm>
            <a:custGeom>
              <a:avLst/>
              <a:pathLst>
                <a:path w="41912" h="51053">
                  <a:moveTo>
                    <a:pt x="0" y="10005"/>
                  </a:moveTo>
                  <a:lnTo>
                    <a:pt x="18771" y="0"/>
                  </a:lnTo>
                  <a:lnTo>
                    <a:pt x="41912" y="39167"/>
                  </a:lnTo>
                  <a:lnTo>
                    <a:pt x="23441" y="51053"/>
                  </a:lnTo>
                  <a:lnTo>
                    <a:pt x="11352" y="303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323925" y="1924187"/>
              <a:ext cx="42546" cy="52779"/>
            </a:xfrm>
            <a:custGeom>
              <a:avLst/>
              <a:pathLst>
                <a:path w="42546" h="52779">
                  <a:moveTo>
                    <a:pt x="0" y="11539"/>
                  </a:moveTo>
                  <a:lnTo>
                    <a:pt x="18857" y="0"/>
                  </a:lnTo>
                  <a:lnTo>
                    <a:pt x="42546" y="41834"/>
                  </a:lnTo>
                  <a:lnTo>
                    <a:pt x="23769" y="527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300743" y="1937821"/>
              <a:ext cx="42770" cy="52687"/>
            </a:xfrm>
            <a:custGeom>
              <a:avLst/>
              <a:pathLst>
                <a:path w="42770" h="52687">
                  <a:moveTo>
                    <a:pt x="0" y="11466"/>
                  </a:moveTo>
                  <a:lnTo>
                    <a:pt x="19239" y="0"/>
                  </a:lnTo>
                  <a:lnTo>
                    <a:pt x="42770" y="41621"/>
                  </a:lnTo>
                  <a:lnTo>
                    <a:pt x="24033" y="52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87086" y="1706840"/>
              <a:ext cx="24616" cy="33998"/>
            </a:xfrm>
            <a:custGeom>
              <a:avLst/>
              <a:pathLst>
                <a:path w="24616" h="33998">
                  <a:moveTo>
                    <a:pt x="0" y="2587"/>
                  </a:moveTo>
                  <a:lnTo>
                    <a:pt x="18968" y="0"/>
                  </a:lnTo>
                  <a:lnTo>
                    <a:pt x="24616" y="27314"/>
                  </a:lnTo>
                  <a:lnTo>
                    <a:pt x="15941" y="32219"/>
                  </a:lnTo>
                  <a:lnTo>
                    <a:pt x="3811" y="33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84921" y="1816241"/>
              <a:ext cx="51371" cy="64606"/>
            </a:xfrm>
            <a:custGeom>
              <a:avLst/>
              <a:pathLst>
                <a:path w="51371" h="64606">
                  <a:moveTo>
                    <a:pt x="0" y="10178"/>
                  </a:moveTo>
                  <a:lnTo>
                    <a:pt x="20822" y="0"/>
                  </a:lnTo>
                  <a:lnTo>
                    <a:pt x="43047" y="41485"/>
                  </a:lnTo>
                  <a:lnTo>
                    <a:pt x="51371" y="56430"/>
                  </a:lnTo>
                  <a:lnTo>
                    <a:pt x="31528" y="64606"/>
                  </a:lnTo>
                  <a:lnTo>
                    <a:pt x="8514" y="275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85500" y="1826269"/>
              <a:ext cx="25726" cy="22849"/>
            </a:xfrm>
            <a:custGeom>
              <a:avLst/>
              <a:pathLst>
                <a:path w="25726" h="22849">
                  <a:moveTo>
                    <a:pt x="5752" y="22849"/>
                  </a:moveTo>
                  <a:lnTo>
                    <a:pt x="0" y="11281"/>
                  </a:lnTo>
                  <a:lnTo>
                    <a:pt x="19544" y="0"/>
                  </a:lnTo>
                  <a:lnTo>
                    <a:pt x="25726" y="11213"/>
                  </a:lnTo>
                  <a:lnTo>
                    <a:pt x="15888" y="17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56828" y="1830320"/>
              <a:ext cx="30664" cy="31158"/>
            </a:xfrm>
            <a:custGeom>
              <a:avLst/>
              <a:pathLst>
                <a:path w="30664" h="31158">
                  <a:moveTo>
                    <a:pt x="0" y="10206"/>
                  </a:moveTo>
                  <a:lnTo>
                    <a:pt x="18686" y="0"/>
                  </a:lnTo>
                  <a:lnTo>
                    <a:pt x="30664" y="19946"/>
                  </a:lnTo>
                  <a:lnTo>
                    <a:pt x="12172" y="311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64267" y="1831574"/>
              <a:ext cx="47473" cy="62734"/>
            </a:xfrm>
            <a:custGeom>
              <a:avLst/>
              <a:pathLst>
                <a:path w="47473" h="62734">
                  <a:moveTo>
                    <a:pt x="0" y="10629"/>
                  </a:moveTo>
                  <a:lnTo>
                    <a:pt x="19607" y="0"/>
                  </a:lnTo>
                  <a:lnTo>
                    <a:pt x="39053" y="35919"/>
                  </a:lnTo>
                  <a:lnTo>
                    <a:pt x="41046" y="39651"/>
                  </a:lnTo>
                  <a:lnTo>
                    <a:pt x="47473" y="52153"/>
                  </a:lnTo>
                  <a:lnTo>
                    <a:pt x="28589" y="62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94658" y="1834211"/>
              <a:ext cx="33431" cy="34149"/>
            </a:xfrm>
            <a:custGeom>
              <a:avLst/>
              <a:pathLst>
                <a:path w="33431" h="34149">
                  <a:moveTo>
                    <a:pt x="0" y="10928"/>
                  </a:moveTo>
                  <a:lnTo>
                    <a:pt x="20703" y="0"/>
                  </a:lnTo>
                  <a:lnTo>
                    <a:pt x="33431" y="21668"/>
                  </a:lnTo>
                  <a:lnTo>
                    <a:pt x="13571" y="34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32082" y="1840771"/>
              <a:ext cx="32034" cy="34335"/>
            </a:xfrm>
            <a:custGeom>
              <a:avLst/>
              <a:pathLst>
                <a:path w="32034" h="34335">
                  <a:moveTo>
                    <a:pt x="0" y="11716"/>
                  </a:moveTo>
                  <a:lnTo>
                    <a:pt x="19670" y="0"/>
                  </a:lnTo>
                  <a:lnTo>
                    <a:pt x="32034" y="23360"/>
                  </a:lnTo>
                  <a:lnTo>
                    <a:pt x="12531" y="343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52545" y="1813812"/>
              <a:ext cx="37373" cy="41805"/>
            </a:xfrm>
            <a:custGeom>
              <a:avLst/>
              <a:pathLst>
                <a:path w="37373" h="41805">
                  <a:moveTo>
                    <a:pt x="0" y="13398"/>
                  </a:moveTo>
                  <a:lnTo>
                    <a:pt x="19782" y="0"/>
                  </a:lnTo>
                  <a:lnTo>
                    <a:pt x="37373" y="29960"/>
                  </a:lnTo>
                  <a:lnTo>
                    <a:pt x="16804" y="41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423105" y="1816480"/>
              <a:ext cx="34829" cy="34811"/>
            </a:xfrm>
            <a:custGeom>
              <a:avLst/>
              <a:pathLst>
                <a:path w="34829" h="34811">
                  <a:moveTo>
                    <a:pt x="0" y="11703"/>
                  </a:moveTo>
                  <a:lnTo>
                    <a:pt x="21624" y="0"/>
                  </a:lnTo>
                  <a:lnTo>
                    <a:pt x="34829" y="22647"/>
                  </a:lnTo>
                  <a:lnTo>
                    <a:pt x="13627" y="34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46343" y="1803167"/>
              <a:ext cx="32330" cy="32998"/>
            </a:xfrm>
            <a:custGeom>
              <a:avLst/>
              <a:pathLst>
                <a:path w="32330" h="32998">
                  <a:moveTo>
                    <a:pt x="0" y="11055"/>
                  </a:moveTo>
                  <a:lnTo>
                    <a:pt x="20359" y="0"/>
                  </a:lnTo>
                  <a:lnTo>
                    <a:pt x="28115" y="13110"/>
                  </a:lnTo>
                  <a:lnTo>
                    <a:pt x="32330" y="22426"/>
                  </a:lnTo>
                  <a:lnTo>
                    <a:pt x="12834" y="32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35511" y="1786779"/>
              <a:ext cx="28568" cy="23547"/>
            </a:xfrm>
            <a:custGeom>
              <a:avLst/>
              <a:pathLst>
                <a:path w="28568" h="23547">
                  <a:moveTo>
                    <a:pt x="0" y="11903"/>
                  </a:moveTo>
                  <a:lnTo>
                    <a:pt x="21750" y="0"/>
                  </a:lnTo>
                  <a:lnTo>
                    <a:pt x="28568" y="11965"/>
                  </a:lnTo>
                  <a:lnTo>
                    <a:pt x="6322" y="235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430326" y="1777885"/>
              <a:ext cx="26386" cy="20442"/>
            </a:xfrm>
            <a:custGeom>
              <a:avLst/>
              <a:pathLst>
                <a:path w="26386" h="20442">
                  <a:moveTo>
                    <a:pt x="0" y="11989"/>
                  </a:moveTo>
                  <a:lnTo>
                    <a:pt x="21497" y="0"/>
                  </a:lnTo>
                  <a:lnTo>
                    <a:pt x="26386" y="8496"/>
                  </a:lnTo>
                  <a:lnTo>
                    <a:pt x="4805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75164" y="1744872"/>
              <a:ext cx="48052" cy="57978"/>
            </a:xfrm>
            <a:custGeom>
              <a:avLst/>
              <a:pathLst>
                <a:path w="48052" h="57978">
                  <a:moveTo>
                    <a:pt x="0" y="11112"/>
                  </a:moveTo>
                  <a:lnTo>
                    <a:pt x="7643" y="4830"/>
                  </a:lnTo>
                  <a:lnTo>
                    <a:pt x="17759" y="0"/>
                  </a:lnTo>
                  <a:lnTo>
                    <a:pt x="40802" y="39390"/>
                  </a:lnTo>
                  <a:lnTo>
                    <a:pt x="42319" y="38700"/>
                  </a:lnTo>
                  <a:lnTo>
                    <a:pt x="48052" y="47498"/>
                  </a:lnTo>
                  <a:lnTo>
                    <a:pt x="46366" y="49568"/>
                  </a:lnTo>
                  <a:lnTo>
                    <a:pt x="28662" y="57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505322" y="1795041"/>
              <a:ext cx="42772" cy="53651"/>
            </a:xfrm>
            <a:custGeom>
              <a:avLst/>
              <a:pathLst>
                <a:path w="42772" h="53651">
                  <a:moveTo>
                    <a:pt x="0" y="9469"/>
                  </a:moveTo>
                  <a:lnTo>
                    <a:pt x="18830" y="0"/>
                  </a:lnTo>
                  <a:lnTo>
                    <a:pt x="42772" y="42782"/>
                  </a:lnTo>
                  <a:lnTo>
                    <a:pt x="24900" y="53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49189" y="1793751"/>
              <a:ext cx="18789" cy="22210"/>
            </a:xfrm>
            <a:custGeom>
              <a:avLst/>
              <a:pathLst>
                <a:path w="18789" h="22210">
                  <a:moveTo>
                    <a:pt x="7306" y="22210"/>
                  </a:moveTo>
                  <a:lnTo>
                    <a:pt x="0" y="11788"/>
                  </a:lnTo>
                  <a:lnTo>
                    <a:pt x="210" y="5822"/>
                  </a:lnTo>
                  <a:lnTo>
                    <a:pt x="6182" y="0"/>
                  </a:lnTo>
                  <a:lnTo>
                    <a:pt x="18789" y="12253"/>
                  </a:lnTo>
                  <a:lnTo>
                    <a:pt x="11676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338440" y="1808271"/>
              <a:ext cx="16955" cy="12150"/>
            </a:xfrm>
            <a:custGeom>
              <a:avLst/>
              <a:pathLst>
                <a:path w="16955" h="12150">
                  <a:moveTo>
                    <a:pt x="6252" y="0"/>
                  </a:moveTo>
                  <a:lnTo>
                    <a:pt x="15314" y="5966"/>
                  </a:lnTo>
                  <a:lnTo>
                    <a:pt x="16955" y="8681"/>
                  </a:lnTo>
                  <a:lnTo>
                    <a:pt x="14142" y="11614"/>
                  </a:lnTo>
                  <a:lnTo>
                    <a:pt x="8698" y="12150"/>
                  </a:lnTo>
                  <a:lnTo>
                    <a:pt x="0" y="9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75851" y="1754552"/>
              <a:ext cx="10863" cy="35038"/>
            </a:xfrm>
            <a:custGeom>
              <a:avLst/>
              <a:pathLst>
                <a:path w="10863" h="35038">
                  <a:moveTo>
                    <a:pt x="8539" y="0"/>
                  </a:moveTo>
                  <a:lnTo>
                    <a:pt x="10863" y="34927"/>
                  </a:lnTo>
                  <a:lnTo>
                    <a:pt x="1347" y="35038"/>
                  </a:lnTo>
                  <a:lnTo>
                    <a:pt x="0" y="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50945" y="1776643"/>
              <a:ext cx="27257" cy="28012"/>
            </a:xfrm>
            <a:custGeom>
              <a:avLst/>
              <a:pathLst>
                <a:path w="27257" h="28012">
                  <a:moveTo>
                    <a:pt x="0" y="11572"/>
                  </a:moveTo>
                  <a:lnTo>
                    <a:pt x="11521" y="0"/>
                  </a:lnTo>
                  <a:lnTo>
                    <a:pt x="27257" y="12075"/>
                  </a:lnTo>
                  <a:lnTo>
                    <a:pt x="25252" y="16893"/>
                  </a:lnTo>
                  <a:lnTo>
                    <a:pt x="24254" y="20065"/>
                  </a:lnTo>
                  <a:lnTo>
                    <a:pt x="22062" y="22653"/>
                  </a:lnTo>
                  <a:lnTo>
                    <a:pt x="17852" y="28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66347" y="1768492"/>
              <a:ext cx="25554" cy="18823"/>
            </a:xfrm>
            <a:custGeom>
              <a:avLst/>
              <a:pathLst>
                <a:path w="25554" h="18823">
                  <a:moveTo>
                    <a:pt x="0" y="8175"/>
                  </a:moveTo>
                  <a:lnTo>
                    <a:pt x="6966" y="0"/>
                  </a:lnTo>
                  <a:lnTo>
                    <a:pt x="23868" y="503"/>
                  </a:lnTo>
                  <a:lnTo>
                    <a:pt x="25554" y="16374"/>
                  </a:lnTo>
                  <a:lnTo>
                    <a:pt x="14949" y="17232"/>
                  </a:lnTo>
                  <a:lnTo>
                    <a:pt x="12738" y="18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73246" y="1793368"/>
              <a:ext cx="29408" cy="26781"/>
            </a:xfrm>
            <a:custGeom>
              <a:avLst/>
              <a:pathLst>
                <a:path w="29408" h="26781">
                  <a:moveTo>
                    <a:pt x="0" y="16165"/>
                  </a:moveTo>
                  <a:lnTo>
                    <a:pt x="22916" y="0"/>
                  </a:lnTo>
                  <a:lnTo>
                    <a:pt x="29408" y="11730"/>
                  </a:lnTo>
                  <a:lnTo>
                    <a:pt x="7027" y="26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77770" y="1726991"/>
              <a:ext cx="24380" cy="38675"/>
            </a:xfrm>
            <a:custGeom>
              <a:avLst/>
              <a:pathLst>
                <a:path w="24380" h="38675">
                  <a:moveTo>
                    <a:pt x="0" y="34409"/>
                  </a:moveTo>
                  <a:lnTo>
                    <a:pt x="4046" y="29967"/>
                  </a:lnTo>
                  <a:lnTo>
                    <a:pt x="12968" y="9904"/>
                  </a:lnTo>
                  <a:lnTo>
                    <a:pt x="17372" y="0"/>
                  </a:lnTo>
                  <a:lnTo>
                    <a:pt x="23467" y="2477"/>
                  </a:lnTo>
                  <a:lnTo>
                    <a:pt x="24380" y="2525"/>
                  </a:lnTo>
                  <a:lnTo>
                    <a:pt x="18823" y="16998"/>
                  </a:lnTo>
                  <a:lnTo>
                    <a:pt x="10664" y="33891"/>
                  </a:lnTo>
                  <a:lnTo>
                    <a:pt x="9548" y="386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430256" y="1726878"/>
              <a:ext cx="34480" cy="35897"/>
            </a:xfrm>
            <a:custGeom>
              <a:avLst/>
              <a:pathLst>
                <a:path w="34480" h="35897">
                  <a:moveTo>
                    <a:pt x="0" y="12436"/>
                  </a:moveTo>
                  <a:lnTo>
                    <a:pt x="21666" y="0"/>
                  </a:lnTo>
                  <a:lnTo>
                    <a:pt x="34480" y="22900"/>
                  </a:lnTo>
                  <a:lnTo>
                    <a:pt x="13994" y="35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68181" y="1727055"/>
              <a:ext cx="63472" cy="19340"/>
            </a:xfrm>
            <a:custGeom>
              <a:avLst/>
              <a:pathLst>
                <a:path w="63472" h="19340">
                  <a:moveTo>
                    <a:pt x="24968" y="19340"/>
                  </a:moveTo>
                  <a:lnTo>
                    <a:pt x="20232" y="18401"/>
                  </a:lnTo>
                  <a:lnTo>
                    <a:pt x="1123" y="19321"/>
                  </a:lnTo>
                  <a:lnTo>
                    <a:pt x="0" y="11960"/>
                  </a:lnTo>
                  <a:lnTo>
                    <a:pt x="11689" y="2760"/>
                  </a:lnTo>
                  <a:lnTo>
                    <a:pt x="21806" y="0"/>
                  </a:lnTo>
                  <a:lnTo>
                    <a:pt x="45389" y="4104"/>
                  </a:lnTo>
                  <a:lnTo>
                    <a:pt x="60051" y="4066"/>
                  </a:lnTo>
                  <a:lnTo>
                    <a:pt x="60127" y="12453"/>
                  </a:lnTo>
                  <a:lnTo>
                    <a:pt x="63472" y="172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525436" y="1752829"/>
              <a:ext cx="28442" cy="25103"/>
            </a:xfrm>
            <a:custGeom>
              <a:avLst/>
              <a:pathLst>
                <a:path w="28442" h="25103">
                  <a:moveTo>
                    <a:pt x="0" y="21966"/>
                  </a:moveTo>
                  <a:lnTo>
                    <a:pt x="6377" y="14733"/>
                  </a:lnTo>
                  <a:lnTo>
                    <a:pt x="5236" y="13216"/>
                  </a:lnTo>
                  <a:lnTo>
                    <a:pt x="8018" y="9033"/>
                  </a:lnTo>
                  <a:lnTo>
                    <a:pt x="16298" y="5980"/>
                  </a:lnTo>
                  <a:lnTo>
                    <a:pt x="24391" y="0"/>
                  </a:lnTo>
                  <a:lnTo>
                    <a:pt x="28442" y="2009"/>
                  </a:lnTo>
                  <a:lnTo>
                    <a:pt x="20889" y="7714"/>
                  </a:lnTo>
                  <a:lnTo>
                    <a:pt x="16123" y="11118"/>
                  </a:lnTo>
                  <a:lnTo>
                    <a:pt x="11897" y="14890"/>
                  </a:lnTo>
                  <a:lnTo>
                    <a:pt x="2815" y="251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615700" y="1734349"/>
              <a:ext cx="30423" cy="22285"/>
            </a:xfrm>
            <a:custGeom>
              <a:avLst/>
              <a:pathLst>
                <a:path w="30423" h="22285">
                  <a:moveTo>
                    <a:pt x="0" y="5552"/>
                  </a:moveTo>
                  <a:lnTo>
                    <a:pt x="16823" y="2098"/>
                  </a:lnTo>
                  <a:lnTo>
                    <a:pt x="23821" y="0"/>
                  </a:lnTo>
                  <a:lnTo>
                    <a:pt x="27584" y="6412"/>
                  </a:lnTo>
                  <a:lnTo>
                    <a:pt x="26741" y="8137"/>
                  </a:lnTo>
                  <a:lnTo>
                    <a:pt x="30423" y="16734"/>
                  </a:lnTo>
                  <a:lnTo>
                    <a:pt x="25197" y="19551"/>
                  </a:lnTo>
                  <a:lnTo>
                    <a:pt x="18420" y="21724"/>
                  </a:lnTo>
                  <a:lnTo>
                    <a:pt x="11465" y="22285"/>
                  </a:lnTo>
                  <a:lnTo>
                    <a:pt x="7418" y="21121"/>
                  </a:lnTo>
                  <a:lnTo>
                    <a:pt x="1222" y="20215"/>
                  </a:lnTo>
                  <a:lnTo>
                    <a:pt x="1938" y="11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00294" y="1770488"/>
              <a:ext cx="37654" cy="36514"/>
            </a:xfrm>
            <a:custGeom>
              <a:avLst/>
              <a:pathLst>
                <a:path w="37654" h="36514">
                  <a:moveTo>
                    <a:pt x="21958" y="0"/>
                  </a:moveTo>
                  <a:lnTo>
                    <a:pt x="37654" y="10539"/>
                  </a:lnTo>
                  <a:lnTo>
                    <a:pt x="30981" y="20962"/>
                  </a:lnTo>
                  <a:lnTo>
                    <a:pt x="18304" y="36514"/>
                  </a:lnTo>
                  <a:lnTo>
                    <a:pt x="0" y="24915"/>
                  </a:lnTo>
                  <a:lnTo>
                    <a:pt x="3934" y="19380"/>
                  </a:lnTo>
                  <a:lnTo>
                    <a:pt x="8610" y="19838"/>
                  </a:lnTo>
                  <a:lnTo>
                    <a:pt x="14120" y="116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21872" y="1783632"/>
              <a:ext cx="28440" cy="31970"/>
            </a:xfrm>
            <a:custGeom>
              <a:avLst/>
              <a:pathLst>
                <a:path w="28440" h="31970">
                  <a:moveTo>
                    <a:pt x="0" y="25708"/>
                  </a:moveTo>
                  <a:lnTo>
                    <a:pt x="14460" y="3506"/>
                  </a:lnTo>
                  <a:lnTo>
                    <a:pt x="14871" y="2665"/>
                  </a:lnTo>
                  <a:lnTo>
                    <a:pt x="15455" y="1874"/>
                  </a:lnTo>
                  <a:lnTo>
                    <a:pt x="16103" y="1195"/>
                  </a:lnTo>
                  <a:lnTo>
                    <a:pt x="16987" y="678"/>
                  </a:lnTo>
                  <a:lnTo>
                    <a:pt x="17824" y="338"/>
                  </a:lnTo>
                  <a:lnTo>
                    <a:pt x="18725" y="112"/>
                  </a:lnTo>
                  <a:lnTo>
                    <a:pt x="19688" y="0"/>
                  </a:lnTo>
                  <a:lnTo>
                    <a:pt x="20667" y="177"/>
                  </a:lnTo>
                  <a:lnTo>
                    <a:pt x="21536" y="419"/>
                  </a:lnTo>
                  <a:lnTo>
                    <a:pt x="22357" y="840"/>
                  </a:lnTo>
                  <a:lnTo>
                    <a:pt x="23131" y="1438"/>
                  </a:lnTo>
                  <a:lnTo>
                    <a:pt x="25670" y="3651"/>
                  </a:lnTo>
                  <a:lnTo>
                    <a:pt x="27361" y="6392"/>
                  </a:lnTo>
                  <a:lnTo>
                    <a:pt x="27811" y="7496"/>
                  </a:lnTo>
                  <a:lnTo>
                    <a:pt x="28440" y="8968"/>
                  </a:lnTo>
                  <a:lnTo>
                    <a:pt x="27386" y="13497"/>
                  </a:lnTo>
                  <a:lnTo>
                    <a:pt x="13757" y="3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46763" y="1911183"/>
              <a:ext cx="42172" cy="52242"/>
            </a:xfrm>
            <a:custGeom>
              <a:avLst/>
              <a:pathLst>
                <a:path w="42172" h="52242">
                  <a:moveTo>
                    <a:pt x="0" y="10465"/>
                  </a:moveTo>
                  <a:lnTo>
                    <a:pt x="19192" y="0"/>
                  </a:lnTo>
                  <a:lnTo>
                    <a:pt x="42172" y="41589"/>
                  </a:lnTo>
                  <a:lnTo>
                    <a:pt x="23802" y="522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72749" y="1900278"/>
              <a:ext cx="41339" cy="49998"/>
            </a:xfrm>
            <a:custGeom>
              <a:avLst/>
              <a:pathLst>
                <a:path w="41339" h="49998">
                  <a:moveTo>
                    <a:pt x="0" y="9186"/>
                  </a:moveTo>
                  <a:lnTo>
                    <a:pt x="20316" y="0"/>
                  </a:lnTo>
                  <a:lnTo>
                    <a:pt x="41339" y="39281"/>
                  </a:lnTo>
                  <a:lnTo>
                    <a:pt x="23023" y="49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00897" y="1809099"/>
              <a:ext cx="23180" cy="17048"/>
            </a:xfrm>
            <a:custGeom>
              <a:avLst/>
              <a:pathLst>
                <a:path w="23180" h="17048">
                  <a:moveTo>
                    <a:pt x="0" y="10207"/>
                  </a:moveTo>
                  <a:lnTo>
                    <a:pt x="4645" y="0"/>
                  </a:lnTo>
                  <a:lnTo>
                    <a:pt x="23180" y="10531"/>
                  </a:lnTo>
                  <a:lnTo>
                    <a:pt x="19989" y="17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74860" y="1866489"/>
              <a:ext cx="42371" cy="22340"/>
            </a:xfrm>
            <a:custGeom>
              <a:avLst/>
              <a:pathLst>
                <a:path w="42371" h="22340">
                  <a:moveTo>
                    <a:pt x="1484" y="3881"/>
                  </a:moveTo>
                  <a:lnTo>
                    <a:pt x="21248" y="5499"/>
                  </a:lnTo>
                  <a:lnTo>
                    <a:pt x="37481" y="0"/>
                  </a:lnTo>
                  <a:lnTo>
                    <a:pt x="42371" y="15612"/>
                  </a:lnTo>
                  <a:lnTo>
                    <a:pt x="24667" y="22340"/>
                  </a:lnTo>
                  <a:lnTo>
                    <a:pt x="8811" y="21197"/>
                  </a:lnTo>
                  <a:lnTo>
                    <a:pt x="0" y="166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09398" y="1879501"/>
              <a:ext cx="49216" cy="33451"/>
            </a:xfrm>
            <a:custGeom>
              <a:avLst/>
              <a:pathLst>
                <a:path w="49216" h="33451">
                  <a:moveTo>
                    <a:pt x="0" y="27198"/>
                  </a:moveTo>
                  <a:lnTo>
                    <a:pt x="6912" y="20081"/>
                  </a:lnTo>
                  <a:lnTo>
                    <a:pt x="45543" y="0"/>
                  </a:lnTo>
                  <a:lnTo>
                    <a:pt x="49216" y="7482"/>
                  </a:lnTo>
                  <a:lnTo>
                    <a:pt x="2529" y="334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96308" y="1894631"/>
              <a:ext cx="96693" cy="50988"/>
            </a:xfrm>
            <a:custGeom>
              <a:avLst/>
              <a:pathLst>
                <a:path w="96693" h="50988">
                  <a:moveTo>
                    <a:pt x="0" y="41982"/>
                  </a:moveTo>
                  <a:lnTo>
                    <a:pt x="17422" y="31128"/>
                  </a:lnTo>
                  <a:lnTo>
                    <a:pt x="32948" y="22000"/>
                  </a:lnTo>
                  <a:lnTo>
                    <a:pt x="67398" y="4762"/>
                  </a:lnTo>
                  <a:lnTo>
                    <a:pt x="95040" y="0"/>
                  </a:lnTo>
                  <a:lnTo>
                    <a:pt x="96693" y="2927"/>
                  </a:lnTo>
                  <a:lnTo>
                    <a:pt x="75520" y="13158"/>
                  </a:lnTo>
                  <a:lnTo>
                    <a:pt x="63725" y="14400"/>
                  </a:lnTo>
                  <a:lnTo>
                    <a:pt x="2428" y="509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82429" y="1890623"/>
              <a:ext cx="24818" cy="30622"/>
            </a:xfrm>
            <a:custGeom>
              <a:avLst/>
              <a:pathLst>
                <a:path w="24818" h="30622">
                  <a:moveTo>
                    <a:pt x="0" y="0"/>
                  </a:moveTo>
                  <a:lnTo>
                    <a:pt x="11751" y="1843"/>
                  </a:lnTo>
                  <a:lnTo>
                    <a:pt x="24818" y="25822"/>
                  </a:lnTo>
                  <a:lnTo>
                    <a:pt x="16626" y="30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68843" y="1891708"/>
              <a:ext cx="28618" cy="44105"/>
            </a:xfrm>
            <a:custGeom>
              <a:avLst/>
              <a:pathLst>
                <a:path w="28618" h="44105">
                  <a:moveTo>
                    <a:pt x="0" y="17124"/>
                  </a:moveTo>
                  <a:lnTo>
                    <a:pt x="518" y="8841"/>
                  </a:lnTo>
                  <a:lnTo>
                    <a:pt x="3047" y="4169"/>
                  </a:lnTo>
                  <a:lnTo>
                    <a:pt x="9791" y="0"/>
                  </a:lnTo>
                  <a:lnTo>
                    <a:pt x="28618" y="34718"/>
                  </a:lnTo>
                  <a:lnTo>
                    <a:pt x="13849" y="441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19570" y="1819805"/>
              <a:ext cx="23708" cy="17227"/>
            </a:xfrm>
            <a:custGeom>
              <a:avLst/>
              <a:pathLst>
                <a:path w="23708" h="17227">
                  <a:moveTo>
                    <a:pt x="5325" y="0"/>
                  </a:moveTo>
                  <a:lnTo>
                    <a:pt x="23708" y="6763"/>
                  </a:lnTo>
                  <a:lnTo>
                    <a:pt x="18395" y="17227"/>
                  </a:lnTo>
                  <a:lnTo>
                    <a:pt x="0" y="10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327027" y="1856455"/>
              <a:ext cx="25421" cy="19461"/>
            </a:xfrm>
            <a:custGeom>
              <a:avLst/>
              <a:pathLst>
                <a:path w="25421" h="19461">
                  <a:moveTo>
                    <a:pt x="15361" y="0"/>
                  </a:moveTo>
                  <a:lnTo>
                    <a:pt x="21430" y="4772"/>
                  </a:lnTo>
                  <a:lnTo>
                    <a:pt x="25421" y="12018"/>
                  </a:lnTo>
                  <a:lnTo>
                    <a:pt x="4009" y="19461"/>
                  </a:lnTo>
                  <a:lnTo>
                    <a:pt x="0" y="4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4263" y="1861987"/>
              <a:ext cx="13793" cy="19014"/>
            </a:xfrm>
            <a:custGeom>
              <a:avLst/>
              <a:pathLst>
                <a:path w="13793" h="19014">
                  <a:moveTo>
                    <a:pt x="0" y="3305"/>
                  </a:moveTo>
                  <a:lnTo>
                    <a:pt x="8577" y="0"/>
                  </a:lnTo>
                  <a:lnTo>
                    <a:pt x="13793" y="15111"/>
                  </a:lnTo>
                  <a:lnTo>
                    <a:pt x="4175" y="190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325843" y="1835958"/>
              <a:ext cx="17492" cy="19129"/>
            </a:xfrm>
            <a:custGeom>
              <a:avLst/>
              <a:pathLst>
                <a:path w="17492" h="19129">
                  <a:moveTo>
                    <a:pt x="3091" y="6181"/>
                  </a:moveTo>
                  <a:lnTo>
                    <a:pt x="0" y="4312"/>
                  </a:lnTo>
                  <a:lnTo>
                    <a:pt x="983" y="0"/>
                  </a:lnTo>
                  <a:lnTo>
                    <a:pt x="12996" y="2443"/>
                  </a:lnTo>
                  <a:lnTo>
                    <a:pt x="17492" y="16316"/>
                  </a:lnTo>
                  <a:lnTo>
                    <a:pt x="7191" y="19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307590" y="1842999"/>
              <a:ext cx="23951" cy="19723"/>
            </a:xfrm>
            <a:custGeom>
              <a:avLst/>
              <a:pathLst>
                <a:path w="23951" h="19723">
                  <a:moveTo>
                    <a:pt x="11985" y="479"/>
                  </a:moveTo>
                  <a:lnTo>
                    <a:pt x="20466" y="0"/>
                  </a:lnTo>
                  <a:lnTo>
                    <a:pt x="23951" y="13168"/>
                  </a:lnTo>
                  <a:lnTo>
                    <a:pt x="5742" y="19723"/>
                  </a:lnTo>
                  <a:lnTo>
                    <a:pt x="0" y="4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301614" y="1825259"/>
              <a:ext cx="17293" cy="19805"/>
            </a:xfrm>
            <a:custGeom>
              <a:avLst/>
              <a:pathLst>
                <a:path w="17293" h="19805">
                  <a:moveTo>
                    <a:pt x="0" y="5045"/>
                  </a:moveTo>
                  <a:lnTo>
                    <a:pt x="12392" y="0"/>
                  </a:lnTo>
                  <a:lnTo>
                    <a:pt x="17293" y="15122"/>
                  </a:lnTo>
                  <a:lnTo>
                    <a:pt x="5159" y="19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79434" y="1831469"/>
              <a:ext cx="24651" cy="19174"/>
            </a:xfrm>
            <a:custGeom>
              <a:avLst/>
              <a:pathLst>
                <a:path w="24651" h="19174">
                  <a:moveTo>
                    <a:pt x="1968" y="0"/>
                  </a:moveTo>
                  <a:lnTo>
                    <a:pt x="18660" y="1121"/>
                  </a:lnTo>
                  <a:lnTo>
                    <a:pt x="24651" y="16772"/>
                  </a:lnTo>
                  <a:lnTo>
                    <a:pt x="15209" y="19174"/>
                  </a:lnTo>
                  <a:lnTo>
                    <a:pt x="0" y="170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79645" y="1805334"/>
              <a:ext cx="19010" cy="25229"/>
            </a:xfrm>
            <a:custGeom>
              <a:avLst/>
              <a:pathLst>
                <a:path w="19010" h="25229">
                  <a:moveTo>
                    <a:pt x="1251" y="0"/>
                  </a:moveTo>
                  <a:lnTo>
                    <a:pt x="19010" y="1568"/>
                  </a:lnTo>
                  <a:lnTo>
                    <a:pt x="15920" y="25229"/>
                  </a:lnTo>
                  <a:lnTo>
                    <a:pt x="0" y="225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76395" y="1849842"/>
              <a:ext cx="33838" cy="20202"/>
            </a:xfrm>
            <a:custGeom>
              <a:avLst/>
              <a:pathLst>
                <a:path w="33838" h="20202">
                  <a:moveTo>
                    <a:pt x="18748" y="3708"/>
                  </a:moveTo>
                  <a:lnTo>
                    <a:pt x="28696" y="0"/>
                  </a:lnTo>
                  <a:lnTo>
                    <a:pt x="33838" y="13973"/>
                  </a:lnTo>
                  <a:lnTo>
                    <a:pt x="21893" y="20202"/>
                  </a:lnTo>
                  <a:lnTo>
                    <a:pt x="0" y="17857"/>
                  </a:lnTo>
                  <a:lnTo>
                    <a:pt x="2056" y="16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55509" y="1862559"/>
              <a:ext cx="28431" cy="30013"/>
            </a:xfrm>
            <a:custGeom>
              <a:avLst/>
              <a:pathLst>
                <a:path w="28431" h="30013">
                  <a:moveTo>
                    <a:pt x="0" y="7463"/>
                  </a:moveTo>
                  <a:lnTo>
                    <a:pt x="15357" y="0"/>
                  </a:lnTo>
                  <a:lnTo>
                    <a:pt x="28431" y="22134"/>
                  </a:lnTo>
                  <a:lnTo>
                    <a:pt x="11421" y="300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43474" y="1830844"/>
              <a:ext cx="23396" cy="32453"/>
            </a:xfrm>
            <a:custGeom>
              <a:avLst/>
              <a:pathLst>
                <a:path w="23396" h="32453">
                  <a:moveTo>
                    <a:pt x="0" y="3335"/>
                  </a:moveTo>
                  <a:lnTo>
                    <a:pt x="8205" y="0"/>
                  </a:lnTo>
                  <a:lnTo>
                    <a:pt x="23396" y="26342"/>
                  </a:lnTo>
                  <a:lnTo>
                    <a:pt x="9689" y="32453"/>
                  </a:lnTo>
                  <a:lnTo>
                    <a:pt x="2334" y="118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42250" y="1755177"/>
              <a:ext cx="62378" cy="58667"/>
            </a:xfrm>
            <a:custGeom>
              <a:avLst/>
              <a:pathLst>
                <a:path w="62378" h="58667">
                  <a:moveTo>
                    <a:pt x="10003" y="28579"/>
                  </a:moveTo>
                  <a:lnTo>
                    <a:pt x="0" y="11328"/>
                  </a:lnTo>
                  <a:lnTo>
                    <a:pt x="14387" y="0"/>
                  </a:lnTo>
                  <a:lnTo>
                    <a:pt x="23604" y="5462"/>
                  </a:lnTo>
                  <a:lnTo>
                    <a:pt x="30405" y="10408"/>
                  </a:lnTo>
                  <a:lnTo>
                    <a:pt x="32034" y="12650"/>
                  </a:lnTo>
                  <a:lnTo>
                    <a:pt x="36025" y="13398"/>
                  </a:lnTo>
                  <a:lnTo>
                    <a:pt x="39376" y="14015"/>
                  </a:lnTo>
                  <a:lnTo>
                    <a:pt x="50469" y="34502"/>
                  </a:lnTo>
                  <a:lnTo>
                    <a:pt x="62378" y="55325"/>
                  </a:lnTo>
                  <a:lnTo>
                    <a:pt x="57867" y="58667"/>
                  </a:lnTo>
                  <a:lnTo>
                    <a:pt x="45083" y="36459"/>
                  </a:lnTo>
                  <a:lnTo>
                    <a:pt x="40657" y="27403"/>
                  </a:lnTo>
                  <a:lnTo>
                    <a:pt x="40202" y="20963"/>
                  </a:lnTo>
                  <a:lnTo>
                    <a:pt x="37166" y="14955"/>
                  </a:lnTo>
                  <a:lnTo>
                    <a:pt x="31678" y="13386"/>
                  </a:lnTo>
                  <a:lnTo>
                    <a:pt x="28398" y="15817"/>
                  </a:lnTo>
                  <a:lnTo>
                    <a:pt x="20346" y="213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47464" y="1700421"/>
              <a:ext cx="41120" cy="48414"/>
            </a:xfrm>
            <a:custGeom>
              <a:avLst/>
              <a:pathLst>
                <a:path w="41120" h="48414">
                  <a:moveTo>
                    <a:pt x="21356" y="740"/>
                  </a:moveTo>
                  <a:lnTo>
                    <a:pt x="41120" y="39616"/>
                  </a:lnTo>
                  <a:lnTo>
                    <a:pt x="23753" y="48414"/>
                  </a:lnTo>
                  <a:lnTo>
                    <a:pt x="0" y="8144"/>
                  </a:lnTo>
                  <a:lnTo>
                    <a:pt x="1576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413911" y="1690502"/>
              <a:ext cx="27426" cy="27587"/>
            </a:xfrm>
            <a:custGeom>
              <a:avLst/>
              <a:pathLst>
                <a:path w="27426" h="27587">
                  <a:moveTo>
                    <a:pt x="0" y="10350"/>
                  </a:moveTo>
                  <a:lnTo>
                    <a:pt x="4383" y="0"/>
                  </a:lnTo>
                  <a:lnTo>
                    <a:pt x="17310" y="5290"/>
                  </a:lnTo>
                  <a:lnTo>
                    <a:pt x="24054" y="10580"/>
                  </a:lnTo>
                  <a:lnTo>
                    <a:pt x="27426" y="17021"/>
                  </a:lnTo>
                  <a:lnTo>
                    <a:pt x="8151" y="27587"/>
                  </a:lnTo>
                  <a:lnTo>
                    <a:pt x="2529" y="15699"/>
                  </a:lnTo>
                  <a:lnTo>
                    <a:pt x="1669" y="15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96498" y="1691997"/>
              <a:ext cx="24284" cy="34915"/>
            </a:xfrm>
            <a:custGeom>
              <a:avLst/>
              <a:pathLst>
                <a:path w="24284" h="34915">
                  <a:moveTo>
                    <a:pt x="0" y="32072"/>
                  </a:moveTo>
                  <a:lnTo>
                    <a:pt x="3555" y="22471"/>
                  </a:lnTo>
                  <a:lnTo>
                    <a:pt x="11681" y="0"/>
                  </a:lnTo>
                  <a:lnTo>
                    <a:pt x="19099" y="1840"/>
                  </a:lnTo>
                  <a:lnTo>
                    <a:pt x="15753" y="8501"/>
                  </a:lnTo>
                  <a:lnTo>
                    <a:pt x="18200" y="16446"/>
                  </a:lnTo>
                  <a:lnTo>
                    <a:pt x="19335" y="16264"/>
                  </a:lnTo>
                  <a:lnTo>
                    <a:pt x="24284" y="27310"/>
                  </a:lnTo>
                  <a:lnTo>
                    <a:pt x="20519" y="30170"/>
                  </a:lnTo>
                  <a:lnTo>
                    <a:pt x="19282" y="31206"/>
                  </a:lnTo>
                  <a:lnTo>
                    <a:pt x="17775" y="32127"/>
                  </a:lnTo>
                  <a:lnTo>
                    <a:pt x="16445" y="32791"/>
                  </a:lnTo>
                  <a:lnTo>
                    <a:pt x="14946" y="33735"/>
                  </a:lnTo>
                  <a:lnTo>
                    <a:pt x="13331" y="34443"/>
                  </a:lnTo>
                  <a:lnTo>
                    <a:pt x="11717" y="34797"/>
                  </a:lnTo>
                  <a:lnTo>
                    <a:pt x="9987" y="34915"/>
                  </a:lnTo>
                  <a:lnTo>
                    <a:pt x="8257" y="34679"/>
                  </a:lnTo>
                  <a:lnTo>
                    <a:pt x="6642" y="34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317157" y="1747747"/>
              <a:ext cx="16559" cy="23461"/>
            </a:xfrm>
            <a:custGeom>
              <a:avLst/>
              <a:pathLst>
                <a:path w="16559" h="23461">
                  <a:moveTo>
                    <a:pt x="11533" y="9903"/>
                  </a:moveTo>
                  <a:lnTo>
                    <a:pt x="2248" y="23461"/>
                  </a:lnTo>
                  <a:lnTo>
                    <a:pt x="0" y="22829"/>
                  </a:lnTo>
                  <a:lnTo>
                    <a:pt x="6013" y="0"/>
                  </a:lnTo>
                  <a:lnTo>
                    <a:pt x="16559" y="2190"/>
                  </a:lnTo>
                  <a:lnTo>
                    <a:pt x="12158" y="89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45902" y="1708097"/>
              <a:ext cx="24373" cy="21909"/>
            </a:xfrm>
            <a:custGeom>
              <a:avLst/>
              <a:pathLst>
                <a:path w="24373" h="21909">
                  <a:moveTo>
                    <a:pt x="24373" y="7245"/>
                  </a:moveTo>
                  <a:lnTo>
                    <a:pt x="9367" y="15957"/>
                  </a:lnTo>
                  <a:lnTo>
                    <a:pt x="8609" y="21736"/>
                  </a:lnTo>
                  <a:lnTo>
                    <a:pt x="684" y="21909"/>
                  </a:lnTo>
                  <a:lnTo>
                    <a:pt x="0" y="12845"/>
                  </a:lnTo>
                  <a:lnTo>
                    <a:pt x="146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329887" y="1731080"/>
              <a:ext cx="16091" cy="13035"/>
            </a:xfrm>
            <a:custGeom>
              <a:avLst/>
              <a:pathLst>
                <a:path w="16091" h="13035">
                  <a:moveTo>
                    <a:pt x="4376" y="13035"/>
                  </a:moveTo>
                  <a:lnTo>
                    <a:pt x="513" y="8428"/>
                  </a:lnTo>
                  <a:lnTo>
                    <a:pt x="0" y="36"/>
                  </a:lnTo>
                  <a:lnTo>
                    <a:pt x="14165" y="0"/>
                  </a:lnTo>
                  <a:lnTo>
                    <a:pt x="16091" y="6804"/>
                  </a:lnTo>
                  <a:lnTo>
                    <a:pt x="4738" y="1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62998" y="1716917"/>
              <a:ext cx="13280" cy="9479"/>
            </a:xfrm>
            <a:custGeom>
              <a:avLst/>
              <a:pathLst>
                <a:path w="13280" h="9479">
                  <a:moveTo>
                    <a:pt x="3" y="4092"/>
                  </a:moveTo>
                  <a:lnTo>
                    <a:pt x="7211" y="0"/>
                  </a:lnTo>
                  <a:lnTo>
                    <a:pt x="13280" y="1035"/>
                  </a:lnTo>
                  <a:lnTo>
                    <a:pt x="9709" y="9479"/>
                  </a:lnTo>
                  <a:lnTo>
                    <a:pt x="6287" y="8178"/>
                  </a:lnTo>
                  <a:lnTo>
                    <a:pt x="0" y="7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339823" y="2334417"/>
              <a:ext cx="41558" cy="51155"/>
            </a:xfrm>
            <a:custGeom>
              <a:avLst/>
              <a:pathLst>
                <a:path w="41558" h="51155">
                  <a:moveTo>
                    <a:pt x="0" y="10566"/>
                  </a:moveTo>
                  <a:lnTo>
                    <a:pt x="17914" y="0"/>
                  </a:lnTo>
                  <a:lnTo>
                    <a:pt x="41558" y="40423"/>
                  </a:lnTo>
                  <a:lnTo>
                    <a:pt x="23417" y="51155"/>
                  </a:lnTo>
                  <a:lnTo>
                    <a:pt x="529" y="114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125433" y="2461303"/>
              <a:ext cx="42152" cy="52903"/>
            </a:xfrm>
            <a:custGeom>
              <a:avLst/>
              <a:pathLst>
                <a:path w="42152" h="52903">
                  <a:moveTo>
                    <a:pt x="0" y="10862"/>
                  </a:moveTo>
                  <a:lnTo>
                    <a:pt x="17915" y="0"/>
                  </a:lnTo>
                  <a:lnTo>
                    <a:pt x="18529" y="1056"/>
                  </a:lnTo>
                  <a:lnTo>
                    <a:pt x="42152" y="41690"/>
                  </a:lnTo>
                  <a:lnTo>
                    <a:pt x="23887" y="529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82734" y="2462769"/>
              <a:ext cx="41612" cy="51293"/>
            </a:xfrm>
            <a:custGeom>
              <a:avLst/>
              <a:pathLst>
                <a:path w="41612" h="51293">
                  <a:moveTo>
                    <a:pt x="0" y="10647"/>
                  </a:moveTo>
                  <a:lnTo>
                    <a:pt x="17421" y="0"/>
                  </a:lnTo>
                  <a:lnTo>
                    <a:pt x="41612" y="40555"/>
                  </a:lnTo>
                  <a:lnTo>
                    <a:pt x="24082" y="51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223468" y="2466802"/>
              <a:ext cx="42401" cy="52566"/>
            </a:xfrm>
            <a:custGeom>
              <a:avLst/>
              <a:pathLst>
                <a:path w="42401" h="52566">
                  <a:moveTo>
                    <a:pt x="0" y="11170"/>
                  </a:moveTo>
                  <a:lnTo>
                    <a:pt x="18417" y="0"/>
                  </a:lnTo>
                  <a:lnTo>
                    <a:pt x="42401" y="41359"/>
                  </a:lnTo>
                  <a:lnTo>
                    <a:pt x="24184" y="52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98964" y="2329442"/>
              <a:ext cx="31503" cy="33312"/>
            </a:xfrm>
            <a:custGeom>
              <a:avLst/>
              <a:pathLst>
                <a:path w="31503" h="33312">
                  <a:moveTo>
                    <a:pt x="13139" y="33312"/>
                  </a:moveTo>
                  <a:lnTo>
                    <a:pt x="10609" y="29124"/>
                  </a:lnTo>
                  <a:lnTo>
                    <a:pt x="0" y="11565"/>
                  </a:lnTo>
                  <a:lnTo>
                    <a:pt x="15515" y="2138"/>
                  </a:lnTo>
                  <a:lnTo>
                    <a:pt x="19035" y="0"/>
                  </a:lnTo>
                  <a:lnTo>
                    <a:pt x="31503" y="221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68971" y="2211470"/>
              <a:ext cx="51819" cy="43227"/>
            </a:xfrm>
            <a:custGeom>
              <a:avLst/>
              <a:pathLst>
                <a:path w="51819" h="43227">
                  <a:moveTo>
                    <a:pt x="0" y="23781"/>
                  </a:moveTo>
                  <a:lnTo>
                    <a:pt x="40874" y="0"/>
                  </a:lnTo>
                  <a:lnTo>
                    <a:pt x="51819" y="18617"/>
                  </a:lnTo>
                  <a:lnTo>
                    <a:pt x="11493" y="43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311189" y="2350034"/>
              <a:ext cx="42652" cy="52110"/>
            </a:xfrm>
            <a:custGeom>
              <a:avLst/>
              <a:pathLst>
                <a:path w="42652" h="52110">
                  <a:moveTo>
                    <a:pt x="0" y="10889"/>
                  </a:moveTo>
                  <a:lnTo>
                    <a:pt x="17850" y="0"/>
                  </a:lnTo>
                  <a:lnTo>
                    <a:pt x="42652" y="40848"/>
                  </a:lnTo>
                  <a:lnTo>
                    <a:pt x="24233" y="521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218159" y="2405395"/>
              <a:ext cx="41647" cy="51738"/>
            </a:xfrm>
            <a:custGeom>
              <a:avLst/>
              <a:pathLst>
                <a:path w="41647" h="51738">
                  <a:moveTo>
                    <a:pt x="0" y="11069"/>
                  </a:moveTo>
                  <a:lnTo>
                    <a:pt x="17703" y="0"/>
                  </a:lnTo>
                  <a:lnTo>
                    <a:pt x="41647" y="41084"/>
                  </a:lnTo>
                  <a:lnTo>
                    <a:pt x="24216" y="517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57515" y="2410576"/>
              <a:ext cx="42759" cy="52725"/>
            </a:xfrm>
            <a:custGeom>
              <a:avLst/>
              <a:pathLst>
                <a:path w="42759" h="52725">
                  <a:moveTo>
                    <a:pt x="24550" y="52725"/>
                  </a:moveTo>
                  <a:lnTo>
                    <a:pt x="0" y="11006"/>
                  </a:lnTo>
                  <a:lnTo>
                    <a:pt x="17892" y="0"/>
                  </a:lnTo>
                  <a:lnTo>
                    <a:pt x="42759" y="4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316597" y="2411586"/>
              <a:ext cx="41665" cy="52582"/>
            </a:xfrm>
            <a:custGeom>
              <a:avLst/>
              <a:pathLst>
                <a:path w="41665" h="52582">
                  <a:moveTo>
                    <a:pt x="0" y="10876"/>
                  </a:moveTo>
                  <a:lnTo>
                    <a:pt x="17498" y="0"/>
                  </a:lnTo>
                  <a:lnTo>
                    <a:pt x="35771" y="32039"/>
                  </a:lnTo>
                  <a:lnTo>
                    <a:pt x="39914" y="39302"/>
                  </a:lnTo>
                  <a:lnTo>
                    <a:pt x="41665" y="42373"/>
                  </a:lnTo>
                  <a:lnTo>
                    <a:pt x="24211" y="5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94205" y="2414051"/>
              <a:ext cx="51003" cy="41876"/>
            </a:xfrm>
            <a:custGeom>
              <a:avLst/>
              <a:pathLst>
                <a:path w="51003" h="41876">
                  <a:moveTo>
                    <a:pt x="733" y="23886"/>
                  </a:moveTo>
                  <a:lnTo>
                    <a:pt x="40335" y="0"/>
                  </a:lnTo>
                  <a:lnTo>
                    <a:pt x="51003" y="17193"/>
                  </a:lnTo>
                  <a:lnTo>
                    <a:pt x="49002" y="18405"/>
                  </a:lnTo>
                  <a:lnTo>
                    <a:pt x="10250" y="41876"/>
                  </a:lnTo>
                  <a:lnTo>
                    <a:pt x="608" y="25371"/>
                  </a:lnTo>
                  <a:lnTo>
                    <a:pt x="0" y="24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94704" y="2269047"/>
              <a:ext cx="43245" cy="52093"/>
            </a:xfrm>
            <a:custGeom>
              <a:avLst/>
              <a:pathLst>
                <a:path w="43245" h="52093">
                  <a:moveTo>
                    <a:pt x="0" y="11503"/>
                  </a:moveTo>
                  <a:lnTo>
                    <a:pt x="19089" y="0"/>
                  </a:lnTo>
                  <a:lnTo>
                    <a:pt x="43245" y="41651"/>
                  </a:lnTo>
                  <a:lnTo>
                    <a:pt x="25307" y="520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54923" y="2265861"/>
              <a:ext cx="41864" cy="51344"/>
            </a:xfrm>
            <a:custGeom>
              <a:avLst/>
              <a:pathLst>
                <a:path w="41864" h="51344">
                  <a:moveTo>
                    <a:pt x="0" y="10982"/>
                  </a:moveTo>
                  <a:lnTo>
                    <a:pt x="18083" y="0"/>
                  </a:lnTo>
                  <a:lnTo>
                    <a:pt x="41864" y="40411"/>
                  </a:lnTo>
                  <a:lnTo>
                    <a:pt x="41101" y="40891"/>
                  </a:lnTo>
                  <a:lnTo>
                    <a:pt x="24480" y="513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431981" y="2279386"/>
              <a:ext cx="42592" cy="51472"/>
            </a:xfrm>
            <a:custGeom>
              <a:avLst/>
              <a:pathLst>
                <a:path w="42592" h="51472">
                  <a:moveTo>
                    <a:pt x="0" y="10803"/>
                  </a:moveTo>
                  <a:lnTo>
                    <a:pt x="18570" y="0"/>
                  </a:lnTo>
                  <a:lnTo>
                    <a:pt x="42592" y="40072"/>
                  </a:lnTo>
                  <a:lnTo>
                    <a:pt x="40651" y="41281"/>
                  </a:lnTo>
                  <a:lnTo>
                    <a:pt x="24290" y="51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98580" y="2179578"/>
              <a:ext cx="42420" cy="52351"/>
            </a:xfrm>
            <a:custGeom>
              <a:avLst/>
              <a:pathLst>
                <a:path w="42420" h="52351">
                  <a:moveTo>
                    <a:pt x="0" y="11329"/>
                  </a:moveTo>
                  <a:lnTo>
                    <a:pt x="17661" y="0"/>
                  </a:lnTo>
                  <a:lnTo>
                    <a:pt x="42420" y="41244"/>
                  </a:lnTo>
                  <a:lnTo>
                    <a:pt x="23728" y="52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39810" y="2184454"/>
              <a:ext cx="41847" cy="52148"/>
            </a:xfrm>
            <a:custGeom>
              <a:avLst/>
              <a:pathLst>
                <a:path w="41847" h="52148">
                  <a:moveTo>
                    <a:pt x="5438" y="7497"/>
                  </a:moveTo>
                  <a:lnTo>
                    <a:pt x="18070" y="0"/>
                  </a:lnTo>
                  <a:lnTo>
                    <a:pt x="41847" y="41410"/>
                  </a:lnTo>
                  <a:lnTo>
                    <a:pt x="23510" y="52148"/>
                  </a:lnTo>
                  <a:lnTo>
                    <a:pt x="0" y="10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246243" y="2452592"/>
              <a:ext cx="41995" cy="52652"/>
            </a:xfrm>
            <a:custGeom>
              <a:avLst/>
              <a:pathLst>
                <a:path w="41995" h="52652">
                  <a:moveTo>
                    <a:pt x="0" y="11464"/>
                  </a:moveTo>
                  <a:lnTo>
                    <a:pt x="18193" y="0"/>
                  </a:lnTo>
                  <a:lnTo>
                    <a:pt x="41995" y="42417"/>
                  </a:lnTo>
                  <a:lnTo>
                    <a:pt x="24589" y="52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87044" y="2358142"/>
              <a:ext cx="51227" cy="42452"/>
            </a:xfrm>
            <a:custGeom>
              <a:avLst/>
              <a:pathLst>
                <a:path w="51227" h="42452">
                  <a:moveTo>
                    <a:pt x="0" y="24855"/>
                  </a:moveTo>
                  <a:lnTo>
                    <a:pt x="40816" y="0"/>
                  </a:lnTo>
                  <a:lnTo>
                    <a:pt x="51227" y="18486"/>
                  </a:lnTo>
                  <a:lnTo>
                    <a:pt x="9996" y="42452"/>
                  </a:lnTo>
                  <a:lnTo>
                    <a:pt x="581" y="258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37585" y="2341019"/>
              <a:ext cx="27598" cy="26641"/>
            </a:xfrm>
            <a:custGeom>
              <a:avLst/>
              <a:pathLst>
                <a:path w="27598" h="26641">
                  <a:moveTo>
                    <a:pt x="0" y="9704"/>
                  </a:moveTo>
                  <a:lnTo>
                    <a:pt x="17414" y="0"/>
                  </a:lnTo>
                  <a:lnTo>
                    <a:pt x="27598" y="16335"/>
                  </a:lnTo>
                  <a:lnTo>
                    <a:pt x="9566" y="2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80328" y="2540949"/>
              <a:ext cx="52240" cy="43005"/>
            </a:xfrm>
            <a:custGeom>
              <a:avLst/>
              <a:pathLst>
                <a:path w="52240" h="43005">
                  <a:moveTo>
                    <a:pt x="10630" y="43005"/>
                  </a:moveTo>
                  <a:lnTo>
                    <a:pt x="0" y="24685"/>
                  </a:lnTo>
                  <a:lnTo>
                    <a:pt x="41225" y="0"/>
                  </a:lnTo>
                  <a:lnTo>
                    <a:pt x="52240" y="18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43613" y="2444295"/>
              <a:ext cx="50790" cy="42086"/>
            </a:xfrm>
            <a:custGeom>
              <a:avLst/>
              <a:pathLst>
                <a:path w="50790" h="42086">
                  <a:moveTo>
                    <a:pt x="10106" y="42086"/>
                  </a:moveTo>
                  <a:lnTo>
                    <a:pt x="0" y="24363"/>
                  </a:lnTo>
                  <a:lnTo>
                    <a:pt x="40588" y="0"/>
                  </a:lnTo>
                  <a:lnTo>
                    <a:pt x="50790" y="175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148124" y="2446999"/>
              <a:ext cx="42799" cy="53191"/>
            </a:xfrm>
            <a:custGeom>
              <a:avLst/>
              <a:pathLst>
                <a:path w="42799" h="53191">
                  <a:moveTo>
                    <a:pt x="0" y="11564"/>
                  </a:moveTo>
                  <a:lnTo>
                    <a:pt x="18014" y="0"/>
                  </a:lnTo>
                  <a:lnTo>
                    <a:pt x="18570" y="946"/>
                  </a:lnTo>
                  <a:lnTo>
                    <a:pt x="42799" y="42150"/>
                  </a:lnTo>
                  <a:lnTo>
                    <a:pt x="24533" y="53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306354" y="2447642"/>
              <a:ext cx="42766" cy="52467"/>
            </a:xfrm>
            <a:custGeom>
              <a:avLst/>
              <a:pathLst>
                <a:path w="42766" h="52467">
                  <a:moveTo>
                    <a:pt x="0" y="11067"/>
                  </a:moveTo>
                  <a:lnTo>
                    <a:pt x="17930" y="0"/>
                  </a:lnTo>
                  <a:lnTo>
                    <a:pt x="42766" y="41979"/>
                  </a:lnTo>
                  <a:lnTo>
                    <a:pt x="24177" y="52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67055" y="2381560"/>
              <a:ext cx="42003" cy="51897"/>
            </a:xfrm>
            <a:custGeom>
              <a:avLst/>
              <a:pathLst>
                <a:path w="42003" h="51897">
                  <a:moveTo>
                    <a:pt x="0" y="10376"/>
                  </a:moveTo>
                  <a:lnTo>
                    <a:pt x="17758" y="0"/>
                  </a:lnTo>
                  <a:lnTo>
                    <a:pt x="42003" y="41231"/>
                  </a:lnTo>
                  <a:lnTo>
                    <a:pt x="24080" y="518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426330" y="2376902"/>
              <a:ext cx="42089" cy="51979"/>
            </a:xfrm>
            <a:custGeom>
              <a:avLst/>
              <a:pathLst>
                <a:path w="42089" h="51979">
                  <a:moveTo>
                    <a:pt x="0" y="11183"/>
                  </a:moveTo>
                  <a:lnTo>
                    <a:pt x="17960" y="0"/>
                  </a:lnTo>
                  <a:lnTo>
                    <a:pt x="42089" y="41099"/>
                  </a:lnTo>
                  <a:lnTo>
                    <a:pt x="23720" y="5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81898" y="2382057"/>
              <a:ext cx="51483" cy="42918"/>
            </a:xfrm>
            <a:custGeom>
              <a:avLst/>
              <a:pathLst>
                <a:path w="51483" h="42918">
                  <a:moveTo>
                    <a:pt x="0" y="24870"/>
                  </a:moveTo>
                  <a:lnTo>
                    <a:pt x="40589" y="0"/>
                  </a:lnTo>
                  <a:lnTo>
                    <a:pt x="51483" y="18475"/>
                  </a:lnTo>
                  <a:lnTo>
                    <a:pt x="12906" y="41563"/>
                  </a:lnTo>
                  <a:lnTo>
                    <a:pt x="10642" y="42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506134" y="2235312"/>
              <a:ext cx="42164" cy="51609"/>
            </a:xfrm>
            <a:custGeom>
              <a:avLst/>
              <a:pathLst>
                <a:path w="42164" h="51609">
                  <a:moveTo>
                    <a:pt x="17187" y="317"/>
                  </a:moveTo>
                  <a:lnTo>
                    <a:pt x="17697" y="0"/>
                  </a:lnTo>
                  <a:lnTo>
                    <a:pt x="17969" y="451"/>
                  </a:lnTo>
                  <a:lnTo>
                    <a:pt x="42164" y="40655"/>
                  </a:lnTo>
                  <a:lnTo>
                    <a:pt x="23833" y="51609"/>
                  </a:lnTo>
                  <a:lnTo>
                    <a:pt x="0" y="110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418527" y="2242290"/>
              <a:ext cx="51779" cy="42347"/>
            </a:xfrm>
            <a:custGeom>
              <a:avLst/>
              <a:pathLst>
                <a:path w="51779" h="42347">
                  <a:moveTo>
                    <a:pt x="38367" y="1243"/>
                  </a:moveTo>
                  <a:lnTo>
                    <a:pt x="40464" y="0"/>
                  </a:lnTo>
                  <a:lnTo>
                    <a:pt x="51779" y="18337"/>
                  </a:lnTo>
                  <a:lnTo>
                    <a:pt x="48545" y="20222"/>
                  </a:lnTo>
                  <a:lnTo>
                    <a:pt x="10572" y="42347"/>
                  </a:lnTo>
                  <a:lnTo>
                    <a:pt x="0" y="23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510949" y="2227470"/>
              <a:ext cx="170469" cy="143246"/>
            </a:xfrm>
            <a:custGeom>
              <a:avLst/>
              <a:pathLst>
                <a:path w="170469" h="143246">
                  <a:moveTo>
                    <a:pt x="99527" y="19190"/>
                  </a:moveTo>
                  <a:lnTo>
                    <a:pt x="116036" y="47161"/>
                  </a:lnTo>
                  <a:lnTo>
                    <a:pt x="118899" y="45366"/>
                  </a:lnTo>
                  <a:lnTo>
                    <a:pt x="102488" y="18397"/>
                  </a:lnTo>
                  <a:lnTo>
                    <a:pt x="104063" y="17451"/>
                  </a:lnTo>
                  <a:lnTo>
                    <a:pt x="130587" y="1526"/>
                  </a:lnTo>
                  <a:lnTo>
                    <a:pt x="132913" y="0"/>
                  </a:lnTo>
                  <a:lnTo>
                    <a:pt x="151805" y="31578"/>
                  </a:lnTo>
                  <a:lnTo>
                    <a:pt x="170469" y="63958"/>
                  </a:lnTo>
                  <a:lnTo>
                    <a:pt x="169059" y="64683"/>
                  </a:lnTo>
                  <a:lnTo>
                    <a:pt x="36959" y="143246"/>
                  </a:lnTo>
                  <a:lnTo>
                    <a:pt x="260" y="80801"/>
                  </a:lnTo>
                  <a:lnTo>
                    <a:pt x="0" y="79838"/>
                  </a:lnTo>
                  <a:lnTo>
                    <a:pt x="140" y="78940"/>
                  </a:lnTo>
                  <a:lnTo>
                    <a:pt x="1615" y="77898"/>
                  </a:lnTo>
                  <a:lnTo>
                    <a:pt x="2641" y="772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75522" y="2494646"/>
              <a:ext cx="42806" cy="52680"/>
            </a:xfrm>
            <a:custGeom>
              <a:avLst/>
              <a:pathLst>
                <a:path w="42806" h="52680">
                  <a:moveTo>
                    <a:pt x="24555" y="52680"/>
                  </a:moveTo>
                  <a:lnTo>
                    <a:pt x="0" y="11496"/>
                  </a:lnTo>
                  <a:lnTo>
                    <a:pt x="18603" y="0"/>
                  </a:lnTo>
                  <a:lnTo>
                    <a:pt x="42806" y="41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50268" y="2499844"/>
              <a:ext cx="51426" cy="42118"/>
            </a:xfrm>
            <a:custGeom>
              <a:avLst/>
              <a:pathLst>
                <a:path w="51426" h="42118">
                  <a:moveTo>
                    <a:pt x="0" y="24114"/>
                  </a:moveTo>
                  <a:lnTo>
                    <a:pt x="40682" y="0"/>
                  </a:lnTo>
                  <a:lnTo>
                    <a:pt x="51426" y="17738"/>
                  </a:lnTo>
                  <a:lnTo>
                    <a:pt x="10435" y="42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12341" y="2503854"/>
              <a:ext cx="43054" cy="52925"/>
            </a:xfrm>
            <a:custGeom>
              <a:avLst/>
              <a:pathLst>
                <a:path w="43054" h="52925">
                  <a:moveTo>
                    <a:pt x="0" y="10968"/>
                  </a:moveTo>
                  <a:lnTo>
                    <a:pt x="18435" y="0"/>
                  </a:lnTo>
                  <a:lnTo>
                    <a:pt x="43054" y="41744"/>
                  </a:lnTo>
                  <a:lnTo>
                    <a:pt x="42794" y="42196"/>
                  </a:lnTo>
                  <a:lnTo>
                    <a:pt x="24954" y="52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52851" y="2508372"/>
              <a:ext cx="42825" cy="52690"/>
            </a:xfrm>
            <a:custGeom>
              <a:avLst/>
              <a:pathLst>
                <a:path w="42825" h="52690">
                  <a:moveTo>
                    <a:pt x="25227" y="52690"/>
                  </a:moveTo>
                  <a:lnTo>
                    <a:pt x="0" y="11328"/>
                  </a:lnTo>
                  <a:lnTo>
                    <a:pt x="18321" y="0"/>
                  </a:lnTo>
                  <a:lnTo>
                    <a:pt x="42825" y="41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83543" y="2313163"/>
              <a:ext cx="40910" cy="51204"/>
            </a:xfrm>
            <a:custGeom>
              <a:avLst/>
              <a:pathLst>
                <a:path w="40910" h="51204">
                  <a:moveTo>
                    <a:pt x="0" y="11002"/>
                  </a:moveTo>
                  <a:lnTo>
                    <a:pt x="17759" y="0"/>
                  </a:lnTo>
                  <a:lnTo>
                    <a:pt x="40910" y="40728"/>
                  </a:lnTo>
                  <a:lnTo>
                    <a:pt x="23391" y="51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62604" y="2321232"/>
              <a:ext cx="41931" cy="51495"/>
            </a:xfrm>
            <a:custGeom>
              <a:avLst/>
              <a:pathLst>
                <a:path w="41931" h="51495">
                  <a:moveTo>
                    <a:pt x="0" y="10987"/>
                  </a:moveTo>
                  <a:lnTo>
                    <a:pt x="17755" y="0"/>
                  </a:lnTo>
                  <a:lnTo>
                    <a:pt x="41931" y="40324"/>
                  </a:lnTo>
                  <a:lnTo>
                    <a:pt x="23241" y="51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74677" y="2327290"/>
              <a:ext cx="51592" cy="42616"/>
            </a:xfrm>
            <a:custGeom>
              <a:avLst/>
              <a:pathLst>
                <a:path w="51592" h="42616">
                  <a:moveTo>
                    <a:pt x="0" y="24642"/>
                  </a:moveTo>
                  <a:lnTo>
                    <a:pt x="40408" y="0"/>
                  </a:lnTo>
                  <a:lnTo>
                    <a:pt x="50660" y="16693"/>
                  </a:lnTo>
                  <a:lnTo>
                    <a:pt x="51592" y="18217"/>
                  </a:lnTo>
                  <a:lnTo>
                    <a:pt x="50550" y="18834"/>
                  </a:lnTo>
                  <a:lnTo>
                    <a:pt x="10453" y="42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60553" y="2326839"/>
              <a:ext cx="42076" cy="51863"/>
            </a:xfrm>
            <a:custGeom>
              <a:avLst/>
              <a:pathLst>
                <a:path w="42076" h="51863">
                  <a:moveTo>
                    <a:pt x="17361" y="611"/>
                  </a:moveTo>
                  <a:lnTo>
                    <a:pt x="18376" y="0"/>
                  </a:lnTo>
                  <a:lnTo>
                    <a:pt x="42076" y="40390"/>
                  </a:lnTo>
                  <a:lnTo>
                    <a:pt x="23494" y="51863"/>
                  </a:lnTo>
                  <a:lnTo>
                    <a:pt x="0" y="11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76456" y="2193027"/>
              <a:ext cx="41706" cy="51725"/>
            </a:xfrm>
            <a:custGeom>
              <a:avLst/>
              <a:pathLst>
                <a:path w="41706" h="51725">
                  <a:moveTo>
                    <a:pt x="0" y="10809"/>
                  </a:moveTo>
                  <a:lnTo>
                    <a:pt x="18247" y="0"/>
                  </a:lnTo>
                  <a:lnTo>
                    <a:pt x="41706" y="40705"/>
                  </a:lnTo>
                  <a:lnTo>
                    <a:pt x="23568" y="51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515146" y="2198493"/>
              <a:ext cx="41610" cy="51116"/>
            </a:xfrm>
            <a:custGeom>
              <a:avLst/>
              <a:pathLst>
                <a:path w="41610" h="51116">
                  <a:moveTo>
                    <a:pt x="0" y="10600"/>
                  </a:moveTo>
                  <a:lnTo>
                    <a:pt x="17874" y="0"/>
                  </a:lnTo>
                  <a:lnTo>
                    <a:pt x="31934" y="24253"/>
                  </a:lnTo>
                  <a:lnTo>
                    <a:pt x="41610" y="40945"/>
                  </a:lnTo>
                  <a:lnTo>
                    <a:pt x="24586" y="51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88096" y="2363397"/>
              <a:ext cx="42873" cy="52690"/>
            </a:xfrm>
            <a:custGeom>
              <a:avLst/>
              <a:pathLst>
                <a:path w="42873" h="52690">
                  <a:moveTo>
                    <a:pt x="24653" y="52690"/>
                  </a:moveTo>
                  <a:lnTo>
                    <a:pt x="0" y="11313"/>
                  </a:lnTo>
                  <a:lnTo>
                    <a:pt x="18678" y="0"/>
                  </a:lnTo>
                  <a:lnTo>
                    <a:pt x="42873" y="419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50535" y="2363064"/>
              <a:ext cx="41524" cy="51142"/>
            </a:xfrm>
            <a:custGeom>
              <a:avLst/>
              <a:pathLst>
                <a:path w="41524" h="51142">
                  <a:moveTo>
                    <a:pt x="0" y="10884"/>
                  </a:moveTo>
                  <a:lnTo>
                    <a:pt x="18207" y="0"/>
                  </a:lnTo>
                  <a:lnTo>
                    <a:pt x="41524" y="40878"/>
                  </a:lnTo>
                  <a:lnTo>
                    <a:pt x="23760" y="51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89757" y="2367817"/>
              <a:ext cx="42072" cy="52023"/>
            </a:xfrm>
            <a:custGeom>
              <a:avLst/>
              <a:pathLst>
                <a:path w="42072" h="52023">
                  <a:moveTo>
                    <a:pt x="0" y="10664"/>
                  </a:moveTo>
                  <a:lnTo>
                    <a:pt x="17977" y="0"/>
                  </a:lnTo>
                  <a:lnTo>
                    <a:pt x="42072" y="41014"/>
                  </a:lnTo>
                  <a:lnTo>
                    <a:pt x="23770" y="520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227912" y="2369010"/>
              <a:ext cx="42102" cy="52390"/>
            </a:xfrm>
            <a:custGeom>
              <a:avLst/>
              <a:pathLst>
                <a:path w="42102" h="52390">
                  <a:moveTo>
                    <a:pt x="0" y="10784"/>
                  </a:moveTo>
                  <a:lnTo>
                    <a:pt x="9583" y="4923"/>
                  </a:lnTo>
                  <a:lnTo>
                    <a:pt x="17634" y="0"/>
                  </a:lnTo>
                  <a:lnTo>
                    <a:pt x="42102" y="41739"/>
                  </a:lnTo>
                  <a:lnTo>
                    <a:pt x="23796" y="52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83171" y="2248791"/>
              <a:ext cx="41880" cy="52000"/>
            </a:xfrm>
            <a:custGeom>
              <a:avLst/>
              <a:pathLst>
                <a:path w="41880" h="52000">
                  <a:moveTo>
                    <a:pt x="0" y="10899"/>
                  </a:moveTo>
                  <a:lnTo>
                    <a:pt x="17633" y="0"/>
                  </a:lnTo>
                  <a:lnTo>
                    <a:pt x="41880" y="41186"/>
                  </a:lnTo>
                  <a:lnTo>
                    <a:pt x="23715" y="52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51696" y="2354111"/>
              <a:ext cx="42161" cy="51811"/>
            </a:xfrm>
            <a:custGeom>
              <a:avLst/>
              <a:pathLst>
                <a:path w="42161" h="51811">
                  <a:moveTo>
                    <a:pt x="0" y="11195"/>
                  </a:moveTo>
                  <a:lnTo>
                    <a:pt x="18588" y="0"/>
                  </a:lnTo>
                  <a:lnTo>
                    <a:pt x="42161" y="41701"/>
                  </a:lnTo>
                  <a:lnTo>
                    <a:pt x="23950" y="5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325869" y="2296489"/>
              <a:ext cx="51648" cy="43397"/>
            </a:xfrm>
            <a:custGeom>
              <a:avLst/>
              <a:pathLst>
                <a:path w="51648" h="43397">
                  <a:moveTo>
                    <a:pt x="0" y="24704"/>
                  </a:moveTo>
                  <a:lnTo>
                    <a:pt x="40664" y="0"/>
                  </a:lnTo>
                  <a:lnTo>
                    <a:pt x="44093" y="6035"/>
                  </a:lnTo>
                  <a:lnTo>
                    <a:pt x="51404" y="18903"/>
                  </a:lnTo>
                  <a:lnTo>
                    <a:pt x="51648" y="19334"/>
                  </a:lnTo>
                  <a:lnTo>
                    <a:pt x="50527" y="19991"/>
                  </a:lnTo>
                  <a:lnTo>
                    <a:pt x="10610" y="433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71715" y="2284215"/>
              <a:ext cx="41737" cy="51419"/>
            </a:xfrm>
            <a:custGeom>
              <a:avLst/>
              <a:pathLst>
                <a:path w="41737" h="51419">
                  <a:moveTo>
                    <a:pt x="0" y="10322"/>
                  </a:moveTo>
                  <a:lnTo>
                    <a:pt x="17621" y="0"/>
                  </a:lnTo>
                  <a:lnTo>
                    <a:pt x="41737" y="40521"/>
                  </a:lnTo>
                  <a:lnTo>
                    <a:pt x="24141" y="51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338570" y="2397583"/>
              <a:ext cx="43055" cy="52421"/>
            </a:xfrm>
            <a:custGeom>
              <a:avLst/>
              <a:pathLst>
                <a:path w="43055" h="52421">
                  <a:moveTo>
                    <a:pt x="0" y="10766"/>
                  </a:moveTo>
                  <a:lnTo>
                    <a:pt x="18524" y="0"/>
                  </a:lnTo>
                  <a:lnTo>
                    <a:pt x="43055" y="41674"/>
                  </a:lnTo>
                  <a:lnTo>
                    <a:pt x="24565" y="52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5524" y="2419162"/>
              <a:ext cx="42102" cy="51856"/>
            </a:xfrm>
            <a:custGeom>
              <a:avLst/>
              <a:pathLst>
                <a:path w="42102" h="51856">
                  <a:moveTo>
                    <a:pt x="0" y="11129"/>
                  </a:moveTo>
                  <a:lnTo>
                    <a:pt x="17678" y="0"/>
                  </a:lnTo>
                  <a:lnTo>
                    <a:pt x="42102" y="40887"/>
                  </a:lnTo>
                  <a:lnTo>
                    <a:pt x="23957" y="51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11539" y="2424371"/>
              <a:ext cx="52035" cy="43010"/>
            </a:xfrm>
            <a:custGeom>
              <a:avLst/>
              <a:pathLst>
                <a:path w="52035" h="43010">
                  <a:moveTo>
                    <a:pt x="11175" y="43010"/>
                  </a:moveTo>
                  <a:lnTo>
                    <a:pt x="0" y="24439"/>
                  </a:lnTo>
                  <a:lnTo>
                    <a:pt x="41195" y="0"/>
                  </a:lnTo>
                  <a:lnTo>
                    <a:pt x="52035" y="18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42945" y="2230969"/>
              <a:ext cx="52609" cy="42481"/>
            </a:xfrm>
            <a:custGeom>
              <a:avLst/>
              <a:pathLst>
                <a:path w="52609" h="42481">
                  <a:moveTo>
                    <a:pt x="48665" y="20347"/>
                  </a:moveTo>
                  <a:lnTo>
                    <a:pt x="10799" y="42481"/>
                  </a:lnTo>
                  <a:lnTo>
                    <a:pt x="5784" y="34041"/>
                  </a:lnTo>
                  <a:lnTo>
                    <a:pt x="0" y="24304"/>
                  </a:lnTo>
                  <a:lnTo>
                    <a:pt x="605" y="23952"/>
                  </a:lnTo>
                  <a:lnTo>
                    <a:pt x="18173" y="13735"/>
                  </a:lnTo>
                  <a:lnTo>
                    <a:pt x="18683" y="13438"/>
                  </a:lnTo>
                  <a:lnTo>
                    <a:pt x="38330" y="2012"/>
                  </a:lnTo>
                  <a:lnTo>
                    <a:pt x="41791" y="0"/>
                  </a:lnTo>
                  <a:lnTo>
                    <a:pt x="52609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422470" y="2316647"/>
              <a:ext cx="30443" cy="31874"/>
            </a:xfrm>
            <a:custGeom>
              <a:avLst/>
              <a:pathLst>
                <a:path w="30443" h="31874">
                  <a:moveTo>
                    <a:pt x="30443" y="20880"/>
                  </a:moveTo>
                  <a:lnTo>
                    <a:pt x="11994" y="31874"/>
                  </a:lnTo>
                  <a:lnTo>
                    <a:pt x="6367" y="22020"/>
                  </a:lnTo>
                  <a:lnTo>
                    <a:pt x="6059" y="21482"/>
                  </a:lnTo>
                  <a:lnTo>
                    <a:pt x="0" y="10870"/>
                  </a:lnTo>
                  <a:lnTo>
                    <a:pt x="15627" y="1721"/>
                  </a:lnTo>
                  <a:lnTo>
                    <a:pt x="18567" y="0"/>
                  </a:lnTo>
                  <a:lnTo>
                    <a:pt x="24946" y="112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413152" y="2354156"/>
              <a:ext cx="28041" cy="27641"/>
            </a:xfrm>
            <a:custGeom>
              <a:avLst/>
              <a:pathLst>
                <a:path w="28041" h="27641">
                  <a:moveTo>
                    <a:pt x="0" y="11391"/>
                  </a:moveTo>
                  <a:lnTo>
                    <a:pt x="17903" y="595"/>
                  </a:lnTo>
                  <a:lnTo>
                    <a:pt x="18891" y="0"/>
                  </a:lnTo>
                  <a:lnTo>
                    <a:pt x="28041" y="16992"/>
                  </a:lnTo>
                  <a:lnTo>
                    <a:pt x="9583" y="27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69905" y="2402571"/>
              <a:ext cx="50846" cy="55097"/>
            </a:xfrm>
            <a:custGeom>
              <a:avLst/>
              <a:pathLst>
                <a:path w="50846" h="55097">
                  <a:moveTo>
                    <a:pt x="26361" y="55097"/>
                  </a:moveTo>
                  <a:lnTo>
                    <a:pt x="0" y="15977"/>
                  </a:lnTo>
                  <a:lnTo>
                    <a:pt x="27087" y="0"/>
                  </a:lnTo>
                  <a:lnTo>
                    <a:pt x="50846" y="400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93163" y="2471526"/>
              <a:ext cx="27608" cy="26178"/>
            </a:xfrm>
            <a:custGeom>
              <a:avLst/>
              <a:pathLst>
                <a:path w="27608" h="26178">
                  <a:moveTo>
                    <a:pt x="18546" y="0"/>
                  </a:moveTo>
                  <a:lnTo>
                    <a:pt x="27608" y="14965"/>
                  </a:lnTo>
                  <a:lnTo>
                    <a:pt x="22994" y="17693"/>
                  </a:lnTo>
                  <a:lnTo>
                    <a:pt x="18731" y="20213"/>
                  </a:lnTo>
                  <a:lnTo>
                    <a:pt x="8640" y="26178"/>
                  </a:lnTo>
                  <a:lnTo>
                    <a:pt x="0" y="11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84568" y="2456873"/>
              <a:ext cx="25515" cy="23043"/>
            </a:xfrm>
            <a:custGeom>
              <a:avLst/>
              <a:pathLst>
                <a:path w="25515" h="23043">
                  <a:moveTo>
                    <a:pt x="18521" y="0"/>
                  </a:moveTo>
                  <a:lnTo>
                    <a:pt x="19593" y="1827"/>
                  </a:lnTo>
                  <a:lnTo>
                    <a:pt x="25515" y="11932"/>
                  </a:lnTo>
                  <a:lnTo>
                    <a:pt x="6851" y="23043"/>
                  </a:lnTo>
                  <a:lnTo>
                    <a:pt x="0" y="11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203239" y="2489223"/>
              <a:ext cx="25283" cy="22036"/>
            </a:xfrm>
            <a:custGeom>
              <a:avLst/>
              <a:pathLst>
                <a:path w="25283" h="22036">
                  <a:moveTo>
                    <a:pt x="2150" y="9673"/>
                  </a:moveTo>
                  <a:lnTo>
                    <a:pt x="19129" y="0"/>
                  </a:lnTo>
                  <a:lnTo>
                    <a:pt x="25098" y="10372"/>
                  </a:lnTo>
                  <a:lnTo>
                    <a:pt x="25283" y="10693"/>
                  </a:lnTo>
                  <a:lnTo>
                    <a:pt x="6744" y="22036"/>
                  </a:lnTo>
                  <a:lnTo>
                    <a:pt x="0" y="10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62646" y="2157294"/>
              <a:ext cx="51288" cy="43069"/>
            </a:xfrm>
            <a:custGeom>
              <a:avLst/>
              <a:pathLst>
                <a:path w="51288" h="43069">
                  <a:moveTo>
                    <a:pt x="51288" y="18273"/>
                  </a:moveTo>
                  <a:lnTo>
                    <a:pt x="11077" y="43069"/>
                  </a:lnTo>
                  <a:lnTo>
                    <a:pt x="0" y="25020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55834" y="2419768"/>
              <a:ext cx="38475" cy="47964"/>
            </a:xfrm>
            <a:custGeom>
              <a:avLst/>
              <a:pathLst>
                <a:path w="38475" h="47964">
                  <a:moveTo>
                    <a:pt x="38475" y="39103"/>
                  </a:moveTo>
                  <a:lnTo>
                    <a:pt x="24062" y="47964"/>
                  </a:lnTo>
                  <a:lnTo>
                    <a:pt x="0" y="7080"/>
                  </a:lnTo>
                  <a:lnTo>
                    <a:pt x="1200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125881" y="3246882"/>
              <a:ext cx="30847" cy="31720"/>
            </a:xfrm>
            <a:custGeom>
              <a:avLst/>
              <a:pathLst>
                <a:path w="30847" h="31720">
                  <a:moveTo>
                    <a:pt x="0" y="10742"/>
                  </a:moveTo>
                  <a:lnTo>
                    <a:pt x="18552" y="0"/>
                  </a:lnTo>
                  <a:lnTo>
                    <a:pt x="30847" y="20354"/>
                  </a:lnTo>
                  <a:lnTo>
                    <a:pt x="11739" y="31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41703" y="3274019"/>
              <a:ext cx="35733" cy="42736"/>
            </a:xfrm>
            <a:custGeom>
              <a:avLst/>
              <a:pathLst>
                <a:path w="35733" h="42736">
                  <a:moveTo>
                    <a:pt x="0" y="9932"/>
                  </a:moveTo>
                  <a:lnTo>
                    <a:pt x="15198" y="0"/>
                  </a:lnTo>
                  <a:lnTo>
                    <a:pt x="35733" y="33346"/>
                  </a:lnTo>
                  <a:lnTo>
                    <a:pt x="19726" y="42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91549" y="3307702"/>
              <a:ext cx="20856" cy="22714"/>
            </a:xfrm>
            <a:custGeom>
              <a:avLst/>
              <a:pathLst>
                <a:path w="20856" h="22714">
                  <a:moveTo>
                    <a:pt x="9864" y="22714"/>
                  </a:moveTo>
                  <a:lnTo>
                    <a:pt x="0" y="6764"/>
                  </a:lnTo>
                  <a:lnTo>
                    <a:pt x="11090" y="0"/>
                  </a:lnTo>
                  <a:lnTo>
                    <a:pt x="20856" y="15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402214" y="3374556"/>
              <a:ext cx="28027" cy="29999"/>
            </a:xfrm>
            <a:custGeom>
              <a:avLst/>
              <a:pathLst>
                <a:path w="28027" h="29999">
                  <a:moveTo>
                    <a:pt x="0" y="9020"/>
                  </a:moveTo>
                  <a:lnTo>
                    <a:pt x="16740" y="0"/>
                  </a:lnTo>
                  <a:lnTo>
                    <a:pt x="28027" y="19284"/>
                  </a:lnTo>
                  <a:lnTo>
                    <a:pt x="10365" y="29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322355" y="3469329"/>
              <a:ext cx="52053" cy="45509"/>
            </a:xfrm>
            <a:custGeom>
              <a:avLst/>
              <a:pathLst>
                <a:path w="52053" h="45509">
                  <a:moveTo>
                    <a:pt x="10323" y="45509"/>
                  </a:moveTo>
                  <a:lnTo>
                    <a:pt x="0" y="26482"/>
                  </a:lnTo>
                  <a:lnTo>
                    <a:pt x="40008" y="0"/>
                  </a:lnTo>
                  <a:lnTo>
                    <a:pt x="52053" y="20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83396" y="3475046"/>
              <a:ext cx="44530" cy="53379"/>
            </a:xfrm>
            <a:custGeom>
              <a:avLst/>
              <a:pathLst>
                <a:path w="44530" h="53379">
                  <a:moveTo>
                    <a:pt x="0" y="10852"/>
                  </a:moveTo>
                  <a:lnTo>
                    <a:pt x="19260" y="0"/>
                  </a:lnTo>
                  <a:lnTo>
                    <a:pt x="44530" y="42367"/>
                  </a:lnTo>
                  <a:lnTo>
                    <a:pt x="25666" y="53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74364" y="3216279"/>
              <a:ext cx="53309" cy="70417"/>
            </a:xfrm>
            <a:custGeom>
              <a:avLst/>
              <a:pathLst>
                <a:path w="53309" h="70417">
                  <a:moveTo>
                    <a:pt x="0" y="13432"/>
                  </a:moveTo>
                  <a:lnTo>
                    <a:pt x="20030" y="0"/>
                  </a:lnTo>
                  <a:lnTo>
                    <a:pt x="53309" y="58093"/>
                  </a:lnTo>
                  <a:lnTo>
                    <a:pt x="34139" y="7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71357" y="3445705"/>
              <a:ext cx="44317" cy="54217"/>
            </a:xfrm>
            <a:custGeom>
              <a:avLst/>
              <a:pathLst>
                <a:path w="44317" h="54217">
                  <a:moveTo>
                    <a:pt x="0" y="11688"/>
                  </a:moveTo>
                  <a:lnTo>
                    <a:pt x="20259" y="0"/>
                  </a:lnTo>
                  <a:lnTo>
                    <a:pt x="44317" y="40320"/>
                  </a:lnTo>
                  <a:lnTo>
                    <a:pt x="43939" y="43500"/>
                  </a:lnTo>
                  <a:lnTo>
                    <a:pt x="25840" y="54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97721" y="3205658"/>
              <a:ext cx="45523" cy="65429"/>
            </a:xfrm>
            <a:custGeom>
              <a:avLst/>
              <a:pathLst>
                <a:path w="45523" h="65429">
                  <a:moveTo>
                    <a:pt x="0" y="7635"/>
                  </a:moveTo>
                  <a:lnTo>
                    <a:pt x="11155" y="0"/>
                  </a:lnTo>
                  <a:lnTo>
                    <a:pt x="45523" y="59405"/>
                  </a:lnTo>
                  <a:lnTo>
                    <a:pt x="35373" y="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51789" y="3220871"/>
              <a:ext cx="89621" cy="81376"/>
            </a:xfrm>
            <a:custGeom>
              <a:avLst/>
              <a:pathLst>
                <a:path w="89621" h="81376">
                  <a:moveTo>
                    <a:pt x="26370" y="81376"/>
                  </a:moveTo>
                  <a:lnTo>
                    <a:pt x="14958" y="62623"/>
                  </a:lnTo>
                  <a:lnTo>
                    <a:pt x="0" y="38997"/>
                  </a:lnTo>
                  <a:lnTo>
                    <a:pt x="65713" y="0"/>
                  </a:lnTo>
                  <a:lnTo>
                    <a:pt x="75551" y="16751"/>
                  </a:lnTo>
                  <a:lnTo>
                    <a:pt x="89621" y="4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73811" y="3259649"/>
              <a:ext cx="60623" cy="49987"/>
            </a:xfrm>
            <a:custGeom>
              <a:avLst/>
              <a:pathLst>
                <a:path w="60623" h="49987">
                  <a:moveTo>
                    <a:pt x="0" y="28468"/>
                  </a:moveTo>
                  <a:lnTo>
                    <a:pt x="48010" y="0"/>
                  </a:lnTo>
                  <a:lnTo>
                    <a:pt x="60623" y="20986"/>
                  </a:lnTo>
                  <a:lnTo>
                    <a:pt x="12186" y="49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25818" y="3361748"/>
              <a:ext cx="52079" cy="64787"/>
            </a:xfrm>
            <a:custGeom>
              <a:avLst/>
              <a:pathLst>
                <a:path w="52079" h="64787">
                  <a:moveTo>
                    <a:pt x="0" y="14023"/>
                  </a:moveTo>
                  <a:lnTo>
                    <a:pt x="22684" y="0"/>
                  </a:lnTo>
                  <a:lnTo>
                    <a:pt x="48357" y="44715"/>
                  </a:lnTo>
                  <a:lnTo>
                    <a:pt x="52079" y="51303"/>
                  </a:lnTo>
                  <a:lnTo>
                    <a:pt x="28602" y="64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83088" y="3355331"/>
              <a:ext cx="44207" cy="54419"/>
            </a:xfrm>
            <a:custGeom>
              <a:avLst/>
              <a:pathLst>
                <a:path w="44207" h="54419">
                  <a:moveTo>
                    <a:pt x="0" y="12064"/>
                  </a:moveTo>
                  <a:lnTo>
                    <a:pt x="19423" y="0"/>
                  </a:lnTo>
                  <a:lnTo>
                    <a:pt x="44207" y="42834"/>
                  </a:lnTo>
                  <a:lnTo>
                    <a:pt x="25803" y="54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40234" y="3364307"/>
              <a:ext cx="53270" cy="43549"/>
            </a:xfrm>
            <a:custGeom>
              <a:avLst/>
              <a:pathLst>
                <a:path w="53270" h="43549">
                  <a:moveTo>
                    <a:pt x="41254" y="0"/>
                  </a:moveTo>
                  <a:lnTo>
                    <a:pt x="53270" y="18821"/>
                  </a:lnTo>
                  <a:lnTo>
                    <a:pt x="11038" y="43549"/>
                  </a:lnTo>
                  <a:lnTo>
                    <a:pt x="0" y="24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37521" y="3369709"/>
              <a:ext cx="52257" cy="43305"/>
            </a:xfrm>
            <a:custGeom>
              <a:avLst/>
              <a:pathLst>
                <a:path w="52257" h="43305">
                  <a:moveTo>
                    <a:pt x="8895" y="19400"/>
                  </a:moveTo>
                  <a:lnTo>
                    <a:pt x="42654" y="0"/>
                  </a:lnTo>
                  <a:lnTo>
                    <a:pt x="52257" y="20267"/>
                  </a:lnTo>
                  <a:lnTo>
                    <a:pt x="10929" y="43305"/>
                  </a:lnTo>
                  <a:lnTo>
                    <a:pt x="0" y="24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28935" y="3381595"/>
              <a:ext cx="43244" cy="52932"/>
            </a:xfrm>
            <a:custGeom>
              <a:avLst/>
              <a:pathLst>
                <a:path w="43244" h="52932">
                  <a:moveTo>
                    <a:pt x="0" y="11196"/>
                  </a:moveTo>
                  <a:lnTo>
                    <a:pt x="12797" y="3517"/>
                  </a:lnTo>
                  <a:lnTo>
                    <a:pt x="18770" y="0"/>
                  </a:lnTo>
                  <a:lnTo>
                    <a:pt x="43244" y="42090"/>
                  </a:lnTo>
                  <a:lnTo>
                    <a:pt x="24584" y="5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89795" y="3376532"/>
              <a:ext cx="43156" cy="53504"/>
            </a:xfrm>
            <a:custGeom>
              <a:avLst/>
              <a:pathLst>
                <a:path w="43156" h="53504">
                  <a:moveTo>
                    <a:pt x="24032" y="53504"/>
                  </a:moveTo>
                  <a:lnTo>
                    <a:pt x="0" y="11431"/>
                  </a:lnTo>
                  <a:lnTo>
                    <a:pt x="17965" y="0"/>
                  </a:lnTo>
                  <a:lnTo>
                    <a:pt x="43156" y="42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95410" y="3433317"/>
              <a:ext cx="43004" cy="52551"/>
            </a:xfrm>
            <a:custGeom>
              <a:avLst/>
              <a:pathLst>
                <a:path w="43004" h="52551">
                  <a:moveTo>
                    <a:pt x="0" y="10885"/>
                  </a:moveTo>
                  <a:lnTo>
                    <a:pt x="18933" y="0"/>
                  </a:lnTo>
                  <a:lnTo>
                    <a:pt x="43004" y="41510"/>
                  </a:lnTo>
                  <a:lnTo>
                    <a:pt x="24152" y="52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205745" y="3394493"/>
              <a:ext cx="43523" cy="53864"/>
            </a:xfrm>
            <a:custGeom>
              <a:avLst/>
              <a:pathLst>
                <a:path w="43523" h="53864">
                  <a:moveTo>
                    <a:pt x="0" y="11706"/>
                  </a:moveTo>
                  <a:lnTo>
                    <a:pt x="18168" y="0"/>
                  </a:lnTo>
                  <a:lnTo>
                    <a:pt x="43523" y="43282"/>
                  </a:lnTo>
                  <a:lnTo>
                    <a:pt x="25102" y="53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67809" y="3426008"/>
              <a:ext cx="43806" cy="52989"/>
            </a:xfrm>
            <a:custGeom>
              <a:avLst/>
              <a:pathLst>
                <a:path w="43806" h="52989">
                  <a:moveTo>
                    <a:pt x="24086" y="52989"/>
                  </a:moveTo>
                  <a:lnTo>
                    <a:pt x="0" y="10787"/>
                  </a:lnTo>
                  <a:lnTo>
                    <a:pt x="19380" y="0"/>
                  </a:lnTo>
                  <a:lnTo>
                    <a:pt x="43806" y="41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16996" y="3423874"/>
              <a:ext cx="43820" cy="53150"/>
            </a:xfrm>
            <a:custGeom>
              <a:avLst/>
              <a:pathLst>
                <a:path w="43820" h="53150">
                  <a:moveTo>
                    <a:pt x="24689" y="53150"/>
                  </a:moveTo>
                  <a:lnTo>
                    <a:pt x="0" y="10874"/>
                  </a:lnTo>
                  <a:lnTo>
                    <a:pt x="18804" y="0"/>
                  </a:lnTo>
                  <a:lnTo>
                    <a:pt x="43820" y="43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94286" y="3437980"/>
              <a:ext cx="43390" cy="52592"/>
            </a:xfrm>
            <a:custGeom>
              <a:avLst/>
              <a:pathLst>
                <a:path w="43390" h="52592">
                  <a:moveTo>
                    <a:pt x="0" y="11391"/>
                  </a:moveTo>
                  <a:lnTo>
                    <a:pt x="18875" y="0"/>
                  </a:lnTo>
                  <a:lnTo>
                    <a:pt x="43390" y="42167"/>
                  </a:lnTo>
                  <a:lnTo>
                    <a:pt x="24315" y="5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246687" y="3451923"/>
              <a:ext cx="52922" cy="42979"/>
            </a:xfrm>
            <a:custGeom>
              <a:avLst/>
              <a:pathLst>
                <a:path w="52922" h="42979">
                  <a:moveTo>
                    <a:pt x="0" y="24200"/>
                  </a:moveTo>
                  <a:lnTo>
                    <a:pt x="42335" y="0"/>
                  </a:lnTo>
                  <a:lnTo>
                    <a:pt x="52922" y="18153"/>
                  </a:lnTo>
                  <a:lnTo>
                    <a:pt x="10899" y="42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98793" y="3334635"/>
              <a:ext cx="19505" cy="15053"/>
            </a:xfrm>
            <a:custGeom>
              <a:avLst/>
              <a:pathLst>
                <a:path w="19505" h="15053">
                  <a:moveTo>
                    <a:pt x="0" y="3699"/>
                  </a:moveTo>
                  <a:lnTo>
                    <a:pt x="6291" y="0"/>
                  </a:lnTo>
                  <a:lnTo>
                    <a:pt x="8877" y="4877"/>
                  </a:lnTo>
                  <a:lnTo>
                    <a:pt x="15477" y="902"/>
                  </a:lnTo>
                  <a:lnTo>
                    <a:pt x="19505" y="7753"/>
                  </a:lnTo>
                  <a:lnTo>
                    <a:pt x="6770" y="15053"/>
                  </a:lnTo>
                  <a:lnTo>
                    <a:pt x="5274" y="12585"/>
                  </a:lnTo>
                  <a:lnTo>
                    <a:pt x="3138" y="9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410486" y="3336123"/>
              <a:ext cx="30249" cy="31886"/>
            </a:xfrm>
            <a:custGeom>
              <a:avLst/>
              <a:pathLst>
                <a:path w="30249" h="31886">
                  <a:moveTo>
                    <a:pt x="0" y="11697"/>
                  </a:moveTo>
                  <a:lnTo>
                    <a:pt x="18144" y="0"/>
                  </a:lnTo>
                  <a:lnTo>
                    <a:pt x="30249" y="21017"/>
                  </a:lnTo>
                  <a:lnTo>
                    <a:pt x="11704" y="31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403731" y="3420737"/>
              <a:ext cx="54358" cy="43597"/>
            </a:xfrm>
            <a:custGeom>
              <a:avLst/>
              <a:pathLst>
                <a:path w="54358" h="43597">
                  <a:moveTo>
                    <a:pt x="0" y="25135"/>
                  </a:moveTo>
                  <a:lnTo>
                    <a:pt x="42396" y="0"/>
                  </a:lnTo>
                  <a:lnTo>
                    <a:pt x="54358" y="19107"/>
                  </a:lnTo>
                  <a:lnTo>
                    <a:pt x="12522" y="43597"/>
                  </a:lnTo>
                  <a:lnTo>
                    <a:pt x="10669" y="42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234234" y="3427889"/>
              <a:ext cx="52878" cy="43664"/>
            </a:xfrm>
            <a:custGeom>
              <a:avLst/>
              <a:pathLst>
                <a:path w="52878" h="43664">
                  <a:moveTo>
                    <a:pt x="0" y="25982"/>
                  </a:moveTo>
                  <a:lnTo>
                    <a:pt x="42424" y="0"/>
                  </a:lnTo>
                  <a:lnTo>
                    <a:pt x="52878" y="18631"/>
                  </a:lnTo>
                  <a:lnTo>
                    <a:pt x="34001" y="29576"/>
                  </a:lnTo>
                  <a:lnTo>
                    <a:pt x="10116" y="43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428615" y="3262611"/>
              <a:ext cx="43121" cy="53553"/>
            </a:xfrm>
            <a:custGeom>
              <a:avLst/>
              <a:pathLst>
                <a:path w="43121" h="53553">
                  <a:moveTo>
                    <a:pt x="0" y="10873"/>
                  </a:moveTo>
                  <a:lnTo>
                    <a:pt x="10624" y="4461"/>
                  </a:lnTo>
                  <a:lnTo>
                    <a:pt x="14039" y="2401"/>
                  </a:lnTo>
                  <a:lnTo>
                    <a:pt x="19235" y="0"/>
                  </a:lnTo>
                  <a:lnTo>
                    <a:pt x="43121" y="42466"/>
                  </a:lnTo>
                  <a:lnTo>
                    <a:pt x="24603" y="53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2728" y="3266752"/>
              <a:ext cx="53921" cy="44361"/>
            </a:xfrm>
            <a:custGeom>
              <a:avLst/>
              <a:pathLst>
                <a:path w="53921" h="44361">
                  <a:moveTo>
                    <a:pt x="0" y="25393"/>
                  </a:moveTo>
                  <a:lnTo>
                    <a:pt x="42986" y="0"/>
                  </a:lnTo>
                  <a:lnTo>
                    <a:pt x="53921" y="19342"/>
                  </a:lnTo>
                  <a:lnTo>
                    <a:pt x="11484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33250" y="3268024"/>
              <a:ext cx="32506" cy="42201"/>
            </a:xfrm>
            <a:custGeom>
              <a:avLst/>
              <a:pathLst>
                <a:path w="32506" h="42201">
                  <a:moveTo>
                    <a:pt x="0" y="6986"/>
                  </a:moveTo>
                  <a:lnTo>
                    <a:pt x="11764" y="0"/>
                  </a:lnTo>
                  <a:lnTo>
                    <a:pt x="32506" y="34754"/>
                  </a:lnTo>
                  <a:lnTo>
                    <a:pt x="21418" y="42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62254" y="3277613"/>
              <a:ext cx="79925" cy="62880"/>
            </a:xfrm>
            <a:custGeom>
              <a:avLst/>
              <a:pathLst>
                <a:path w="79925" h="62880">
                  <a:moveTo>
                    <a:pt x="0" y="42614"/>
                  </a:moveTo>
                  <a:lnTo>
                    <a:pt x="67493" y="0"/>
                  </a:lnTo>
                  <a:lnTo>
                    <a:pt x="79925" y="22552"/>
                  </a:lnTo>
                  <a:lnTo>
                    <a:pt x="12683" y="6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82906" y="3276724"/>
              <a:ext cx="53270" cy="43905"/>
            </a:xfrm>
            <a:custGeom>
              <a:avLst/>
              <a:pathLst>
                <a:path w="53270" h="43905">
                  <a:moveTo>
                    <a:pt x="0" y="23184"/>
                  </a:moveTo>
                  <a:lnTo>
                    <a:pt x="40836" y="0"/>
                  </a:lnTo>
                  <a:lnTo>
                    <a:pt x="53270" y="18849"/>
                  </a:lnTo>
                  <a:lnTo>
                    <a:pt x="11136" y="43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115580" y="3284100"/>
              <a:ext cx="55253" cy="70938"/>
            </a:xfrm>
            <a:custGeom>
              <a:avLst/>
              <a:pathLst>
                <a:path w="55253" h="70938">
                  <a:moveTo>
                    <a:pt x="0" y="13703"/>
                  </a:moveTo>
                  <a:lnTo>
                    <a:pt x="19996" y="0"/>
                  </a:lnTo>
                  <a:lnTo>
                    <a:pt x="55253" y="58380"/>
                  </a:lnTo>
                  <a:lnTo>
                    <a:pt x="34559" y="70938"/>
                  </a:lnTo>
                  <a:lnTo>
                    <a:pt x="20594" y="46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56115" y="3306802"/>
              <a:ext cx="32786" cy="44663"/>
            </a:xfrm>
            <a:custGeom>
              <a:avLst/>
              <a:pathLst>
                <a:path w="32786" h="44663">
                  <a:moveTo>
                    <a:pt x="0" y="5878"/>
                  </a:moveTo>
                  <a:lnTo>
                    <a:pt x="10346" y="0"/>
                  </a:lnTo>
                  <a:lnTo>
                    <a:pt x="32786" y="38405"/>
                  </a:lnTo>
                  <a:lnTo>
                    <a:pt x="22311" y="44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516873" y="3290675"/>
              <a:ext cx="53587" cy="45160"/>
            </a:xfrm>
            <a:custGeom>
              <a:avLst/>
              <a:pathLst>
                <a:path w="53587" h="45160">
                  <a:moveTo>
                    <a:pt x="11879" y="45160"/>
                  </a:moveTo>
                  <a:lnTo>
                    <a:pt x="0" y="24864"/>
                  </a:lnTo>
                  <a:lnTo>
                    <a:pt x="41537" y="0"/>
                  </a:lnTo>
                  <a:lnTo>
                    <a:pt x="53587" y="19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224963" y="3303200"/>
              <a:ext cx="49515" cy="63363"/>
            </a:xfrm>
            <a:custGeom>
              <a:avLst/>
              <a:pathLst>
                <a:path w="49515" h="63363">
                  <a:moveTo>
                    <a:pt x="0" y="13024"/>
                  </a:moveTo>
                  <a:lnTo>
                    <a:pt x="20442" y="0"/>
                  </a:lnTo>
                  <a:lnTo>
                    <a:pt x="49515" y="51290"/>
                  </a:lnTo>
                  <a:lnTo>
                    <a:pt x="28884" y="63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88889" y="3299848"/>
              <a:ext cx="57867" cy="70992"/>
            </a:xfrm>
            <a:custGeom>
              <a:avLst/>
              <a:pathLst>
                <a:path w="57867" h="70992">
                  <a:moveTo>
                    <a:pt x="0" y="14083"/>
                  </a:moveTo>
                  <a:lnTo>
                    <a:pt x="23645" y="0"/>
                  </a:lnTo>
                  <a:lnTo>
                    <a:pt x="57867" y="58746"/>
                  </a:lnTo>
                  <a:lnTo>
                    <a:pt x="34125" y="7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96657" y="3299862"/>
              <a:ext cx="53113" cy="43127"/>
            </a:xfrm>
            <a:custGeom>
              <a:avLst/>
              <a:pathLst>
                <a:path w="53113" h="43127">
                  <a:moveTo>
                    <a:pt x="0" y="24248"/>
                  </a:moveTo>
                  <a:lnTo>
                    <a:pt x="40972" y="0"/>
                  </a:lnTo>
                  <a:lnTo>
                    <a:pt x="53113" y="18751"/>
                  </a:lnTo>
                  <a:lnTo>
                    <a:pt x="30309" y="32094"/>
                  </a:lnTo>
                  <a:lnTo>
                    <a:pt x="10627" y="43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336786" y="3305385"/>
              <a:ext cx="51653" cy="42795"/>
            </a:xfrm>
            <a:custGeom>
              <a:avLst/>
              <a:pathLst>
                <a:path w="51653" h="42795">
                  <a:moveTo>
                    <a:pt x="0" y="24071"/>
                  </a:moveTo>
                  <a:lnTo>
                    <a:pt x="29264" y="6549"/>
                  </a:lnTo>
                  <a:lnTo>
                    <a:pt x="40578" y="0"/>
                  </a:lnTo>
                  <a:lnTo>
                    <a:pt x="43893" y="5542"/>
                  </a:lnTo>
                  <a:lnTo>
                    <a:pt x="51653" y="18518"/>
                  </a:lnTo>
                  <a:lnTo>
                    <a:pt x="10742" y="42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77809" y="3318637"/>
              <a:ext cx="56122" cy="48062"/>
            </a:xfrm>
            <a:custGeom>
              <a:avLst/>
              <a:pathLst>
                <a:path w="56122" h="48062">
                  <a:moveTo>
                    <a:pt x="0" y="25602"/>
                  </a:moveTo>
                  <a:lnTo>
                    <a:pt x="42215" y="0"/>
                  </a:lnTo>
                  <a:lnTo>
                    <a:pt x="56122" y="23234"/>
                  </a:lnTo>
                  <a:lnTo>
                    <a:pt x="39871" y="32715"/>
                  </a:lnTo>
                  <a:lnTo>
                    <a:pt x="23672" y="42124"/>
                  </a:lnTo>
                  <a:lnTo>
                    <a:pt x="12882" y="48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432550" y="3308797"/>
              <a:ext cx="53748" cy="44099"/>
            </a:xfrm>
            <a:custGeom>
              <a:avLst/>
              <a:pathLst>
                <a:path w="53748" h="44099">
                  <a:moveTo>
                    <a:pt x="0" y="24998"/>
                  </a:moveTo>
                  <a:lnTo>
                    <a:pt x="41742" y="0"/>
                  </a:lnTo>
                  <a:lnTo>
                    <a:pt x="53748" y="18742"/>
                  </a:lnTo>
                  <a:lnTo>
                    <a:pt x="11075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31172" y="3313686"/>
              <a:ext cx="52788" cy="44897"/>
            </a:xfrm>
            <a:custGeom>
              <a:avLst/>
              <a:pathLst>
                <a:path w="52788" h="44897">
                  <a:moveTo>
                    <a:pt x="0" y="25039"/>
                  </a:moveTo>
                  <a:lnTo>
                    <a:pt x="40761" y="0"/>
                  </a:lnTo>
                  <a:lnTo>
                    <a:pt x="52788" y="20300"/>
                  </a:lnTo>
                  <a:lnTo>
                    <a:pt x="11181" y="44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48460" y="3327448"/>
              <a:ext cx="53679" cy="44163"/>
            </a:xfrm>
            <a:custGeom>
              <a:avLst/>
              <a:pathLst>
                <a:path w="53679" h="44163">
                  <a:moveTo>
                    <a:pt x="3971" y="21273"/>
                  </a:moveTo>
                  <a:lnTo>
                    <a:pt x="42386" y="0"/>
                  </a:lnTo>
                  <a:lnTo>
                    <a:pt x="53679" y="19595"/>
                  </a:lnTo>
                  <a:lnTo>
                    <a:pt x="26044" y="35278"/>
                  </a:lnTo>
                  <a:lnTo>
                    <a:pt x="11550" y="44163"/>
                  </a:lnTo>
                  <a:lnTo>
                    <a:pt x="0" y="23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313418" y="3331415"/>
              <a:ext cx="41506" cy="53992"/>
            </a:xfrm>
            <a:custGeom>
              <a:avLst/>
              <a:pathLst>
                <a:path w="41506" h="53992">
                  <a:moveTo>
                    <a:pt x="10486" y="4814"/>
                  </a:moveTo>
                  <a:lnTo>
                    <a:pt x="18729" y="0"/>
                  </a:lnTo>
                  <a:lnTo>
                    <a:pt x="41506" y="43122"/>
                  </a:lnTo>
                  <a:lnTo>
                    <a:pt x="24159" y="53992"/>
                  </a:lnTo>
                  <a:lnTo>
                    <a:pt x="4609" y="19433"/>
                  </a:lnTo>
                  <a:lnTo>
                    <a:pt x="0" y="10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92849" y="3345558"/>
              <a:ext cx="57866" cy="49161"/>
            </a:xfrm>
            <a:custGeom>
              <a:avLst/>
              <a:pathLst>
                <a:path w="57866" h="49161">
                  <a:moveTo>
                    <a:pt x="0" y="26212"/>
                  </a:moveTo>
                  <a:lnTo>
                    <a:pt x="42908" y="0"/>
                  </a:lnTo>
                  <a:lnTo>
                    <a:pt x="57866" y="23261"/>
                  </a:lnTo>
                  <a:lnTo>
                    <a:pt x="14063" y="49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6078" y="3332378"/>
              <a:ext cx="54876" cy="45359"/>
            </a:xfrm>
            <a:custGeom>
              <a:avLst/>
              <a:pathLst>
                <a:path w="54876" h="45359">
                  <a:moveTo>
                    <a:pt x="0" y="25744"/>
                  </a:moveTo>
                  <a:lnTo>
                    <a:pt x="43169" y="0"/>
                  </a:lnTo>
                  <a:lnTo>
                    <a:pt x="54876" y="19729"/>
                  </a:lnTo>
                  <a:lnTo>
                    <a:pt x="11800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153094" y="3347495"/>
              <a:ext cx="49968" cy="62717"/>
            </a:xfrm>
            <a:custGeom>
              <a:avLst/>
              <a:pathLst>
                <a:path w="49968" h="62717">
                  <a:moveTo>
                    <a:pt x="0" y="12038"/>
                  </a:moveTo>
                  <a:lnTo>
                    <a:pt x="20217" y="0"/>
                  </a:lnTo>
                  <a:lnTo>
                    <a:pt x="49968" y="51106"/>
                  </a:lnTo>
                  <a:lnTo>
                    <a:pt x="29280" y="62717"/>
                  </a:lnTo>
                  <a:lnTo>
                    <a:pt x="5502" y="2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44094" y="3337675"/>
              <a:ext cx="53113" cy="43970"/>
            </a:xfrm>
            <a:custGeom>
              <a:avLst/>
              <a:pathLst>
                <a:path w="53113" h="43970">
                  <a:moveTo>
                    <a:pt x="0" y="24253"/>
                  </a:moveTo>
                  <a:lnTo>
                    <a:pt x="41748" y="0"/>
                  </a:lnTo>
                  <a:lnTo>
                    <a:pt x="53113" y="18855"/>
                  </a:lnTo>
                  <a:lnTo>
                    <a:pt x="16137" y="41204"/>
                  </a:lnTo>
                  <a:lnTo>
                    <a:pt x="11348" y="43970"/>
                  </a:lnTo>
                  <a:lnTo>
                    <a:pt x="7824" y="38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506586" y="3340992"/>
              <a:ext cx="45180" cy="54284"/>
            </a:xfrm>
            <a:custGeom>
              <a:avLst/>
              <a:pathLst>
                <a:path w="45180" h="54284">
                  <a:moveTo>
                    <a:pt x="0" y="11827"/>
                  </a:moveTo>
                  <a:lnTo>
                    <a:pt x="20288" y="0"/>
                  </a:lnTo>
                  <a:lnTo>
                    <a:pt x="45180" y="43027"/>
                  </a:lnTo>
                  <a:lnTo>
                    <a:pt x="26007" y="54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53209" y="3352424"/>
              <a:ext cx="52886" cy="44729"/>
            </a:xfrm>
            <a:custGeom>
              <a:avLst/>
              <a:pathLst>
                <a:path w="52886" h="44729">
                  <a:moveTo>
                    <a:pt x="0" y="25979"/>
                  </a:moveTo>
                  <a:lnTo>
                    <a:pt x="40998" y="0"/>
                  </a:lnTo>
                  <a:lnTo>
                    <a:pt x="52886" y="20284"/>
                  </a:lnTo>
                  <a:lnTo>
                    <a:pt x="12174" y="44729"/>
                  </a:lnTo>
                  <a:lnTo>
                    <a:pt x="9960" y="4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54175" y="3388686"/>
              <a:ext cx="53095" cy="45208"/>
            </a:xfrm>
            <a:custGeom>
              <a:avLst/>
              <a:pathLst>
                <a:path w="53095" h="45208">
                  <a:moveTo>
                    <a:pt x="53095" y="19216"/>
                  </a:moveTo>
                  <a:lnTo>
                    <a:pt x="10520" y="45208"/>
                  </a:lnTo>
                  <a:lnTo>
                    <a:pt x="0" y="24575"/>
                  </a:lnTo>
                  <a:lnTo>
                    <a:pt x="415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50997" y="3392050"/>
              <a:ext cx="53372" cy="44916"/>
            </a:xfrm>
            <a:custGeom>
              <a:avLst/>
              <a:pathLst>
                <a:path w="53372" h="44916">
                  <a:moveTo>
                    <a:pt x="11943" y="44916"/>
                  </a:moveTo>
                  <a:lnTo>
                    <a:pt x="0" y="24851"/>
                  </a:lnTo>
                  <a:lnTo>
                    <a:pt x="42413" y="0"/>
                  </a:lnTo>
                  <a:lnTo>
                    <a:pt x="53372" y="19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57868" y="3409424"/>
              <a:ext cx="54440" cy="44555"/>
            </a:xfrm>
            <a:custGeom>
              <a:avLst/>
              <a:pathLst>
                <a:path w="54440" h="44555">
                  <a:moveTo>
                    <a:pt x="48795" y="10016"/>
                  </a:moveTo>
                  <a:lnTo>
                    <a:pt x="54440" y="19403"/>
                  </a:lnTo>
                  <a:lnTo>
                    <a:pt x="11854" y="44555"/>
                  </a:lnTo>
                  <a:lnTo>
                    <a:pt x="0" y="26177"/>
                  </a:lnTo>
                  <a:lnTo>
                    <a:pt x="43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91187" y="3397382"/>
              <a:ext cx="53190" cy="44338"/>
            </a:xfrm>
            <a:custGeom>
              <a:avLst/>
              <a:pathLst>
                <a:path w="53190" h="44338">
                  <a:moveTo>
                    <a:pt x="0" y="26017"/>
                  </a:moveTo>
                  <a:lnTo>
                    <a:pt x="41220" y="0"/>
                  </a:lnTo>
                  <a:lnTo>
                    <a:pt x="53190" y="19184"/>
                  </a:lnTo>
                  <a:lnTo>
                    <a:pt x="10455" y="44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66477" y="3390005"/>
              <a:ext cx="43628" cy="53462"/>
            </a:xfrm>
            <a:custGeom>
              <a:avLst/>
              <a:pathLst>
                <a:path w="43628" h="53462">
                  <a:moveTo>
                    <a:pt x="25162" y="53462"/>
                  </a:moveTo>
                  <a:lnTo>
                    <a:pt x="0" y="10900"/>
                  </a:lnTo>
                  <a:lnTo>
                    <a:pt x="18470" y="0"/>
                  </a:lnTo>
                  <a:lnTo>
                    <a:pt x="43628" y="42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23398" y="3480219"/>
              <a:ext cx="42821" cy="52929"/>
            </a:xfrm>
            <a:custGeom>
              <a:avLst/>
              <a:pathLst>
                <a:path w="42821" h="52929">
                  <a:moveTo>
                    <a:pt x="24424" y="52929"/>
                  </a:moveTo>
                  <a:lnTo>
                    <a:pt x="0" y="11241"/>
                  </a:lnTo>
                  <a:lnTo>
                    <a:pt x="18383" y="0"/>
                  </a:lnTo>
                  <a:lnTo>
                    <a:pt x="42821" y="4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61228" y="3488574"/>
              <a:ext cx="42989" cy="53196"/>
            </a:xfrm>
            <a:custGeom>
              <a:avLst/>
              <a:pathLst>
                <a:path w="42989" h="53196">
                  <a:moveTo>
                    <a:pt x="18499" y="0"/>
                  </a:moveTo>
                  <a:lnTo>
                    <a:pt x="37114" y="32152"/>
                  </a:lnTo>
                  <a:lnTo>
                    <a:pt x="42989" y="42790"/>
                  </a:lnTo>
                  <a:lnTo>
                    <a:pt x="24339" y="53196"/>
                  </a:lnTo>
                  <a:lnTo>
                    <a:pt x="0" y="11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28100" y="3526459"/>
              <a:ext cx="51947" cy="43131"/>
            </a:xfrm>
            <a:custGeom>
              <a:avLst/>
              <a:pathLst>
                <a:path w="51947" h="43131">
                  <a:moveTo>
                    <a:pt x="10378" y="43131"/>
                  </a:moveTo>
                  <a:lnTo>
                    <a:pt x="1969" y="28395"/>
                  </a:lnTo>
                  <a:lnTo>
                    <a:pt x="0" y="24141"/>
                  </a:lnTo>
                  <a:lnTo>
                    <a:pt x="5504" y="20808"/>
                  </a:lnTo>
                  <a:lnTo>
                    <a:pt x="19191" y="12737"/>
                  </a:lnTo>
                  <a:lnTo>
                    <a:pt x="40792" y="0"/>
                  </a:lnTo>
                  <a:lnTo>
                    <a:pt x="51947" y="18737"/>
                  </a:lnTo>
                  <a:lnTo>
                    <a:pt x="32632" y="30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201047" y="3494277"/>
              <a:ext cx="43184" cy="51001"/>
            </a:xfrm>
            <a:custGeom>
              <a:avLst/>
              <a:pathLst>
                <a:path w="43184" h="51001">
                  <a:moveTo>
                    <a:pt x="17835" y="0"/>
                  </a:moveTo>
                  <a:lnTo>
                    <a:pt x="43184" y="41384"/>
                  </a:lnTo>
                  <a:lnTo>
                    <a:pt x="23583" y="51001"/>
                  </a:lnTo>
                  <a:lnTo>
                    <a:pt x="0" y="1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59349" y="3231576"/>
              <a:ext cx="23838" cy="29134"/>
            </a:xfrm>
            <a:custGeom>
              <a:avLst/>
              <a:pathLst>
                <a:path w="23838" h="29134">
                  <a:moveTo>
                    <a:pt x="0" y="6771"/>
                  </a:moveTo>
                  <a:lnTo>
                    <a:pt x="11953" y="0"/>
                  </a:lnTo>
                  <a:lnTo>
                    <a:pt x="23838" y="22226"/>
                  </a:lnTo>
                  <a:lnTo>
                    <a:pt x="11830" y="29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88702" y="3351010"/>
              <a:ext cx="28803" cy="29470"/>
            </a:xfrm>
            <a:custGeom>
              <a:avLst/>
              <a:pathLst>
                <a:path w="28803" h="29470">
                  <a:moveTo>
                    <a:pt x="0" y="11069"/>
                  </a:moveTo>
                  <a:lnTo>
                    <a:pt x="17844" y="0"/>
                  </a:lnTo>
                  <a:lnTo>
                    <a:pt x="28803" y="19407"/>
                  </a:lnTo>
                  <a:lnTo>
                    <a:pt x="10959" y="29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424474" y="3360867"/>
              <a:ext cx="29618" cy="29959"/>
            </a:xfrm>
            <a:custGeom>
              <a:avLst/>
              <a:pathLst>
                <a:path w="29618" h="29959">
                  <a:moveTo>
                    <a:pt x="0" y="11059"/>
                  </a:moveTo>
                  <a:lnTo>
                    <a:pt x="19347" y="0"/>
                  </a:lnTo>
                  <a:lnTo>
                    <a:pt x="29618" y="18952"/>
                  </a:lnTo>
                  <a:lnTo>
                    <a:pt x="10804" y="2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148207" y="3239596"/>
              <a:ext cx="56552" cy="63613"/>
            </a:xfrm>
            <a:custGeom>
              <a:avLst/>
              <a:pathLst>
                <a:path w="56552" h="63613">
                  <a:moveTo>
                    <a:pt x="0" y="4851"/>
                  </a:moveTo>
                  <a:lnTo>
                    <a:pt x="8254" y="0"/>
                  </a:lnTo>
                  <a:lnTo>
                    <a:pt x="22656" y="25876"/>
                  </a:lnTo>
                  <a:lnTo>
                    <a:pt x="38462" y="17790"/>
                  </a:lnTo>
                  <a:lnTo>
                    <a:pt x="56552" y="48339"/>
                  </a:lnTo>
                  <a:lnTo>
                    <a:pt x="32491" y="63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39153" y="3301704"/>
              <a:ext cx="53382" cy="44882"/>
            </a:xfrm>
            <a:custGeom>
              <a:avLst/>
              <a:pathLst>
                <a:path w="53382" h="44882">
                  <a:moveTo>
                    <a:pt x="11734" y="44882"/>
                  </a:moveTo>
                  <a:lnTo>
                    <a:pt x="0" y="26020"/>
                  </a:lnTo>
                  <a:lnTo>
                    <a:pt x="42712" y="0"/>
                  </a:lnTo>
                  <a:lnTo>
                    <a:pt x="53382" y="19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6456" y="3356542"/>
              <a:ext cx="53810" cy="45249"/>
            </a:xfrm>
            <a:custGeom>
              <a:avLst/>
              <a:pathLst>
                <a:path w="53810" h="45249">
                  <a:moveTo>
                    <a:pt x="11734" y="45249"/>
                  </a:moveTo>
                  <a:lnTo>
                    <a:pt x="0" y="25539"/>
                  </a:lnTo>
                  <a:lnTo>
                    <a:pt x="2664" y="24697"/>
                  </a:lnTo>
                  <a:lnTo>
                    <a:pt x="42534" y="0"/>
                  </a:lnTo>
                  <a:lnTo>
                    <a:pt x="53810" y="1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75575" y="3325236"/>
              <a:ext cx="44961" cy="54171"/>
            </a:xfrm>
            <a:custGeom>
              <a:avLst/>
              <a:pathLst>
                <a:path w="44961" h="54171">
                  <a:moveTo>
                    <a:pt x="24550" y="54171"/>
                  </a:moveTo>
                  <a:lnTo>
                    <a:pt x="0" y="11111"/>
                  </a:lnTo>
                  <a:lnTo>
                    <a:pt x="19448" y="0"/>
                  </a:lnTo>
                  <a:lnTo>
                    <a:pt x="44961" y="41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16901" y="3329282"/>
              <a:ext cx="44332" cy="53339"/>
            </a:xfrm>
            <a:custGeom>
              <a:avLst/>
              <a:pathLst>
                <a:path w="44332" h="53339">
                  <a:moveTo>
                    <a:pt x="24710" y="53339"/>
                  </a:moveTo>
                  <a:lnTo>
                    <a:pt x="0" y="11666"/>
                  </a:lnTo>
                  <a:lnTo>
                    <a:pt x="19183" y="0"/>
                  </a:lnTo>
                  <a:lnTo>
                    <a:pt x="44332" y="4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53332" y="3338632"/>
              <a:ext cx="44743" cy="53245"/>
            </a:xfrm>
            <a:custGeom>
              <a:avLst/>
              <a:pathLst>
                <a:path w="44743" h="53245">
                  <a:moveTo>
                    <a:pt x="24065" y="53245"/>
                  </a:moveTo>
                  <a:lnTo>
                    <a:pt x="0" y="10626"/>
                  </a:lnTo>
                  <a:lnTo>
                    <a:pt x="19006" y="0"/>
                  </a:lnTo>
                  <a:lnTo>
                    <a:pt x="44743" y="4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2660" y="3344231"/>
              <a:ext cx="44189" cy="52914"/>
            </a:xfrm>
            <a:custGeom>
              <a:avLst/>
              <a:pathLst>
                <a:path w="44189" h="52914">
                  <a:moveTo>
                    <a:pt x="24938" y="52914"/>
                  </a:moveTo>
                  <a:lnTo>
                    <a:pt x="0" y="10271"/>
                  </a:lnTo>
                  <a:lnTo>
                    <a:pt x="19493" y="0"/>
                  </a:lnTo>
                  <a:lnTo>
                    <a:pt x="44189" y="41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03961" y="3371065"/>
              <a:ext cx="44599" cy="54943"/>
            </a:xfrm>
            <a:custGeom>
              <a:avLst/>
              <a:pathLst>
                <a:path w="44599" h="54943">
                  <a:moveTo>
                    <a:pt x="24419" y="54943"/>
                  </a:moveTo>
                  <a:lnTo>
                    <a:pt x="0" y="12441"/>
                  </a:lnTo>
                  <a:lnTo>
                    <a:pt x="19314" y="0"/>
                  </a:lnTo>
                  <a:lnTo>
                    <a:pt x="44599" y="43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09434" y="3418672"/>
              <a:ext cx="52516" cy="43523"/>
            </a:xfrm>
            <a:custGeom>
              <a:avLst/>
              <a:pathLst>
                <a:path w="52516" h="43523">
                  <a:moveTo>
                    <a:pt x="9959" y="43523"/>
                  </a:moveTo>
                  <a:lnTo>
                    <a:pt x="0" y="24861"/>
                  </a:lnTo>
                  <a:lnTo>
                    <a:pt x="5309" y="22249"/>
                  </a:lnTo>
                  <a:lnTo>
                    <a:pt x="40854" y="0"/>
                  </a:lnTo>
                  <a:lnTo>
                    <a:pt x="46910" y="9256"/>
                  </a:lnTo>
                  <a:lnTo>
                    <a:pt x="52516" y="19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72011" y="3423123"/>
              <a:ext cx="44601" cy="53294"/>
            </a:xfrm>
            <a:custGeom>
              <a:avLst/>
              <a:pathLst>
                <a:path w="44601" h="53294">
                  <a:moveTo>
                    <a:pt x="23858" y="53294"/>
                  </a:moveTo>
                  <a:lnTo>
                    <a:pt x="0" y="11047"/>
                  </a:lnTo>
                  <a:lnTo>
                    <a:pt x="19121" y="0"/>
                  </a:lnTo>
                  <a:lnTo>
                    <a:pt x="44601" y="4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10666" y="3423549"/>
              <a:ext cx="42809" cy="53854"/>
            </a:xfrm>
            <a:custGeom>
              <a:avLst/>
              <a:pathLst>
                <a:path w="42809" h="53854">
                  <a:moveTo>
                    <a:pt x="24385" y="53854"/>
                  </a:moveTo>
                  <a:lnTo>
                    <a:pt x="0" y="11715"/>
                  </a:lnTo>
                  <a:lnTo>
                    <a:pt x="18211" y="0"/>
                  </a:lnTo>
                  <a:lnTo>
                    <a:pt x="42809" y="4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1323" y="3426564"/>
              <a:ext cx="43941" cy="54558"/>
            </a:xfrm>
            <a:custGeom>
              <a:avLst/>
              <a:pathLst>
                <a:path w="43941" h="54558">
                  <a:moveTo>
                    <a:pt x="24563" y="54558"/>
                  </a:moveTo>
                  <a:lnTo>
                    <a:pt x="0" y="11529"/>
                  </a:lnTo>
                  <a:lnTo>
                    <a:pt x="18585" y="0"/>
                  </a:lnTo>
                  <a:lnTo>
                    <a:pt x="43941" y="43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9245" y="3429738"/>
              <a:ext cx="43594" cy="53100"/>
            </a:xfrm>
            <a:custGeom>
              <a:avLst/>
              <a:pathLst>
                <a:path w="43594" h="53100">
                  <a:moveTo>
                    <a:pt x="24564" y="53100"/>
                  </a:moveTo>
                  <a:lnTo>
                    <a:pt x="0" y="11328"/>
                  </a:lnTo>
                  <a:lnTo>
                    <a:pt x="18914" y="0"/>
                  </a:lnTo>
                  <a:lnTo>
                    <a:pt x="43594" y="41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47697" y="3437502"/>
              <a:ext cx="44111" cy="52403"/>
            </a:xfrm>
            <a:custGeom>
              <a:avLst/>
              <a:pathLst>
                <a:path w="44111" h="52403">
                  <a:moveTo>
                    <a:pt x="24476" y="52403"/>
                  </a:moveTo>
                  <a:lnTo>
                    <a:pt x="0" y="10618"/>
                  </a:lnTo>
                  <a:lnTo>
                    <a:pt x="19329" y="0"/>
                  </a:lnTo>
                  <a:lnTo>
                    <a:pt x="44111" y="4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88008" y="3440236"/>
              <a:ext cx="44273" cy="54719"/>
            </a:xfrm>
            <a:custGeom>
              <a:avLst/>
              <a:pathLst>
                <a:path w="44273" h="54719">
                  <a:moveTo>
                    <a:pt x="25399" y="54719"/>
                  </a:moveTo>
                  <a:lnTo>
                    <a:pt x="0" y="11778"/>
                  </a:lnTo>
                  <a:lnTo>
                    <a:pt x="19709" y="0"/>
                  </a:lnTo>
                  <a:lnTo>
                    <a:pt x="44273" y="43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803333" y="3442645"/>
              <a:ext cx="53522" cy="44546"/>
            </a:xfrm>
            <a:custGeom>
              <a:avLst/>
              <a:pathLst>
                <a:path w="53522" h="44546">
                  <a:moveTo>
                    <a:pt x="11667" y="44546"/>
                  </a:moveTo>
                  <a:lnTo>
                    <a:pt x="0" y="25009"/>
                  </a:lnTo>
                  <a:lnTo>
                    <a:pt x="41116" y="0"/>
                  </a:lnTo>
                  <a:lnTo>
                    <a:pt x="53522" y="19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75143" y="3568255"/>
              <a:ext cx="42529" cy="53236"/>
            </a:xfrm>
            <a:custGeom>
              <a:avLst/>
              <a:pathLst>
                <a:path w="42529" h="53236">
                  <a:moveTo>
                    <a:pt x="24626" y="53236"/>
                  </a:moveTo>
                  <a:lnTo>
                    <a:pt x="0" y="11121"/>
                  </a:lnTo>
                  <a:lnTo>
                    <a:pt x="18016" y="0"/>
                  </a:lnTo>
                  <a:lnTo>
                    <a:pt x="42529" y="41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96705" y="3554532"/>
              <a:ext cx="44466" cy="53679"/>
            </a:xfrm>
            <a:custGeom>
              <a:avLst/>
              <a:pathLst>
                <a:path w="44466" h="53679">
                  <a:moveTo>
                    <a:pt x="25736" y="53679"/>
                  </a:moveTo>
                  <a:lnTo>
                    <a:pt x="0" y="10692"/>
                  </a:lnTo>
                  <a:lnTo>
                    <a:pt x="19827" y="0"/>
                  </a:lnTo>
                  <a:lnTo>
                    <a:pt x="44466" y="42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72087" y="3559559"/>
              <a:ext cx="52452" cy="43683"/>
            </a:xfrm>
            <a:custGeom>
              <a:avLst/>
              <a:pathLst>
                <a:path w="52452" h="43683">
                  <a:moveTo>
                    <a:pt x="11046" y="43683"/>
                  </a:moveTo>
                  <a:lnTo>
                    <a:pt x="0" y="24214"/>
                  </a:lnTo>
                  <a:lnTo>
                    <a:pt x="41866" y="0"/>
                  </a:lnTo>
                  <a:lnTo>
                    <a:pt x="52452" y="18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0407" y="3375402"/>
              <a:ext cx="68310" cy="68843"/>
            </a:xfrm>
            <a:custGeom>
              <a:avLst/>
              <a:pathLst>
                <a:path w="68310" h="68843">
                  <a:moveTo>
                    <a:pt x="26192" y="68528"/>
                  </a:moveTo>
                  <a:lnTo>
                    <a:pt x="25657" y="68843"/>
                  </a:lnTo>
                  <a:lnTo>
                    <a:pt x="11334" y="45214"/>
                  </a:lnTo>
                  <a:lnTo>
                    <a:pt x="0" y="26515"/>
                  </a:lnTo>
                  <a:lnTo>
                    <a:pt x="1130" y="25814"/>
                  </a:lnTo>
                  <a:lnTo>
                    <a:pt x="21202" y="13370"/>
                  </a:lnTo>
                  <a:lnTo>
                    <a:pt x="21573" y="13139"/>
                  </a:lnTo>
                  <a:lnTo>
                    <a:pt x="42766" y="0"/>
                  </a:lnTo>
                  <a:lnTo>
                    <a:pt x="68310" y="43769"/>
                  </a:lnTo>
                  <a:lnTo>
                    <a:pt x="47403" y="56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34235" y="3564653"/>
              <a:ext cx="42840" cy="52119"/>
            </a:xfrm>
            <a:custGeom>
              <a:avLst/>
              <a:pathLst>
                <a:path w="42840" h="52119">
                  <a:moveTo>
                    <a:pt x="24122" y="52119"/>
                  </a:moveTo>
                  <a:lnTo>
                    <a:pt x="0" y="10415"/>
                  </a:lnTo>
                  <a:lnTo>
                    <a:pt x="18774" y="0"/>
                  </a:lnTo>
                  <a:lnTo>
                    <a:pt x="42840" y="41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19261" y="3237653"/>
              <a:ext cx="45342" cy="54423"/>
            </a:xfrm>
            <a:custGeom>
              <a:avLst/>
              <a:pathLst>
                <a:path w="45342" h="54423">
                  <a:moveTo>
                    <a:pt x="26102" y="54423"/>
                  </a:moveTo>
                  <a:lnTo>
                    <a:pt x="0" y="12625"/>
                  </a:lnTo>
                  <a:lnTo>
                    <a:pt x="18978" y="0"/>
                  </a:lnTo>
                  <a:lnTo>
                    <a:pt x="31558" y="19135"/>
                  </a:lnTo>
                  <a:lnTo>
                    <a:pt x="35228" y="24432"/>
                  </a:lnTo>
                  <a:lnTo>
                    <a:pt x="45342" y="43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090230" y="3256213"/>
              <a:ext cx="74533" cy="55910"/>
            </a:xfrm>
            <a:custGeom>
              <a:avLst/>
              <a:pathLst>
                <a:path w="74533" h="55910">
                  <a:moveTo>
                    <a:pt x="0" y="40710"/>
                  </a:moveTo>
                  <a:lnTo>
                    <a:pt x="64520" y="0"/>
                  </a:lnTo>
                  <a:lnTo>
                    <a:pt x="74533" y="15836"/>
                  </a:lnTo>
                  <a:lnTo>
                    <a:pt x="9077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183722" y="3230023"/>
              <a:ext cx="43550" cy="53120"/>
            </a:xfrm>
            <a:custGeom>
              <a:avLst/>
              <a:pathLst>
                <a:path w="43550" h="53120">
                  <a:moveTo>
                    <a:pt x="24568" y="53120"/>
                  </a:moveTo>
                  <a:lnTo>
                    <a:pt x="0" y="10465"/>
                  </a:lnTo>
                  <a:lnTo>
                    <a:pt x="18460" y="0"/>
                  </a:lnTo>
                  <a:lnTo>
                    <a:pt x="43550" y="4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033" y="3410091"/>
              <a:ext cx="44246" cy="53257"/>
            </a:xfrm>
            <a:custGeom>
              <a:avLst/>
              <a:pathLst>
                <a:path w="44246" h="53257">
                  <a:moveTo>
                    <a:pt x="24993" y="53257"/>
                  </a:moveTo>
                  <a:lnTo>
                    <a:pt x="0" y="11929"/>
                  </a:lnTo>
                  <a:lnTo>
                    <a:pt x="19860" y="0"/>
                  </a:lnTo>
                  <a:lnTo>
                    <a:pt x="44246" y="42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73348" y="3415224"/>
              <a:ext cx="43940" cy="52864"/>
            </a:xfrm>
            <a:custGeom>
              <a:avLst/>
              <a:pathLst>
                <a:path w="43940" h="52864">
                  <a:moveTo>
                    <a:pt x="24103" y="50033"/>
                  </a:moveTo>
                  <a:lnTo>
                    <a:pt x="22950" y="50622"/>
                  </a:lnTo>
                  <a:lnTo>
                    <a:pt x="0" y="11328"/>
                  </a:lnTo>
                  <a:lnTo>
                    <a:pt x="19259" y="0"/>
                  </a:lnTo>
                  <a:lnTo>
                    <a:pt x="43940" y="41654"/>
                  </a:lnTo>
                  <a:lnTo>
                    <a:pt x="25833" y="52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60624" y="3242133"/>
              <a:ext cx="44308" cy="54610"/>
            </a:xfrm>
            <a:custGeom>
              <a:avLst/>
              <a:pathLst>
                <a:path w="44308" h="54610">
                  <a:moveTo>
                    <a:pt x="24629" y="54610"/>
                  </a:moveTo>
                  <a:lnTo>
                    <a:pt x="0" y="11845"/>
                  </a:lnTo>
                  <a:lnTo>
                    <a:pt x="19127" y="0"/>
                  </a:lnTo>
                  <a:lnTo>
                    <a:pt x="44308" y="43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187371" y="3274909"/>
              <a:ext cx="55528" cy="45572"/>
            </a:xfrm>
            <a:custGeom>
              <a:avLst/>
              <a:pathLst>
                <a:path w="55528" h="45572">
                  <a:moveTo>
                    <a:pt x="12593" y="45572"/>
                  </a:moveTo>
                  <a:lnTo>
                    <a:pt x="0" y="24849"/>
                  </a:lnTo>
                  <a:lnTo>
                    <a:pt x="42641" y="0"/>
                  </a:lnTo>
                  <a:lnTo>
                    <a:pt x="55528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00576" y="3277242"/>
              <a:ext cx="134514" cy="154857"/>
            </a:xfrm>
            <a:custGeom>
              <a:avLst/>
              <a:pathLst>
                <a:path w="134514" h="154857">
                  <a:moveTo>
                    <a:pt x="0" y="37841"/>
                  </a:moveTo>
                  <a:lnTo>
                    <a:pt x="27505" y="20724"/>
                  </a:lnTo>
                  <a:lnTo>
                    <a:pt x="32365" y="17925"/>
                  </a:lnTo>
                  <a:lnTo>
                    <a:pt x="39044" y="14078"/>
                  </a:lnTo>
                  <a:lnTo>
                    <a:pt x="50564" y="7691"/>
                  </a:lnTo>
                  <a:lnTo>
                    <a:pt x="64437" y="0"/>
                  </a:lnTo>
                  <a:lnTo>
                    <a:pt x="67454" y="1945"/>
                  </a:lnTo>
                  <a:lnTo>
                    <a:pt x="116633" y="85311"/>
                  </a:lnTo>
                  <a:lnTo>
                    <a:pt x="128165" y="104037"/>
                  </a:lnTo>
                  <a:lnTo>
                    <a:pt x="134514" y="116098"/>
                  </a:lnTo>
                  <a:lnTo>
                    <a:pt x="69436" y="154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02791" y="3286357"/>
              <a:ext cx="102700" cy="103821"/>
            </a:xfrm>
            <a:custGeom>
              <a:avLst/>
              <a:pathLst>
                <a:path w="102700" h="103821">
                  <a:moveTo>
                    <a:pt x="37778" y="103821"/>
                  </a:moveTo>
                  <a:lnTo>
                    <a:pt x="0" y="38295"/>
                  </a:lnTo>
                  <a:lnTo>
                    <a:pt x="64203" y="0"/>
                  </a:lnTo>
                  <a:lnTo>
                    <a:pt x="102700" y="66607"/>
                  </a:lnTo>
                  <a:lnTo>
                    <a:pt x="94925" y="7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4415" y="3522579"/>
              <a:ext cx="43121" cy="53423"/>
            </a:xfrm>
            <a:custGeom>
              <a:avLst/>
              <a:pathLst>
                <a:path w="43121" h="53423">
                  <a:moveTo>
                    <a:pt x="24173" y="53423"/>
                  </a:moveTo>
                  <a:lnTo>
                    <a:pt x="0" y="11484"/>
                  </a:lnTo>
                  <a:lnTo>
                    <a:pt x="18983" y="0"/>
                  </a:lnTo>
                  <a:lnTo>
                    <a:pt x="43121" y="4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47285" y="3520731"/>
              <a:ext cx="42660" cy="54149"/>
            </a:xfrm>
            <a:custGeom>
              <a:avLst/>
              <a:pathLst>
                <a:path w="42660" h="54149">
                  <a:moveTo>
                    <a:pt x="25266" y="54149"/>
                  </a:moveTo>
                  <a:lnTo>
                    <a:pt x="0" y="10380"/>
                  </a:lnTo>
                  <a:lnTo>
                    <a:pt x="17911" y="0"/>
                  </a:lnTo>
                  <a:lnTo>
                    <a:pt x="42660" y="4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45285" y="3526880"/>
              <a:ext cx="43142" cy="52959"/>
            </a:xfrm>
            <a:custGeom>
              <a:avLst/>
              <a:pathLst>
                <a:path w="43142" h="52959">
                  <a:moveTo>
                    <a:pt x="24865" y="52959"/>
                  </a:moveTo>
                  <a:lnTo>
                    <a:pt x="0" y="11108"/>
                  </a:lnTo>
                  <a:lnTo>
                    <a:pt x="18119" y="0"/>
                  </a:lnTo>
                  <a:lnTo>
                    <a:pt x="43142" y="42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3696" y="3380420"/>
              <a:ext cx="43334" cy="52971"/>
            </a:xfrm>
            <a:custGeom>
              <a:avLst/>
              <a:pathLst>
                <a:path w="43334" h="52971">
                  <a:moveTo>
                    <a:pt x="24602" y="52971"/>
                  </a:moveTo>
                  <a:lnTo>
                    <a:pt x="0" y="10699"/>
                  </a:lnTo>
                  <a:lnTo>
                    <a:pt x="18751" y="0"/>
                  </a:lnTo>
                  <a:lnTo>
                    <a:pt x="43334" y="41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82166" y="3385571"/>
              <a:ext cx="43393" cy="54046"/>
            </a:xfrm>
            <a:custGeom>
              <a:avLst/>
              <a:pathLst>
                <a:path w="43393" h="54046">
                  <a:moveTo>
                    <a:pt x="24173" y="54046"/>
                  </a:moveTo>
                  <a:lnTo>
                    <a:pt x="0" y="11378"/>
                  </a:lnTo>
                  <a:lnTo>
                    <a:pt x="18079" y="0"/>
                  </a:lnTo>
                  <a:lnTo>
                    <a:pt x="43393" y="43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6588" y="3387236"/>
              <a:ext cx="53228" cy="44437"/>
            </a:xfrm>
            <a:custGeom>
              <a:avLst/>
              <a:pathLst>
                <a:path w="53228" h="44437">
                  <a:moveTo>
                    <a:pt x="11010" y="44437"/>
                  </a:moveTo>
                  <a:lnTo>
                    <a:pt x="0" y="24533"/>
                  </a:lnTo>
                  <a:lnTo>
                    <a:pt x="41348" y="0"/>
                  </a:lnTo>
                  <a:lnTo>
                    <a:pt x="53228" y="19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0186" y="3394002"/>
              <a:ext cx="44308" cy="52680"/>
            </a:xfrm>
            <a:custGeom>
              <a:avLst/>
              <a:pathLst>
                <a:path w="44308" h="52680">
                  <a:moveTo>
                    <a:pt x="25110" y="52680"/>
                  </a:moveTo>
                  <a:lnTo>
                    <a:pt x="0" y="11229"/>
                  </a:lnTo>
                  <a:lnTo>
                    <a:pt x="19315" y="0"/>
                  </a:lnTo>
                  <a:lnTo>
                    <a:pt x="44308" y="4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3907" y="3502604"/>
              <a:ext cx="54153" cy="45214"/>
            </a:xfrm>
            <a:custGeom>
              <a:avLst/>
              <a:pathLst>
                <a:path w="54153" h="45214">
                  <a:moveTo>
                    <a:pt x="11858" y="45214"/>
                  </a:moveTo>
                  <a:lnTo>
                    <a:pt x="0" y="25722"/>
                  </a:lnTo>
                  <a:lnTo>
                    <a:pt x="42009" y="0"/>
                  </a:lnTo>
                  <a:lnTo>
                    <a:pt x="54153" y="20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07481" y="3217470"/>
              <a:ext cx="29473" cy="28812"/>
            </a:xfrm>
            <a:custGeom>
              <a:avLst/>
              <a:pathLst>
                <a:path w="29473" h="28812">
                  <a:moveTo>
                    <a:pt x="13290" y="27705"/>
                  </a:moveTo>
                  <a:lnTo>
                    <a:pt x="11416" y="28812"/>
                  </a:lnTo>
                  <a:lnTo>
                    <a:pt x="5935" y="19999"/>
                  </a:lnTo>
                  <a:lnTo>
                    <a:pt x="0" y="10452"/>
                  </a:lnTo>
                  <a:lnTo>
                    <a:pt x="2375" y="9086"/>
                  </a:lnTo>
                  <a:lnTo>
                    <a:pt x="18179" y="0"/>
                  </a:lnTo>
                  <a:lnTo>
                    <a:pt x="19004" y="1325"/>
                  </a:lnTo>
                  <a:lnTo>
                    <a:pt x="23609" y="8721"/>
                  </a:lnTo>
                  <a:lnTo>
                    <a:pt x="28538" y="16639"/>
                  </a:lnTo>
                  <a:lnTo>
                    <a:pt x="29473" y="18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6001" y="3460773"/>
              <a:ext cx="70004" cy="70801"/>
            </a:xfrm>
            <a:custGeom>
              <a:avLst/>
              <a:pathLst>
                <a:path w="70004" h="70801">
                  <a:moveTo>
                    <a:pt x="26410" y="70801"/>
                  </a:moveTo>
                  <a:lnTo>
                    <a:pt x="18876" y="57976"/>
                  </a:lnTo>
                  <a:lnTo>
                    <a:pt x="15802" y="52743"/>
                  </a:lnTo>
                  <a:lnTo>
                    <a:pt x="13829" y="49383"/>
                  </a:lnTo>
                  <a:lnTo>
                    <a:pt x="11730" y="45811"/>
                  </a:lnTo>
                  <a:lnTo>
                    <a:pt x="0" y="25842"/>
                  </a:lnTo>
                  <a:lnTo>
                    <a:pt x="19994" y="13990"/>
                  </a:lnTo>
                  <a:lnTo>
                    <a:pt x="43594" y="0"/>
                  </a:lnTo>
                  <a:lnTo>
                    <a:pt x="70004" y="44958"/>
                  </a:lnTo>
                  <a:lnTo>
                    <a:pt x="50748" y="56374"/>
                  </a:lnTo>
                  <a:lnTo>
                    <a:pt x="50203" y="56696"/>
                  </a:lnTo>
                  <a:lnTo>
                    <a:pt x="45250" y="59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17067" y="3479281"/>
              <a:ext cx="43794" cy="53657"/>
            </a:xfrm>
            <a:custGeom>
              <a:avLst/>
              <a:pathLst>
                <a:path w="43794" h="53657">
                  <a:moveTo>
                    <a:pt x="24463" y="53657"/>
                  </a:moveTo>
                  <a:lnTo>
                    <a:pt x="0" y="10500"/>
                  </a:lnTo>
                  <a:lnTo>
                    <a:pt x="18980" y="0"/>
                  </a:lnTo>
                  <a:lnTo>
                    <a:pt x="43794" y="42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32610" y="3484236"/>
              <a:ext cx="53846" cy="44249"/>
            </a:xfrm>
            <a:custGeom>
              <a:avLst/>
              <a:pathLst>
                <a:path w="53846" h="44249">
                  <a:moveTo>
                    <a:pt x="12594" y="44249"/>
                  </a:moveTo>
                  <a:lnTo>
                    <a:pt x="0" y="23908"/>
                  </a:lnTo>
                  <a:lnTo>
                    <a:pt x="41887" y="0"/>
                  </a:lnTo>
                  <a:lnTo>
                    <a:pt x="53846" y="18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69056" y="3506708"/>
              <a:ext cx="44065" cy="54241"/>
            </a:xfrm>
            <a:custGeom>
              <a:avLst/>
              <a:pathLst>
                <a:path w="44065" h="54241">
                  <a:moveTo>
                    <a:pt x="24127" y="54241"/>
                  </a:moveTo>
                  <a:lnTo>
                    <a:pt x="0" y="11742"/>
                  </a:lnTo>
                  <a:lnTo>
                    <a:pt x="19472" y="0"/>
                  </a:lnTo>
                  <a:lnTo>
                    <a:pt x="44065" y="42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865" y="3508263"/>
              <a:ext cx="43551" cy="53165"/>
            </a:xfrm>
            <a:custGeom>
              <a:avLst/>
              <a:pathLst>
                <a:path w="43551" h="53165">
                  <a:moveTo>
                    <a:pt x="24753" y="53165"/>
                  </a:moveTo>
                  <a:lnTo>
                    <a:pt x="0" y="11465"/>
                  </a:lnTo>
                  <a:lnTo>
                    <a:pt x="18378" y="0"/>
                  </a:lnTo>
                  <a:lnTo>
                    <a:pt x="43551" y="4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8043" y="3512534"/>
              <a:ext cx="43462" cy="53666"/>
            </a:xfrm>
            <a:custGeom>
              <a:avLst/>
              <a:pathLst>
                <a:path w="43462" h="53666">
                  <a:moveTo>
                    <a:pt x="24315" y="53666"/>
                  </a:moveTo>
                  <a:lnTo>
                    <a:pt x="0" y="12363"/>
                  </a:lnTo>
                  <a:lnTo>
                    <a:pt x="18396" y="0"/>
                  </a:lnTo>
                  <a:lnTo>
                    <a:pt x="43462" y="43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806059" y="3517681"/>
              <a:ext cx="44713" cy="54200"/>
            </a:xfrm>
            <a:custGeom>
              <a:avLst/>
              <a:pathLst>
                <a:path w="44713" h="54200">
                  <a:moveTo>
                    <a:pt x="44713" y="42972"/>
                  </a:moveTo>
                  <a:lnTo>
                    <a:pt x="25776" y="54200"/>
                  </a:lnTo>
                  <a:lnTo>
                    <a:pt x="20331" y="45109"/>
                  </a:lnTo>
                  <a:lnTo>
                    <a:pt x="11448" y="30276"/>
                  </a:lnTo>
                  <a:lnTo>
                    <a:pt x="5172" y="19797"/>
                  </a:lnTo>
                  <a:lnTo>
                    <a:pt x="0" y="11160"/>
                  </a:lnTo>
                  <a:lnTo>
                    <a:pt x="2285" y="9829"/>
                  </a:lnTo>
                  <a:lnTo>
                    <a:pt x="19164" y="0"/>
                  </a:lnTo>
                  <a:lnTo>
                    <a:pt x="26132" y="11720"/>
                  </a:lnTo>
                  <a:lnTo>
                    <a:pt x="33193" y="23596"/>
                  </a:lnTo>
                  <a:lnTo>
                    <a:pt x="44347" y="4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801860" y="3600349"/>
              <a:ext cx="52943" cy="43882"/>
            </a:xfrm>
            <a:custGeom>
              <a:avLst/>
              <a:pathLst>
                <a:path w="52943" h="43882">
                  <a:moveTo>
                    <a:pt x="10983" y="43882"/>
                  </a:moveTo>
                  <a:lnTo>
                    <a:pt x="0" y="23299"/>
                  </a:lnTo>
                  <a:lnTo>
                    <a:pt x="41205" y="0"/>
                  </a:lnTo>
                  <a:lnTo>
                    <a:pt x="52943" y="20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59851" y="3457128"/>
              <a:ext cx="44504" cy="53516"/>
            </a:xfrm>
            <a:custGeom>
              <a:avLst/>
              <a:pathLst>
                <a:path w="44504" h="53516">
                  <a:moveTo>
                    <a:pt x="25585" y="53516"/>
                  </a:moveTo>
                  <a:lnTo>
                    <a:pt x="0" y="11688"/>
                  </a:lnTo>
                  <a:lnTo>
                    <a:pt x="19979" y="0"/>
                  </a:lnTo>
                  <a:lnTo>
                    <a:pt x="44504" y="42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9460" y="3465633"/>
              <a:ext cx="43995" cy="53240"/>
            </a:xfrm>
            <a:custGeom>
              <a:avLst/>
              <a:pathLst>
                <a:path w="43995" h="53240">
                  <a:moveTo>
                    <a:pt x="25631" y="53240"/>
                  </a:moveTo>
                  <a:lnTo>
                    <a:pt x="0" y="11182"/>
                  </a:lnTo>
                  <a:lnTo>
                    <a:pt x="19601" y="0"/>
                  </a:lnTo>
                  <a:lnTo>
                    <a:pt x="43995" y="41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7617" y="3470733"/>
              <a:ext cx="44078" cy="54371"/>
            </a:xfrm>
            <a:custGeom>
              <a:avLst/>
              <a:pathLst>
                <a:path w="44078" h="54371">
                  <a:moveTo>
                    <a:pt x="24733" y="54371"/>
                  </a:moveTo>
                  <a:lnTo>
                    <a:pt x="0" y="11290"/>
                  </a:lnTo>
                  <a:lnTo>
                    <a:pt x="19037" y="0"/>
                  </a:lnTo>
                  <a:lnTo>
                    <a:pt x="44078" y="43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78843" y="3470481"/>
              <a:ext cx="44337" cy="53895"/>
            </a:xfrm>
            <a:custGeom>
              <a:avLst/>
              <a:pathLst>
                <a:path w="44337" h="53895">
                  <a:moveTo>
                    <a:pt x="24500" y="53895"/>
                  </a:moveTo>
                  <a:lnTo>
                    <a:pt x="0" y="10632"/>
                  </a:lnTo>
                  <a:lnTo>
                    <a:pt x="19588" y="0"/>
                  </a:lnTo>
                  <a:lnTo>
                    <a:pt x="44337" y="42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15849" y="3473848"/>
              <a:ext cx="53092" cy="43530"/>
            </a:xfrm>
            <a:custGeom>
              <a:avLst/>
              <a:pathLst>
                <a:path w="53092" h="43530">
                  <a:moveTo>
                    <a:pt x="10941" y="43530"/>
                  </a:moveTo>
                  <a:lnTo>
                    <a:pt x="0" y="24723"/>
                  </a:lnTo>
                  <a:lnTo>
                    <a:pt x="41318" y="0"/>
                  </a:lnTo>
                  <a:lnTo>
                    <a:pt x="53092" y="1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7482" y="2457057"/>
              <a:ext cx="42293" cy="51878"/>
            </a:xfrm>
            <a:custGeom>
              <a:avLst/>
              <a:pathLst>
                <a:path w="42293" h="51878">
                  <a:moveTo>
                    <a:pt x="0" y="11053"/>
                  </a:moveTo>
                  <a:lnTo>
                    <a:pt x="18018" y="0"/>
                  </a:lnTo>
                  <a:lnTo>
                    <a:pt x="42293" y="41684"/>
                  </a:lnTo>
                  <a:lnTo>
                    <a:pt x="24646" y="518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83679" y="2460874"/>
              <a:ext cx="66390" cy="64994"/>
            </a:xfrm>
            <a:custGeom>
              <a:avLst/>
              <a:pathLst>
                <a:path w="66390" h="64994">
                  <a:moveTo>
                    <a:pt x="0" y="24583"/>
                  </a:moveTo>
                  <a:lnTo>
                    <a:pt x="42444" y="0"/>
                  </a:lnTo>
                  <a:lnTo>
                    <a:pt x="66390" y="40756"/>
                  </a:lnTo>
                  <a:lnTo>
                    <a:pt x="23902" y="64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51882" y="2526107"/>
              <a:ext cx="41830" cy="52072"/>
            </a:xfrm>
            <a:custGeom>
              <a:avLst/>
              <a:pathLst>
                <a:path w="41830" h="52072">
                  <a:moveTo>
                    <a:pt x="0" y="10153"/>
                  </a:moveTo>
                  <a:lnTo>
                    <a:pt x="17447" y="0"/>
                  </a:lnTo>
                  <a:lnTo>
                    <a:pt x="41830" y="41170"/>
                  </a:lnTo>
                  <a:lnTo>
                    <a:pt x="24088" y="52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44796" y="2471042"/>
              <a:ext cx="42112" cy="52314"/>
            </a:xfrm>
            <a:custGeom>
              <a:avLst/>
              <a:pathLst>
                <a:path w="42112" h="52314">
                  <a:moveTo>
                    <a:pt x="0" y="9948"/>
                  </a:moveTo>
                  <a:lnTo>
                    <a:pt x="16726" y="0"/>
                  </a:lnTo>
                  <a:lnTo>
                    <a:pt x="42112" y="41854"/>
                  </a:lnTo>
                  <a:lnTo>
                    <a:pt x="24350" y="523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337216" y="2471557"/>
              <a:ext cx="70355" cy="52445"/>
            </a:xfrm>
            <a:custGeom>
              <a:avLst/>
              <a:pathLst>
                <a:path w="70355" h="52445">
                  <a:moveTo>
                    <a:pt x="0" y="38337"/>
                  </a:moveTo>
                  <a:lnTo>
                    <a:pt x="61622" y="0"/>
                  </a:lnTo>
                  <a:lnTo>
                    <a:pt x="70355" y="14363"/>
                  </a:lnTo>
                  <a:lnTo>
                    <a:pt x="7945" y="52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46743" y="2465478"/>
              <a:ext cx="42129" cy="50968"/>
            </a:xfrm>
            <a:custGeom>
              <a:avLst/>
              <a:pathLst>
                <a:path w="42129" h="50968">
                  <a:moveTo>
                    <a:pt x="0" y="10658"/>
                  </a:moveTo>
                  <a:lnTo>
                    <a:pt x="18037" y="0"/>
                  </a:lnTo>
                  <a:lnTo>
                    <a:pt x="42129" y="40629"/>
                  </a:lnTo>
                  <a:lnTo>
                    <a:pt x="24482" y="509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233823" y="2591811"/>
              <a:ext cx="41486" cy="51535"/>
            </a:xfrm>
            <a:custGeom>
              <a:avLst/>
              <a:pathLst>
                <a:path w="41486" h="51535">
                  <a:moveTo>
                    <a:pt x="0" y="10647"/>
                  </a:moveTo>
                  <a:lnTo>
                    <a:pt x="17607" y="0"/>
                  </a:lnTo>
                  <a:lnTo>
                    <a:pt x="41486" y="41318"/>
                  </a:lnTo>
                  <a:lnTo>
                    <a:pt x="24012" y="51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331204" y="2597392"/>
              <a:ext cx="42226" cy="52186"/>
            </a:xfrm>
            <a:custGeom>
              <a:avLst/>
              <a:pathLst>
                <a:path w="42226" h="52186">
                  <a:moveTo>
                    <a:pt x="0" y="10812"/>
                  </a:moveTo>
                  <a:lnTo>
                    <a:pt x="17957" y="0"/>
                  </a:lnTo>
                  <a:lnTo>
                    <a:pt x="42226" y="41555"/>
                  </a:lnTo>
                  <a:lnTo>
                    <a:pt x="24391" y="521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210405" y="2605563"/>
              <a:ext cx="41935" cy="51975"/>
            </a:xfrm>
            <a:custGeom>
              <a:avLst/>
              <a:pathLst>
                <a:path w="41935" h="51975">
                  <a:moveTo>
                    <a:pt x="0" y="10695"/>
                  </a:moveTo>
                  <a:lnTo>
                    <a:pt x="18265" y="0"/>
                  </a:lnTo>
                  <a:lnTo>
                    <a:pt x="41935" y="41152"/>
                  </a:lnTo>
                  <a:lnTo>
                    <a:pt x="23256" y="51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615998" y="2393290"/>
              <a:ext cx="30920" cy="31115"/>
            </a:xfrm>
            <a:custGeom>
              <a:avLst/>
              <a:pathLst>
                <a:path w="30920" h="31115">
                  <a:moveTo>
                    <a:pt x="0" y="12182"/>
                  </a:moveTo>
                  <a:lnTo>
                    <a:pt x="20202" y="0"/>
                  </a:lnTo>
                  <a:lnTo>
                    <a:pt x="30920" y="18522"/>
                  </a:lnTo>
                  <a:lnTo>
                    <a:pt x="11022" y="311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39673" y="2409639"/>
              <a:ext cx="41889" cy="51797"/>
            </a:xfrm>
            <a:custGeom>
              <a:avLst/>
              <a:pathLst>
                <a:path w="41889" h="51797">
                  <a:moveTo>
                    <a:pt x="0" y="11213"/>
                  </a:moveTo>
                  <a:lnTo>
                    <a:pt x="17773" y="0"/>
                  </a:lnTo>
                  <a:lnTo>
                    <a:pt x="41889" y="41086"/>
                  </a:lnTo>
                  <a:lnTo>
                    <a:pt x="35707" y="44912"/>
                  </a:lnTo>
                  <a:lnTo>
                    <a:pt x="23836" y="517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80432" y="2413754"/>
              <a:ext cx="41593" cy="52918"/>
            </a:xfrm>
            <a:custGeom>
              <a:avLst/>
              <a:pathLst>
                <a:path w="41593" h="52918">
                  <a:moveTo>
                    <a:pt x="0" y="10800"/>
                  </a:moveTo>
                  <a:lnTo>
                    <a:pt x="18345" y="0"/>
                  </a:lnTo>
                  <a:lnTo>
                    <a:pt x="18674" y="603"/>
                  </a:lnTo>
                  <a:lnTo>
                    <a:pt x="41593" y="42660"/>
                  </a:lnTo>
                  <a:lnTo>
                    <a:pt x="23912" y="52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74589" y="2512163"/>
              <a:ext cx="42170" cy="52332"/>
            </a:xfrm>
            <a:custGeom>
              <a:avLst/>
              <a:pathLst>
                <a:path w="42170" h="52332">
                  <a:moveTo>
                    <a:pt x="0" y="10883"/>
                  </a:moveTo>
                  <a:lnTo>
                    <a:pt x="18087" y="0"/>
                  </a:lnTo>
                  <a:lnTo>
                    <a:pt x="42170" y="41926"/>
                  </a:lnTo>
                  <a:lnTo>
                    <a:pt x="24018" y="523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510835" y="2522160"/>
              <a:ext cx="41738" cy="51541"/>
            </a:xfrm>
            <a:custGeom>
              <a:avLst/>
              <a:pathLst>
                <a:path w="41738" h="51541">
                  <a:moveTo>
                    <a:pt x="0" y="10081"/>
                  </a:moveTo>
                  <a:lnTo>
                    <a:pt x="17523" y="0"/>
                  </a:lnTo>
                  <a:lnTo>
                    <a:pt x="41738" y="41144"/>
                  </a:lnTo>
                  <a:lnTo>
                    <a:pt x="24069" y="51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54187" y="2583768"/>
              <a:ext cx="41262" cy="52155"/>
            </a:xfrm>
            <a:custGeom>
              <a:avLst/>
              <a:pathLst>
                <a:path w="41262" h="52155">
                  <a:moveTo>
                    <a:pt x="0" y="10865"/>
                  </a:moveTo>
                  <a:lnTo>
                    <a:pt x="17484" y="0"/>
                  </a:lnTo>
                  <a:lnTo>
                    <a:pt x="41262" y="41869"/>
                  </a:lnTo>
                  <a:lnTo>
                    <a:pt x="23568" y="521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89861" y="2513447"/>
              <a:ext cx="51101" cy="42875"/>
            </a:xfrm>
            <a:custGeom>
              <a:avLst/>
              <a:pathLst>
                <a:path w="51101" h="42875">
                  <a:moveTo>
                    <a:pt x="0" y="24291"/>
                  </a:moveTo>
                  <a:lnTo>
                    <a:pt x="39763" y="0"/>
                  </a:lnTo>
                  <a:lnTo>
                    <a:pt x="51101" y="19091"/>
                  </a:lnTo>
                  <a:lnTo>
                    <a:pt x="11112" y="428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326419" y="2537075"/>
              <a:ext cx="41933" cy="51351"/>
            </a:xfrm>
            <a:custGeom>
              <a:avLst/>
              <a:pathLst>
                <a:path w="41933" h="51351">
                  <a:moveTo>
                    <a:pt x="0" y="10908"/>
                  </a:moveTo>
                  <a:lnTo>
                    <a:pt x="17436" y="0"/>
                  </a:lnTo>
                  <a:lnTo>
                    <a:pt x="41933" y="40362"/>
                  </a:lnTo>
                  <a:lnTo>
                    <a:pt x="24124" y="51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67724" y="2540984"/>
              <a:ext cx="41290" cy="51936"/>
            </a:xfrm>
            <a:custGeom>
              <a:avLst/>
              <a:pathLst>
                <a:path w="41290" h="51936">
                  <a:moveTo>
                    <a:pt x="0" y="10597"/>
                  </a:moveTo>
                  <a:lnTo>
                    <a:pt x="17436" y="0"/>
                  </a:lnTo>
                  <a:lnTo>
                    <a:pt x="41290" y="41194"/>
                  </a:lnTo>
                  <a:lnTo>
                    <a:pt x="23570" y="51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54974" y="2356615"/>
              <a:ext cx="50570" cy="42655"/>
            </a:xfrm>
            <a:custGeom>
              <a:avLst/>
              <a:pathLst>
                <a:path w="50570" h="42655">
                  <a:moveTo>
                    <a:pt x="0" y="25022"/>
                  </a:moveTo>
                  <a:lnTo>
                    <a:pt x="39983" y="0"/>
                  </a:lnTo>
                  <a:lnTo>
                    <a:pt x="50570" y="18264"/>
                  </a:lnTo>
                  <a:lnTo>
                    <a:pt x="10137" y="426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32421" y="2450626"/>
              <a:ext cx="28241" cy="28205"/>
            </a:xfrm>
            <a:custGeom>
              <a:avLst/>
              <a:pathLst>
                <a:path w="28241" h="28205">
                  <a:moveTo>
                    <a:pt x="0" y="10353"/>
                  </a:moveTo>
                  <a:lnTo>
                    <a:pt x="17788" y="0"/>
                  </a:lnTo>
                  <a:lnTo>
                    <a:pt x="28241" y="17452"/>
                  </a:lnTo>
                  <a:lnTo>
                    <a:pt x="9751" y="282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71400" y="2588182"/>
              <a:ext cx="65253" cy="66307"/>
            </a:xfrm>
            <a:custGeom>
              <a:avLst/>
              <a:pathLst>
                <a:path w="65253" h="66307">
                  <a:moveTo>
                    <a:pt x="0" y="25332"/>
                  </a:moveTo>
                  <a:lnTo>
                    <a:pt x="41122" y="0"/>
                  </a:lnTo>
                  <a:lnTo>
                    <a:pt x="65253" y="41189"/>
                  </a:lnTo>
                  <a:lnTo>
                    <a:pt x="23888" y="663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423868" y="2478839"/>
              <a:ext cx="42532" cy="51297"/>
            </a:xfrm>
            <a:custGeom>
              <a:avLst/>
              <a:pathLst>
                <a:path w="42532" h="51297">
                  <a:moveTo>
                    <a:pt x="0" y="10843"/>
                  </a:moveTo>
                  <a:lnTo>
                    <a:pt x="17743" y="0"/>
                  </a:lnTo>
                  <a:lnTo>
                    <a:pt x="42532" y="40433"/>
                  </a:lnTo>
                  <a:lnTo>
                    <a:pt x="23989" y="512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48112" y="2489279"/>
              <a:ext cx="88547" cy="81341"/>
            </a:xfrm>
            <a:custGeom>
              <a:avLst/>
              <a:pathLst>
                <a:path w="88547" h="81341">
                  <a:moveTo>
                    <a:pt x="0" y="39289"/>
                  </a:moveTo>
                  <a:lnTo>
                    <a:pt x="62877" y="0"/>
                  </a:lnTo>
                  <a:lnTo>
                    <a:pt x="88547" y="43678"/>
                  </a:lnTo>
                  <a:lnTo>
                    <a:pt x="24577" y="813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58493" y="2630742"/>
              <a:ext cx="50812" cy="42510"/>
            </a:xfrm>
            <a:custGeom>
              <a:avLst/>
              <a:pathLst>
                <a:path w="50812" h="42510">
                  <a:moveTo>
                    <a:pt x="10376" y="42510"/>
                  </a:moveTo>
                  <a:lnTo>
                    <a:pt x="0" y="23705"/>
                  </a:lnTo>
                  <a:lnTo>
                    <a:pt x="39931" y="0"/>
                  </a:lnTo>
                  <a:lnTo>
                    <a:pt x="50812" y="1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320845" y="2633786"/>
              <a:ext cx="43171" cy="52502"/>
            </a:xfrm>
            <a:custGeom>
              <a:avLst/>
              <a:pathLst>
                <a:path w="43171" h="52502">
                  <a:moveTo>
                    <a:pt x="0" y="11170"/>
                  </a:moveTo>
                  <a:lnTo>
                    <a:pt x="18566" y="0"/>
                  </a:lnTo>
                  <a:lnTo>
                    <a:pt x="43171" y="42224"/>
                  </a:lnTo>
                  <a:lnTo>
                    <a:pt x="25040" y="525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67989" y="2393200"/>
              <a:ext cx="41485" cy="51878"/>
            </a:xfrm>
            <a:custGeom>
              <a:avLst/>
              <a:pathLst>
                <a:path w="41485" h="51878">
                  <a:moveTo>
                    <a:pt x="0" y="10695"/>
                  </a:moveTo>
                  <a:lnTo>
                    <a:pt x="18171" y="0"/>
                  </a:lnTo>
                  <a:lnTo>
                    <a:pt x="41485" y="41562"/>
                  </a:lnTo>
                  <a:lnTo>
                    <a:pt x="23988" y="518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616957" y="2407403"/>
              <a:ext cx="53216" cy="48048"/>
            </a:xfrm>
            <a:custGeom>
              <a:avLst/>
              <a:pathLst>
                <a:path w="53216" h="48048">
                  <a:moveTo>
                    <a:pt x="43466" y="0"/>
                  </a:moveTo>
                  <a:lnTo>
                    <a:pt x="46118" y="831"/>
                  </a:lnTo>
                  <a:lnTo>
                    <a:pt x="46615" y="11748"/>
                  </a:lnTo>
                  <a:lnTo>
                    <a:pt x="53216" y="23625"/>
                  </a:lnTo>
                  <a:lnTo>
                    <a:pt x="12251" y="48048"/>
                  </a:lnTo>
                  <a:lnTo>
                    <a:pt x="0" y="27077"/>
                  </a:lnTo>
                  <a:lnTo>
                    <a:pt x="32387" y="6669"/>
                  </a:lnTo>
                  <a:lnTo>
                    <a:pt x="39257" y="2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620547" y="2358577"/>
              <a:ext cx="23205" cy="19421"/>
            </a:xfrm>
            <a:custGeom>
              <a:avLst/>
              <a:pathLst>
                <a:path w="23205" h="19421">
                  <a:moveTo>
                    <a:pt x="0" y="12073"/>
                  </a:moveTo>
                  <a:lnTo>
                    <a:pt x="18792" y="0"/>
                  </a:lnTo>
                  <a:lnTo>
                    <a:pt x="23205" y="7389"/>
                  </a:lnTo>
                  <a:lnTo>
                    <a:pt x="4659" y="19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61038" y="2639899"/>
              <a:ext cx="41890" cy="51461"/>
            </a:xfrm>
            <a:custGeom>
              <a:avLst/>
              <a:pathLst>
                <a:path w="41890" h="51461">
                  <a:moveTo>
                    <a:pt x="0" y="10477"/>
                  </a:moveTo>
                  <a:lnTo>
                    <a:pt x="17868" y="0"/>
                  </a:lnTo>
                  <a:lnTo>
                    <a:pt x="41890" y="40930"/>
                  </a:lnTo>
                  <a:lnTo>
                    <a:pt x="23666" y="514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97195" y="2647727"/>
              <a:ext cx="43449" cy="52783"/>
            </a:xfrm>
            <a:custGeom>
              <a:avLst/>
              <a:pathLst>
                <a:path w="43449" h="52783">
                  <a:moveTo>
                    <a:pt x="0" y="11576"/>
                  </a:moveTo>
                  <a:lnTo>
                    <a:pt x="19045" y="0"/>
                  </a:lnTo>
                  <a:lnTo>
                    <a:pt x="43449" y="41615"/>
                  </a:lnTo>
                  <a:lnTo>
                    <a:pt x="24507" y="527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303922" y="2551282"/>
              <a:ext cx="41799" cy="51274"/>
            </a:xfrm>
            <a:custGeom>
              <a:avLst/>
              <a:pathLst>
                <a:path w="41799" h="51274">
                  <a:moveTo>
                    <a:pt x="0" y="11069"/>
                  </a:moveTo>
                  <a:lnTo>
                    <a:pt x="17633" y="0"/>
                  </a:lnTo>
                  <a:lnTo>
                    <a:pt x="41799" y="39785"/>
                  </a:lnTo>
                  <a:lnTo>
                    <a:pt x="23549" y="512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43000" y="2555330"/>
              <a:ext cx="42220" cy="51710"/>
            </a:xfrm>
            <a:custGeom>
              <a:avLst/>
              <a:pathLst>
                <a:path w="42220" h="51710">
                  <a:moveTo>
                    <a:pt x="0" y="10953"/>
                  </a:moveTo>
                  <a:lnTo>
                    <a:pt x="18190" y="0"/>
                  </a:lnTo>
                  <a:lnTo>
                    <a:pt x="42220" y="40544"/>
                  </a:lnTo>
                  <a:lnTo>
                    <a:pt x="23836" y="517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78346" y="2559523"/>
              <a:ext cx="51484" cy="42317"/>
            </a:xfrm>
            <a:custGeom>
              <a:avLst/>
              <a:pathLst>
                <a:path w="51484" h="42317">
                  <a:moveTo>
                    <a:pt x="0" y="23452"/>
                  </a:moveTo>
                  <a:lnTo>
                    <a:pt x="40970" y="0"/>
                  </a:lnTo>
                  <a:lnTo>
                    <a:pt x="51484" y="17666"/>
                  </a:lnTo>
                  <a:lnTo>
                    <a:pt x="11384" y="42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96886" y="2568767"/>
              <a:ext cx="52000" cy="41898"/>
            </a:xfrm>
            <a:custGeom>
              <a:avLst/>
              <a:pathLst>
                <a:path w="52000" h="41898">
                  <a:moveTo>
                    <a:pt x="0" y="23641"/>
                  </a:moveTo>
                  <a:lnTo>
                    <a:pt x="41055" y="0"/>
                  </a:lnTo>
                  <a:lnTo>
                    <a:pt x="52000" y="18504"/>
                  </a:lnTo>
                  <a:lnTo>
                    <a:pt x="10678" y="41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10088" y="2440888"/>
              <a:ext cx="52018" cy="43662"/>
            </a:xfrm>
            <a:custGeom>
              <a:avLst/>
              <a:pathLst>
                <a:path w="52018" h="43662">
                  <a:moveTo>
                    <a:pt x="0" y="25125"/>
                  </a:moveTo>
                  <a:lnTo>
                    <a:pt x="40955" y="0"/>
                  </a:lnTo>
                  <a:lnTo>
                    <a:pt x="52018" y="18964"/>
                  </a:lnTo>
                  <a:lnTo>
                    <a:pt x="10967" y="436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503496" y="2386830"/>
              <a:ext cx="51294" cy="42309"/>
            </a:xfrm>
            <a:custGeom>
              <a:avLst/>
              <a:pathLst>
                <a:path w="51294" h="42309">
                  <a:moveTo>
                    <a:pt x="0" y="24107"/>
                  </a:moveTo>
                  <a:lnTo>
                    <a:pt x="996" y="23543"/>
                  </a:lnTo>
                  <a:lnTo>
                    <a:pt x="40801" y="0"/>
                  </a:lnTo>
                  <a:lnTo>
                    <a:pt x="51294" y="18200"/>
                  </a:lnTo>
                  <a:lnTo>
                    <a:pt x="10173" y="42084"/>
                  </a:lnTo>
                  <a:lnTo>
                    <a:pt x="9785" y="42309"/>
                  </a:lnTo>
                  <a:lnTo>
                    <a:pt x="2554" y="28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48648" y="2302628"/>
              <a:ext cx="90464" cy="118688"/>
            </a:xfrm>
            <a:custGeom>
              <a:avLst/>
              <a:pathLst>
                <a:path w="90464" h="118688">
                  <a:moveTo>
                    <a:pt x="37598" y="118688"/>
                  </a:moveTo>
                  <a:lnTo>
                    <a:pt x="36249" y="116014"/>
                  </a:lnTo>
                  <a:lnTo>
                    <a:pt x="27013" y="83601"/>
                  </a:lnTo>
                  <a:lnTo>
                    <a:pt x="21244" y="66158"/>
                  </a:lnTo>
                  <a:lnTo>
                    <a:pt x="11549" y="45974"/>
                  </a:lnTo>
                  <a:lnTo>
                    <a:pt x="0" y="25704"/>
                  </a:lnTo>
                  <a:lnTo>
                    <a:pt x="758" y="22771"/>
                  </a:lnTo>
                  <a:lnTo>
                    <a:pt x="37683" y="0"/>
                  </a:lnTo>
                  <a:lnTo>
                    <a:pt x="40549" y="603"/>
                  </a:lnTo>
                  <a:lnTo>
                    <a:pt x="90464" y="86143"/>
                  </a:lnTo>
                  <a:lnTo>
                    <a:pt x="89023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4744" y="2507227"/>
              <a:ext cx="42993" cy="52309"/>
            </a:xfrm>
            <a:custGeom>
              <a:avLst/>
              <a:pathLst>
                <a:path w="42993" h="52309">
                  <a:moveTo>
                    <a:pt x="18598" y="0"/>
                  </a:moveTo>
                  <a:lnTo>
                    <a:pt x="42993" y="41710"/>
                  </a:lnTo>
                  <a:lnTo>
                    <a:pt x="39366" y="43807"/>
                  </a:lnTo>
                  <a:lnTo>
                    <a:pt x="24266" y="52309"/>
                  </a:lnTo>
                  <a:lnTo>
                    <a:pt x="0" y="11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71798" y="2503504"/>
              <a:ext cx="50981" cy="42595"/>
            </a:xfrm>
            <a:custGeom>
              <a:avLst/>
              <a:pathLst>
                <a:path w="50981" h="42595">
                  <a:moveTo>
                    <a:pt x="0" y="24554"/>
                  </a:moveTo>
                  <a:lnTo>
                    <a:pt x="40633" y="0"/>
                  </a:lnTo>
                  <a:lnTo>
                    <a:pt x="50981" y="18320"/>
                  </a:lnTo>
                  <a:lnTo>
                    <a:pt x="10941" y="425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99435" y="2329057"/>
              <a:ext cx="50676" cy="41934"/>
            </a:xfrm>
            <a:custGeom>
              <a:avLst/>
              <a:pathLst>
                <a:path w="50676" h="41934">
                  <a:moveTo>
                    <a:pt x="0" y="24715"/>
                  </a:moveTo>
                  <a:lnTo>
                    <a:pt x="41261" y="0"/>
                  </a:lnTo>
                  <a:lnTo>
                    <a:pt x="50676" y="17269"/>
                  </a:lnTo>
                  <a:lnTo>
                    <a:pt x="10186" y="4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42891" y="2352684"/>
              <a:ext cx="40900" cy="76694"/>
            </a:xfrm>
            <a:custGeom>
              <a:avLst/>
              <a:pathLst>
                <a:path w="40900" h="76694">
                  <a:moveTo>
                    <a:pt x="9515" y="0"/>
                  </a:moveTo>
                  <a:lnTo>
                    <a:pt x="15248" y="5998"/>
                  </a:lnTo>
                  <a:lnTo>
                    <a:pt x="26894" y="30012"/>
                  </a:lnTo>
                  <a:lnTo>
                    <a:pt x="33526" y="55026"/>
                  </a:lnTo>
                  <a:lnTo>
                    <a:pt x="40900" y="70561"/>
                  </a:lnTo>
                  <a:lnTo>
                    <a:pt x="30491" y="76694"/>
                  </a:lnTo>
                  <a:lnTo>
                    <a:pt x="23923" y="65373"/>
                  </a:lnTo>
                  <a:lnTo>
                    <a:pt x="22963" y="35493"/>
                  </a:lnTo>
                  <a:lnTo>
                    <a:pt x="14542" y="19296"/>
                  </a:lnTo>
                  <a:lnTo>
                    <a:pt x="12139" y="16865"/>
                  </a:lnTo>
                  <a:lnTo>
                    <a:pt x="8219" y="12899"/>
                  </a:lnTo>
                  <a:lnTo>
                    <a:pt x="6998" y="13684"/>
                  </a:lnTo>
                  <a:lnTo>
                    <a:pt x="5760" y="14480"/>
                  </a:lnTo>
                  <a:lnTo>
                    <a:pt x="0" y="5352"/>
                  </a:lnTo>
                  <a:lnTo>
                    <a:pt x="1363" y="45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602475" y="2371979"/>
              <a:ext cx="28908" cy="31177"/>
            </a:xfrm>
            <a:custGeom>
              <a:avLst/>
              <a:pathLst>
                <a:path w="28908" h="31177">
                  <a:moveTo>
                    <a:pt x="28908" y="20809"/>
                  </a:moveTo>
                  <a:lnTo>
                    <a:pt x="12155" y="31177"/>
                  </a:lnTo>
                  <a:lnTo>
                    <a:pt x="4867" y="18496"/>
                  </a:lnTo>
                  <a:lnTo>
                    <a:pt x="0" y="10027"/>
                  </a:lnTo>
                  <a:lnTo>
                    <a:pt x="16111" y="0"/>
                  </a:lnTo>
                  <a:lnTo>
                    <a:pt x="20900" y="7728"/>
                  </a:lnTo>
                  <a:lnTo>
                    <a:pt x="16168" y="10485"/>
                  </a:lnTo>
                  <a:lnTo>
                    <a:pt x="16842" y="11520"/>
                  </a:lnTo>
                  <a:lnTo>
                    <a:pt x="21574" y="8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64921" y="2686214"/>
              <a:ext cx="51279" cy="41579"/>
            </a:xfrm>
            <a:custGeom>
              <a:avLst/>
              <a:pathLst>
                <a:path w="51279" h="41579">
                  <a:moveTo>
                    <a:pt x="0" y="24065"/>
                  </a:moveTo>
                  <a:lnTo>
                    <a:pt x="41161" y="0"/>
                  </a:lnTo>
                  <a:lnTo>
                    <a:pt x="51279" y="17541"/>
                  </a:lnTo>
                  <a:lnTo>
                    <a:pt x="10698" y="41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237816" y="2652730"/>
              <a:ext cx="42472" cy="51797"/>
            </a:xfrm>
            <a:custGeom>
              <a:avLst/>
              <a:pathLst>
                <a:path w="42472" h="51797">
                  <a:moveTo>
                    <a:pt x="0" y="11019"/>
                  </a:moveTo>
                  <a:lnTo>
                    <a:pt x="18187" y="0"/>
                  </a:lnTo>
                  <a:lnTo>
                    <a:pt x="42472" y="41212"/>
                  </a:lnTo>
                  <a:lnTo>
                    <a:pt x="24373" y="51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701973" y="2395413"/>
              <a:ext cx="51884" cy="42659"/>
            </a:xfrm>
            <a:custGeom>
              <a:avLst/>
              <a:pathLst>
                <a:path w="51884" h="42659">
                  <a:moveTo>
                    <a:pt x="10182" y="42659"/>
                  </a:moveTo>
                  <a:lnTo>
                    <a:pt x="0" y="24780"/>
                  </a:lnTo>
                  <a:lnTo>
                    <a:pt x="41519" y="0"/>
                  </a:lnTo>
                  <a:lnTo>
                    <a:pt x="51884" y="18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715074" y="2418872"/>
              <a:ext cx="51229" cy="42050"/>
            </a:xfrm>
            <a:custGeom>
              <a:avLst/>
              <a:pathLst>
                <a:path w="51229" h="42050">
                  <a:moveTo>
                    <a:pt x="0" y="24289"/>
                  </a:moveTo>
                  <a:lnTo>
                    <a:pt x="41458" y="0"/>
                  </a:lnTo>
                  <a:lnTo>
                    <a:pt x="51229" y="17260"/>
                  </a:lnTo>
                  <a:lnTo>
                    <a:pt x="10180" y="420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517278" y="2424024"/>
              <a:ext cx="41275" cy="51233"/>
            </a:xfrm>
            <a:custGeom>
              <a:avLst/>
              <a:pathLst>
                <a:path w="41275" h="51233">
                  <a:moveTo>
                    <a:pt x="3361" y="8232"/>
                  </a:moveTo>
                  <a:lnTo>
                    <a:pt x="18033" y="0"/>
                  </a:lnTo>
                  <a:lnTo>
                    <a:pt x="41275" y="40479"/>
                  </a:lnTo>
                  <a:lnTo>
                    <a:pt x="23534" y="51233"/>
                  </a:lnTo>
                  <a:lnTo>
                    <a:pt x="0" y="10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79138" y="2422188"/>
              <a:ext cx="41758" cy="52419"/>
            </a:xfrm>
            <a:custGeom>
              <a:avLst/>
              <a:pathLst>
                <a:path w="41758" h="52419">
                  <a:moveTo>
                    <a:pt x="0" y="10738"/>
                  </a:moveTo>
                  <a:lnTo>
                    <a:pt x="17531" y="0"/>
                  </a:lnTo>
                  <a:lnTo>
                    <a:pt x="41758" y="41365"/>
                  </a:lnTo>
                  <a:lnTo>
                    <a:pt x="23454" y="52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55539" y="2427840"/>
              <a:ext cx="42542" cy="52564"/>
            </a:xfrm>
            <a:custGeom>
              <a:avLst/>
              <a:pathLst>
                <a:path w="42542" h="52564">
                  <a:moveTo>
                    <a:pt x="0" y="10867"/>
                  </a:moveTo>
                  <a:lnTo>
                    <a:pt x="17951" y="0"/>
                  </a:lnTo>
                  <a:lnTo>
                    <a:pt x="42542" y="42466"/>
                  </a:lnTo>
                  <a:lnTo>
                    <a:pt x="25138" y="52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95241" y="2440300"/>
              <a:ext cx="41748" cy="51912"/>
            </a:xfrm>
            <a:custGeom>
              <a:avLst/>
              <a:pathLst>
                <a:path w="41748" h="51912">
                  <a:moveTo>
                    <a:pt x="0" y="11015"/>
                  </a:moveTo>
                  <a:lnTo>
                    <a:pt x="17475" y="0"/>
                  </a:lnTo>
                  <a:lnTo>
                    <a:pt x="41748" y="41423"/>
                  </a:lnTo>
                  <a:lnTo>
                    <a:pt x="24149" y="51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56243" y="2436019"/>
              <a:ext cx="41983" cy="52253"/>
            </a:xfrm>
            <a:custGeom>
              <a:avLst/>
              <a:pathLst>
                <a:path w="41983" h="52253">
                  <a:moveTo>
                    <a:pt x="0" y="10861"/>
                  </a:moveTo>
                  <a:lnTo>
                    <a:pt x="18346" y="0"/>
                  </a:lnTo>
                  <a:lnTo>
                    <a:pt x="41983" y="41224"/>
                  </a:lnTo>
                  <a:lnTo>
                    <a:pt x="23363" y="52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22538" y="2473195"/>
              <a:ext cx="51535" cy="42514"/>
            </a:xfrm>
            <a:custGeom>
              <a:avLst/>
              <a:pathLst>
                <a:path w="51535" h="42514">
                  <a:moveTo>
                    <a:pt x="0" y="24012"/>
                  </a:moveTo>
                  <a:lnTo>
                    <a:pt x="41226" y="0"/>
                  </a:lnTo>
                  <a:lnTo>
                    <a:pt x="51535" y="17780"/>
                  </a:lnTo>
                  <a:lnTo>
                    <a:pt x="10832" y="42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90158" y="2384843"/>
              <a:ext cx="33088" cy="46658"/>
            </a:xfrm>
            <a:custGeom>
              <a:avLst/>
              <a:pathLst>
                <a:path w="33088" h="46658">
                  <a:moveTo>
                    <a:pt x="0" y="6262"/>
                  </a:moveTo>
                  <a:lnTo>
                    <a:pt x="9611" y="0"/>
                  </a:lnTo>
                  <a:lnTo>
                    <a:pt x="33088" y="40764"/>
                  </a:lnTo>
                  <a:lnTo>
                    <a:pt x="23604" y="46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423111" y="2543161"/>
              <a:ext cx="57014" cy="76366"/>
            </a:xfrm>
            <a:custGeom>
              <a:avLst/>
              <a:pathLst>
                <a:path w="57014" h="76366">
                  <a:moveTo>
                    <a:pt x="0" y="11474"/>
                  </a:moveTo>
                  <a:lnTo>
                    <a:pt x="18261" y="0"/>
                  </a:lnTo>
                  <a:lnTo>
                    <a:pt x="57014" y="64883"/>
                  </a:lnTo>
                  <a:lnTo>
                    <a:pt x="37940" y="76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77152" y="2558314"/>
              <a:ext cx="77295" cy="87377"/>
            </a:xfrm>
            <a:custGeom>
              <a:avLst/>
              <a:pathLst>
                <a:path w="77295" h="87377">
                  <a:moveTo>
                    <a:pt x="61781" y="73859"/>
                  </a:moveTo>
                  <a:lnTo>
                    <a:pt x="37940" y="87377"/>
                  </a:lnTo>
                  <a:lnTo>
                    <a:pt x="0" y="22485"/>
                  </a:lnTo>
                  <a:lnTo>
                    <a:pt x="38190" y="0"/>
                  </a:lnTo>
                  <a:lnTo>
                    <a:pt x="59583" y="35592"/>
                  </a:lnTo>
                  <a:lnTo>
                    <a:pt x="77295" y="65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90733" y="3274748"/>
              <a:ext cx="246587" cy="164077"/>
            </a:xfrm>
            <a:custGeom>
              <a:avLst/>
              <a:pathLst>
                <a:path w="246587" h="164077">
                  <a:moveTo>
                    <a:pt x="0" y="103179"/>
                  </a:moveTo>
                  <a:lnTo>
                    <a:pt x="7711" y="59668"/>
                  </a:lnTo>
                  <a:lnTo>
                    <a:pt x="8514" y="55134"/>
                  </a:lnTo>
                  <a:lnTo>
                    <a:pt x="16919" y="55989"/>
                  </a:lnTo>
                  <a:lnTo>
                    <a:pt x="20395" y="56342"/>
                  </a:lnTo>
                  <a:lnTo>
                    <a:pt x="32722" y="2875"/>
                  </a:lnTo>
                  <a:lnTo>
                    <a:pt x="34841" y="904"/>
                  </a:lnTo>
                  <a:lnTo>
                    <a:pt x="35813" y="0"/>
                  </a:lnTo>
                  <a:lnTo>
                    <a:pt x="209354" y="29370"/>
                  </a:lnTo>
                  <a:lnTo>
                    <a:pt x="246587" y="36989"/>
                  </a:lnTo>
                  <a:lnTo>
                    <a:pt x="221811" y="139858"/>
                  </a:lnTo>
                  <a:lnTo>
                    <a:pt x="196866" y="127629"/>
                  </a:lnTo>
                  <a:lnTo>
                    <a:pt x="192582" y="125529"/>
                  </a:lnTo>
                  <a:lnTo>
                    <a:pt x="191401" y="124951"/>
                  </a:lnTo>
                  <a:lnTo>
                    <a:pt x="189209" y="129867"/>
                  </a:lnTo>
                  <a:lnTo>
                    <a:pt x="200304" y="134839"/>
                  </a:lnTo>
                  <a:lnTo>
                    <a:pt x="213040" y="140547"/>
                  </a:lnTo>
                  <a:lnTo>
                    <a:pt x="221035" y="144129"/>
                  </a:lnTo>
                  <a:lnTo>
                    <a:pt x="216556" y="164077"/>
                  </a:lnTo>
                  <a:lnTo>
                    <a:pt x="134357" y="142633"/>
                  </a:lnTo>
                  <a:lnTo>
                    <a:pt x="135424" y="138033"/>
                  </a:lnTo>
                  <a:lnTo>
                    <a:pt x="88915" y="128670"/>
                  </a:lnTo>
                  <a:lnTo>
                    <a:pt x="59409" y="120217"/>
                  </a:lnTo>
                  <a:lnTo>
                    <a:pt x="41522" y="115087"/>
                  </a:lnTo>
                  <a:lnTo>
                    <a:pt x="26679" y="110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091998" y="2420620"/>
              <a:ext cx="225471" cy="505528"/>
            </a:xfrm>
            <a:custGeom>
              <a:avLst/>
              <a:pathLst>
                <a:path w="225471" h="505528">
                  <a:moveTo>
                    <a:pt x="102203" y="2144"/>
                  </a:moveTo>
                  <a:lnTo>
                    <a:pt x="104444" y="2506"/>
                  </a:lnTo>
                  <a:lnTo>
                    <a:pt x="106716" y="2873"/>
                  </a:lnTo>
                  <a:lnTo>
                    <a:pt x="109488" y="3321"/>
                  </a:lnTo>
                  <a:lnTo>
                    <a:pt x="117273" y="4578"/>
                  </a:lnTo>
                  <a:lnTo>
                    <a:pt x="119483" y="4935"/>
                  </a:lnTo>
                  <a:lnTo>
                    <a:pt x="125719" y="5943"/>
                  </a:lnTo>
                  <a:lnTo>
                    <a:pt x="128930" y="6461"/>
                  </a:lnTo>
                  <a:lnTo>
                    <a:pt x="145988" y="9217"/>
                  </a:lnTo>
                  <a:lnTo>
                    <a:pt x="149195" y="9735"/>
                  </a:lnTo>
                  <a:lnTo>
                    <a:pt x="151992" y="10187"/>
                  </a:lnTo>
                  <a:lnTo>
                    <a:pt x="154254" y="10552"/>
                  </a:lnTo>
                  <a:lnTo>
                    <a:pt x="154745" y="10632"/>
                  </a:lnTo>
                  <a:lnTo>
                    <a:pt x="157511" y="11078"/>
                  </a:lnTo>
                  <a:lnTo>
                    <a:pt x="161984" y="11801"/>
                  </a:lnTo>
                  <a:lnTo>
                    <a:pt x="179668" y="14930"/>
                  </a:lnTo>
                  <a:lnTo>
                    <a:pt x="180529" y="15082"/>
                  </a:lnTo>
                  <a:lnTo>
                    <a:pt x="182455" y="15423"/>
                  </a:lnTo>
                  <a:lnTo>
                    <a:pt x="182844" y="15492"/>
                  </a:lnTo>
                  <a:lnTo>
                    <a:pt x="184958" y="15866"/>
                  </a:lnTo>
                  <a:lnTo>
                    <a:pt x="185957" y="16043"/>
                  </a:lnTo>
                  <a:lnTo>
                    <a:pt x="186228" y="16091"/>
                  </a:lnTo>
                  <a:lnTo>
                    <a:pt x="188018" y="16407"/>
                  </a:lnTo>
                  <a:lnTo>
                    <a:pt x="190174" y="16789"/>
                  </a:lnTo>
                  <a:lnTo>
                    <a:pt x="193311" y="17344"/>
                  </a:lnTo>
                  <a:lnTo>
                    <a:pt x="200488" y="18614"/>
                  </a:lnTo>
                  <a:lnTo>
                    <a:pt x="202764" y="19017"/>
                  </a:lnTo>
                  <a:lnTo>
                    <a:pt x="205942" y="19579"/>
                  </a:lnTo>
                  <a:lnTo>
                    <a:pt x="208119" y="19964"/>
                  </a:lnTo>
                  <a:lnTo>
                    <a:pt x="209364" y="20184"/>
                  </a:lnTo>
                  <a:lnTo>
                    <a:pt x="212430" y="20727"/>
                  </a:lnTo>
                  <a:lnTo>
                    <a:pt x="224856" y="22925"/>
                  </a:lnTo>
                  <a:lnTo>
                    <a:pt x="225471" y="23034"/>
                  </a:lnTo>
                  <a:lnTo>
                    <a:pt x="225334" y="23729"/>
                  </a:lnTo>
                  <a:lnTo>
                    <a:pt x="216290" y="69537"/>
                  </a:lnTo>
                  <a:lnTo>
                    <a:pt x="212782" y="87308"/>
                  </a:lnTo>
                  <a:lnTo>
                    <a:pt x="211166" y="92549"/>
                  </a:lnTo>
                  <a:lnTo>
                    <a:pt x="209086" y="104795"/>
                  </a:lnTo>
                  <a:lnTo>
                    <a:pt x="197367" y="173787"/>
                  </a:lnTo>
                  <a:lnTo>
                    <a:pt x="197995" y="175157"/>
                  </a:lnTo>
                  <a:lnTo>
                    <a:pt x="189133" y="222259"/>
                  </a:lnTo>
                  <a:lnTo>
                    <a:pt x="186379" y="228544"/>
                  </a:lnTo>
                  <a:lnTo>
                    <a:pt x="169844" y="325093"/>
                  </a:lnTo>
                  <a:lnTo>
                    <a:pt x="137288" y="505528"/>
                  </a:lnTo>
                  <a:lnTo>
                    <a:pt x="1546" y="481289"/>
                  </a:lnTo>
                  <a:lnTo>
                    <a:pt x="0" y="481013"/>
                  </a:lnTo>
                  <a:lnTo>
                    <a:pt x="15982" y="395476"/>
                  </a:lnTo>
                  <a:lnTo>
                    <a:pt x="18033" y="395804"/>
                  </a:lnTo>
                  <a:lnTo>
                    <a:pt x="19579" y="396051"/>
                  </a:lnTo>
                  <a:lnTo>
                    <a:pt x="24417" y="365279"/>
                  </a:lnTo>
                  <a:lnTo>
                    <a:pt x="37147" y="289202"/>
                  </a:lnTo>
                  <a:lnTo>
                    <a:pt x="49963" y="214052"/>
                  </a:lnTo>
                  <a:lnTo>
                    <a:pt x="53251" y="212844"/>
                  </a:lnTo>
                  <a:lnTo>
                    <a:pt x="59908" y="166546"/>
                  </a:lnTo>
                  <a:lnTo>
                    <a:pt x="72975" y="112463"/>
                  </a:lnTo>
                  <a:lnTo>
                    <a:pt x="80636" y="71438"/>
                  </a:lnTo>
                  <a:lnTo>
                    <a:pt x="81832" y="65149"/>
                  </a:lnTo>
                  <a:lnTo>
                    <a:pt x="82325" y="61912"/>
                  </a:lnTo>
                  <a:lnTo>
                    <a:pt x="85077" y="43857"/>
                  </a:lnTo>
                  <a:lnTo>
                    <a:pt x="81916" y="43210"/>
                  </a:lnTo>
                  <a:lnTo>
                    <a:pt x="82117" y="42113"/>
                  </a:lnTo>
                  <a:lnTo>
                    <a:pt x="82569" y="39692"/>
                  </a:lnTo>
                  <a:lnTo>
                    <a:pt x="84724" y="28157"/>
                  </a:lnTo>
                  <a:lnTo>
                    <a:pt x="86243" y="20025"/>
                  </a:lnTo>
                  <a:lnTo>
                    <a:pt x="86769" y="17213"/>
                  </a:lnTo>
                  <a:lnTo>
                    <a:pt x="86810" y="16884"/>
                  </a:lnTo>
                  <a:lnTo>
                    <a:pt x="86883" y="16304"/>
                  </a:lnTo>
                  <a:lnTo>
                    <a:pt x="87286" y="13087"/>
                  </a:lnTo>
                  <a:lnTo>
                    <a:pt x="88928" y="0"/>
                  </a:lnTo>
                  <a:lnTo>
                    <a:pt x="99342" y="1682"/>
                  </a:lnTo>
                  <a:lnTo>
                    <a:pt x="100492" y="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92291" y="2907761"/>
              <a:ext cx="135607" cy="32295"/>
            </a:xfrm>
            <a:custGeom>
              <a:avLst/>
              <a:pathLst>
                <a:path w="135607" h="32295">
                  <a:moveTo>
                    <a:pt x="0" y="8014"/>
                  </a:moveTo>
                  <a:lnTo>
                    <a:pt x="913" y="0"/>
                  </a:lnTo>
                  <a:lnTo>
                    <a:pt x="36653" y="5942"/>
                  </a:lnTo>
                  <a:lnTo>
                    <a:pt x="62831" y="10838"/>
                  </a:lnTo>
                  <a:lnTo>
                    <a:pt x="135607" y="24545"/>
                  </a:lnTo>
                  <a:lnTo>
                    <a:pt x="134312" y="32295"/>
                  </a:lnTo>
                  <a:lnTo>
                    <a:pt x="70313" y="20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217712" y="2940402"/>
              <a:ext cx="280210" cy="145373"/>
            </a:xfrm>
            <a:custGeom>
              <a:avLst/>
              <a:pathLst>
                <a:path w="280210" h="145373">
                  <a:moveTo>
                    <a:pt x="15317" y="11634"/>
                  </a:moveTo>
                  <a:lnTo>
                    <a:pt x="17492" y="0"/>
                  </a:lnTo>
                  <a:lnTo>
                    <a:pt x="280210" y="27763"/>
                  </a:lnTo>
                  <a:lnTo>
                    <a:pt x="259134" y="144403"/>
                  </a:lnTo>
                  <a:lnTo>
                    <a:pt x="258953" y="145373"/>
                  </a:lnTo>
                  <a:lnTo>
                    <a:pt x="1440" y="97698"/>
                  </a:lnTo>
                  <a:lnTo>
                    <a:pt x="0" y="93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164815" y="3045266"/>
              <a:ext cx="307802" cy="279315"/>
            </a:xfrm>
            <a:custGeom>
              <a:avLst/>
              <a:pathLst>
                <a:path w="307802" h="279315">
                  <a:moveTo>
                    <a:pt x="291270" y="153061"/>
                  </a:moveTo>
                  <a:lnTo>
                    <a:pt x="237858" y="144097"/>
                  </a:lnTo>
                  <a:lnTo>
                    <a:pt x="226955" y="205626"/>
                  </a:lnTo>
                  <a:lnTo>
                    <a:pt x="280382" y="216984"/>
                  </a:lnTo>
                  <a:lnTo>
                    <a:pt x="272401" y="259049"/>
                  </a:lnTo>
                  <a:lnTo>
                    <a:pt x="123534" y="231951"/>
                  </a:lnTo>
                  <a:lnTo>
                    <a:pt x="80826" y="224177"/>
                  </a:lnTo>
                  <a:lnTo>
                    <a:pt x="80816" y="222426"/>
                  </a:lnTo>
                  <a:lnTo>
                    <a:pt x="80798" y="219002"/>
                  </a:lnTo>
                  <a:lnTo>
                    <a:pt x="68514" y="213966"/>
                  </a:lnTo>
                  <a:lnTo>
                    <a:pt x="40750" y="202583"/>
                  </a:lnTo>
                  <a:lnTo>
                    <a:pt x="39771" y="202182"/>
                  </a:lnTo>
                  <a:lnTo>
                    <a:pt x="38380" y="206912"/>
                  </a:lnTo>
                  <a:lnTo>
                    <a:pt x="56965" y="214961"/>
                  </a:lnTo>
                  <a:lnTo>
                    <a:pt x="51403" y="240115"/>
                  </a:lnTo>
                  <a:lnTo>
                    <a:pt x="43471" y="277284"/>
                  </a:lnTo>
                  <a:lnTo>
                    <a:pt x="40556" y="279315"/>
                  </a:lnTo>
                  <a:lnTo>
                    <a:pt x="12650" y="274634"/>
                  </a:lnTo>
                  <a:lnTo>
                    <a:pt x="0" y="272419"/>
                  </a:lnTo>
                  <a:lnTo>
                    <a:pt x="12266" y="203279"/>
                  </a:lnTo>
                  <a:lnTo>
                    <a:pt x="13821" y="199484"/>
                  </a:lnTo>
                  <a:lnTo>
                    <a:pt x="23901" y="142368"/>
                  </a:lnTo>
                  <a:lnTo>
                    <a:pt x="32753" y="92124"/>
                  </a:lnTo>
                  <a:lnTo>
                    <a:pt x="50779" y="534"/>
                  </a:lnTo>
                  <a:lnTo>
                    <a:pt x="53255" y="0"/>
                  </a:lnTo>
                  <a:lnTo>
                    <a:pt x="217514" y="32535"/>
                  </a:lnTo>
                  <a:lnTo>
                    <a:pt x="306706" y="49442"/>
                  </a:lnTo>
                  <a:lnTo>
                    <a:pt x="307802" y="51080"/>
                  </a:lnTo>
                  <a:lnTo>
                    <a:pt x="293876" y="132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23962" y="2922068"/>
              <a:ext cx="202669" cy="394640"/>
            </a:xfrm>
            <a:custGeom>
              <a:avLst/>
              <a:pathLst>
                <a:path w="202669" h="394640">
                  <a:moveTo>
                    <a:pt x="70877" y="903"/>
                  </a:moveTo>
                  <a:lnTo>
                    <a:pt x="71045" y="0"/>
                  </a:lnTo>
                  <a:lnTo>
                    <a:pt x="202669" y="21292"/>
                  </a:lnTo>
                  <a:lnTo>
                    <a:pt x="177515" y="154907"/>
                  </a:lnTo>
                  <a:lnTo>
                    <a:pt x="172258" y="183457"/>
                  </a:lnTo>
                  <a:lnTo>
                    <a:pt x="135183" y="392947"/>
                  </a:lnTo>
                  <a:lnTo>
                    <a:pt x="134884" y="394640"/>
                  </a:lnTo>
                  <a:lnTo>
                    <a:pt x="0" y="370834"/>
                  </a:lnTo>
                  <a:lnTo>
                    <a:pt x="18658" y="265027"/>
                  </a:lnTo>
                  <a:lnTo>
                    <a:pt x="18883" y="260427"/>
                  </a:lnTo>
                  <a:lnTo>
                    <a:pt x="32596" y="184349"/>
                  </a:lnTo>
                  <a:lnTo>
                    <a:pt x="37711" y="157035"/>
                  </a:lnTo>
                  <a:lnTo>
                    <a:pt x="52369" y="77634"/>
                  </a:lnTo>
                  <a:lnTo>
                    <a:pt x="54465" y="77440"/>
                  </a:lnTo>
                  <a:lnTo>
                    <a:pt x="63682" y="25681"/>
                  </a:lnTo>
                  <a:lnTo>
                    <a:pt x="66207" y="26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33328" y="2880290"/>
              <a:ext cx="31257" cy="58575"/>
            </a:xfrm>
            <a:custGeom>
              <a:avLst/>
              <a:pathLst>
                <a:path w="31257" h="58575">
                  <a:moveTo>
                    <a:pt x="7979" y="11580"/>
                  </a:moveTo>
                  <a:lnTo>
                    <a:pt x="9879" y="0"/>
                  </a:lnTo>
                  <a:lnTo>
                    <a:pt x="31257" y="3857"/>
                  </a:lnTo>
                  <a:lnTo>
                    <a:pt x="21622" y="58575"/>
                  </a:lnTo>
                  <a:lnTo>
                    <a:pt x="0" y="56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359572" y="2905810"/>
              <a:ext cx="31041" cy="46881"/>
            </a:xfrm>
            <a:custGeom>
              <a:avLst/>
              <a:pathLst>
                <a:path w="31041" h="46881">
                  <a:moveTo>
                    <a:pt x="0" y="44078"/>
                  </a:moveTo>
                  <a:lnTo>
                    <a:pt x="9126" y="0"/>
                  </a:lnTo>
                  <a:lnTo>
                    <a:pt x="31041" y="4635"/>
                  </a:lnTo>
                  <a:lnTo>
                    <a:pt x="22899" y="468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254262" y="2754789"/>
              <a:ext cx="33115" cy="69210"/>
            </a:xfrm>
            <a:custGeom>
              <a:avLst/>
              <a:pathLst>
                <a:path w="33115" h="69210">
                  <a:moveTo>
                    <a:pt x="0" y="65004"/>
                  </a:moveTo>
                  <a:lnTo>
                    <a:pt x="11513" y="0"/>
                  </a:lnTo>
                  <a:lnTo>
                    <a:pt x="33115" y="4374"/>
                  </a:lnTo>
                  <a:lnTo>
                    <a:pt x="21172" y="69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290934" y="2759886"/>
              <a:ext cx="42981" cy="24224"/>
            </a:xfrm>
            <a:custGeom>
              <a:avLst/>
              <a:pathLst>
                <a:path w="42981" h="24224">
                  <a:moveTo>
                    <a:pt x="0" y="16496"/>
                  </a:moveTo>
                  <a:lnTo>
                    <a:pt x="2614" y="0"/>
                  </a:lnTo>
                  <a:lnTo>
                    <a:pt x="42981" y="8041"/>
                  </a:lnTo>
                  <a:lnTo>
                    <a:pt x="40133" y="24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281841" y="2803712"/>
              <a:ext cx="71839" cy="34421"/>
            </a:xfrm>
            <a:custGeom>
              <a:avLst/>
              <a:pathLst>
                <a:path w="71839" h="34421">
                  <a:moveTo>
                    <a:pt x="0" y="21657"/>
                  </a:moveTo>
                  <a:lnTo>
                    <a:pt x="4201" y="628"/>
                  </a:lnTo>
                  <a:lnTo>
                    <a:pt x="4327" y="0"/>
                  </a:lnTo>
                  <a:lnTo>
                    <a:pt x="71839" y="12363"/>
                  </a:lnTo>
                  <a:lnTo>
                    <a:pt x="71765" y="12770"/>
                  </a:lnTo>
                  <a:lnTo>
                    <a:pt x="67502" y="34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244217" y="2827263"/>
              <a:ext cx="30037" cy="53577"/>
            </a:xfrm>
            <a:custGeom>
              <a:avLst/>
              <a:pathLst>
                <a:path w="30037" h="53577">
                  <a:moveTo>
                    <a:pt x="0" y="49441"/>
                  </a:moveTo>
                  <a:lnTo>
                    <a:pt x="8760" y="0"/>
                  </a:lnTo>
                  <a:lnTo>
                    <a:pt x="30037" y="4071"/>
                  </a:lnTo>
                  <a:lnTo>
                    <a:pt x="21166" y="5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266520" y="2831898"/>
              <a:ext cx="35488" cy="81505"/>
            </a:xfrm>
            <a:custGeom>
              <a:avLst/>
              <a:pathLst>
                <a:path w="35488" h="81505">
                  <a:moveTo>
                    <a:pt x="0" y="77852"/>
                  </a:moveTo>
                  <a:lnTo>
                    <a:pt x="14547" y="0"/>
                  </a:lnTo>
                  <a:lnTo>
                    <a:pt x="35488" y="4343"/>
                  </a:lnTo>
                  <a:lnTo>
                    <a:pt x="35370" y="4994"/>
                  </a:lnTo>
                  <a:lnTo>
                    <a:pt x="21421" y="81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375395" y="2858094"/>
              <a:ext cx="80091" cy="31674"/>
            </a:xfrm>
            <a:custGeom>
              <a:avLst/>
              <a:pathLst>
                <a:path w="80091" h="31674">
                  <a:moveTo>
                    <a:pt x="0" y="16253"/>
                  </a:moveTo>
                  <a:lnTo>
                    <a:pt x="2742" y="0"/>
                  </a:lnTo>
                  <a:lnTo>
                    <a:pt x="80091" y="15688"/>
                  </a:lnTo>
                  <a:lnTo>
                    <a:pt x="76466" y="31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391631" y="2882211"/>
              <a:ext cx="58533" cy="32724"/>
            </a:xfrm>
            <a:custGeom>
              <a:avLst/>
              <a:pathLst>
                <a:path w="58533" h="32724">
                  <a:moveTo>
                    <a:pt x="0" y="22071"/>
                  </a:moveTo>
                  <a:lnTo>
                    <a:pt x="4174" y="0"/>
                  </a:lnTo>
                  <a:lnTo>
                    <a:pt x="58533" y="11349"/>
                  </a:lnTo>
                  <a:lnTo>
                    <a:pt x="54616" y="32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452187" y="2894494"/>
              <a:ext cx="57606" cy="31999"/>
            </a:xfrm>
            <a:custGeom>
              <a:avLst/>
              <a:pathLst>
                <a:path w="57606" h="31999">
                  <a:moveTo>
                    <a:pt x="0" y="21799"/>
                  </a:moveTo>
                  <a:lnTo>
                    <a:pt x="4164" y="0"/>
                  </a:lnTo>
                  <a:lnTo>
                    <a:pt x="57606" y="10596"/>
                  </a:lnTo>
                  <a:lnTo>
                    <a:pt x="53580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67774" y="2725816"/>
              <a:ext cx="71514" cy="35165"/>
            </a:xfrm>
            <a:custGeom>
              <a:avLst/>
              <a:pathLst>
                <a:path w="71514" h="35165">
                  <a:moveTo>
                    <a:pt x="68027" y="35165"/>
                  </a:moveTo>
                  <a:lnTo>
                    <a:pt x="0" y="22103"/>
                  </a:lnTo>
                  <a:lnTo>
                    <a:pt x="3828" y="0"/>
                  </a:lnTo>
                  <a:lnTo>
                    <a:pt x="4236" y="78"/>
                  </a:lnTo>
                  <a:lnTo>
                    <a:pt x="71514" y="1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32727" y="2740019"/>
              <a:ext cx="34425" cy="70847"/>
            </a:xfrm>
            <a:custGeom>
              <a:avLst/>
              <a:pathLst>
                <a:path w="34425" h="70847">
                  <a:moveTo>
                    <a:pt x="0" y="66707"/>
                  </a:moveTo>
                  <a:lnTo>
                    <a:pt x="12998" y="0"/>
                  </a:lnTo>
                  <a:lnTo>
                    <a:pt x="34425" y="4462"/>
                  </a:lnTo>
                  <a:lnTo>
                    <a:pt x="21806" y="70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1038" y="2744733"/>
              <a:ext cx="33727" cy="71035"/>
            </a:xfrm>
            <a:custGeom>
              <a:avLst/>
              <a:pathLst>
                <a:path w="33727" h="71035">
                  <a:moveTo>
                    <a:pt x="0" y="66649"/>
                  </a:moveTo>
                  <a:lnTo>
                    <a:pt x="12381" y="0"/>
                  </a:lnTo>
                  <a:lnTo>
                    <a:pt x="33727" y="4055"/>
                  </a:lnTo>
                  <a:lnTo>
                    <a:pt x="21380" y="71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294439" y="2892487"/>
              <a:ext cx="31246" cy="26297"/>
            </a:xfrm>
            <a:custGeom>
              <a:avLst/>
              <a:pathLst>
                <a:path w="31246" h="26297">
                  <a:moveTo>
                    <a:pt x="0" y="21700"/>
                  </a:moveTo>
                  <a:lnTo>
                    <a:pt x="3856" y="0"/>
                  </a:lnTo>
                  <a:lnTo>
                    <a:pt x="31246" y="5297"/>
                  </a:lnTo>
                  <a:lnTo>
                    <a:pt x="27701" y="26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388367" y="2911520"/>
              <a:ext cx="29760" cy="44071"/>
            </a:xfrm>
            <a:custGeom>
              <a:avLst/>
              <a:pathLst>
                <a:path w="29760" h="44071">
                  <a:moveTo>
                    <a:pt x="0" y="41644"/>
                  </a:moveTo>
                  <a:lnTo>
                    <a:pt x="7782" y="0"/>
                  </a:lnTo>
                  <a:lnTo>
                    <a:pt x="29107" y="4597"/>
                  </a:lnTo>
                  <a:lnTo>
                    <a:pt x="29760" y="4738"/>
                  </a:lnTo>
                  <a:lnTo>
                    <a:pt x="21293" y="44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415567" y="2917298"/>
              <a:ext cx="28786" cy="40995"/>
            </a:xfrm>
            <a:custGeom>
              <a:avLst/>
              <a:pathLst>
                <a:path w="28786" h="40995">
                  <a:moveTo>
                    <a:pt x="0" y="38862"/>
                  </a:moveTo>
                  <a:lnTo>
                    <a:pt x="7902" y="0"/>
                  </a:lnTo>
                  <a:lnTo>
                    <a:pt x="28786" y="4065"/>
                  </a:lnTo>
                  <a:lnTo>
                    <a:pt x="22140" y="40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443735" y="2923408"/>
              <a:ext cx="33971" cy="39009"/>
            </a:xfrm>
            <a:custGeom>
              <a:avLst/>
              <a:pathLst>
                <a:path w="33971" h="39009">
                  <a:moveTo>
                    <a:pt x="33971" y="4817"/>
                  </a:moveTo>
                  <a:lnTo>
                    <a:pt x="27134" y="39009"/>
                  </a:lnTo>
                  <a:lnTo>
                    <a:pt x="12234" y="37291"/>
                  </a:lnTo>
                  <a:lnTo>
                    <a:pt x="0" y="35879"/>
                  </a:lnTo>
                  <a:lnTo>
                    <a:pt x="7512" y="0"/>
                  </a:lnTo>
                  <a:lnTo>
                    <a:pt x="19383" y="2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476369" y="2929124"/>
              <a:ext cx="28425" cy="36596"/>
            </a:xfrm>
            <a:custGeom>
              <a:avLst/>
              <a:pathLst>
                <a:path w="28425" h="36596">
                  <a:moveTo>
                    <a:pt x="0" y="33726"/>
                  </a:moveTo>
                  <a:lnTo>
                    <a:pt x="6792" y="0"/>
                  </a:lnTo>
                  <a:lnTo>
                    <a:pt x="28425" y="3408"/>
                  </a:lnTo>
                  <a:lnTo>
                    <a:pt x="21929" y="36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261915" y="2913438"/>
              <a:ext cx="25486" cy="28807"/>
            </a:xfrm>
            <a:custGeom>
              <a:avLst/>
              <a:pathLst>
                <a:path w="25486" h="28807">
                  <a:moveTo>
                    <a:pt x="0" y="26399"/>
                  </a:moveTo>
                  <a:lnTo>
                    <a:pt x="4058" y="0"/>
                  </a:lnTo>
                  <a:lnTo>
                    <a:pt x="25486" y="3348"/>
                  </a:lnTo>
                  <a:lnTo>
                    <a:pt x="22342" y="22216"/>
                  </a:lnTo>
                  <a:lnTo>
                    <a:pt x="21321" y="28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289171" y="2918747"/>
              <a:ext cx="68953" cy="30892"/>
            </a:xfrm>
            <a:custGeom>
              <a:avLst/>
              <a:pathLst>
                <a:path w="68953" h="30892">
                  <a:moveTo>
                    <a:pt x="0" y="23979"/>
                  </a:moveTo>
                  <a:lnTo>
                    <a:pt x="4046" y="0"/>
                  </a:lnTo>
                  <a:lnTo>
                    <a:pt x="68953" y="11118"/>
                  </a:lnTo>
                  <a:lnTo>
                    <a:pt x="64969" y="3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323750" y="2898075"/>
              <a:ext cx="38352" cy="27483"/>
            </a:xfrm>
            <a:custGeom>
              <a:avLst/>
              <a:pathLst>
                <a:path w="38352" h="27483">
                  <a:moveTo>
                    <a:pt x="38352" y="6860"/>
                  </a:moveTo>
                  <a:lnTo>
                    <a:pt x="34478" y="27483"/>
                  </a:lnTo>
                  <a:lnTo>
                    <a:pt x="0" y="21209"/>
                  </a:lnTo>
                  <a:lnTo>
                    <a:pt x="3413" y="0"/>
                  </a:lnTo>
                  <a:lnTo>
                    <a:pt x="3712" y="58"/>
                  </a:lnTo>
                  <a:lnTo>
                    <a:pt x="15918" y="2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287188" y="2780393"/>
              <a:ext cx="41412" cy="25354"/>
            </a:xfrm>
            <a:custGeom>
              <a:avLst/>
              <a:pathLst>
                <a:path w="41412" h="25354">
                  <a:moveTo>
                    <a:pt x="41412" y="7939"/>
                  </a:moveTo>
                  <a:lnTo>
                    <a:pt x="38009" y="25354"/>
                  </a:lnTo>
                  <a:lnTo>
                    <a:pt x="11038" y="20140"/>
                  </a:lnTo>
                  <a:lnTo>
                    <a:pt x="0" y="18005"/>
                  </a:lnTo>
                  <a:lnTo>
                    <a:pt x="3287" y="0"/>
                  </a:lnTo>
                  <a:lnTo>
                    <a:pt x="14496" y="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405123" y="2800391"/>
              <a:ext cx="37467" cy="23677"/>
            </a:xfrm>
            <a:custGeom>
              <a:avLst/>
              <a:pathLst>
                <a:path w="37467" h="23677">
                  <a:moveTo>
                    <a:pt x="3493" y="0"/>
                  </a:moveTo>
                  <a:lnTo>
                    <a:pt x="37467" y="7072"/>
                  </a:lnTo>
                  <a:lnTo>
                    <a:pt x="34053" y="23677"/>
                  </a:lnTo>
                  <a:lnTo>
                    <a:pt x="0" y="16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401321" y="2822259"/>
              <a:ext cx="37149" cy="22829"/>
            </a:xfrm>
            <a:custGeom>
              <a:avLst/>
              <a:pathLst>
                <a:path w="37149" h="22829">
                  <a:moveTo>
                    <a:pt x="3034" y="0"/>
                  </a:moveTo>
                  <a:lnTo>
                    <a:pt x="37149" y="6555"/>
                  </a:lnTo>
                  <a:lnTo>
                    <a:pt x="33720" y="22829"/>
                  </a:lnTo>
                  <a:lnTo>
                    <a:pt x="0" y="16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440655" y="2798284"/>
              <a:ext cx="24907" cy="50234"/>
            </a:xfrm>
            <a:custGeom>
              <a:avLst/>
              <a:pathLst>
                <a:path w="24907" h="50234">
                  <a:moveTo>
                    <a:pt x="0" y="47273"/>
                  </a:moveTo>
                  <a:lnTo>
                    <a:pt x="8546" y="0"/>
                  </a:lnTo>
                  <a:lnTo>
                    <a:pt x="9573" y="175"/>
                  </a:lnTo>
                  <a:lnTo>
                    <a:pt x="24907" y="2796"/>
                  </a:lnTo>
                  <a:lnTo>
                    <a:pt x="20724" y="24509"/>
                  </a:lnTo>
                  <a:lnTo>
                    <a:pt x="15768" y="5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59045" y="2802314"/>
              <a:ext cx="25402" cy="50416"/>
            </a:xfrm>
            <a:custGeom>
              <a:avLst/>
              <a:pathLst>
                <a:path w="25402" h="50416">
                  <a:moveTo>
                    <a:pt x="0" y="47370"/>
                  </a:moveTo>
                  <a:lnTo>
                    <a:pt x="9486" y="0"/>
                  </a:lnTo>
                  <a:lnTo>
                    <a:pt x="25402" y="2889"/>
                  </a:lnTo>
                  <a:lnTo>
                    <a:pt x="16712" y="50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305405" y="2750189"/>
              <a:ext cx="212353" cy="131379"/>
            </a:xfrm>
            <a:custGeom>
              <a:avLst/>
              <a:pathLst>
                <a:path w="212353" h="131379">
                  <a:moveTo>
                    <a:pt x="209266" y="130910"/>
                  </a:moveTo>
                  <a:lnTo>
                    <a:pt x="209170" y="131379"/>
                  </a:lnTo>
                  <a:lnTo>
                    <a:pt x="169612" y="123570"/>
                  </a:lnTo>
                  <a:lnTo>
                    <a:pt x="68815" y="103674"/>
                  </a:lnTo>
                  <a:lnTo>
                    <a:pt x="66098" y="121054"/>
                  </a:lnTo>
                  <a:lnTo>
                    <a:pt x="0" y="109043"/>
                  </a:lnTo>
                  <a:lnTo>
                    <a:pt x="3923" y="87976"/>
                  </a:lnTo>
                  <a:lnTo>
                    <a:pt x="45484" y="95121"/>
                  </a:lnTo>
                  <a:lnTo>
                    <a:pt x="45652" y="94315"/>
                  </a:lnTo>
                  <a:lnTo>
                    <a:pt x="51638" y="65621"/>
                  </a:lnTo>
                  <a:lnTo>
                    <a:pt x="52684" y="65831"/>
                  </a:lnTo>
                  <a:lnTo>
                    <a:pt x="81796" y="71674"/>
                  </a:lnTo>
                  <a:lnTo>
                    <a:pt x="94513" y="0"/>
                  </a:lnTo>
                  <a:lnTo>
                    <a:pt x="107450" y="2447"/>
                  </a:lnTo>
                  <a:lnTo>
                    <a:pt x="95387" y="70973"/>
                  </a:lnTo>
                  <a:lnTo>
                    <a:pt x="94668" y="75053"/>
                  </a:lnTo>
                  <a:lnTo>
                    <a:pt x="92987" y="74756"/>
                  </a:lnTo>
                  <a:lnTo>
                    <a:pt x="89778" y="91367"/>
                  </a:lnTo>
                  <a:lnTo>
                    <a:pt x="90586" y="91529"/>
                  </a:lnTo>
                  <a:lnTo>
                    <a:pt x="212353" y="11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449972" y="2780492"/>
              <a:ext cx="37950" cy="21244"/>
            </a:xfrm>
            <a:custGeom>
              <a:avLst/>
              <a:pathLst>
                <a:path w="37950" h="21244">
                  <a:moveTo>
                    <a:pt x="0" y="14063"/>
                  </a:moveTo>
                  <a:lnTo>
                    <a:pt x="2903" y="0"/>
                  </a:lnTo>
                  <a:lnTo>
                    <a:pt x="37950" y="7332"/>
                  </a:lnTo>
                  <a:lnTo>
                    <a:pt x="35168" y="21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479543" y="2837261"/>
              <a:ext cx="42052" cy="23970"/>
            </a:xfrm>
            <a:custGeom>
              <a:avLst/>
              <a:pathLst>
                <a:path w="42052" h="23970">
                  <a:moveTo>
                    <a:pt x="0" y="16165"/>
                  </a:moveTo>
                  <a:lnTo>
                    <a:pt x="2963" y="0"/>
                  </a:lnTo>
                  <a:lnTo>
                    <a:pt x="42052" y="7126"/>
                  </a:lnTo>
                  <a:lnTo>
                    <a:pt x="38915" y="23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505849" y="2801235"/>
              <a:ext cx="23660" cy="39616"/>
            </a:xfrm>
            <a:custGeom>
              <a:avLst/>
              <a:pathLst>
                <a:path w="23660" h="39616">
                  <a:moveTo>
                    <a:pt x="6837" y="3744"/>
                  </a:moveTo>
                  <a:lnTo>
                    <a:pt x="7616" y="0"/>
                  </a:lnTo>
                  <a:lnTo>
                    <a:pt x="23660" y="2602"/>
                  </a:lnTo>
                  <a:lnTo>
                    <a:pt x="16298" y="39616"/>
                  </a:lnTo>
                  <a:lnTo>
                    <a:pt x="0" y="3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457252" y="2874826"/>
              <a:ext cx="56594" cy="26971"/>
            </a:xfrm>
            <a:custGeom>
              <a:avLst/>
              <a:pathLst>
                <a:path w="56594" h="26971">
                  <a:moveTo>
                    <a:pt x="0" y="16059"/>
                  </a:moveTo>
                  <a:lnTo>
                    <a:pt x="3048" y="0"/>
                  </a:lnTo>
                  <a:lnTo>
                    <a:pt x="56594" y="11075"/>
                  </a:lnTo>
                  <a:lnTo>
                    <a:pt x="53679" y="2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483445" y="2769550"/>
              <a:ext cx="30315" cy="68114"/>
            </a:xfrm>
            <a:custGeom>
              <a:avLst/>
              <a:pathLst>
                <a:path w="30315" h="68114">
                  <a:moveTo>
                    <a:pt x="0" y="64787"/>
                  </a:moveTo>
                  <a:lnTo>
                    <a:pt x="12568" y="1510"/>
                  </a:lnTo>
                  <a:lnTo>
                    <a:pt x="12906" y="0"/>
                  </a:lnTo>
                  <a:lnTo>
                    <a:pt x="30315" y="3234"/>
                  </a:lnTo>
                  <a:lnTo>
                    <a:pt x="18377" y="68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408661" y="2753333"/>
              <a:ext cx="24869" cy="45373"/>
            </a:xfrm>
            <a:custGeom>
              <a:avLst/>
              <a:pathLst>
                <a:path w="24869" h="45373">
                  <a:moveTo>
                    <a:pt x="8479" y="0"/>
                  </a:moveTo>
                  <a:lnTo>
                    <a:pt x="24869" y="3107"/>
                  </a:lnTo>
                  <a:lnTo>
                    <a:pt x="15863" y="45373"/>
                  </a:lnTo>
                  <a:lnTo>
                    <a:pt x="0" y="42353"/>
                  </a:lnTo>
                  <a:lnTo>
                    <a:pt x="4034" y="21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427362" y="2756763"/>
              <a:ext cx="25152" cy="46179"/>
            </a:xfrm>
            <a:custGeom>
              <a:avLst/>
              <a:pathLst>
                <a:path w="25152" h="46179">
                  <a:moveTo>
                    <a:pt x="25152" y="3554"/>
                  </a:moveTo>
                  <a:lnTo>
                    <a:pt x="16539" y="46179"/>
                  </a:lnTo>
                  <a:lnTo>
                    <a:pt x="0" y="42369"/>
                  </a:lnTo>
                  <a:lnTo>
                    <a:pt x="8757" y="1607"/>
                  </a:lnTo>
                  <a:lnTo>
                    <a:pt x="9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453702" y="2761308"/>
              <a:ext cx="19739" cy="19596"/>
            </a:xfrm>
            <a:custGeom>
              <a:avLst/>
              <a:pathLst>
                <a:path w="19739" h="19596">
                  <a:moveTo>
                    <a:pt x="0" y="16372"/>
                  </a:moveTo>
                  <a:lnTo>
                    <a:pt x="3133" y="0"/>
                  </a:lnTo>
                  <a:lnTo>
                    <a:pt x="19739" y="3528"/>
                  </a:lnTo>
                  <a:lnTo>
                    <a:pt x="16471" y="19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473449" y="2765266"/>
              <a:ext cx="18906" cy="19280"/>
            </a:xfrm>
            <a:custGeom>
              <a:avLst/>
              <a:pathLst>
                <a:path w="18906" h="19280">
                  <a:moveTo>
                    <a:pt x="0" y="16059"/>
                  </a:moveTo>
                  <a:lnTo>
                    <a:pt x="3131" y="0"/>
                  </a:lnTo>
                  <a:lnTo>
                    <a:pt x="18234" y="3163"/>
                  </a:lnTo>
                  <a:lnTo>
                    <a:pt x="18906" y="3304"/>
                  </a:lnTo>
                  <a:lnTo>
                    <a:pt x="15575" y="1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514347" y="2773903"/>
              <a:ext cx="20685" cy="25920"/>
            </a:xfrm>
            <a:custGeom>
              <a:avLst/>
              <a:pathLst>
                <a:path w="20685" h="25920">
                  <a:moveTo>
                    <a:pt x="0" y="23097"/>
                  </a:moveTo>
                  <a:lnTo>
                    <a:pt x="2427" y="9141"/>
                  </a:lnTo>
                  <a:lnTo>
                    <a:pt x="4017" y="0"/>
                  </a:lnTo>
                  <a:lnTo>
                    <a:pt x="20685" y="3439"/>
                  </a:lnTo>
                  <a:lnTo>
                    <a:pt x="16305" y="25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370017" y="2878459"/>
              <a:ext cx="23276" cy="25301"/>
            </a:xfrm>
            <a:custGeom>
              <a:avLst/>
              <a:pathLst>
                <a:path w="23276" h="25301">
                  <a:moveTo>
                    <a:pt x="23276" y="3306"/>
                  </a:moveTo>
                  <a:lnTo>
                    <a:pt x="19061" y="25301"/>
                  </a:lnTo>
                  <a:lnTo>
                    <a:pt x="0" y="21204"/>
                  </a:lnTo>
                  <a:lnTo>
                    <a:pt x="4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299848" y="2864939"/>
              <a:ext cx="68528" cy="33717"/>
            </a:xfrm>
            <a:custGeom>
              <a:avLst/>
              <a:pathLst>
                <a:path w="68528" h="33717">
                  <a:moveTo>
                    <a:pt x="68528" y="12426"/>
                  </a:moveTo>
                  <a:lnTo>
                    <a:pt x="63783" y="33717"/>
                  </a:lnTo>
                  <a:lnTo>
                    <a:pt x="0" y="21132"/>
                  </a:lnTo>
                  <a:lnTo>
                    <a:pt x="364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181456" y="2364141"/>
              <a:ext cx="146049" cy="76180"/>
            </a:xfrm>
            <a:custGeom>
              <a:avLst/>
              <a:pathLst>
                <a:path w="146049" h="76180">
                  <a:moveTo>
                    <a:pt x="136672" y="76180"/>
                  </a:moveTo>
                  <a:lnTo>
                    <a:pt x="62049" y="61992"/>
                  </a:lnTo>
                  <a:lnTo>
                    <a:pt x="0" y="52258"/>
                  </a:lnTo>
                  <a:lnTo>
                    <a:pt x="683" y="46810"/>
                  </a:lnTo>
                  <a:lnTo>
                    <a:pt x="5979" y="17607"/>
                  </a:lnTo>
                  <a:lnTo>
                    <a:pt x="10815" y="0"/>
                  </a:lnTo>
                  <a:lnTo>
                    <a:pt x="32839" y="4705"/>
                  </a:lnTo>
                  <a:lnTo>
                    <a:pt x="33567" y="2767"/>
                  </a:lnTo>
                  <a:lnTo>
                    <a:pt x="34161" y="1188"/>
                  </a:lnTo>
                  <a:lnTo>
                    <a:pt x="47721" y="3188"/>
                  </a:lnTo>
                  <a:lnTo>
                    <a:pt x="91403" y="11624"/>
                  </a:lnTo>
                  <a:lnTo>
                    <a:pt x="146049" y="23383"/>
                  </a:lnTo>
                  <a:lnTo>
                    <a:pt x="137457" y="72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396604" y="3193424"/>
              <a:ext cx="60219" cy="65029"/>
            </a:xfrm>
            <a:custGeom>
              <a:avLst/>
              <a:pathLst>
                <a:path w="60219" h="65029">
                  <a:moveTo>
                    <a:pt x="0" y="55167"/>
                  </a:moveTo>
                  <a:lnTo>
                    <a:pt x="9484" y="0"/>
                  </a:lnTo>
                  <a:lnTo>
                    <a:pt x="42311" y="5008"/>
                  </a:lnTo>
                  <a:lnTo>
                    <a:pt x="60219" y="7738"/>
                  </a:lnTo>
                  <a:lnTo>
                    <a:pt x="55550" y="32267"/>
                  </a:lnTo>
                  <a:lnTo>
                    <a:pt x="49314" y="65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313925" y="2394837"/>
              <a:ext cx="183674" cy="131245"/>
            </a:xfrm>
            <a:custGeom>
              <a:avLst/>
              <a:pathLst>
                <a:path w="183674" h="131245">
                  <a:moveTo>
                    <a:pt x="141473" y="131245"/>
                  </a:moveTo>
                  <a:lnTo>
                    <a:pt x="0" y="103593"/>
                  </a:lnTo>
                  <a:lnTo>
                    <a:pt x="19136" y="0"/>
                  </a:lnTo>
                  <a:lnTo>
                    <a:pt x="58781" y="7798"/>
                  </a:lnTo>
                  <a:lnTo>
                    <a:pt x="40404" y="100302"/>
                  </a:lnTo>
                  <a:lnTo>
                    <a:pt x="44379" y="101277"/>
                  </a:lnTo>
                  <a:lnTo>
                    <a:pt x="61658" y="10225"/>
                  </a:lnTo>
                  <a:lnTo>
                    <a:pt x="61742" y="9745"/>
                  </a:lnTo>
                  <a:lnTo>
                    <a:pt x="183674" y="34520"/>
                  </a:lnTo>
                  <a:lnTo>
                    <a:pt x="179075" y="58800"/>
                  </a:lnTo>
                  <a:lnTo>
                    <a:pt x="157994" y="54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486642" y="2429360"/>
              <a:ext cx="32574" cy="83214"/>
            </a:xfrm>
            <a:custGeom>
              <a:avLst/>
              <a:pathLst>
                <a:path w="32574" h="83214">
                  <a:moveTo>
                    <a:pt x="0" y="79665"/>
                  </a:moveTo>
                  <a:lnTo>
                    <a:pt x="14421" y="0"/>
                  </a:lnTo>
                  <a:lnTo>
                    <a:pt x="32574" y="3277"/>
                  </a:lnTo>
                  <a:lnTo>
                    <a:pt x="17669" y="83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468656" y="2454618"/>
              <a:ext cx="23933" cy="35670"/>
            </a:xfrm>
            <a:custGeom>
              <a:avLst/>
              <a:pathLst>
                <a:path w="23933" h="35670">
                  <a:moveTo>
                    <a:pt x="17833" y="35670"/>
                  </a:moveTo>
                  <a:lnTo>
                    <a:pt x="0" y="31711"/>
                  </a:lnTo>
                  <a:lnTo>
                    <a:pt x="6443" y="0"/>
                  </a:lnTo>
                  <a:lnTo>
                    <a:pt x="23933" y="3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459649" y="2508184"/>
              <a:ext cx="44107" cy="25873"/>
            </a:xfrm>
            <a:custGeom>
              <a:avLst/>
              <a:pathLst>
                <a:path w="44107" h="25873">
                  <a:moveTo>
                    <a:pt x="40844" y="25873"/>
                  </a:moveTo>
                  <a:lnTo>
                    <a:pt x="0" y="18196"/>
                  </a:lnTo>
                  <a:lnTo>
                    <a:pt x="3568" y="0"/>
                  </a:lnTo>
                  <a:lnTo>
                    <a:pt x="44107" y="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504317" y="2432886"/>
              <a:ext cx="93228" cy="114723"/>
            </a:xfrm>
            <a:custGeom>
              <a:avLst/>
              <a:pathLst>
                <a:path w="93228" h="114723">
                  <a:moveTo>
                    <a:pt x="77827" y="97327"/>
                  </a:moveTo>
                  <a:lnTo>
                    <a:pt x="74496" y="114723"/>
                  </a:lnTo>
                  <a:lnTo>
                    <a:pt x="14589" y="103565"/>
                  </a:lnTo>
                  <a:lnTo>
                    <a:pt x="9188" y="102459"/>
                  </a:lnTo>
                  <a:lnTo>
                    <a:pt x="0" y="100785"/>
                  </a:lnTo>
                  <a:lnTo>
                    <a:pt x="14552" y="21175"/>
                  </a:lnTo>
                  <a:lnTo>
                    <a:pt x="18232" y="0"/>
                  </a:lnTo>
                  <a:lnTo>
                    <a:pt x="27815" y="1780"/>
                  </a:lnTo>
                  <a:lnTo>
                    <a:pt x="34447" y="3214"/>
                  </a:lnTo>
                  <a:lnTo>
                    <a:pt x="41382" y="4714"/>
                  </a:lnTo>
                  <a:lnTo>
                    <a:pt x="73366" y="11632"/>
                  </a:lnTo>
                  <a:lnTo>
                    <a:pt x="93228" y="16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452181" y="2576620"/>
              <a:ext cx="62863" cy="27773"/>
            </a:xfrm>
            <a:custGeom>
              <a:avLst/>
              <a:pathLst>
                <a:path w="62863" h="27773">
                  <a:moveTo>
                    <a:pt x="3091" y="0"/>
                  </a:moveTo>
                  <a:lnTo>
                    <a:pt x="62863" y="10740"/>
                  </a:lnTo>
                  <a:lnTo>
                    <a:pt x="59668" y="27773"/>
                  </a:lnTo>
                  <a:lnTo>
                    <a:pt x="7818" y="19067"/>
                  </a:lnTo>
                  <a:lnTo>
                    <a:pt x="0" y="17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330979" y="2524300"/>
              <a:ext cx="54626" cy="30353"/>
            </a:xfrm>
            <a:custGeom>
              <a:avLst/>
              <a:pathLst>
                <a:path w="54626" h="30353">
                  <a:moveTo>
                    <a:pt x="0" y="20205"/>
                  </a:moveTo>
                  <a:lnTo>
                    <a:pt x="3479" y="0"/>
                  </a:lnTo>
                  <a:lnTo>
                    <a:pt x="54626" y="10124"/>
                  </a:lnTo>
                  <a:lnTo>
                    <a:pt x="50815" y="3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318317" y="2601278"/>
              <a:ext cx="93611" cy="29621"/>
            </a:xfrm>
            <a:custGeom>
              <a:avLst/>
              <a:pathLst>
                <a:path w="93611" h="29621">
                  <a:moveTo>
                    <a:pt x="0" y="10791"/>
                  </a:moveTo>
                  <a:lnTo>
                    <a:pt x="2112" y="0"/>
                  </a:lnTo>
                  <a:lnTo>
                    <a:pt x="93611" y="19322"/>
                  </a:lnTo>
                  <a:lnTo>
                    <a:pt x="91147" y="29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322058" y="2574177"/>
              <a:ext cx="57611" cy="31183"/>
            </a:xfrm>
            <a:custGeom>
              <a:avLst/>
              <a:pathLst>
                <a:path w="57611" h="31183">
                  <a:moveTo>
                    <a:pt x="0" y="20485"/>
                  </a:moveTo>
                  <a:lnTo>
                    <a:pt x="3667" y="0"/>
                  </a:lnTo>
                  <a:lnTo>
                    <a:pt x="57611" y="11846"/>
                  </a:lnTo>
                  <a:lnTo>
                    <a:pt x="53614" y="3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326887" y="2551642"/>
              <a:ext cx="95134" cy="35964"/>
            </a:xfrm>
            <a:custGeom>
              <a:avLst/>
              <a:pathLst>
                <a:path w="95134" h="35964">
                  <a:moveTo>
                    <a:pt x="0" y="16154"/>
                  </a:moveTo>
                  <a:lnTo>
                    <a:pt x="3162" y="0"/>
                  </a:lnTo>
                  <a:lnTo>
                    <a:pt x="95134" y="17904"/>
                  </a:lnTo>
                  <a:lnTo>
                    <a:pt x="91777" y="35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335621" y="2506681"/>
              <a:ext cx="95330" cy="29399"/>
            </a:xfrm>
            <a:custGeom>
              <a:avLst/>
              <a:pathLst>
                <a:path w="95330" h="29399">
                  <a:moveTo>
                    <a:pt x="92977" y="29399"/>
                  </a:moveTo>
                  <a:lnTo>
                    <a:pt x="0" y="10986"/>
                  </a:lnTo>
                  <a:lnTo>
                    <a:pt x="1806" y="0"/>
                  </a:lnTo>
                  <a:lnTo>
                    <a:pt x="18440" y="3405"/>
                  </a:lnTo>
                  <a:lnTo>
                    <a:pt x="95330" y="1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377487" y="2586446"/>
              <a:ext cx="39987" cy="27235"/>
            </a:xfrm>
            <a:custGeom>
              <a:avLst/>
              <a:pathLst>
                <a:path w="39987" h="27235">
                  <a:moveTo>
                    <a:pt x="37859" y="18081"/>
                  </a:moveTo>
                  <a:lnTo>
                    <a:pt x="36018" y="27235"/>
                  </a:lnTo>
                  <a:lnTo>
                    <a:pt x="20736" y="23950"/>
                  </a:lnTo>
                  <a:lnTo>
                    <a:pt x="19701" y="23728"/>
                  </a:lnTo>
                  <a:lnTo>
                    <a:pt x="0" y="19493"/>
                  </a:lnTo>
                  <a:lnTo>
                    <a:pt x="4215" y="0"/>
                  </a:lnTo>
                  <a:lnTo>
                    <a:pt x="24201" y="4192"/>
                  </a:lnTo>
                  <a:lnTo>
                    <a:pt x="24872" y="4333"/>
                  </a:lnTo>
                  <a:lnTo>
                    <a:pt x="39987" y="7504"/>
                  </a:lnTo>
                  <a:lnTo>
                    <a:pt x="38055" y="1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385932" y="2535313"/>
              <a:ext cx="40715" cy="28365"/>
            </a:xfrm>
            <a:custGeom>
              <a:avLst/>
              <a:pathLst>
                <a:path w="40715" h="28365">
                  <a:moveTo>
                    <a:pt x="40715" y="7158"/>
                  </a:moveTo>
                  <a:lnTo>
                    <a:pt x="37111" y="28365"/>
                  </a:lnTo>
                  <a:lnTo>
                    <a:pt x="21798" y="25336"/>
                  </a:lnTo>
                  <a:lnTo>
                    <a:pt x="20855" y="25150"/>
                  </a:lnTo>
                  <a:lnTo>
                    <a:pt x="0" y="21025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547674" y="2547839"/>
              <a:ext cx="30114" cy="52230"/>
            </a:xfrm>
            <a:custGeom>
              <a:avLst/>
              <a:pathLst>
                <a:path w="30114" h="52230">
                  <a:moveTo>
                    <a:pt x="0" y="47773"/>
                  </a:moveTo>
                  <a:lnTo>
                    <a:pt x="8594" y="0"/>
                  </a:lnTo>
                  <a:lnTo>
                    <a:pt x="30114" y="4393"/>
                  </a:lnTo>
                  <a:lnTo>
                    <a:pt x="20476" y="52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536472" y="2607670"/>
              <a:ext cx="29808" cy="51548"/>
            </a:xfrm>
            <a:custGeom>
              <a:avLst/>
              <a:pathLst>
                <a:path w="29808" h="51548">
                  <a:moveTo>
                    <a:pt x="0" y="47465"/>
                  </a:moveTo>
                  <a:lnTo>
                    <a:pt x="8775" y="0"/>
                  </a:lnTo>
                  <a:lnTo>
                    <a:pt x="29808" y="4830"/>
                  </a:lnTo>
                  <a:lnTo>
                    <a:pt x="21099" y="50273"/>
                  </a:lnTo>
                  <a:lnTo>
                    <a:pt x="20850" y="51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433619" y="2525327"/>
              <a:ext cx="65834" cy="23127"/>
            </a:xfrm>
            <a:custGeom>
              <a:avLst/>
              <a:pathLst>
                <a:path w="65834" h="23127">
                  <a:moveTo>
                    <a:pt x="65834" y="12165"/>
                  </a:moveTo>
                  <a:lnTo>
                    <a:pt x="63762" y="23127"/>
                  </a:lnTo>
                  <a:lnTo>
                    <a:pt x="0" y="11069"/>
                  </a:lnTo>
                  <a:lnTo>
                    <a:pt x="2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501156" y="2537963"/>
              <a:ext cx="48451" cy="19890"/>
            </a:xfrm>
            <a:custGeom>
              <a:avLst/>
              <a:pathLst>
                <a:path w="48451" h="19890">
                  <a:moveTo>
                    <a:pt x="0" y="11315"/>
                  </a:moveTo>
                  <a:lnTo>
                    <a:pt x="138" y="10442"/>
                  </a:lnTo>
                  <a:lnTo>
                    <a:pt x="1797" y="0"/>
                  </a:lnTo>
                  <a:lnTo>
                    <a:pt x="48451" y="8725"/>
                  </a:lnTo>
                  <a:lnTo>
                    <a:pt x="46420" y="1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416093" y="2621959"/>
              <a:ext cx="63642" cy="22968"/>
            </a:xfrm>
            <a:custGeom>
              <a:avLst/>
              <a:pathLst>
                <a:path w="63642" h="22968">
                  <a:moveTo>
                    <a:pt x="0" y="10361"/>
                  </a:moveTo>
                  <a:lnTo>
                    <a:pt x="1901" y="0"/>
                  </a:lnTo>
                  <a:lnTo>
                    <a:pt x="37762" y="7497"/>
                  </a:lnTo>
                  <a:lnTo>
                    <a:pt x="63642" y="12884"/>
                  </a:lnTo>
                  <a:lnTo>
                    <a:pt x="61718" y="22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482698" y="2635546"/>
              <a:ext cx="48550" cy="18610"/>
            </a:xfrm>
            <a:custGeom>
              <a:avLst/>
              <a:pathLst>
                <a:path w="48550" h="18610">
                  <a:moveTo>
                    <a:pt x="0" y="10382"/>
                  </a:moveTo>
                  <a:lnTo>
                    <a:pt x="1807" y="0"/>
                  </a:lnTo>
                  <a:lnTo>
                    <a:pt x="48550" y="8501"/>
                  </a:lnTo>
                  <a:lnTo>
                    <a:pt x="46754" y="18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419161" y="2543694"/>
              <a:ext cx="35295" cy="76429"/>
            </a:xfrm>
            <a:custGeom>
              <a:avLst/>
              <a:pathLst>
                <a:path w="35295" h="76429">
                  <a:moveTo>
                    <a:pt x="0" y="71266"/>
                  </a:moveTo>
                  <a:lnTo>
                    <a:pt x="6448" y="40857"/>
                  </a:lnTo>
                  <a:lnTo>
                    <a:pt x="13504" y="0"/>
                  </a:lnTo>
                  <a:lnTo>
                    <a:pt x="35295" y="4361"/>
                  </a:lnTo>
                  <a:lnTo>
                    <a:pt x="21739" y="76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446858" y="2600313"/>
              <a:ext cx="89623" cy="36550"/>
            </a:xfrm>
            <a:custGeom>
              <a:avLst/>
              <a:pathLst>
                <a:path w="89623" h="36550">
                  <a:moveTo>
                    <a:pt x="0" y="21646"/>
                  </a:moveTo>
                  <a:lnTo>
                    <a:pt x="4670" y="0"/>
                  </a:lnTo>
                  <a:lnTo>
                    <a:pt x="89623" y="14724"/>
                  </a:lnTo>
                  <a:lnTo>
                    <a:pt x="85939" y="36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456093" y="2549030"/>
              <a:ext cx="89946" cy="36858"/>
            </a:xfrm>
            <a:custGeom>
              <a:avLst/>
              <a:pathLst>
                <a:path w="89946" h="36858">
                  <a:moveTo>
                    <a:pt x="0" y="21006"/>
                  </a:moveTo>
                  <a:lnTo>
                    <a:pt x="3483" y="0"/>
                  </a:lnTo>
                  <a:lnTo>
                    <a:pt x="89946" y="15650"/>
                  </a:lnTo>
                  <a:lnTo>
                    <a:pt x="85705" y="36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515123" y="2587932"/>
              <a:ext cx="25761" cy="20850"/>
            </a:xfrm>
            <a:custGeom>
              <a:avLst/>
              <a:pathLst>
                <a:path w="25761" h="20850">
                  <a:moveTo>
                    <a:pt x="23595" y="15675"/>
                  </a:moveTo>
                  <a:lnTo>
                    <a:pt x="22630" y="20850"/>
                  </a:lnTo>
                  <a:lnTo>
                    <a:pt x="11781" y="18938"/>
                  </a:lnTo>
                  <a:lnTo>
                    <a:pt x="10832" y="18771"/>
                  </a:lnTo>
                  <a:lnTo>
                    <a:pt x="0" y="16863"/>
                  </a:lnTo>
                  <a:lnTo>
                    <a:pt x="2697" y="0"/>
                  </a:lnTo>
                  <a:lnTo>
                    <a:pt x="13874" y="1967"/>
                  </a:lnTo>
                  <a:lnTo>
                    <a:pt x="14591" y="2093"/>
                  </a:lnTo>
                  <a:lnTo>
                    <a:pt x="25761" y="4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274024" y="2610969"/>
              <a:ext cx="282341" cy="155357"/>
            </a:xfrm>
            <a:custGeom>
              <a:avLst/>
              <a:pathLst>
                <a:path w="282341" h="155357">
                  <a:moveTo>
                    <a:pt x="0" y="101491"/>
                  </a:moveTo>
                  <a:lnTo>
                    <a:pt x="18974" y="0"/>
                  </a:lnTo>
                  <a:lnTo>
                    <a:pt x="282341" y="52918"/>
                  </a:lnTo>
                  <a:lnTo>
                    <a:pt x="265678" y="138865"/>
                  </a:lnTo>
                  <a:lnTo>
                    <a:pt x="262480" y="155357"/>
                  </a:lnTo>
                  <a:lnTo>
                    <a:pt x="822" y="109256"/>
                  </a:lnTo>
                  <a:lnTo>
                    <a:pt x="2170" y="103736"/>
                  </a:lnTo>
                  <a:lnTo>
                    <a:pt x="738" y="102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295412" y="2557410"/>
              <a:ext cx="25481" cy="53129"/>
            </a:xfrm>
            <a:custGeom>
              <a:avLst/>
              <a:pathLst>
                <a:path w="25481" h="53129">
                  <a:moveTo>
                    <a:pt x="25481" y="3450"/>
                  </a:moveTo>
                  <a:lnTo>
                    <a:pt x="16246" y="53129"/>
                  </a:lnTo>
                  <a:lnTo>
                    <a:pt x="0" y="49583"/>
                  </a:lnTo>
                  <a:lnTo>
                    <a:pt x="92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304991" y="2501435"/>
              <a:ext cx="26324" cy="51561"/>
            </a:xfrm>
            <a:custGeom>
              <a:avLst/>
              <a:pathLst>
                <a:path w="26324" h="51561">
                  <a:moveTo>
                    <a:pt x="26324" y="3952"/>
                  </a:moveTo>
                  <a:lnTo>
                    <a:pt x="17488" y="51561"/>
                  </a:lnTo>
                  <a:lnTo>
                    <a:pt x="0" y="48447"/>
                  </a:lnTo>
                  <a:lnTo>
                    <a:pt x="87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465121" y="2488694"/>
              <a:ext cx="20867" cy="19130"/>
            </a:xfrm>
            <a:custGeom>
              <a:avLst/>
              <a:pathLst>
                <a:path w="20867" h="19130">
                  <a:moveTo>
                    <a:pt x="0" y="15033"/>
                  </a:moveTo>
                  <a:lnTo>
                    <a:pt x="3054" y="0"/>
                  </a:lnTo>
                  <a:lnTo>
                    <a:pt x="4129" y="256"/>
                  </a:lnTo>
                  <a:lnTo>
                    <a:pt x="20867" y="4246"/>
                  </a:lnTo>
                  <a:lnTo>
                    <a:pt x="20586" y="5736"/>
                  </a:lnTo>
                  <a:lnTo>
                    <a:pt x="18054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85321" y="3574940"/>
              <a:ext cx="52811" cy="44802"/>
            </a:xfrm>
            <a:custGeom>
              <a:avLst/>
              <a:pathLst>
                <a:path w="52811" h="44802">
                  <a:moveTo>
                    <a:pt x="10628" y="44802"/>
                  </a:moveTo>
                  <a:lnTo>
                    <a:pt x="0" y="25880"/>
                  </a:lnTo>
                  <a:lnTo>
                    <a:pt x="41145" y="0"/>
                  </a:lnTo>
                  <a:lnTo>
                    <a:pt x="52811" y="19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73941" y="3770002"/>
              <a:ext cx="51940" cy="44241"/>
            </a:xfrm>
            <a:custGeom>
              <a:avLst/>
              <a:pathLst>
                <a:path w="51940" h="44241">
                  <a:moveTo>
                    <a:pt x="10264" y="44241"/>
                  </a:moveTo>
                  <a:lnTo>
                    <a:pt x="0" y="25435"/>
                  </a:lnTo>
                  <a:lnTo>
                    <a:pt x="40804" y="0"/>
                  </a:lnTo>
                  <a:lnTo>
                    <a:pt x="51940" y="19183"/>
                  </a:lnTo>
                  <a:lnTo>
                    <a:pt x="41121" y="25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61174" y="3827202"/>
              <a:ext cx="41944" cy="52871"/>
            </a:xfrm>
            <a:custGeom>
              <a:avLst/>
              <a:pathLst>
                <a:path w="41944" h="52871">
                  <a:moveTo>
                    <a:pt x="23685" y="52871"/>
                  </a:moveTo>
                  <a:lnTo>
                    <a:pt x="0" y="12297"/>
                  </a:lnTo>
                  <a:lnTo>
                    <a:pt x="944" y="10426"/>
                  </a:lnTo>
                  <a:lnTo>
                    <a:pt x="17224" y="393"/>
                  </a:lnTo>
                  <a:lnTo>
                    <a:pt x="18190" y="0"/>
                  </a:lnTo>
                  <a:lnTo>
                    <a:pt x="21076" y="4884"/>
                  </a:lnTo>
                  <a:lnTo>
                    <a:pt x="23955" y="10000"/>
                  </a:lnTo>
                  <a:lnTo>
                    <a:pt x="41944" y="4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617123" y="3835058"/>
              <a:ext cx="52707" cy="42915"/>
            </a:xfrm>
            <a:custGeom>
              <a:avLst/>
              <a:pathLst>
                <a:path w="52707" h="42915">
                  <a:moveTo>
                    <a:pt x="0" y="23296"/>
                  </a:moveTo>
                  <a:lnTo>
                    <a:pt x="40669" y="0"/>
                  </a:lnTo>
                  <a:lnTo>
                    <a:pt x="52707" y="19300"/>
                  </a:lnTo>
                  <a:lnTo>
                    <a:pt x="10352" y="42915"/>
                  </a:lnTo>
                  <a:lnTo>
                    <a:pt x="1704" y="26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702064" y="3658868"/>
              <a:ext cx="53759" cy="45499"/>
            </a:xfrm>
            <a:custGeom>
              <a:avLst/>
              <a:pathLst>
                <a:path w="53759" h="45499">
                  <a:moveTo>
                    <a:pt x="0" y="25161"/>
                  </a:moveTo>
                  <a:lnTo>
                    <a:pt x="42633" y="0"/>
                  </a:lnTo>
                  <a:lnTo>
                    <a:pt x="53759" y="19861"/>
                  </a:lnTo>
                  <a:lnTo>
                    <a:pt x="49858" y="22647"/>
                  </a:lnTo>
                  <a:lnTo>
                    <a:pt x="37623" y="30031"/>
                  </a:lnTo>
                  <a:lnTo>
                    <a:pt x="33929" y="32254"/>
                  </a:lnTo>
                  <a:lnTo>
                    <a:pt x="11789" y="45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508097" y="3662950"/>
              <a:ext cx="31127" cy="31952"/>
            </a:xfrm>
            <a:custGeom>
              <a:avLst/>
              <a:pathLst>
                <a:path w="31127" h="31952">
                  <a:moveTo>
                    <a:pt x="0" y="12227"/>
                  </a:moveTo>
                  <a:lnTo>
                    <a:pt x="19494" y="0"/>
                  </a:lnTo>
                  <a:lnTo>
                    <a:pt x="31127" y="20133"/>
                  </a:lnTo>
                  <a:lnTo>
                    <a:pt x="11105" y="31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41601" y="3663610"/>
              <a:ext cx="53292" cy="45703"/>
            </a:xfrm>
            <a:custGeom>
              <a:avLst/>
              <a:pathLst>
                <a:path w="53292" h="45703">
                  <a:moveTo>
                    <a:pt x="12169" y="45703"/>
                  </a:moveTo>
                  <a:lnTo>
                    <a:pt x="6146" y="35707"/>
                  </a:lnTo>
                  <a:lnTo>
                    <a:pt x="2356" y="28771"/>
                  </a:lnTo>
                  <a:lnTo>
                    <a:pt x="0" y="24932"/>
                  </a:lnTo>
                  <a:lnTo>
                    <a:pt x="41421" y="0"/>
                  </a:lnTo>
                  <a:lnTo>
                    <a:pt x="53292" y="20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521953" y="3673737"/>
              <a:ext cx="52733" cy="43792"/>
            </a:xfrm>
            <a:custGeom>
              <a:avLst/>
              <a:pathLst>
                <a:path w="52733" h="43792">
                  <a:moveTo>
                    <a:pt x="0" y="25569"/>
                  </a:moveTo>
                  <a:lnTo>
                    <a:pt x="41292" y="0"/>
                  </a:lnTo>
                  <a:lnTo>
                    <a:pt x="52733" y="18968"/>
                  </a:lnTo>
                  <a:lnTo>
                    <a:pt x="10743" y="43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30137" y="3857567"/>
              <a:ext cx="53626" cy="46367"/>
            </a:xfrm>
            <a:custGeom>
              <a:avLst/>
              <a:pathLst>
                <a:path w="53626" h="46367">
                  <a:moveTo>
                    <a:pt x="0" y="26613"/>
                  </a:moveTo>
                  <a:lnTo>
                    <a:pt x="39931" y="1025"/>
                  </a:lnTo>
                  <a:lnTo>
                    <a:pt x="41356" y="0"/>
                  </a:lnTo>
                  <a:lnTo>
                    <a:pt x="53626" y="20105"/>
                  </a:lnTo>
                  <a:lnTo>
                    <a:pt x="41877" y="27371"/>
                  </a:lnTo>
                  <a:lnTo>
                    <a:pt x="11162" y="4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15578" y="3840990"/>
              <a:ext cx="51221" cy="42597"/>
            </a:xfrm>
            <a:custGeom>
              <a:avLst/>
              <a:pathLst>
                <a:path w="51221" h="42597">
                  <a:moveTo>
                    <a:pt x="0" y="27007"/>
                  </a:moveTo>
                  <a:lnTo>
                    <a:pt x="50" y="23711"/>
                  </a:lnTo>
                  <a:lnTo>
                    <a:pt x="40397" y="0"/>
                  </a:lnTo>
                  <a:lnTo>
                    <a:pt x="42799" y="3329"/>
                  </a:lnTo>
                  <a:lnTo>
                    <a:pt x="51221" y="19580"/>
                  </a:lnTo>
                  <a:lnTo>
                    <a:pt x="11137" y="42597"/>
                  </a:lnTo>
                  <a:lnTo>
                    <a:pt x="9133" y="42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606130" y="3654922"/>
              <a:ext cx="54211" cy="45040"/>
            </a:xfrm>
            <a:custGeom>
              <a:avLst/>
              <a:pathLst>
                <a:path w="54211" h="45040">
                  <a:moveTo>
                    <a:pt x="10956" y="45040"/>
                  </a:moveTo>
                  <a:lnTo>
                    <a:pt x="0" y="25806"/>
                  </a:lnTo>
                  <a:lnTo>
                    <a:pt x="41782" y="0"/>
                  </a:lnTo>
                  <a:lnTo>
                    <a:pt x="54211" y="19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48587" y="3565370"/>
              <a:ext cx="52424" cy="45574"/>
            </a:xfrm>
            <a:custGeom>
              <a:avLst/>
              <a:pathLst>
                <a:path w="52424" h="45574">
                  <a:moveTo>
                    <a:pt x="11526" y="45574"/>
                  </a:moveTo>
                  <a:lnTo>
                    <a:pt x="0" y="28166"/>
                  </a:lnTo>
                  <a:lnTo>
                    <a:pt x="349" y="25619"/>
                  </a:lnTo>
                  <a:lnTo>
                    <a:pt x="40654" y="0"/>
                  </a:lnTo>
                  <a:lnTo>
                    <a:pt x="43987" y="5366"/>
                  </a:lnTo>
                  <a:lnTo>
                    <a:pt x="52424" y="18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89120" y="3635522"/>
              <a:ext cx="53617" cy="45658"/>
            </a:xfrm>
            <a:custGeom>
              <a:avLst/>
              <a:pathLst>
                <a:path w="53617" h="45658">
                  <a:moveTo>
                    <a:pt x="11295" y="45658"/>
                  </a:moveTo>
                  <a:lnTo>
                    <a:pt x="0" y="25525"/>
                  </a:lnTo>
                  <a:lnTo>
                    <a:pt x="41451" y="0"/>
                  </a:lnTo>
                  <a:lnTo>
                    <a:pt x="53617" y="20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87243" y="3571288"/>
              <a:ext cx="53259" cy="44304"/>
            </a:xfrm>
            <a:custGeom>
              <a:avLst/>
              <a:pathLst>
                <a:path w="53259" h="44304">
                  <a:moveTo>
                    <a:pt x="0" y="25654"/>
                  </a:moveTo>
                  <a:lnTo>
                    <a:pt x="41508" y="0"/>
                  </a:lnTo>
                  <a:lnTo>
                    <a:pt x="53259" y="19453"/>
                  </a:lnTo>
                  <a:lnTo>
                    <a:pt x="12103" y="44304"/>
                  </a:lnTo>
                  <a:lnTo>
                    <a:pt x="2086" y="28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92175" y="3630875"/>
              <a:ext cx="53237" cy="44307"/>
            </a:xfrm>
            <a:custGeom>
              <a:avLst/>
              <a:pathLst>
                <a:path w="53237" h="44307">
                  <a:moveTo>
                    <a:pt x="10841" y="44307"/>
                  </a:moveTo>
                  <a:lnTo>
                    <a:pt x="0" y="25662"/>
                  </a:lnTo>
                  <a:lnTo>
                    <a:pt x="42524" y="0"/>
                  </a:lnTo>
                  <a:lnTo>
                    <a:pt x="53237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80652" y="3891340"/>
              <a:ext cx="52624" cy="44374"/>
            </a:xfrm>
            <a:custGeom>
              <a:avLst/>
              <a:pathLst>
                <a:path w="52624" h="44374">
                  <a:moveTo>
                    <a:pt x="10985" y="44374"/>
                  </a:moveTo>
                  <a:lnTo>
                    <a:pt x="0" y="23921"/>
                  </a:lnTo>
                  <a:lnTo>
                    <a:pt x="41265" y="0"/>
                  </a:lnTo>
                  <a:lnTo>
                    <a:pt x="49474" y="13294"/>
                  </a:lnTo>
                  <a:lnTo>
                    <a:pt x="52624" y="19372"/>
                  </a:lnTo>
                  <a:lnTo>
                    <a:pt x="18109" y="40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43733" y="3894593"/>
              <a:ext cx="42675" cy="54133"/>
            </a:xfrm>
            <a:custGeom>
              <a:avLst/>
              <a:pathLst>
                <a:path w="42675" h="54133">
                  <a:moveTo>
                    <a:pt x="0" y="12281"/>
                  </a:moveTo>
                  <a:lnTo>
                    <a:pt x="2139" y="11648"/>
                  </a:lnTo>
                  <a:lnTo>
                    <a:pt x="7657" y="8068"/>
                  </a:lnTo>
                  <a:lnTo>
                    <a:pt x="20036" y="0"/>
                  </a:lnTo>
                  <a:lnTo>
                    <a:pt x="42675" y="44349"/>
                  </a:lnTo>
                  <a:lnTo>
                    <a:pt x="24795" y="5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34423" y="3543650"/>
              <a:ext cx="53073" cy="43716"/>
            </a:xfrm>
            <a:custGeom>
              <a:avLst/>
              <a:pathLst>
                <a:path w="53073" h="43716">
                  <a:moveTo>
                    <a:pt x="12044" y="43716"/>
                  </a:moveTo>
                  <a:lnTo>
                    <a:pt x="0" y="23659"/>
                  </a:lnTo>
                  <a:lnTo>
                    <a:pt x="2083" y="21990"/>
                  </a:lnTo>
                  <a:lnTo>
                    <a:pt x="39510" y="0"/>
                  </a:lnTo>
                  <a:lnTo>
                    <a:pt x="42322" y="193"/>
                  </a:lnTo>
                  <a:lnTo>
                    <a:pt x="53073" y="18207"/>
                  </a:lnTo>
                  <a:lnTo>
                    <a:pt x="52618" y="19151"/>
                  </a:lnTo>
                  <a:lnTo>
                    <a:pt x="47669" y="22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803215" y="3737537"/>
              <a:ext cx="29303" cy="31160"/>
            </a:xfrm>
            <a:custGeom>
              <a:avLst/>
              <a:pathLst>
                <a:path w="29303" h="31160">
                  <a:moveTo>
                    <a:pt x="2747" y="16563"/>
                  </a:moveTo>
                  <a:lnTo>
                    <a:pt x="1411" y="13815"/>
                  </a:lnTo>
                  <a:lnTo>
                    <a:pt x="0" y="10912"/>
                  </a:lnTo>
                  <a:lnTo>
                    <a:pt x="17947" y="0"/>
                  </a:lnTo>
                  <a:lnTo>
                    <a:pt x="27694" y="17073"/>
                  </a:lnTo>
                  <a:lnTo>
                    <a:pt x="29303" y="19891"/>
                  </a:lnTo>
                  <a:lnTo>
                    <a:pt x="10553" y="31160"/>
                  </a:lnTo>
                  <a:lnTo>
                    <a:pt x="6220" y="23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59660" y="3746271"/>
              <a:ext cx="53351" cy="44929"/>
            </a:xfrm>
            <a:custGeom>
              <a:avLst/>
              <a:pathLst>
                <a:path w="53351" h="44929">
                  <a:moveTo>
                    <a:pt x="11661" y="44929"/>
                  </a:moveTo>
                  <a:lnTo>
                    <a:pt x="0" y="24720"/>
                  </a:lnTo>
                  <a:lnTo>
                    <a:pt x="41774" y="0"/>
                  </a:lnTo>
                  <a:lnTo>
                    <a:pt x="53351" y="21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55855" y="3751674"/>
              <a:ext cx="53921" cy="44356"/>
            </a:xfrm>
            <a:custGeom>
              <a:avLst/>
              <a:pathLst>
                <a:path w="53921" h="44356">
                  <a:moveTo>
                    <a:pt x="12487" y="44356"/>
                  </a:moveTo>
                  <a:lnTo>
                    <a:pt x="0" y="23716"/>
                  </a:lnTo>
                  <a:lnTo>
                    <a:pt x="34871" y="4115"/>
                  </a:lnTo>
                  <a:lnTo>
                    <a:pt x="42061" y="0"/>
                  </a:lnTo>
                  <a:lnTo>
                    <a:pt x="43098" y="1508"/>
                  </a:lnTo>
                  <a:lnTo>
                    <a:pt x="45733" y="5872"/>
                  </a:lnTo>
                  <a:lnTo>
                    <a:pt x="53921" y="19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40103" y="3604177"/>
              <a:ext cx="63611" cy="66662"/>
            </a:xfrm>
            <a:custGeom>
              <a:avLst/>
              <a:pathLst>
                <a:path w="63611" h="66662">
                  <a:moveTo>
                    <a:pt x="19420" y="12363"/>
                  </a:moveTo>
                  <a:lnTo>
                    <a:pt x="39610" y="0"/>
                  </a:lnTo>
                  <a:lnTo>
                    <a:pt x="63611" y="42765"/>
                  </a:lnTo>
                  <a:lnTo>
                    <a:pt x="46176" y="53269"/>
                  </a:lnTo>
                  <a:lnTo>
                    <a:pt x="43932" y="54601"/>
                  </a:lnTo>
                  <a:lnTo>
                    <a:pt x="23601" y="66662"/>
                  </a:lnTo>
                  <a:lnTo>
                    <a:pt x="0" y="25804"/>
                  </a:lnTo>
                  <a:lnTo>
                    <a:pt x="17227" y="13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72313" y="3730609"/>
              <a:ext cx="25115" cy="19266"/>
            </a:xfrm>
            <a:custGeom>
              <a:avLst/>
              <a:pathLst>
                <a:path w="25115" h="19266">
                  <a:moveTo>
                    <a:pt x="0" y="12317"/>
                  </a:moveTo>
                  <a:lnTo>
                    <a:pt x="21336" y="0"/>
                  </a:lnTo>
                  <a:lnTo>
                    <a:pt x="25115" y="7561"/>
                  </a:lnTo>
                  <a:lnTo>
                    <a:pt x="3881" y="1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30489" y="3634984"/>
              <a:ext cx="53787" cy="46126"/>
            </a:xfrm>
            <a:custGeom>
              <a:avLst/>
              <a:pathLst>
                <a:path w="53787" h="46126">
                  <a:moveTo>
                    <a:pt x="41387" y="0"/>
                  </a:moveTo>
                  <a:lnTo>
                    <a:pt x="53787" y="20586"/>
                  </a:lnTo>
                  <a:lnTo>
                    <a:pt x="11523" y="46126"/>
                  </a:lnTo>
                  <a:lnTo>
                    <a:pt x="7191" y="38768"/>
                  </a:lnTo>
                  <a:lnTo>
                    <a:pt x="3650" y="32753"/>
                  </a:lnTo>
                  <a:lnTo>
                    <a:pt x="0" y="26183"/>
                  </a:lnTo>
                  <a:lnTo>
                    <a:pt x="7726" y="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601841" y="3593943"/>
              <a:ext cx="52034" cy="44422"/>
            </a:xfrm>
            <a:custGeom>
              <a:avLst/>
              <a:pathLst>
                <a:path w="52034" h="44422">
                  <a:moveTo>
                    <a:pt x="9548" y="42482"/>
                  </a:moveTo>
                  <a:lnTo>
                    <a:pt x="0" y="26566"/>
                  </a:lnTo>
                  <a:lnTo>
                    <a:pt x="40869" y="0"/>
                  </a:lnTo>
                  <a:lnTo>
                    <a:pt x="42427" y="2571"/>
                  </a:lnTo>
                  <a:lnTo>
                    <a:pt x="52034" y="19023"/>
                  </a:lnTo>
                  <a:lnTo>
                    <a:pt x="49614" y="20940"/>
                  </a:lnTo>
                  <a:lnTo>
                    <a:pt x="10748" y="44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7941" y="3762931"/>
              <a:ext cx="42281" cy="53720"/>
            </a:xfrm>
            <a:custGeom>
              <a:avLst/>
              <a:pathLst>
                <a:path w="42281" h="53720">
                  <a:moveTo>
                    <a:pt x="0" y="12564"/>
                  </a:moveTo>
                  <a:lnTo>
                    <a:pt x="492" y="9453"/>
                  </a:lnTo>
                  <a:lnTo>
                    <a:pt x="2901" y="8184"/>
                  </a:lnTo>
                  <a:lnTo>
                    <a:pt x="18443" y="0"/>
                  </a:lnTo>
                  <a:lnTo>
                    <a:pt x="42281" y="42516"/>
                  </a:lnTo>
                  <a:lnTo>
                    <a:pt x="22982" y="53720"/>
                  </a:lnTo>
                  <a:lnTo>
                    <a:pt x="6361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705355" y="3732716"/>
              <a:ext cx="44582" cy="54939"/>
            </a:xfrm>
            <a:custGeom>
              <a:avLst/>
              <a:pathLst>
                <a:path w="44582" h="54939">
                  <a:moveTo>
                    <a:pt x="24439" y="54939"/>
                  </a:moveTo>
                  <a:lnTo>
                    <a:pt x="0" y="11837"/>
                  </a:lnTo>
                  <a:lnTo>
                    <a:pt x="18246" y="0"/>
                  </a:lnTo>
                  <a:lnTo>
                    <a:pt x="42833" y="39702"/>
                  </a:lnTo>
                  <a:lnTo>
                    <a:pt x="43756" y="40994"/>
                  </a:lnTo>
                  <a:lnTo>
                    <a:pt x="44582" y="42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611488" y="3773454"/>
              <a:ext cx="54949" cy="45433"/>
            </a:xfrm>
            <a:custGeom>
              <a:avLst/>
              <a:pathLst>
                <a:path w="54949" h="45433">
                  <a:moveTo>
                    <a:pt x="12498" y="45433"/>
                  </a:moveTo>
                  <a:lnTo>
                    <a:pt x="0" y="24575"/>
                  </a:lnTo>
                  <a:lnTo>
                    <a:pt x="40081" y="1052"/>
                  </a:lnTo>
                  <a:lnTo>
                    <a:pt x="42087" y="0"/>
                  </a:lnTo>
                  <a:lnTo>
                    <a:pt x="46460" y="6610"/>
                  </a:lnTo>
                  <a:lnTo>
                    <a:pt x="47761" y="8577"/>
                  </a:lnTo>
                  <a:lnTo>
                    <a:pt x="54949" y="20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79647" y="3528258"/>
              <a:ext cx="45777" cy="53608"/>
            </a:xfrm>
            <a:custGeom>
              <a:avLst/>
              <a:pathLst>
                <a:path w="45777" h="53608">
                  <a:moveTo>
                    <a:pt x="25711" y="52428"/>
                  </a:moveTo>
                  <a:lnTo>
                    <a:pt x="0" y="11883"/>
                  </a:lnTo>
                  <a:lnTo>
                    <a:pt x="19171" y="0"/>
                  </a:lnTo>
                  <a:lnTo>
                    <a:pt x="45777" y="43551"/>
                  </a:lnTo>
                  <a:lnTo>
                    <a:pt x="28479" y="53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93354" y="3775757"/>
              <a:ext cx="44084" cy="54777"/>
            </a:xfrm>
            <a:custGeom>
              <a:avLst/>
              <a:pathLst>
                <a:path w="44084" h="54777">
                  <a:moveTo>
                    <a:pt x="24549" y="54777"/>
                  </a:moveTo>
                  <a:lnTo>
                    <a:pt x="0" y="12630"/>
                  </a:lnTo>
                  <a:lnTo>
                    <a:pt x="18860" y="0"/>
                  </a:lnTo>
                  <a:lnTo>
                    <a:pt x="44084" y="434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709894" y="3779353"/>
              <a:ext cx="52237" cy="44465"/>
            </a:xfrm>
            <a:custGeom>
              <a:avLst/>
              <a:pathLst>
                <a:path w="52237" h="44465">
                  <a:moveTo>
                    <a:pt x="10201" y="44465"/>
                  </a:moveTo>
                  <a:lnTo>
                    <a:pt x="0" y="25139"/>
                  </a:lnTo>
                  <a:lnTo>
                    <a:pt x="41010" y="0"/>
                  </a:lnTo>
                  <a:lnTo>
                    <a:pt x="52237" y="19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98101" y="3614346"/>
              <a:ext cx="72194" cy="55514"/>
            </a:xfrm>
            <a:custGeom>
              <a:avLst/>
              <a:pathLst>
                <a:path w="72194" h="55514">
                  <a:moveTo>
                    <a:pt x="0" y="36306"/>
                  </a:moveTo>
                  <a:lnTo>
                    <a:pt x="24643" y="21835"/>
                  </a:lnTo>
                  <a:lnTo>
                    <a:pt x="61164" y="0"/>
                  </a:lnTo>
                  <a:lnTo>
                    <a:pt x="72194" y="18963"/>
                  </a:lnTo>
                  <a:lnTo>
                    <a:pt x="11932" y="55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69793" y="3789862"/>
              <a:ext cx="44734" cy="54071"/>
            </a:xfrm>
            <a:custGeom>
              <a:avLst/>
              <a:pathLst>
                <a:path w="44734" h="54071">
                  <a:moveTo>
                    <a:pt x="25738" y="54071"/>
                  </a:moveTo>
                  <a:lnTo>
                    <a:pt x="0" y="12239"/>
                  </a:lnTo>
                  <a:lnTo>
                    <a:pt x="20716" y="0"/>
                  </a:lnTo>
                  <a:lnTo>
                    <a:pt x="44734" y="42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63140" y="3807548"/>
              <a:ext cx="67177" cy="67715"/>
            </a:xfrm>
            <a:custGeom>
              <a:avLst/>
              <a:pathLst>
                <a:path w="67177" h="67715">
                  <a:moveTo>
                    <a:pt x="0" y="25275"/>
                  </a:moveTo>
                  <a:lnTo>
                    <a:pt x="42022" y="0"/>
                  </a:lnTo>
                  <a:lnTo>
                    <a:pt x="67177" y="42111"/>
                  </a:lnTo>
                  <a:lnTo>
                    <a:pt x="24557" y="67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98041" y="3809169"/>
              <a:ext cx="75175" cy="58381"/>
            </a:xfrm>
            <a:custGeom>
              <a:avLst/>
              <a:pathLst>
                <a:path w="75175" h="58381">
                  <a:moveTo>
                    <a:pt x="0" y="38481"/>
                  </a:moveTo>
                  <a:lnTo>
                    <a:pt x="64392" y="0"/>
                  </a:lnTo>
                  <a:lnTo>
                    <a:pt x="75175" y="19065"/>
                  </a:lnTo>
                  <a:lnTo>
                    <a:pt x="10914" y="58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28252" y="3864999"/>
              <a:ext cx="52038" cy="42487"/>
            </a:xfrm>
            <a:custGeom>
              <a:avLst/>
              <a:pathLst>
                <a:path w="52038" h="42487">
                  <a:moveTo>
                    <a:pt x="10649" y="42487"/>
                  </a:moveTo>
                  <a:lnTo>
                    <a:pt x="6034" y="34492"/>
                  </a:lnTo>
                  <a:lnTo>
                    <a:pt x="0" y="23456"/>
                  </a:lnTo>
                  <a:lnTo>
                    <a:pt x="38300" y="942"/>
                  </a:lnTo>
                  <a:lnTo>
                    <a:pt x="40719" y="0"/>
                  </a:lnTo>
                  <a:lnTo>
                    <a:pt x="42951" y="3911"/>
                  </a:lnTo>
                  <a:lnTo>
                    <a:pt x="44393" y="6393"/>
                  </a:lnTo>
                  <a:lnTo>
                    <a:pt x="52038" y="18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66626" y="3869069"/>
              <a:ext cx="53232" cy="44156"/>
            </a:xfrm>
            <a:custGeom>
              <a:avLst/>
              <a:pathLst>
                <a:path w="53232" h="44156">
                  <a:moveTo>
                    <a:pt x="11803" y="44156"/>
                  </a:moveTo>
                  <a:lnTo>
                    <a:pt x="0" y="24044"/>
                  </a:lnTo>
                  <a:lnTo>
                    <a:pt x="42068" y="0"/>
                  </a:lnTo>
                  <a:lnTo>
                    <a:pt x="53232" y="18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35494" y="3621759"/>
              <a:ext cx="44618" cy="53882"/>
            </a:xfrm>
            <a:custGeom>
              <a:avLst/>
              <a:pathLst>
                <a:path w="44618" h="53882">
                  <a:moveTo>
                    <a:pt x="4083" y="19608"/>
                  </a:moveTo>
                  <a:lnTo>
                    <a:pt x="0" y="12474"/>
                  </a:lnTo>
                  <a:lnTo>
                    <a:pt x="18764" y="0"/>
                  </a:lnTo>
                  <a:lnTo>
                    <a:pt x="44618" y="41605"/>
                  </a:lnTo>
                  <a:lnTo>
                    <a:pt x="24078" y="53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98664" y="3599223"/>
              <a:ext cx="52932" cy="43860"/>
            </a:xfrm>
            <a:custGeom>
              <a:avLst/>
              <a:pathLst>
                <a:path w="52932" h="43860">
                  <a:moveTo>
                    <a:pt x="11445" y="43860"/>
                  </a:moveTo>
                  <a:lnTo>
                    <a:pt x="0" y="24588"/>
                  </a:lnTo>
                  <a:lnTo>
                    <a:pt x="41552" y="0"/>
                  </a:lnTo>
                  <a:lnTo>
                    <a:pt x="52932" y="19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64873" y="3599454"/>
              <a:ext cx="44160" cy="53760"/>
            </a:xfrm>
            <a:custGeom>
              <a:avLst/>
              <a:pathLst>
                <a:path w="44160" h="53760">
                  <a:moveTo>
                    <a:pt x="24850" y="53760"/>
                  </a:moveTo>
                  <a:lnTo>
                    <a:pt x="0" y="11293"/>
                  </a:lnTo>
                  <a:lnTo>
                    <a:pt x="10539" y="4601"/>
                  </a:lnTo>
                  <a:lnTo>
                    <a:pt x="17787" y="0"/>
                  </a:lnTo>
                  <a:lnTo>
                    <a:pt x="22005" y="6834"/>
                  </a:lnTo>
                  <a:lnTo>
                    <a:pt x="36866" y="30436"/>
                  </a:lnTo>
                  <a:lnTo>
                    <a:pt x="37492" y="31431"/>
                  </a:lnTo>
                  <a:lnTo>
                    <a:pt x="41646" y="38028"/>
                  </a:lnTo>
                  <a:lnTo>
                    <a:pt x="42720" y="39433"/>
                  </a:lnTo>
                  <a:lnTo>
                    <a:pt x="44160" y="4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65419" y="3659134"/>
              <a:ext cx="47169" cy="56876"/>
            </a:xfrm>
            <a:custGeom>
              <a:avLst/>
              <a:pathLst>
                <a:path w="47169" h="56876">
                  <a:moveTo>
                    <a:pt x="0" y="13687"/>
                  </a:moveTo>
                  <a:lnTo>
                    <a:pt x="21912" y="0"/>
                  </a:lnTo>
                  <a:lnTo>
                    <a:pt x="47169" y="44014"/>
                  </a:lnTo>
                  <a:lnTo>
                    <a:pt x="24911" y="5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56409" y="3687844"/>
              <a:ext cx="52308" cy="43366"/>
            </a:xfrm>
            <a:custGeom>
              <a:avLst/>
              <a:pathLst>
                <a:path w="52308" h="43366">
                  <a:moveTo>
                    <a:pt x="10325" y="43366"/>
                  </a:moveTo>
                  <a:lnTo>
                    <a:pt x="0" y="24465"/>
                  </a:lnTo>
                  <a:lnTo>
                    <a:pt x="41326" y="0"/>
                  </a:lnTo>
                  <a:lnTo>
                    <a:pt x="52308" y="18760"/>
                  </a:lnTo>
                  <a:lnTo>
                    <a:pt x="39550" y="26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31209" y="3694163"/>
              <a:ext cx="86945" cy="77954"/>
            </a:xfrm>
            <a:custGeom>
              <a:avLst/>
              <a:pathLst>
                <a:path w="86945" h="77954">
                  <a:moveTo>
                    <a:pt x="0" y="36415"/>
                  </a:moveTo>
                  <a:lnTo>
                    <a:pt x="62977" y="0"/>
                  </a:lnTo>
                  <a:lnTo>
                    <a:pt x="86945" y="40780"/>
                  </a:lnTo>
                  <a:lnTo>
                    <a:pt x="71717" y="49508"/>
                  </a:lnTo>
                  <a:lnTo>
                    <a:pt x="23416" y="7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34932" y="3696561"/>
              <a:ext cx="53376" cy="45042"/>
            </a:xfrm>
            <a:custGeom>
              <a:avLst/>
              <a:pathLst>
                <a:path w="53376" h="45042">
                  <a:moveTo>
                    <a:pt x="0" y="25320"/>
                  </a:moveTo>
                  <a:lnTo>
                    <a:pt x="10570" y="18938"/>
                  </a:lnTo>
                  <a:lnTo>
                    <a:pt x="41939" y="0"/>
                  </a:lnTo>
                  <a:lnTo>
                    <a:pt x="53376" y="20380"/>
                  </a:lnTo>
                  <a:lnTo>
                    <a:pt x="48538" y="23040"/>
                  </a:lnTo>
                  <a:lnTo>
                    <a:pt x="43776" y="25798"/>
                  </a:lnTo>
                  <a:lnTo>
                    <a:pt x="12075" y="4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619768" y="3692124"/>
              <a:ext cx="42097" cy="52801"/>
            </a:xfrm>
            <a:custGeom>
              <a:avLst/>
              <a:pathLst>
                <a:path w="42097" h="52801">
                  <a:moveTo>
                    <a:pt x="23908" y="52801"/>
                  </a:moveTo>
                  <a:lnTo>
                    <a:pt x="0" y="12094"/>
                  </a:lnTo>
                  <a:lnTo>
                    <a:pt x="553" y="10675"/>
                  </a:lnTo>
                  <a:lnTo>
                    <a:pt x="17919" y="0"/>
                  </a:lnTo>
                  <a:lnTo>
                    <a:pt x="22137" y="6604"/>
                  </a:lnTo>
                  <a:lnTo>
                    <a:pt x="42097" y="41183"/>
                  </a:lnTo>
                  <a:lnTo>
                    <a:pt x="37157" y="44176"/>
                  </a:lnTo>
                  <a:lnTo>
                    <a:pt x="39342" y="47557"/>
                  </a:lnTo>
                  <a:lnTo>
                    <a:pt x="33892" y="50999"/>
                  </a:lnTo>
                  <a:lnTo>
                    <a:pt x="31970" y="47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49447" y="3707370"/>
              <a:ext cx="89151" cy="79732"/>
            </a:xfrm>
            <a:custGeom>
              <a:avLst/>
              <a:pathLst>
                <a:path w="89151" h="79732">
                  <a:moveTo>
                    <a:pt x="0" y="38426"/>
                  </a:moveTo>
                  <a:lnTo>
                    <a:pt x="64316" y="0"/>
                  </a:lnTo>
                  <a:lnTo>
                    <a:pt x="89151" y="41484"/>
                  </a:lnTo>
                  <a:lnTo>
                    <a:pt x="24191" y="79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25922" y="3798064"/>
              <a:ext cx="53412" cy="43379"/>
            </a:xfrm>
            <a:custGeom>
              <a:avLst/>
              <a:pathLst>
                <a:path w="53412" h="43379">
                  <a:moveTo>
                    <a:pt x="11136" y="43379"/>
                  </a:moveTo>
                  <a:lnTo>
                    <a:pt x="0" y="23965"/>
                  </a:lnTo>
                  <a:lnTo>
                    <a:pt x="42096" y="0"/>
                  </a:lnTo>
                  <a:lnTo>
                    <a:pt x="53412" y="19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88249" y="3798526"/>
              <a:ext cx="45620" cy="56303"/>
            </a:xfrm>
            <a:custGeom>
              <a:avLst/>
              <a:pathLst>
                <a:path w="45620" h="56303">
                  <a:moveTo>
                    <a:pt x="0" y="11853"/>
                  </a:moveTo>
                  <a:lnTo>
                    <a:pt x="18428" y="0"/>
                  </a:lnTo>
                  <a:lnTo>
                    <a:pt x="45620" y="45952"/>
                  </a:lnTo>
                  <a:lnTo>
                    <a:pt x="25646" y="56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23763" y="3804487"/>
              <a:ext cx="52983" cy="43850"/>
            </a:xfrm>
            <a:custGeom>
              <a:avLst/>
              <a:pathLst>
                <a:path w="52983" h="43850">
                  <a:moveTo>
                    <a:pt x="11605" y="43850"/>
                  </a:moveTo>
                  <a:lnTo>
                    <a:pt x="0" y="23956"/>
                  </a:lnTo>
                  <a:lnTo>
                    <a:pt x="40512" y="0"/>
                  </a:lnTo>
                  <a:lnTo>
                    <a:pt x="41554" y="638"/>
                  </a:lnTo>
                  <a:lnTo>
                    <a:pt x="46211" y="8061"/>
                  </a:lnTo>
                  <a:lnTo>
                    <a:pt x="52983" y="1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471148" y="2462964"/>
              <a:ext cx="65283" cy="60872"/>
            </a:xfrm>
            <a:custGeom>
              <a:avLst/>
              <a:pathLst>
                <a:path w="65283" h="60872">
                  <a:moveTo>
                    <a:pt x="0" y="22849"/>
                  </a:moveTo>
                  <a:lnTo>
                    <a:pt x="43420" y="0"/>
                  </a:lnTo>
                  <a:lnTo>
                    <a:pt x="65283" y="36828"/>
                  </a:lnTo>
                  <a:lnTo>
                    <a:pt x="65136" y="40004"/>
                  </a:lnTo>
                  <a:lnTo>
                    <a:pt x="28570" y="6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394845" y="2349782"/>
              <a:ext cx="80907" cy="73676"/>
            </a:xfrm>
            <a:custGeom>
              <a:avLst/>
              <a:pathLst>
                <a:path w="80907" h="73676">
                  <a:moveTo>
                    <a:pt x="0" y="33678"/>
                  </a:moveTo>
                  <a:lnTo>
                    <a:pt x="54703" y="0"/>
                  </a:lnTo>
                  <a:lnTo>
                    <a:pt x="80907" y="43181"/>
                  </a:lnTo>
                  <a:lnTo>
                    <a:pt x="29834" y="73676"/>
                  </a:lnTo>
                  <a:lnTo>
                    <a:pt x="14590" y="53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08885" y="2474252"/>
              <a:ext cx="107232" cy="127681"/>
            </a:xfrm>
            <a:custGeom>
              <a:avLst/>
              <a:pathLst>
                <a:path w="107232" h="127681">
                  <a:moveTo>
                    <a:pt x="0" y="27508"/>
                  </a:moveTo>
                  <a:lnTo>
                    <a:pt x="48470" y="0"/>
                  </a:lnTo>
                  <a:lnTo>
                    <a:pt x="107232" y="101602"/>
                  </a:lnTo>
                  <a:lnTo>
                    <a:pt x="58423" y="127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03777" y="1959670"/>
              <a:ext cx="46219" cy="37160"/>
            </a:xfrm>
            <a:custGeom>
              <a:avLst/>
              <a:pathLst>
                <a:path w="46219" h="37160">
                  <a:moveTo>
                    <a:pt x="11763" y="37160"/>
                  </a:moveTo>
                  <a:lnTo>
                    <a:pt x="0" y="21229"/>
                  </a:lnTo>
                  <a:lnTo>
                    <a:pt x="35800" y="0"/>
                  </a:lnTo>
                  <a:lnTo>
                    <a:pt x="46219" y="1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59671" y="1966165"/>
              <a:ext cx="62499" cy="79455"/>
            </a:xfrm>
            <a:custGeom>
              <a:avLst/>
              <a:pathLst>
                <a:path w="62499" h="79455">
                  <a:moveTo>
                    <a:pt x="39038" y="79455"/>
                  </a:moveTo>
                  <a:lnTo>
                    <a:pt x="0" y="13239"/>
                  </a:lnTo>
                  <a:lnTo>
                    <a:pt x="23505" y="0"/>
                  </a:lnTo>
                  <a:lnTo>
                    <a:pt x="62499" y="66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19967" y="1982919"/>
              <a:ext cx="71696" cy="82011"/>
            </a:xfrm>
            <a:custGeom>
              <a:avLst/>
              <a:pathLst>
                <a:path w="71696" h="82011">
                  <a:moveTo>
                    <a:pt x="45900" y="82011"/>
                  </a:moveTo>
                  <a:lnTo>
                    <a:pt x="0" y="19470"/>
                  </a:lnTo>
                  <a:lnTo>
                    <a:pt x="33329" y="0"/>
                  </a:lnTo>
                  <a:lnTo>
                    <a:pt x="71696" y="6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78634" y="1992224"/>
              <a:ext cx="67933" cy="86974"/>
            </a:xfrm>
            <a:custGeom>
              <a:avLst/>
              <a:pathLst>
                <a:path w="67933" h="86974">
                  <a:moveTo>
                    <a:pt x="57325" y="86974"/>
                  </a:moveTo>
                  <a:lnTo>
                    <a:pt x="0" y="6469"/>
                  </a:lnTo>
                  <a:lnTo>
                    <a:pt x="11380" y="0"/>
                  </a:lnTo>
                  <a:lnTo>
                    <a:pt x="67933" y="81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26236" y="2046911"/>
              <a:ext cx="61962" cy="48927"/>
            </a:xfrm>
            <a:custGeom>
              <a:avLst/>
              <a:pathLst>
                <a:path w="61962" h="48927">
                  <a:moveTo>
                    <a:pt x="0" y="30261"/>
                  </a:moveTo>
                  <a:lnTo>
                    <a:pt x="28311" y="12363"/>
                  </a:lnTo>
                  <a:lnTo>
                    <a:pt x="51073" y="0"/>
                  </a:lnTo>
                  <a:lnTo>
                    <a:pt x="61962" y="18257"/>
                  </a:lnTo>
                  <a:lnTo>
                    <a:pt x="10377" y="48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35356" y="2690037"/>
              <a:ext cx="107173" cy="129826"/>
            </a:xfrm>
            <a:custGeom>
              <a:avLst/>
              <a:pathLst>
                <a:path w="107173" h="129826">
                  <a:moveTo>
                    <a:pt x="0" y="28674"/>
                  </a:moveTo>
                  <a:lnTo>
                    <a:pt x="48784" y="0"/>
                  </a:lnTo>
                  <a:lnTo>
                    <a:pt x="91777" y="75204"/>
                  </a:lnTo>
                  <a:lnTo>
                    <a:pt x="107173" y="102208"/>
                  </a:lnTo>
                  <a:lnTo>
                    <a:pt x="59848" y="129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40890" y="2072326"/>
              <a:ext cx="61231" cy="49645"/>
            </a:xfrm>
            <a:custGeom>
              <a:avLst/>
              <a:pathLst>
                <a:path w="61231" h="49645">
                  <a:moveTo>
                    <a:pt x="0" y="30479"/>
                  </a:moveTo>
                  <a:lnTo>
                    <a:pt x="50251" y="0"/>
                  </a:lnTo>
                  <a:lnTo>
                    <a:pt x="61231" y="20416"/>
                  </a:lnTo>
                  <a:lnTo>
                    <a:pt x="10972" y="4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191566" y="2082439"/>
              <a:ext cx="52357" cy="57702"/>
            </a:xfrm>
            <a:custGeom>
              <a:avLst/>
              <a:pathLst>
                <a:path w="52357" h="57702">
                  <a:moveTo>
                    <a:pt x="30793" y="57702"/>
                  </a:moveTo>
                  <a:lnTo>
                    <a:pt x="0" y="16047"/>
                  </a:lnTo>
                  <a:lnTo>
                    <a:pt x="27192" y="0"/>
                  </a:lnTo>
                  <a:lnTo>
                    <a:pt x="52357" y="43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41929" y="2080840"/>
              <a:ext cx="60149" cy="75742"/>
            </a:xfrm>
            <a:custGeom>
              <a:avLst/>
              <a:pathLst>
                <a:path w="60149" h="75742">
                  <a:moveTo>
                    <a:pt x="48786" y="75742"/>
                  </a:moveTo>
                  <a:lnTo>
                    <a:pt x="0" y="7036"/>
                  </a:lnTo>
                  <a:lnTo>
                    <a:pt x="12874" y="0"/>
                  </a:lnTo>
                  <a:lnTo>
                    <a:pt x="60149" y="688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42188" y="2272498"/>
              <a:ext cx="65045" cy="46846"/>
            </a:xfrm>
            <a:custGeom>
              <a:avLst/>
              <a:pathLst>
                <a:path w="65045" h="46846">
                  <a:moveTo>
                    <a:pt x="345" y="29854"/>
                  </a:moveTo>
                  <a:lnTo>
                    <a:pt x="20989" y="18054"/>
                  </a:lnTo>
                  <a:lnTo>
                    <a:pt x="48784" y="1769"/>
                  </a:lnTo>
                  <a:lnTo>
                    <a:pt x="51667" y="235"/>
                  </a:lnTo>
                  <a:lnTo>
                    <a:pt x="54089" y="0"/>
                  </a:lnTo>
                  <a:lnTo>
                    <a:pt x="56510" y="117"/>
                  </a:lnTo>
                  <a:lnTo>
                    <a:pt x="58471" y="943"/>
                  </a:lnTo>
                  <a:lnTo>
                    <a:pt x="60778" y="2005"/>
                  </a:lnTo>
                  <a:lnTo>
                    <a:pt x="62853" y="4483"/>
                  </a:lnTo>
                  <a:lnTo>
                    <a:pt x="64353" y="7316"/>
                  </a:lnTo>
                  <a:lnTo>
                    <a:pt x="65045" y="9676"/>
                  </a:lnTo>
                  <a:lnTo>
                    <a:pt x="64699" y="12979"/>
                  </a:lnTo>
                  <a:lnTo>
                    <a:pt x="64007" y="15221"/>
                  </a:lnTo>
                  <a:lnTo>
                    <a:pt x="62739" y="17227"/>
                  </a:lnTo>
                  <a:lnTo>
                    <a:pt x="61124" y="18998"/>
                  </a:lnTo>
                  <a:lnTo>
                    <a:pt x="42786" y="29499"/>
                  </a:lnTo>
                  <a:lnTo>
                    <a:pt x="19605" y="42834"/>
                  </a:lnTo>
                  <a:lnTo>
                    <a:pt x="13031" y="46846"/>
                  </a:lnTo>
                  <a:lnTo>
                    <a:pt x="10956" y="46492"/>
                  </a:lnTo>
                  <a:lnTo>
                    <a:pt x="8879" y="45902"/>
                  </a:lnTo>
                  <a:lnTo>
                    <a:pt x="7150" y="45076"/>
                  </a:lnTo>
                  <a:lnTo>
                    <a:pt x="4958" y="43542"/>
                  </a:lnTo>
                  <a:lnTo>
                    <a:pt x="3113" y="42126"/>
                  </a:lnTo>
                  <a:lnTo>
                    <a:pt x="1729" y="39530"/>
                  </a:lnTo>
                  <a:lnTo>
                    <a:pt x="922" y="36816"/>
                  </a:lnTo>
                  <a:lnTo>
                    <a:pt x="114" y="33394"/>
                  </a:lnTo>
                  <a:lnTo>
                    <a:pt x="0" y="31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62767" y="2507286"/>
              <a:ext cx="99862" cy="122885"/>
            </a:xfrm>
            <a:custGeom>
              <a:avLst/>
              <a:pathLst>
                <a:path w="99862" h="122885">
                  <a:moveTo>
                    <a:pt x="0" y="22369"/>
                  </a:moveTo>
                  <a:lnTo>
                    <a:pt x="40521" y="0"/>
                  </a:lnTo>
                  <a:lnTo>
                    <a:pt x="99862" y="100094"/>
                  </a:lnTo>
                  <a:lnTo>
                    <a:pt x="58899" y="122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38735" y="2120277"/>
              <a:ext cx="58252" cy="46605"/>
            </a:xfrm>
            <a:custGeom>
              <a:avLst/>
              <a:pathLst>
                <a:path w="58252" h="46605">
                  <a:moveTo>
                    <a:pt x="11187" y="46605"/>
                  </a:moveTo>
                  <a:lnTo>
                    <a:pt x="0" y="26940"/>
                  </a:lnTo>
                  <a:lnTo>
                    <a:pt x="46819" y="0"/>
                  </a:lnTo>
                  <a:lnTo>
                    <a:pt x="58252" y="1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21087" y="2273160"/>
              <a:ext cx="82638" cy="115874"/>
            </a:xfrm>
            <a:custGeom>
              <a:avLst/>
              <a:pathLst>
                <a:path w="82638" h="115874">
                  <a:moveTo>
                    <a:pt x="0" y="14835"/>
                  </a:moveTo>
                  <a:lnTo>
                    <a:pt x="23566" y="0"/>
                  </a:lnTo>
                  <a:lnTo>
                    <a:pt x="82638" y="102213"/>
                  </a:lnTo>
                  <a:lnTo>
                    <a:pt x="58701" y="115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60731" y="2153639"/>
              <a:ext cx="86764" cy="83336"/>
            </a:xfrm>
            <a:custGeom>
              <a:avLst/>
              <a:pathLst>
                <a:path w="86764" h="83336">
                  <a:moveTo>
                    <a:pt x="0" y="30703"/>
                  </a:moveTo>
                  <a:lnTo>
                    <a:pt x="53257" y="0"/>
                  </a:lnTo>
                  <a:lnTo>
                    <a:pt x="86764" y="49848"/>
                  </a:lnTo>
                  <a:lnTo>
                    <a:pt x="29440" y="8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491277" y="2674074"/>
              <a:ext cx="76227" cy="103271"/>
            </a:xfrm>
            <a:custGeom>
              <a:avLst/>
              <a:pathLst>
                <a:path w="76227" h="103271">
                  <a:moveTo>
                    <a:pt x="76227" y="88099"/>
                  </a:moveTo>
                  <a:lnTo>
                    <a:pt x="51783" y="103271"/>
                  </a:lnTo>
                  <a:lnTo>
                    <a:pt x="50287" y="100649"/>
                  </a:lnTo>
                  <a:lnTo>
                    <a:pt x="0" y="12507"/>
                  </a:lnTo>
                  <a:lnTo>
                    <a:pt x="21918" y="0"/>
                  </a:lnTo>
                  <a:lnTo>
                    <a:pt x="25220" y="1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372544" y="2582492"/>
              <a:ext cx="105193" cy="128576"/>
            </a:xfrm>
            <a:custGeom>
              <a:avLst/>
              <a:pathLst>
                <a:path w="105193" h="128576">
                  <a:moveTo>
                    <a:pt x="0" y="27682"/>
                  </a:moveTo>
                  <a:lnTo>
                    <a:pt x="46782" y="0"/>
                  </a:lnTo>
                  <a:lnTo>
                    <a:pt x="50339" y="1213"/>
                  </a:lnTo>
                  <a:lnTo>
                    <a:pt x="105193" y="95187"/>
                  </a:lnTo>
                  <a:lnTo>
                    <a:pt x="103654" y="102888"/>
                  </a:lnTo>
                  <a:lnTo>
                    <a:pt x="58744" y="128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46080" y="1921247"/>
              <a:ext cx="67672" cy="51705"/>
            </a:xfrm>
            <a:custGeom>
              <a:avLst/>
              <a:pathLst>
                <a:path w="67672" h="51705">
                  <a:moveTo>
                    <a:pt x="67672" y="17919"/>
                  </a:moveTo>
                  <a:lnTo>
                    <a:pt x="10263" y="51705"/>
                  </a:lnTo>
                  <a:lnTo>
                    <a:pt x="0" y="34712"/>
                  </a:lnTo>
                  <a:lnTo>
                    <a:pt x="57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89993" y="1944588"/>
              <a:ext cx="66582" cy="83501"/>
            </a:xfrm>
            <a:custGeom>
              <a:avLst/>
              <a:pathLst>
                <a:path w="66582" h="83501">
                  <a:moveTo>
                    <a:pt x="66582" y="66844"/>
                  </a:moveTo>
                  <a:lnTo>
                    <a:pt x="38874" y="83501"/>
                  </a:lnTo>
                  <a:lnTo>
                    <a:pt x="0" y="17756"/>
                  </a:lnTo>
                  <a:lnTo>
                    <a:pt x="296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26030" y="2102207"/>
              <a:ext cx="106819" cy="92662"/>
            </a:xfrm>
            <a:custGeom>
              <a:avLst/>
              <a:pathLst>
                <a:path w="106819" h="92662">
                  <a:moveTo>
                    <a:pt x="0" y="44450"/>
                  </a:moveTo>
                  <a:lnTo>
                    <a:pt x="77333" y="0"/>
                  </a:lnTo>
                  <a:lnTo>
                    <a:pt x="106819" y="50338"/>
                  </a:lnTo>
                  <a:lnTo>
                    <a:pt x="35282" y="9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091595" y="2103880"/>
              <a:ext cx="46978" cy="58696"/>
            </a:xfrm>
            <a:custGeom>
              <a:avLst/>
              <a:pathLst>
                <a:path w="46978" h="58696">
                  <a:moveTo>
                    <a:pt x="0" y="11473"/>
                  </a:moveTo>
                  <a:lnTo>
                    <a:pt x="20441" y="0"/>
                  </a:lnTo>
                  <a:lnTo>
                    <a:pt x="46978" y="48297"/>
                  </a:lnTo>
                  <a:lnTo>
                    <a:pt x="28591" y="58696"/>
                  </a:lnTo>
                  <a:lnTo>
                    <a:pt x="24430" y="52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67645" y="2159491"/>
              <a:ext cx="129142" cy="135569"/>
            </a:xfrm>
            <a:custGeom>
              <a:avLst/>
              <a:pathLst>
                <a:path w="129142" h="135569">
                  <a:moveTo>
                    <a:pt x="69369" y="0"/>
                  </a:moveTo>
                  <a:lnTo>
                    <a:pt x="129142" y="98394"/>
                  </a:lnTo>
                  <a:lnTo>
                    <a:pt x="104534" y="112424"/>
                  </a:lnTo>
                  <a:lnTo>
                    <a:pt x="105363" y="114917"/>
                  </a:lnTo>
                  <a:lnTo>
                    <a:pt x="67722" y="135569"/>
                  </a:lnTo>
                  <a:lnTo>
                    <a:pt x="0" y="42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095224" y="2158065"/>
              <a:ext cx="58751" cy="47417"/>
            </a:xfrm>
            <a:custGeom>
              <a:avLst/>
              <a:pathLst>
                <a:path w="58751" h="47417">
                  <a:moveTo>
                    <a:pt x="11648" y="47417"/>
                  </a:moveTo>
                  <a:lnTo>
                    <a:pt x="0" y="27121"/>
                  </a:lnTo>
                  <a:lnTo>
                    <a:pt x="47205" y="0"/>
                  </a:lnTo>
                  <a:lnTo>
                    <a:pt x="58751" y="20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54209" y="2164169"/>
              <a:ext cx="46648" cy="57032"/>
            </a:xfrm>
            <a:custGeom>
              <a:avLst/>
              <a:pathLst>
                <a:path w="46648" h="57032">
                  <a:moveTo>
                    <a:pt x="26987" y="57032"/>
                  </a:moveTo>
                  <a:lnTo>
                    <a:pt x="0" y="11012"/>
                  </a:lnTo>
                  <a:lnTo>
                    <a:pt x="19578" y="0"/>
                  </a:lnTo>
                  <a:lnTo>
                    <a:pt x="46648" y="45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15533" y="2189518"/>
              <a:ext cx="68055" cy="73636"/>
            </a:xfrm>
            <a:custGeom>
              <a:avLst/>
              <a:pathLst>
                <a:path w="68055" h="73636">
                  <a:moveTo>
                    <a:pt x="30391" y="73636"/>
                  </a:moveTo>
                  <a:lnTo>
                    <a:pt x="0" y="23192"/>
                  </a:lnTo>
                  <a:lnTo>
                    <a:pt x="37892" y="0"/>
                  </a:lnTo>
                  <a:lnTo>
                    <a:pt x="68055" y="5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388913" y="2721702"/>
              <a:ext cx="100361" cy="125157"/>
            </a:xfrm>
            <a:custGeom>
              <a:avLst/>
              <a:pathLst>
                <a:path w="100361" h="125157">
                  <a:moveTo>
                    <a:pt x="0" y="23267"/>
                  </a:moveTo>
                  <a:lnTo>
                    <a:pt x="40710" y="0"/>
                  </a:lnTo>
                  <a:lnTo>
                    <a:pt x="67164" y="44457"/>
                  </a:lnTo>
                  <a:lnTo>
                    <a:pt x="100361" y="100963"/>
                  </a:lnTo>
                  <a:lnTo>
                    <a:pt x="58836" y="12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35902" y="2342583"/>
              <a:ext cx="50283" cy="34573"/>
            </a:xfrm>
            <a:custGeom>
              <a:avLst/>
              <a:pathLst>
                <a:path w="50283" h="34573">
                  <a:moveTo>
                    <a:pt x="39327" y="0"/>
                  </a:moveTo>
                  <a:lnTo>
                    <a:pt x="41633" y="353"/>
                  </a:lnTo>
                  <a:lnTo>
                    <a:pt x="43710" y="1061"/>
                  </a:lnTo>
                  <a:lnTo>
                    <a:pt x="45785" y="2241"/>
                  </a:lnTo>
                  <a:lnTo>
                    <a:pt x="47400" y="3657"/>
                  </a:lnTo>
                  <a:lnTo>
                    <a:pt x="48784" y="5428"/>
                  </a:lnTo>
                  <a:lnTo>
                    <a:pt x="49937" y="8259"/>
                  </a:lnTo>
                  <a:lnTo>
                    <a:pt x="50283" y="11445"/>
                  </a:lnTo>
                  <a:lnTo>
                    <a:pt x="49707" y="14513"/>
                  </a:lnTo>
                  <a:lnTo>
                    <a:pt x="48438" y="16992"/>
                  </a:lnTo>
                  <a:lnTo>
                    <a:pt x="24565" y="25723"/>
                  </a:lnTo>
                  <a:lnTo>
                    <a:pt x="0" y="34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288330" y="2312123"/>
              <a:ext cx="52477" cy="39839"/>
            </a:xfrm>
            <a:custGeom>
              <a:avLst/>
              <a:pathLst>
                <a:path w="52477" h="39839">
                  <a:moveTo>
                    <a:pt x="3691" y="20841"/>
                  </a:moveTo>
                  <a:lnTo>
                    <a:pt x="29527" y="5428"/>
                  </a:lnTo>
                  <a:lnTo>
                    <a:pt x="35986" y="1769"/>
                  </a:lnTo>
                  <a:lnTo>
                    <a:pt x="37946" y="707"/>
                  </a:lnTo>
                  <a:lnTo>
                    <a:pt x="40368" y="0"/>
                  </a:lnTo>
                  <a:lnTo>
                    <a:pt x="42443" y="0"/>
                  </a:lnTo>
                  <a:lnTo>
                    <a:pt x="45096" y="471"/>
                  </a:lnTo>
                  <a:lnTo>
                    <a:pt x="48095" y="2005"/>
                  </a:lnTo>
                  <a:lnTo>
                    <a:pt x="50171" y="4248"/>
                  </a:lnTo>
                  <a:lnTo>
                    <a:pt x="51786" y="6962"/>
                  </a:lnTo>
                  <a:lnTo>
                    <a:pt x="52477" y="9676"/>
                  </a:lnTo>
                  <a:lnTo>
                    <a:pt x="52362" y="12390"/>
                  </a:lnTo>
                  <a:lnTo>
                    <a:pt x="51324" y="15929"/>
                  </a:lnTo>
                  <a:lnTo>
                    <a:pt x="49709" y="17935"/>
                  </a:lnTo>
                  <a:lnTo>
                    <a:pt x="48210" y="18998"/>
                  </a:lnTo>
                  <a:lnTo>
                    <a:pt x="26525" y="31933"/>
                  </a:lnTo>
                  <a:lnTo>
                    <a:pt x="14301" y="39249"/>
                  </a:lnTo>
                  <a:lnTo>
                    <a:pt x="11533" y="39839"/>
                  </a:lnTo>
                  <a:lnTo>
                    <a:pt x="9111" y="39603"/>
                  </a:lnTo>
                  <a:lnTo>
                    <a:pt x="5997" y="38541"/>
                  </a:lnTo>
                  <a:lnTo>
                    <a:pt x="3691" y="36888"/>
                  </a:lnTo>
                  <a:lnTo>
                    <a:pt x="2652" y="36181"/>
                  </a:lnTo>
                  <a:lnTo>
                    <a:pt x="1153" y="33820"/>
                  </a:lnTo>
                  <a:lnTo>
                    <a:pt x="115" y="31460"/>
                  </a:lnTo>
                  <a:lnTo>
                    <a:pt x="0" y="28038"/>
                  </a:lnTo>
                  <a:lnTo>
                    <a:pt x="577" y="24970"/>
                  </a:lnTo>
                  <a:lnTo>
                    <a:pt x="1730" y="22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57229" y="2076542"/>
              <a:ext cx="11852" cy="10005"/>
            </a:xfrm>
            <a:custGeom>
              <a:avLst/>
              <a:pathLst>
                <a:path w="11852" h="10005">
                  <a:moveTo>
                    <a:pt x="0" y="3462"/>
                  </a:moveTo>
                  <a:lnTo>
                    <a:pt x="6793" y="0"/>
                  </a:lnTo>
                  <a:lnTo>
                    <a:pt x="11852" y="6210"/>
                  </a:lnTo>
                  <a:lnTo>
                    <a:pt x="4770" y="10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78969" y="2145802"/>
              <a:ext cx="35528" cy="34954"/>
            </a:xfrm>
            <a:custGeom>
              <a:avLst/>
              <a:pathLst>
                <a:path w="35528" h="34954">
                  <a:moveTo>
                    <a:pt x="13155" y="34782"/>
                  </a:moveTo>
                  <a:lnTo>
                    <a:pt x="12861" y="34954"/>
                  </a:lnTo>
                  <a:lnTo>
                    <a:pt x="0" y="12640"/>
                  </a:lnTo>
                  <a:lnTo>
                    <a:pt x="22131" y="299"/>
                  </a:lnTo>
                  <a:lnTo>
                    <a:pt x="22668" y="0"/>
                  </a:lnTo>
                  <a:lnTo>
                    <a:pt x="35436" y="21515"/>
                  </a:lnTo>
                  <a:lnTo>
                    <a:pt x="35528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35691" y="2394767"/>
              <a:ext cx="74382" cy="67554"/>
            </a:xfrm>
            <a:custGeom>
              <a:avLst/>
              <a:pathLst>
                <a:path w="74382" h="67554">
                  <a:moveTo>
                    <a:pt x="0" y="26230"/>
                  </a:moveTo>
                  <a:lnTo>
                    <a:pt x="46113" y="0"/>
                  </a:lnTo>
                  <a:lnTo>
                    <a:pt x="74382" y="38046"/>
                  </a:lnTo>
                  <a:lnTo>
                    <a:pt x="24181" y="67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198719" y="2397433"/>
              <a:ext cx="98695" cy="124986"/>
            </a:xfrm>
            <a:custGeom>
              <a:avLst/>
              <a:pathLst>
                <a:path w="98695" h="124986">
                  <a:moveTo>
                    <a:pt x="0" y="23083"/>
                  </a:moveTo>
                  <a:lnTo>
                    <a:pt x="39557" y="0"/>
                  </a:lnTo>
                  <a:lnTo>
                    <a:pt x="98695" y="102241"/>
                  </a:lnTo>
                  <a:lnTo>
                    <a:pt x="59760" y="124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25879" y="2614990"/>
              <a:ext cx="99017" cy="123326"/>
            </a:xfrm>
            <a:custGeom>
              <a:avLst/>
              <a:pathLst>
                <a:path w="99017" h="123326">
                  <a:moveTo>
                    <a:pt x="0" y="23174"/>
                  </a:moveTo>
                  <a:lnTo>
                    <a:pt x="39753" y="0"/>
                  </a:lnTo>
                  <a:lnTo>
                    <a:pt x="99017" y="100859"/>
                  </a:lnTo>
                  <a:lnTo>
                    <a:pt x="59107" y="123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580709" y="2617487"/>
              <a:ext cx="84222" cy="111434"/>
            </a:xfrm>
            <a:custGeom>
              <a:avLst/>
              <a:pathLst>
                <a:path w="84222" h="111434">
                  <a:moveTo>
                    <a:pt x="0" y="14975"/>
                  </a:moveTo>
                  <a:lnTo>
                    <a:pt x="25800" y="0"/>
                  </a:lnTo>
                  <a:lnTo>
                    <a:pt x="84222" y="99394"/>
                  </a:lnTo>
                  <a:lnTo>
                    <a:pt x="83126" y="105375"/>
                  </a:lnTo>
                  <a:lnTo>
                    <a:pt x="73699" y="11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64351" y="2439627"/>
              <a:ext cx="86269" cy="79803"/>
            </a:xfrm>
            <a:custGeom>
              <a:avLst/>
              <a:pathLst>
                <a:path w="86269" h="79803">
                  <a:moveTo>
                    <a:pt x="0" y="29902"/>
                  </a:moveTo>
                  <a:lnTo>
                    <a:pt x="51564" y="0"/>
                  </a:lnTo>
                  <a:lnTo>
                    <a:pt x="86269" y="46434"/>
                  </a:lnTo>
                  <a:lnTo>
                    <a:pt x="29148" y="79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29553" y="2541914"/>
              <a:ext cx="130617" cy="135764"/>
            </a:xfrm>
            <a:custGeom>
              <a:avLst/>
              <a:pathLst>
                <a:path w="130617" h="135764">
                  <a:moveTo>
                    <a:pt x="0" y="39430"/>
                  </a:moveTo>
                  <a:lnTo>
                    <a:pt x="526" y="35729"/>
                  </a:lnTo>
                  <a:lnTo>
                    <a:pt x="59017" y="0"/>
                  </a:lnTo>
                  <a:lnTo>
                    <a:pt x="63288" y="2760"/>
                  </a:lnTo>
                  <a:lnTo>
                    <a:pt x="130617" y="92121"/>
                  </a:lnTo>
                  <a:lnTo>
                    <a:pt x="109607" y="104846"/>
                  </a:lnTo>
                  <a:lnTo>
                    <a:pt x="104662" y="108987"/>
                  </a:lnTo>
                  <a:lnTo>
                    <a:pt x="56240" y="13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26920" y="2641760"/>
              <a:ext cx="62922" cy="51253"/>
            </a:xfrm>
            <a:custGeom>
              <a:avLst/>
              <a:pathLst>
                <a:path w="62922" h="51253">
                  <a:moveTo>
                    <a:pt x="0" y="25367"/>
                  </a:moveTo>
                  <a:lnTo>
                    <a:pt x="43807" y="0"/>
                  </a:lnTo>
                  <a:lnTo>
                    <a:pt x="62922" y="24371"/>
                  </a:lnTo>
                  <a:lnTo>
                    <a:pt x="15812" y="51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42403" y="2673984"/>
              <a:ext cx="94876" cy="93447"/>
            </a:xfrm>
            <a:custGeom>
              <a:avLst/>
              <a:pathLst>
                <a:path w="94876" h="93447">
                  <a:moveTo>
                    <a:pt x="0" y="25888"/>
                  </a:moveTo>
                  <a:lnTo>
                    <a:pt x="47527" y="0"/>
                  </a:lnTo>
                  <a:lnTo>
                    <a:pt x="94876" y="60522"/>
                  </a:lnTo>
                  <a:lnTo>
                    <a:pt x="64066" y="77868"/>
                  </a:lnTo>
                  <a:lnTo>
                    <a:pt x="38692" y="93447"/>
                  </a:lnTo>
                  <a:lnTo>
                    <a:pt x="26592" y="72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397229" y="2492911"/>
              <a:ext cx="87674" cy="77430"/>
            </a:xfrm>
            <a:custGeom>
              <a:avLst/>
              <a:pathLst>
                <a:path w="87674" h="77430">
                  <a:moveTo>
                    <a:pt x="0" y="32253"/>
                  </a:moveTo>
                  <a:lnTo>
                    <a:pt x="57506" y="0"/>
                  </a:lnTo>
                  <a:lnTo>
                    <a:pt x="87674" y="39728"/>
                  </a:lnTo>
                  <a:lnTo>
                    <a:pt x="26133" y="77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05493" y="2509362"/>
              <a:ext cx="96605" cy="115672"/>
            </a:xfrm>
            <a:custGeom>
              <a:avLst/>
              <a:pathLst>
                <a:path w="96605" h="115672">
                  <a:moveTo>
                    <a:pt x="0" y="22384"/>
                  </a:moveTo>
                  <a:lnTo>
                    <a:pt x="37329" y="0"/>
                  </a:lnTo>
                  <a:lnTo>
                    <a:pt x="96605" y="101267"/>
                  </a:lnTo>
                  <a:lnTo>
                    <a:pt x="70302" y="115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36806" y="2002316"/>
              <a:ext cx="58421" cy="54896"/>
            </a:xfrm>
            <a:custGeom>
              <a:avLst/>
              <a:pathLst>
                <a:path w="58421" h="54896">
                  <a:moveTo>
                    <a:pt x="20110" y="54896"/>
                  </a:moveTo>
                  <a:lnTo>
                    <a:pt x="0" y="19493"/>
                  </a:lnTo>
                  <a:lnTo>
                    <a:pt x="35322" y="0"/>
                  </a:lnTo>
                  <a:lnTo>
                    <a:pt x="58421" y="32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00424" y="2338802"/>
              <a:ext cx="75731" cy="75977"/>
            </a:xfrm>
            <a:custGeom>
              <a:avLst/>
              <a:pathLst>
                <a:path w="75731" h="75977">
                  <a:moveTo>
                    <a:pt x="0" y="22426"/>
                  </a:moveTo>
                  <a:lnTo>
                    <a:pt x="39411" y="0"/>
                  </a:lnTo>
                  <a:lnTo>
                    <a:pt x="75731" y="50028"/>
                  </a:lnTo>
                  <a:lnTo>
                    <a:pt x="53953" y="63901"/>
                  </a:lnTo>
                  <a:lnTo>
                    <a:pt x="32315" y="7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194816" y="2208210"/>
              <a:ext cx="127465" cy="137079"/>
            </a:xfrm>
            <a:custGeom>
              <a:avLst/>
              <a:pathLst>
                <a:path w="127465" h="137079">
                  <a:moveTo>
                    <a:pt x="58982" y="0"/>
                  </a:moveTo>
                  <a:lnTo>
                    <a:pt x="125569" y="91064"/>
                  </a:lnTo>
                  <a:lnTo>
                    <a:pt x="127465" y="94861"/>
                  </a:lnTo>
                  <a:lnTo>
                    <a:pt x="59125" y="137079"/>
                  </a:lnTo>
                  <a:lnTo>
                    <a:pt x="0" y="35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87376" y="2215772"/>
              <a:ext cx="52781" cy="63968"/>
            </a:xfrm>
            <a:custGeom>
              <a:avLst/>
              <a:pathLst>
                <a:path w="52781" h="63968">
                  <a:moveTo>
                    <a:pt x="0" y="14936"/>
                  </a:moveTo>
                  <a:lnTo>
                    <a:pt x="23307" y="0"/>
                  </a:lnTo>
                  <a:lnTo>
                    <a:pt x="52781" y="49815"/>
                  </a:lnTo>
                  <a:lnTo>
                    <a:pt x="28575" y="63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45122" y="2367891"/>
              <a:ext cx="106945" cy="126943"/>
            </a:xfrm>
            <a:custGeom>
              <a:avLst/>
              <a:pathLst>
                <a:path w="106945" h="126943">
                  <a:moveTo>
                    <a:pt x="0" y="25444"/>
                  </a:moveTo>
                  <a:lnTo>
                    <a:pt x="45240" y="0"/>
                  </a:lnTo>
                  <a:lnTo>
                    <a:pt x="47316" y="0"/>
                  </a:lnTo>
                  <a:lnTo>
                    <a:pt x="49738" y="2241"/>
                  </a:lnTo>
                  <a:lnTo>
                    <a:pt x="106945" y="99239"/>
                  </a:lnTo>
                  <a:lnTo>
                    <a:pt x="59639" y="126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49721" y="2248091"/>
              <a:ext cx="96570" cy="123821"/>
            </a:xfrm>
            <a:custGeom>
              <a:avLst/>
              <a:pathLst>
                <a:path w="96570" h="123821">
                  <a:moveTo>
                    <a:pt x="0" y="22346"/>
                  </a:moveTo>
                  <a:lnTo>
                    <a:pt x="37558" y="0"/>
                  </a:lnTo>
                  <a:lnTo>
                    <a:pt x="96570" y="102817"/>
                  </a:lnTo>
                  <a:lnTo>
                    <a:pt x="59831" y="123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17980" y="2091028"/>
              <a:ext cx="66992" cy="81344"/>
            </a:xfrm>
            <a:custGeom>
              <a:avLst/>
              <a:pathLst>
                <a:path w="66992" h="81344">
                  <a:moveTo>
                    <a:pt x="42922" y="81344"/>
                  </a:moveTo>
                  <a:lnTo>
                    <a:pt x="0" y="10436"/>
                  </a:lnTo>
                  <a:lnTo>
                    <a:pt x="18715" y="0"/>
                  </a:lnTo>
                  <a:lnTo>
                    <a:pt x="66992" y="69033"/>
                  </a:lnTo>
                  <a:lnTo>
                    <a:pt x="47463" y="8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54384" y="2293091"/>
              <a:ext cx="90598" cy="82983"/>
            </a:xfrm>
            <a:custGeom>
              <a:avLst/>
              <a:pathLst>
                <a:path w="90598" h="82983">
                  <a:moveTo>
                    <a:pt x="0" y="36284"/>
                  </a:moveTo>
                  <a:lnTo>
                    <a:pt x="61437" y="0"/>
                  </a:lnTo>
                  <a:lnTo>
                    <a:pt x="90598" y="49111"/>
                  </a:lnTo>
                  <a:lnTo>
                    <a:pt x="34361" y="82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29608" y="2400099"/>
              <a:ext cx="81411" cy="79477"/>
            </a:xfrm>
            <a:custGeom>
              <a:avLst/>
              <a:pathLst>
                <a:path w="81411" h="79477">
                  <a:moveTo>
                    <a:pt x="0" y="30001"/>
                  </a:moveTo>
                  <a:lnTo>
                    <a:pt x="50649" y="0"/>
                  </a:lnTo>
                  <a:lnTo>
                    <a:pt x="81411" y="54449"/>
                  </a:lnTo>
                  <a:lnTo>
                    <a:pt x="37532" y="7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72418" y="2020506"/>
              <a:ext cx="100900" cy="70007"/>
            </a:xfrm>
            <a:custGeom>
              <a:avLst/>
              <a:pathLst>
                <a:path w="100900" h="70007">
                  <a:moveTo>
                    <a:pt x="0" y="52350"/>
                  </a:moveTo>
                  <a:lnTo>
                    <a:pt x="89794" y="0"/>
                  </a:lnTo>
                  <a:lnTo>
                    <a:pt x="100900" y="19528"/>
                  </a:lnTo>
                  <a:lnTo>
                    <a:pt x="14701" y="70007"/>
                  </a:lnTo>
                  <a:lnTo>
                    <a:pt x="12087" y="69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2454" y="2025285"/>
              <a:ext cx="58646" cy="44755"/>
            </a:xfrm>
            <a:custGeom>
              <a:avLst/>
              <a:pathLst>
                <a:path w="58646" h="44755">
                  <a:moveTo>
                    <a:pt x="0" y="25560"/>
                  </a:moveTo>
                  <a:lnTo>
                    <a:pt x="47907" y="0"/>
                  </a:lnTo>
                  <a:lnTo>
                    <a:pt x="58646" y="20188"/>
                  </a:lnTo>
                  <a:lnTo>
                    <a:pt x="10656" y="44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0326" y="2039661"/>
              <a:ext cx="51592" cy="42273"/>
            </a:xfrm>
            <a:custGeom>
              <a:avLst/>
              <a:pathLst>
                <a:path w="51592" h="42273">
                  <a:moveTo>
                    <a:pt x="11876" y="42273"/>
                  </a:moveTo>
                  <a:lnTo>
                    <a:pt x="0" y="23033"/>
                  </a:lnTo>
                  <a:lnTo>
                    <a:pt x="39754" y="0"/>
                  </a:lnTo>
                  <a:lnTo>
                    <a:pt x="51592" y="18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76348" y="2064851"/>
              <a:ext cx="53022" cy="42605"/>
            </a:xfrm>
            <a:custGeom>
              <a:avLst/>
              <a:pathLst>
                <a:path w="53022" h="42605">
                  <a:moveTo>
                    <a:pt x="10956" y="42605"/>
                  </a:moveTo>
                  <a:lnTo>
                    <a:pt x="0" y="23961"/>
                  </a:lnTo>
                  <a:lnTo>
                    <a:pt x="40629" y="0"/>
                  </a:lnTo>
                  <a:lnTo>
                    <a:pt x="53022" y="19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3997014" y="2051707"/>
              <a:ext cx="83302" cy="86049"/>
            </a:xfrm>
            <a:custGeom>
              <a:avLst/>
              <a:pathLst>
                <a:path w="83302" h="86049">
                  <a:moveTo>
                    <a:pt x="0" y="24304"/>
                  </a:moveTo>
                  <a:lnTo>
                    <a:pt x="48178" y="0"/>
                  </a:lnTo>
                  <a:lnTo>
                    <a:pt x="83302" y="59139"/>
                  </a:lnTo>
                  <a:lnTo>
                    <a:pt x="37612" y="8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45105" y="2765925"/>
              <a:ext cx="28823" cy="21963"/>
            </a:xfrm>
            <a:custGeom>
              <a:avLst/>
              <a:pathLst>
                <a:path w="28823" h="21963">
                  <a:moveTo>
                    <a:pt x="0" y="15004"/>
                  </a:moveTo>
                  <a:lnTo>
                    <a:pt x="24599" y="0"/>
                  </a:lnTo>
                  <a:lnTo>
                    <a:pt x="28823" y="7199"/>
                  </a:lnTo>
                  <a:lnTo>
                    <a:pt x="3970" y="21963"/>
                  </a:lnTo>
                  <a:lnTo>
                    <a:pt x="2023" y="18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62468" y="3018892"/>
              <a:ext cx="53339" cy="44297"/>
            </a:xfrm>
            <a:custGeom>
              <a:avLst/>
              <a:pathLst>
                <a:path w="53339" h="44297">
                  <a:moveTo>
                    <a:pt x="33127" y="31861"/>
                  </a:moveTo>
                  <a:lnTo>
                    <a:pt x="23493" y="37436"/>
                  </a:lnTo>
                  <a:lnTo>
                    <a:pt x="11471" y="44297"/>
                  </a:lnTo>
                  <a:lnTo>
                    <a:pt x="0" y="24148"/>
                  </a:lnTo>
                  <a:lnTo>
                    <a:pt x="41711" y="0"/>
                  </a:lnTo>
                  <a:lnTo>
                    <a:pt x="53339" y="19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324574" y="3033777"/>
              <a:ext cx="22268" cy="25617"/>
            </a:xfrm>
            <a:custGeom>
              <a:avLst/>
              <a:pathLst>
                <a:path w="22268" h="25617">
                  <a:moveTo>
                    <a:pt x="0" y="6287"/>
                  </a:moveTo>
                  <a:lnTo>
                    <a:pt x="11072" y="0"/>
                  </a:lnTo>
                  <a:lnTo>
                    <a:pt x="18310" y="12740"/>
                  </a:lnTo>
                  <a:lnTo>
                    <a:pt x="22268" y="19161"/>
                  </a:lnTo>
                  <a:lnTo>
                    <a:pt x="18659" y="21420"/>
                  </a:lnTo>
                  <a:lnTo>
                    <a:pt x="11640" y="25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130916" y="3055354"/>
              <a:ext cx="43055" cy="69441"/>
            </a:xfrm>
            <a:custGeom>
              <a:avLst/>
              <a:pathLst>
                <a:path w="43055" h="69441">
                  <a:moveTo>
                    <a:pt x="25084" y="46102"/>
                  </a:moveTo>
                  <a:lnTo>
                    <a:pt x="0" y="2044"/>
                  </a:lnTo>
                  <a:lnTo>
                    <a:pt x="4376" y="0"/>
                  </a:lnTo>
                  <a:lnTo>
                    <a:pt x="29467" y="43388"/>
                  </a:lnTo>
                  <a:lnTo>
                    <a:pt x="43055" y="66932"/>
                  </a:lnTo>
                  <a:lnTo>
                    <a:pt x="39273" y="69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73792" y="3148540"/>
              <a:ext cx="66379" cy="69022"/>
            </a:xfrm>
            <a:custGeom>
              <a:avLst/>
              <a:pathLst>
                <a:path w="66379" h="69022">
                  <a:moveTo>
                    <a:pt x="44712" y="57669"/>
                  </a:moveTo>
                  <a:lnTo>
                    <a:pt x="25358" y="69022"/>
                  </a:lnTo>
                  <a:lnTo>
                    <a:pt x="23990" y="66631"/>
                  </a:lnTo>
                  <a:lnTo>
                    <a:pt x="19067" y="58030"/>
                  </a:lnTo>
                  <a:lnTo>
                    <a:pt x="15690" y="52129"/>
                  </a:lnTo>
                  <a:lnTo>
                    <a:pt x="12824" y="47121"/>
                  </a:lnTo>
                  <a:lnTo>
                    <a:pt x="0" y="24714"/>
                  </a:lnTo>
                  <a:lnTo>
                    <a:pt x="18157" y="13646"/>
                  </a:lnTo>
                  <a:lnTo>
                    <a:pt x="40545" y="0"/>
                  </a:lnTo>
                  <a:lnTo>
                    <a:pt x="40664" y="207"/>
                  </a:lnTo>
                  <a:lnTo>
                    <a:pt x="66379" y="44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50010" y="3196938"/>
              <a:ext cx="121688" cy="136861"/>
            </a:xfrm>
            <a:custGeom>
              <a:avLst/>
              <a:pathLst>
                <a:path w="121688" h="136861">
                  <a:moveTo>
                    <a:pt x="0" y="38408"/>
                  </a:moveTo>
                  <a:lnTo>
                    <a:pt x="63059" y="0"/>
                  </a:lnTo>
                  <a:lnTo>
                    <a:pt x="93419" y="50581"/>
                  </a:lnTo>
                  <a:lnTo>
                    <a:pt x="121688" y="100109"/>
                  </a:lnTo>
                  <a:lnTo>
                    <a:pt x="56438" y="136861"/>
                  </a:lnTo>
                  <a:lnTo>
                    <a:pt x="28629" y="88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3021939" y="3184798"/>
              <a:ext cx="56331" cy="71468"/>
            </a:xfrm>
            <a:custGeom>
              <a:avLst/>
              <a:pathLst>
                <a:path w="56331" h="71468">
                  <a:moveTo>
                    <a:pt x="0" y="14237"/>
                  </a:moveTo>
                  <a:lnTo>
                    <a:pt x="23176" y="0"/>
                  </a:lnTo>
                  <a:lnTo>
                    <a:pt x="56331" y="58731"/>
                  </a:lnTo>
                  <a:lnTo>
                    <a:pt x="33868" y="714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323534" y="3176983"/>
              <a:ext cx="54155" cy="44523"/>
            </a:xfrm>
            <a:custGeom>
              <a:avLst/>
              <a:pathLst>
                <a:path w="54155" h="44523">
                  <a:moveTo>
                    <a:pt x="0" y="25550"/>
                  </a:moveTo>
                  <a:lnTo>
                    <a:pt x="43465" y="0"/>
                  </a:lnTo>
                  <a:lnTo>
                    <a:pt x="54155" y="19285"/>
                  </a:lnTo>
                  <a:lnTo>
                    <a:pt x="12165" y="44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422081" y="3183097"/>
              <a:ext cx="53373" cy="44311"/>
            </a:xfrm>
            <a:custGeom>
              <a:avLst/>
              <a:pathLst>
                <a:path w="53373" h="44311">
                  <a:moveTo>
                    <a:pt x="11505" y="44311"/>
                  </a:moveTo>
                  <a:lnTo>
                    <a:pt x="0" y="24359"/>
                  </a:lnTo>
                  <a:lnTo>
                    <a:pt x="41666" y="0"/>
                  </a:lnTo>
                  <a:lnTo>
                    <a:pt x="53373" y="19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339413" y="3200697"/>
              <a:ext cx="52459" cy="45260"/>
            </a:xfrm>
            <a:custGeom>
              <a:avLst/>
              <a:pathLst>
                <a:path w="52459" h="45260">
                  <a:moveTo>
                    <a:pt x="0" y="25974"/>
                  </a:moveTo>
                  <a:lnTo>
                    <a:pt x="41595" y="0"/>
                  </a:lnTo>
                  <a:lnTo>
                    <a:pt x="52459" y="20022"/>
                  </a:lnTo>
                  <a:lnTo>
                    <a:pt x="10469" y="45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36413" y="3206013"/>
              <a:ext cx="53048" cy="44482"/>
            </a:xfrm>
            <a:custGeom>
              <a:avLst/>
              <a:pathLst>
                <a:path w="53048" h="44482">
                  <a:moveTo>
                    <a:pt x="0" y="25317"/>
                  </a:moveTo>
                  <a:lnTo>
                    <a:pt x="41301" y="0"/>
                  </a:lnTo>
                  <a:lnTo>
                    <a:pt x="53048" y="19205"/>
                  </a:lnTo>
                  <a:lnTo>
                    <a:pt x="11246" y="44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75448" y="3211223"/>
              <a:ext cx="53752" cy="44506"/>
            </a:xfrm>
            <a:custGeom>
              <a:avLst/>
              <a:pathLst>
                <a:path w="53752" h="44506">
                  <a:moveTo>
                    <a:pt x="32968" y="31840"/>
                  </a:moveTo>
                  <a:lnTo>
                    <a:pt x="11581" y="44506"/>
                  </a:lnTo>
                  <a:lnTo>
                    <a:pt x="0" y="24672"/>
                  </a:lnTo>
                  <a:lnTo>
                    <a:pt x="42025" y="0"/>
                  </a:lnTo>
                  <a:lnTo>
                    <a:pt x="53752" y="19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058047" y="3232967"/>
              <a:ext cx="59423" cy="48279"/>
            </a:xfrm>
            <a:custGeom>
              <a:avLst/>
              <a:pathLst>
                <a:path w="59423" h="48279">
                  <a:moveTo>
                    <a:pt x="0" y="27482"/>
                  </a:moveTo>
                  <a:lnTo>
                    <a:pt x="47532" y="0"/>
                  </a:lnTo>
                  <a:lnTo>
                    <a:pt x="59423" y="20383"/>
                  </a:lnTo>
                  <a:lnTo>
                    <a:pt x="11870" y="48279"/>
                  </a:lnTo>
                  <a:lnTo>
                    <a:pt x="10017" y="45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89490" y="3234275"/>
              <a:ext cx="52299" cy="44162"/>
            </a:xfrm>
            <a:custGeom>
              <a:avLst/>
              <a:pathLst>
                <a:path w="52299" h="44162">
                  <a:moveTo>
                    <a:pt x="0" y="25359"/>
                  </a:moveTo>
                  <a:lnTo>
                    <a:pt x="41712" y="0"/>
                  </a:lnTo>
                  <a:lnTo>
                    <a:pt x="52299" y="19563"/>
                  </a:lnTo>
                  <a:lnTo>
                    <a:pt x="10688" y="4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53196" y="3238758"/>
              <a:ext cx="43661" cy="54216"/>
            </a:xfrm>
            <a:custGeom>
              <a:avLst/>
              <a:pathLst>
                <a:path w="43661" h="54216">
                  <a:moveTo>
                    <a:pt x="0" y="11173"/>
                  </a:moveTo>
                  <a:lnTo>
                    <a:pt x="18972" y="0"/>
                  </a:lnTo>
                  <a:lnTo>
                    <a:pt x="43661" y="43154"/>
                  </a:lnTo>
                  <a:lnTo>
                    <a:pt x="24618" y="54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79820" y="3037120"/>
              <a:ext cx="52395" cy="44184"/>
            </a:xfrm>
            <a:custGeom>
              <a:avLst/>
              <a:pathLst>
                <a:path w="52395" h="44184">
                  <a:moveTo>
                    <a:pt x="41376" y="0"/>
                  </a:moveTo>
                  <a:lnTo>
                    <a:pt x="52395" y="19415"/>
                  </a:lnTo>
                  <a:lnTo>
                    <a:pt x="11117" y="44184"/>
                  </a:lnTo>
                  <a:lnTo>
                    <a:pt x="0" y="2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76815" y="3042714"/>
              <a:ext cx="52771" cy="44348"/>
            </a:xfrm>
            <a:custGeom>
              <a:avLst/>
              <a:pathLst>
                <a:path w="52771" h="44348">
                  <a:moveTo>
                    <a:pt x="22132" y="11961"/>
                  </a:moveTo>
                  <a:lnTo>
                    <a:pt x="41259" y="0"/>
                  </a:lnTo>
                  <a:lnTo>
                    <a:pt x="52771" y="19618"/>
                  </a:lnTo>
                  <a:lnTo>
                    <a:pt x="11271" y="44348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74260" y="3047369"/>
              <a:ext cx="53453" cy="44445"/>
            </a:xfrm>
            <a:custGeom>
              <a:avLst/>
              <a:pathLst>
                <a:path w="53453" h="44445">
                  <a:moveTo>
                    <a:pt x="41871" y="0"/>
                  </a:moveTo>
                  <a:lnTo>
                    <a:pt x="53453" y="20134"/>
                  </a:lnTo>
                  <a:lnTo>
                    <a:pt x="12134" y="44445"/>
                  </a:lnTo>
                  <a:lnTo>
                    <a:pt x="0" y="24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336737" y="3051037"/>
              <a:ext cx="44934" cy="54021"/>
            </a:xfrm>
            <a:custGeom>
              <a:avLst/>
              <a:pathLst>
                <a:path w="44934" h="54021">
                  <a:moveTo>
                    <a:pt x="0" y="11063"/>
                  </a:moveTo>
                  <a:lnTo>
                    <a:pt x="19540" y="0"/>
                  </a:lnTo>
                  <a:lnTo>
                    <a:pt x="35366" y="26063"/>
                  </a:lnTo>
                  <a:lnTo>
                    <a:pt x="44934" y="42650"/>
                  </a:lnTo>
                  <a:lnTo>
                    <a:pt x="26149" y="54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114724" y="3063481"/>
              <a:ext cx="49995" cy="74260"/>
            </a:xfrm>
            <a:custGeom>
              <a:avLst/>
              <a:pathLst>
                <a:path w="49995" h="74260">
                  <a:moveTo>
                    <a:pt x="0" y="6668"/>
                  </a:moveTo>
                  <a:lnTo>
                    <a:pt x="10482" y="0"/>
                  </a:lnTo>
                  <a:lnTo>
                    <a:pt x="49995" y="67372"/>
                  </a:lnTo>
                  <a:lnTo>
                    <a:pt x="39397" y="74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313056" y="3066543"/>
              <a:ext cx="44929" cy="54158"/>
            </a:xfrm>
            <a:custGeom>
              <a:avLst/>
              <a:pathLst>
                <a:path w="44929" h="54158">
                  <a:moveTo>
                    <a:pt x="13442" y="33850"/>
                  </a:moveTo>
                  <a:lnTo>
                    <a:pt x="0" y="11761"/>
                  </a:lnTo>
                  <a:lnTo>
                    <a:pt x="19162" y="0"/>
                  </a:lnTo>
                  <a:lnTo>
                    <a:pt x="44929" y="42918"/>
                  </a:lnTo>
                  <a:lnTo>
                    <a:pt x="25854" y="54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3040462" y="3086546"/>
              <a:ext cx="58891" cy="51104"/>
            </a:xfrm>
            <a:custGeom>
              <a:avLst/>
              <a:pathLst>
                <a:path w="58891" h="51104">
                  <a:moveTo>
                    <a:pt x="0" y="28197"/>
                  </a:moveTo>
                  <a:lnTo>
                    <a:pt x="43570" y="0"/>
                  </a:lnTo>
                  <a:lnTo>
                    <a:pt x="58891" y="24142"/>
                  </a:lnTo>
                  <a:lnTo>
                    <a:pt x="14676" y="51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69970" y="3075552"/>
              <a:ext cx="52321" cy="43346"/>
            </a:xfrm>
            <a:custGeom>
              <a:avLst/>
              <a:pathLst>
                <a:path w="52321" h="43346">
                  <a:moveTo>
                    <a:pt x="40221" y="0"/>
                  </a:moveTo>
                  <a:lnTo>
                    <a:pt x="52321" y="18555"/>
                  </a:lnTo>
                  <a:lnTo>
                    <a:pt x="12031" y="43346"/>
                  </a:lnTo>
                  <a:lnTo>
                    <a:pt x="0" y="23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412675" y="3076105"/>
              <a:ext cx="45224" cy="53724"/>
            </a:xfrm>
            <a:custGeom>
              <a:avLst/>
              <a:pathLst>
                <a:path w="45224" h="53724">
                  <a:moveTo>
                    <a:pt x="25596" y="53724"/>
                  </a:moveTo>
                  <a:lnTo>
                    <a:pt x="0" y="11524"/>
                  </a:lnTo>
                  <a:lnTo>
                    <a:pt x="20247" y="0"/>
                  </a:lnTo>
                  <a:lnTo>
                    <a:pt x="45224" y="4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67759" y="3080380"/>
              <a:ext cx="53535" cy="43530"/>
            </a:xfrm>
            <a:custGeom>
              <a:avLst/>
              <a:pathLst>
                <a:path w="53535" h="43530">
                  <a:moveTo>
                    <a:pt x="11552" y="43530"/>
                  </a:moveTo>
                  <a:lnTo>
                    <a:pt x="0" y="24488"/>
                  </a:lnTo>
                  <a:lnTo>
                    <a:pt x="41194" y="0"/>
                  </a:lnTo>
                  <a:lnTo>
                    <a:pt x="53535" y="19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67731" y="3089065"/>
              <a:ext cx="52634" cy="44885"/>
            </a:xfrm>
            <a:custGeom>
              <a:avLst/>
              <a:pathLst>
                <a:path w="52634" h="44885">
                  <a:moveTo>
                    <a:pt x="39767" y="27272"/>
                  </a:moveTo>
                  <a:lnTo>
                    <a:pt x="11179" y="44885"/>
                  </a:lnTo>
                  <a:lnTo>
                    <a:pt x="0" y="24991"/>
                  </a:lnTo>
                  <a:lnTo>
                    <a:pt x="42553" y="0"/>
                  </a:lnTo>
                  <a:lnTo>
                    <a:pt x="52634" y="19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84253" y="3099125"/>
              <a:ext cx="53308" cy="44268"/>
            </a:xfrm>
            <a:custGeom>
              <a:avLst/>
              <a:pathLst>
                <a:path w="53308" h="44268">
                  <a:moveTo>
                    <a:pt x="41519" y="0"/>
                  </a:moveTo>
                  <a:lnTo>
                    <a:pt x="53308" y="18528"/>
                  </a:lnTo>
                  <a:lnTo>
                    <a:pt x="12418" y="44268"/>
                  </a:lnTo>
                  <a:lnTo>
                    <a:pt x="0" y="2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015378" y="3115399"/>
              <a:ext cx="52963" cy="63727"/>
            </a:xfrm>
            <a:custGeom>
              <a:avLst/>
              <a:pathLst>
                <a:path w="52963" h="63727">
                  <a:moveTo>
                    <a:pt x="0" y="11030"/>
                  </a:moveTo>
                  <a:lnTo>
                    <a:pt x="22329" y="0"/>
                  </a:lnTo>
                  <a:lnTo>
                    <a:pt x="52963" y="51728"/>
                  </a:lnTo>
                  <a:lnTo>
                    <a:pt x="40678" y="57434"/>
                  </a:lnTo>
                  <a:lnTo>
                    <a:pt x="30388" y="6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3057060" y="3114764"/>
              <a:ext cx="57187" cy="49272"/>
            </a:xfrm>
            <a:custGeom>
              <a:avLst/>
              <a:pathLst>
                <a:path w="57187" h="49272">
                  <a:moveTo>
                    <a:pt x="0" y="25456"/>
                  </a:moveTo>
                  <a:lnTo>
                    <a:pt x="43871" y="0"/>
                  </a:lnTo>
                  <a:lnTo>
                    <a:pt x="57187" y="23462"/>
                  </a:lnTo>
                  <a:lnTo>
                    <a:pt x="14479" y="49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81473" y="3103428"/>
              <a:ext cx="53742" cy="44453"/>
            </a:xfrm>
            <a:custGeom>
              <a:avLst/>
              <a:pathLst>
                <a:path w="53742" h="44453">
                  <a:moveTo>
                    <a:pt x="11172" y="44453"/>
                  </a:moveTo>
                  <a:lnTo>
                    <a:pt x="0" y="24260"/>
                  </a:lnTo>
                  <a:lnTo>
                    <a:pt x="42165" y="0"/>
                  </a:lnTo>
                  <a:lnTo>
                    <a:pt x="53742" y="1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220596" y="3109338"/>
              <a:ext cx="53722" cy="44477"/>
            </a:xfrm>
            <a:custGeom>
              <a:avLst/>
              <a:pathLst>
                <a:path w="53722" h="44477">
                  <a:moveTo>
                    <a:pt x="53722" y="18378"/>
                  </a:moveTo>
                  <a:lnTo>
                    <a:pt x="11722" y="44477"/>
                  </a:lnTo>
                  <a:lnTo>
                    <a:pt x="0" y="23923"/>
                  </a:lnTo>
                  <a:lnTo>
                    <a:pt x="417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81726" y="3112057"/>
              <a:ext cx="52997" cy="45145"/>
            </a:xfrm>
            <a:custGeom>
              <a:avLst/>
              <a:pathLst>
                <a:path w="52997" h="45145">
                  <a:moveTo>
                    <a:pt x="28968" y="34717"/>
                  </a:moveTo>
                  <a:lnTo>
                    <a:pt x="11793" y="45145"/>
                  </a:lnTo>
                  <a:lnTo>
                    <a:pt x="0" y="24545"/>
                  </a:lnTo>
                  <a:lnTo>
                    <a:pt x="40831" y="0"/>
                  </a:lnTo>
                  <a:lnTo>
                    <a:pt x="52997" y="20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87430" y="3130453"/>
              <a:ext cx="55254" cy="65519"/>
            </a:xfrm>
            <a:custGeom>
              <a:avLst/>
              <a:pathLst>
                <a:path w="55254" h="65519">
                  <a:moveTo>
                    <a:pt x="0" y="14900"/>
                  </a:moveTo>
                  <a:lnTo>
                    <a:pt x="26548" y="0"/>
                  </a:lnTo>
                  <a:lnTo>
                    <a:pt x="55254" y="51044"/>
                  </a:lnTo>
                  <a:lnTo>
                    <a:pt x="29947" y="6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73067" y="3128302"/>
              <a:ext cx="80144" cy="60781"/>
            </a:xfrm>
            <a:custGeom>
              <a:avLst/>
              <a:pathLst>
                <a:path w="80144" h="60781">
                  <a:moveTo>
                    <a:pt x="0" y="39477"/>
                  </a:moveTo>
                  <a:lnTo>
                    <a:pt x="67900" y="0"/>
                  </a:lnTo>
                  <a:lnTo>
                    <a:pt x="80144" y="18682"/>
                  </a:lnTo>
                  <a:lnTo>
                    <a:pt x="25398" y="53156"/>
                  </a:lnTo>
                  <a:lnTo>
                    <a:pt x="13290" y="60781"/>
                  </a:lnTo>
                  <a:lnTo>
                    <a:pt x="8712" y="53041"/>
                  </a:lnTo>
                  <a:lnTo>
                    <a:pt x="5836" y="48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320596" y="3117497"/>
              <a:ext cx="52916" cy="43885"/>
            </a:xfrm>
            <a:custGeom>
              <a:avLst/>
              <a:pathLst>
                <a:path w="52916" h="43885">
                  <a:moveTo>
                    <a:pt x="11274" y="43885"/>
                  </a:moveTo>
                  <a:lnTo>
                    <a:pt x="0" y="25308"/>
                  </a:lnTo>
                  <a:lnTo>
                    <a:pt x="41787" y="0"/>
                  </a:lnTo>
                  <a:lnTo>
                    <a:pt x="52916" y="19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42315" y="2953987"/>
              <a:ext cx="43367" cy="54240"/>
            </a:xfrm>
            <a:custGeom>
              <a:avLst/>
              <a:pathLst>
                <a:path w="43367" h="54240">
                  <a:moveTo>
                    <a:pt x="0" y="11751"/>
                  </a:moveTo>
                  <a:lnTo>
                    <a:pt x="18633" y="0"/>
                  </a:lnTo>
                  <a:lnTo>
                    <a:pt x="43367" y="42527"/>
                  </a:lnTo>
                  <a:lnTo>
                    <a:pt x="24843" y="54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82683" y="2957498"/>
              <a:ext cx="43691" cy="54396"/>
            </a:xfrm>
            <a:custGeom>
              <a:avLst/>
              <a:pathLst>
                <a:path w="43691" h="54396">
                  <a:moveTo>
                    <a:pt x="0" y="12363"/>
                  </a:moveTo>
                  <a:lnTo>
                    <a:pt x="18457" y="0"/>
                  </a:lnTo>
                  <a:lnTo>
                    <a:pt x="43691" y="43173"/>
                  </a:lnTo>
                  <a:lnTo>
                    <a:pt x="24945" y="54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318947" y="2967755"/>
              <a:ext cx="44331" cy="55076"/>
            </a:xfrm>
            <a:custGeom>
              <a:avLst/>
              <a:pathLst>
                <a:path w="44331" h="55076">
                  <a:moveTo>
                    <a:pt x="14557" y="36368"/>
                  </a:moveTo>
                  <a:lnTo>
                    <a:pt x="0" y="11400"/>
                  </a:lnTo>
                  <a:lnTo>
                    <a:pt x="19746" y="0"/>
                  </a:lnTo>
                  <a:lnTo>
                    <a:pt x="44331" y="42456"/>
                  </a:lnTo>
                  <a:lnTo>
                    <a:pt x="26746" y="55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417543" y="3121506"/>
              <a:ext cx="53364" cy="45010"/>
            </a:xfrm>
            <a:custGeom>
              <a:avLst/>
              <a:pathLst>
                <a:path w="53364" h="45010">
                  <a:moveTo>
                    <a:pt x="11897" y="45010"/>
                  </a:moveTo>
                  <a:lnTo>
                    <a:pt x="0" y="25188"/>
                  </a:lnTo>
                  <a:lnTo>
                    <a:pt x="41851" y="0"/>
                  </a:lnTo>
                  <a:lnTo>
                    <a:pt x="53364" y="19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234757" y="3130349"/>
              <a:ext cx="52726" cy="45732"/>
            </a:xfrm>
            <a:custGeom>
              <a:avLst/>
              <a:pathLst>
                <a:path w="52726" h="45732">
                  <a:moveTo>
                    <a:pt x="52726" y="20367"/>
                  </a:moveTo>
                  <a:lnTo>
                    <a:pt x="17929" y="41323"/>
                  </a:lnTo>
                  <a:lnTo>
                    <a:pt x="15690" y="42672"/>
                  </a:lnTo>
                  <a:lnTo>
                    <a:pt x="15514" y="42773"/>
                  </a:lnTo>
                  <a:lnTo>
                    <a:pt x="10608" y="45732"/>
                  </a:lnTo>
                  <a:lnTo>
                    <a:pt x="0" y="26014"/>
                  </a:lnTo>
                  <a:lnTo>
                    <a:pt x="22555" y="11459"/>
                  </a:lnTo>
                  <a:lnTo>
                    <a:pt x="403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98161" y="3135861"/>
              <a:ext cx="44137" cy="52744"/>
            </a:xfrm>
            <a:custGeom>
              <a:avLst/>
              <a:pathLst>
                <a:path w="44137" h="52744">
                  <a:moveTo>
                    <a:pt x="18497" y="0"/>
                  </a:moveTo>
                  <a:lnTo>
                    <a:pt x="44137" y="42215"/>
                  </a:lnTo>
                  <a:lnTo>
                    <a:pt x="24257" y="52744"/>
                  </a:lnTo>
                  <a:lnTo>
                    <a:pt x="0" y="10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333492" y="3140677"/>
              <a:ext cx="54623" cy="44036"/>
            </a:xfrm>
            <a:custGeom>
              <a:avLst/>
              <a:pathLst>
                <a:path w="54623" h="44036">
                  <a:moveTo>
                    <a:pt x="11689" y="44036"/>
                  </a:moveTo>
                  <a:lnTo>
                    <a:pt x="0" y="24905"/>
                  </a:lnTo>
                  <a:lnTo>
                    <a:pt x="42383" y="0"/>
                  </a:lnTo>
                  <a:lnTo>
                    <a:pt x="54623" y="19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58594" y="2973419"/>
              <a:ext cx="43330" cy="53326"/>
            </a:xfrm>
            <a:custGeom>
              <a:avLst/>
              <a:pathLst>
                <a:path w="43330" h="53326">
                  <a:moveTo>
                    <a:pt x="0" y="10449"/>
                  </a:moveTo>
                  <a:lnTo>
                    <a:pt x="18792" y="0"/>
                  </a:lnTo>
                  <a:lnTo>
                    <a:pt x="43330" y="41837"/>
                  </a:lnTo>
                  <a:lnTo>
                    <a:pt x="24791" y="53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70137" y="3000088"/>
              <a:ext cx="43391" cy="54858"/>
            </a:xfrm>
            <a:custGeom>
              <a:avLst/>
              <a:pathLst>
                <a:path w="43391" h="54858">
                  <a:moveTo>
                    <a:pt x="0" y="12250"/>
                  </a:moveTo>
                  <a:lnTo>
                    <a:pt x="18501" y="0"/>
                  </a:lnTo>
                  <a:lnTo>
                    <a:pt x="43391" y="43850"/>
                  </a:lnTo>
                  <a:lnTo>
                    <a:pt x="24452" y="54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225887" y="3010165"/>
              <a:ext cx="54514" cy="43144"/>
            </a:xfrm>
            <a:custGeom>
              <a:avLst/>
              <a:pathLst>
                <a:path w="54514" h="43144">
                  <a:moveTo>
                    <a:pt x="0" y="24137"/>
                  </a:moveTo>
                  <a:lnTo>
                    <a:pt x="42989" y="0"/>
                  </a:lnTo>
                  <a:lnTo>
                    <a:pt x="54514" y="19047"/>
                  </a:lnTo>
                  <a:lnTo>
                    <a:pt x="12175" y="43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46443" y="3014362"/>
              <a:ext cx="44441" cy="53967"/>
            </a:xfrm>
            <a:custGeom>
              <a:avLst/>
              <a:pathLst>
                <a:path w="44441" h="53967">
                  <a:moveTo>
                    <a:pt x="25543" y="53967"/>
                  </a:moveTo>
                  <a:lnTo>
                    <a:pt x="0" y="12731"/>
                  </a:lnTo>
                  <a:lnTo>
                    <a:pt x="19767" y="0"/>
                  </a:lnTo>
                  <a:lnTo>
                    <a:pt x="44441" y="43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336400" y="3029129"/>
              <a:ext cx="18028" cy="23388"/>
            </a:xfrm>
            <a:custGeom>
              <a:avLst/>
              <a:pathLst>
                <a:path w="18028" h="23388">
                  <a:moveTo>
                    <a:pt x="0" y="4199"/>
                  </a:moveTo>
                  <a:lnTo>
                    <a:pt x="6550" y="0"/>
                  </a:lnTo>
                  <a:lnTo>
                    <a:pt x="18028" y="19158"/>
                  </a:lnTo>
                  <a:lnTo>
                    <a:pt x="11079" y="23388"/>
                  </a:lnTo>
                  <a:lnTo>
                    <a:pt x="9224" y="19898"/>
                  </a:lnTo>
                  <a:lnTo>
                    <a:pt x="7416" y="16776"/>
                  </a:lnTo>
                  <a:lnTo>
                    <a:pt x="4167" y="11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245159" y="3050443"/>
              <a:ext cx="23272" cy="25074"/>
            </a:xfrm>
            <a:custGeom>
              <a:avLst/>
              <a:pathLst>
                <a:path w="23272" h="25074">
                  <a:moveTo>
                    <a:pt x="0" y="9156"/>
                  </a:moveTo>
                  <a:lnTo>
                    <a:pt x="14110" y="0"/>
                  </a:lnTo>
                  <a:lnTo>
                    <a:pt x="23272" y="15666"/>
                  </a:lnTo>
                  <a:lnTo>
                    <a:pt x="8792" y="2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218348" y="3056864"/>
              <a:ext cx="34865" cy="34191"/>
            </a:xfrm>
            <a:custGeom>
              <a:avLst/>
              <a:pathLst>
                <a:path w="34865" h="34191">
                  <a:moveTo>
                    <a:pt x="11161" y="34191"/>
                  </a:moveTo>
                  <a:lnTo>
                    <a:pt x="0" y="13745"/>
                  </a:lnTo>
                  <a:lnTo>
                    <a:pt x="24499" y="0"/>
                  </a:lnTo>
                  <a:lnTo>
                    <a:pt x="34865" y="19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231227" y="3070277"/>
              <a:ext cx="50970" cy="45259"/>
            </a:xfrm>
            <a:custGeom>
              <a:avLst/>
              <a:pathLst>
                <a:path w="50970" h="45259">
                  <a:moveTo>
                    <a:pt x="0" y="24823"/>
                  </a:moveTo>
                  <a:lnTo>
                    <a:pt x="39554" y="0"/>
                  </a:lnTo>
                  <a:lnTo>
                    <a:pt x="50970" y="20037"/>
                  </a:lnTo>
                  <a:lnTo>
                    <a:pt x="10688" y="45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311091" y="3005555"/>
              <a:ext cx="29774" cy="30608"/>
            </a:xfrm>
            <a:custGeom>
              <a:avLst/>
              <a:pathLst>
                <a:path w="29774" h="30608">
                  <a:moveTo>
                    <a:pt x="0" y="11032"/>
                  </a:moveTo>
                  <a:lnTo>
                    <a:pt x="17706" y="0"/>
                  </a:lnTo>
                  <a:lnTo>
                    <a:pt x="29774" y="19945"/>
                  </a:lnTo>
                  <a:lnTo>
                    <a:pt x="11355" y="30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47420" y="2894919"/>
              <a:ext cx="20017" cy="20287"/>
            </a:xfrm>
            <a:custGeom>
              <a:avLst/>
              <a:pathLst>
                <a:path w="20017" h="20287">
                  <a:moveTo>
                    <a:pt x="11100" y="0"/>
                  </a:moveTo>
                  <a:lnTo>
                    <a:pt x="15274" y="1359"/>
                  </a:lnTo>
                  <a:lnTo>
                    <a:pt x="17835" y="3688"/>
                  </a:lnTo>
                  <a:lnTo>
                    <a:pt x="19828" y="7765"/>
                  </a:lnTo>
                  <a:lnTo>
                    <a:pt x="20017" y="11745"/>
                  </a:lnTo>
                  <a:lnTo>
                    <a:pt x="18500" y="15822"/>
                  </a:lnTo>
                  <a:lnTo>
                    <a:pt x="15369" y="18928"/>
                  </a:lnTo>
                  <a:lnTo>
                    <a:pt x="12238" y="20287"/>
                  </a:lnTo>
                  <a:lnTo>
                    <a:pt x="7874" y="20190"/>
                  </a:lnTo>
                  <a:lnTo>
                    <a:pt x="5218" y="19316"/>
                  </a:lnTo>
                  <a:lnTo>
                    <a:pt x="1138" y="15239"/>
                  </a:lnTo>
                  <a:lnTo>
                    <a:pt x="0" y="11163"/>
                  </a:lnTo>
                  <a:lnTo>
                    <a:pt x="95" y="8444"/>
                  </a:lnTo>
                  <a:lnTo>
                    <a:pt x="1518" y="4853"/>
                  </a:lnTo>
                  <a:lnTo>
                    <a:pt x="4174" y="1747"/>
                  </a:lnTo>
                  <a:lnTo>
                    <a:pt x="86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304965" y="2930878"/>
              <a:ext cx="53861" cy="44376"/>
            </a:xfrm>
            <a:custGeom>
              <a:avLst/>
              <a:pathLst>
                <a:path w="53861" h="44376">
                  <a:moveTo>
                    <a:pt x="0" y="25149"/>
                  </a:moveTo>
                  <a:lnTo>
                    <a:pt x="40680" y="0"/>
                  </a:lnTo>
                  <a:lnTo>
                    <a:pt x="53861" y="19394"/>
                  </a:lnTo>
                  <a:lnTo>
                    <a:pt x="12037" y="44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55621" y="3133622"/>
              <a:ext cx="49871" cy="74961"/>
            </a:xfrm>
            <a:custGeom>
              <a:avLst/>
              <a:pathLst>
                <a:path w="49871" h="74961">
                  <a:moveTo>
                    <a:pt x="25926" y="25337"/>
                  </a:moveTo>
                  <a:lnTo>
                    <a:pt x="31083" y="33761"/>
                  </a:lnTo>
                  <a:lnTo>
                    <a:pt x="49871" y="66658"/>
                  </a:lnTo>
                  <a:lnTo>
                    <a:pt x="37956" y="74961"/>
                  </a:lnTo>
                  <a:lnTo>
                    <a:pt x="6280" y="16993"/>
                  </a:lnTo>
                  <a:lnTo>
                    <a:pt x="0" y="5872"/>
                  </a:lnTo>
                  <a:lnTo>
                    <a:pt x="9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431819" y="3145053"/>
              <a:ext cx="52609" cy="45148"/>
            </a:xfrm>
            <a:custGeom>
              <a:avLst/>
              <a:pathLst>
                <a:path w="52609" h="45148">
                  <a:moveTo>
                    <a:pt x="11254" y="45148"/>
                  </a:moveTo>
                  <a:lnTo>
                    <a:pt x="0" y="26347"/>
                  </a:lnTo>
                  <a:lnTo>
                    <a:pt x="41240" y="0"/>
                  </a:lnTo>
                  <a:lnTo>
                    <a:pt x="52609" y="20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97208" y="3144880"/>
              <a:ext cx="44752" cy="53065"/>
            </a:xfrm>
            <a:custGeom>
              <a:avLst/>
              <a:pathLst>
                <a:path w="44752" h="53065">
                  <a:moveTo>
                    <a:pt x="0" y="11157"/>
                  </a:moveTo>
                  <a:lnTo>
                    <a:pt x="19615" y="0"/>
                  </a:lnTo>
                  <a:lnTo>
                    <a:pt x="44752" y="41591"/>
                  </a:lnTo>
                  <a:lnTo>
                    <a:pt x="24785" y="53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228413" y="3160857"/>
              <a:ext cx="81468" cy="69654"/>
            </a:xfrm>
            <a:custGeom>
              <a:avLst/>
              <a:pathLst>
                <a:path w="81468" h="69654">
                  <a:moveTo>
                    <a:pt x="0" y="36903"/>
                  </a:moveTo>
                  <a:lnTo>
                    <a:pt x="61104" y="0"/>
                  </a:lnTo>
                  <a:lnTo>
                    <a:pt x="81468" y="31759"/>
                  </a:lnTo>
                  <a:lnTo>
                    <a:pt x="18837" y="6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122007" y="3150921"/>
              <a:ext cx="68192" cy="79701"/>
            </a:xfrm>
            <a:custGeom>
              <a:avLst/>
              <a:pathLst>
                <a:path w="68192" h="79701">
                  <a:moveTo>
                    <a:pt x="27186" y="35776"/>
                  </a:moveTo>
                  <a:lnTo>
                    <a:pt x="19318" y="21738"/>
                  </a:lnTo>
                  <a:lnTo>
                    <a:pt x="16629" y="25383"/>
                  </a:lnTo>
                  <a:lnTo>
                    <a:pt x="34897" y="59832"/>
                  </a:lnTo>
                  <a:lnTo>
                    <a:pt x="36965" y="63733"/>
                  </a:lnTo>
                  <a:lnTo>
                    <a:pt x="43128" y="73577"/>
                  </a:lnTo>
                  <a:lnTo>
                    <a:pt x="33825" y="79701"/>
                  </a:lnTo>
                  <a:lnTo>
                    <a:pt x="21613" y="58866"/>
                  </a:lnTo>
                  <a:lnTo>
                    <a:pt x="14594" y="47067"/>
                  </a:lnTo>
                  <a:lnTo>
                    <a:pt x="0" y="22699"/>
                  </a:lnTo>
                  <a:lnTo>
                    <a:pt x="10097" y="15924"/>
                  </a:lnTo>
                  <a:lnTo>
                    <a:pt x="16280" y="11674"/>
                  </a:lnTo>
                  <a:lnTo>
                    <a:pt x="33302" y="0"/>
                  </a:lnTo>
                  <a:lnTo>
                    <a:pt x="68192" y="58796"/>
                  </a:lnTo>
                  <a:lnTo>
                    <a:pt x="47719" y="72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3048710" y="3171205"/>
              <a:ext cx="54546" cy="69312"/>
            </a:xfrm>
            <a:custGeom>
              <a:avLst/>
              <a:pathLst>
                <a:path w="54546" h="69312">
                  <a:moveTo>
                    <a:pt x="0" y="12085"/>
                  </a:moveTo>
                  <a:lnTo>
                    <a:pt x="19543" y="0"/>
                  </a:lnTo>
                  <a:lnTo>
                    <a:pt x="54546" y="56573"/>
                  </a:lnTo>
                  <a:lnTo>
                    <a:pt x="33888" y="69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88204" y="3172819"/>
              <a:ext cx="51677" cy="52015"/>
            </a:xfrm>
            <a:custGeom>
              <a:avLst/>
              <a:pathLst>
                <a:path w="51677" h="52015">
                  <a:moveTo>
                    <a:pt x="0" y="19235"/>
                  </a:moveTo>
                  <a:lnTo>
                    <a:pt x="31023" y="0"/>
                  </a:lnTo>
                  <a:lnTo>
                    <a:pt x="51677" y="34157"/>
                  </a:lnTo>
                  <a:lnTo>
                    <a:pt x="19352" y="52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68459" y="3169780"/>
              <a:ext cx="43943" cy="53358"/>
            </a:xfrm>
            <a:custGeom>
              <a:avLst/>
              <a:pathLst>
                <a:path w="43943" h="53358">
                  <a:moveTo>
                    <a:pt x="0" y="11180"/>
                  </a:moveTo>
                  <a:lnTo>
                    <a:pt x="18493" y="0"/>
                  </a:lnTo>
                  <a:lnTo>
                    <a:pt x="43943" y="42643"/>
                  </a:lnTo>
                  <a:lnTo>
                    <a:pt x="24680" y="53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73754" y="3128853"/>
              <a:ext cx="41549" cy="65883"/>
            </a:xfrm>
            <a:custGeom>
              <a:avLst/>
              <a:pathLst>
                <a:path w="41549" h="65883">
                  <a:moveTo>
                    <a:pt x="0" y="2178"/>
                  </a:moveTo>
                  <a:lnTo>
                    <a:pt x="3714" y="0"/>
                  </a:lnTo>
                  <a:lnTo>
                    <a:pt x="41549" y="63183"/>
                  </a:lnTo>
                  <a:lnTo>
                    <a:pt x="36910" y="65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88951" y="3071694"/>
              <a:ext cx="49677" cy="64040"/>
            </a:xfrm>
            <a:custGeom>
              <a:avLst/>
              <a:pathLst>
                <a:path w="49677" h="64040">
                  <a:moveTo>
                    <a:pt x="18835" y="0"/>
                  </a:moveTo>
                  <a:lnTo>
                    <a:pt x="49677" y="52353"/>
                  </a:lnTo>
                  <a:lnTo>
                    <a:pt x="28984" y="64040"/>
                  </a:lnTo>
                  <a:lnTo>
                    <a:pt x="0" y="11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143222" y="3041346"/>
              <a:ext cx="43504" cy="53908"/>
            </a:xfrm>
            <a:custGeom>
              <a:avLst/>
              <a:pathLst>
                <a:path w="43504" h="53908">
                  <a:moveTo>
                    <a:pt x="43504" y="42235"/>
                  </a:moveTo>
                  <a:lnTo>
                    <a:pt x="23903" y="53908"/>
                  </a:lnTo>
                  <a:lnTo>
                    <a:pt x="0" y="12187"/>
                  </a:lnTo>
                  <a:lnTo>
                    <a:pt x="19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212643" y="2986499"/>
              <a:ext cx="52947" cy="43999"/>
            </a:xfrm>
            <a:custGeom>
              <a:avLst/>
              <a:pathLst>
                <a:path w="52947" h="43999">
                  <a:moveTo>
                    <a:pt x="52947" y="19416"/>
                  </a:moveTo>
                  <a:lnTo>
                    <a:pt x="11479" y="43999"/>
                  </a:lnTo>
                  <a:lnTo>
                    <a:pt x="0" y="24730"/>
                  </a:lnTo>
                  <a:lnTo>
                    <a:pt x="426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65879" y="3015832"/>
              <a:ext cx="52686" cy="43066"/>
            </a:xfrm>
            <a:custGeom>
              <a:avLst/>
              <a:pathLst>
                <a:path w="52686" h="43066">
                  <a:moveTo>
                    <a:pt x="52686" y="18061"/>
                  </a:moveTo>
                  <a:lnTo>
                    <a:pt x="11138" y="43066"/>
                  </a:lnTo>
                  <a:lnTo>
                    <a:pt x="0" y="23745"/>
                  </a:lnTo>
                  <a:lnTo>
                    <a:pt x="41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112311" y="3212022"/>
              <a:ext cx="42021" cy="36447"/>
            </a:xfrm>
            <a:custGeom>
              <a:avLst/>
              <a:pathLst>
                <a:path w="42021" h="36447">
                  <a:moveTo>
                    <a:pt x="0" y="18228"/>
                  </a:moveTo>
                  <a:lnTo>
                    <a:pt x="30572" y="0"/>
                  </a:lnTo>
                  <a:lnTo>
                    <a:pt x="42021" y="19245"/>
                  </a:lnTo>
                  <a:lnTo>
                    <a:pt x="13201" y="36447"/>
                  </a:lnTo>
                  <a:lnTo>
                    <a:pt x="9347" y="35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408606" y="3688707"/>
              <a:ext cx="43968" cy="54094"/>
            </a:xfrm>
            <a:custGeom>
              <a:avLst/>
              <a:pathLst>
                <a:path w="43968" h="54094">
                  <a:moveTo>
                    <a:pt x="25441" y="54094"/>
                  </a:moveTo>
                  <a:lnTo>
                    <a:pt x="0" y="11592"/>
                  </a:lnTo>
                  <a:lnTo>
                    <a:pt x="20660" y="0"/>
                  </a:lnTo>
                  <a:lnTo>
                    <a:pt x="43968" y="43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67910" y="3609278"/>
              <a:ext cx="44850" cy="53784"/>
            </a:xfrm>
            <a:custGeom>
              <a:avLst/>
              <a:pathLst>
                <a:path w="44850" h="53784">
                  <a:moveTo>
                    <a:pt x="0" y="12421"/>
                  </a:moveTo>
                  <a:lnTo>
                    <a:pt x="18948" y="0"/>
                  </a:lnTo>
                  <a:lnTo>
                    <a:pt x="44850" y="42678"/>
                  </a:lnTo>
                  <a:lnTo>
                    <a:pt x="25444" y="53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89701" y="3601012"/>
              <a:ext cx="44493" cy="53711"/>
            </a:xfrm>
            <a:custGeom>
              <a:avLst/>
              <a:pathLst>
                <a:path w="44493" h="53711">
                  <a:moveTo>
                    <a:pt x="0" y="11376"/>
                  </a:moveTo>
                  <a:lnTo>
                    <a:pt x="19439" y="0"/>
                  </a:lnTo>
                  <a:lnTo>
                    <a:pt x="44493" y="42775"/>
                  </a:lnTo>
                  <a:lnTo>
                    <a:pt x="25271" y="5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79638" y="3638573"/>
              <a:ext cx="43571" cy="52728"/>
            </a:xfrm>
            <a:custGeom>
              <a:avLst/>
              <a:pathLst>
                <a:path w="43571" h="52728">
                  <a:moveTo>
                    <a:pt x="0" y="11360"/>
                  </a:moveTo>
                  <a:lnTo>
                    <a:pt x="19221" y="0"/>
                  </a:lnTo>
                  <a:lnTo>
                    <a:pt x="43571" y="41851"/>
                  </a:lnTo>
                  <a:lnTo>
                    <a:pt x="23786" y="5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319110" y="3643510"/>
              <a:ext cx="43842" cy="53550"/>
            </a:xfrm>
            <a:custGeom>
              <a:avLst/>
              <a:pathLst>
                <a:path w="43842" h="53550">
                  <a:moveTo>
                    <a:pt x="0" y="11376"/>
                  </a:moveTo>
                  <a:lnTo>
                    <a:pt x="18392" y="0"/>
                  </a:lnTo>
                  <a:lnTo>
                    <a:pt x="43842" y="42296"/>
                  </a:lnTo>
                  <a:lnTo>
                    <a:pt x="24777" y="53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416832" y="3633373"/>
              <a:ext cx="53170" cy="43996"/>
            </a:xfrm>
            <a:custGeom>
              <a:avLst/>
              <a:pathLst>
                <a:path w="53170" h="43996">
                  <a:moveTo>
                    <a:pt x="0" y="24027"/>
                  </a:moveTo>
                  <a:lnTo>
                    <a:pt x="15993" y="15282"/>
                  </a:lnTo>
                  <a:lnTo>
                    <a:pt x="41770" y="0"/>
                  </a:lnTo>
                  <a:lnTo>
                    <a:pt x="53170" y="20431"/>
                  </a:lnTo>
                  <a:lnTo>
                    <a:pt x="11944" y="43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56484" y="3651440"/>
              <a:ext cx="43368" cy="54623"/>
            </a:xfrm>
            <a:custGeom>
              <a:avLst/>
              <a:pathLst>
                <a:path w="43368" h="54623">
                  <a:moveTo>
                    <a:pt x="0" y="11523"/>
                  </a:moveTo>
                  <a:lnTo>
                    <a:pt x="18577" y="0"/>
                  </a:lnTo>
                  <a:lnTo>
                    <a:pt x="43368" y="43505"/>
                  </a:lnTo>
                  <a:lnTo>
                    <a:pt x="23864" y="546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95274" y="3656953"/>
              <a:ext cx="45568" cy="54309"/>
            </a:xfrm>
            <a:custGeom>
              <a:avLst/>
              <a:pathLst>
                <a:path w="45568" h="54309">
                  <a:moveTo>
                    <a:pt x="0" y="11309"/>
                  </a:moveTo>
                  <a:lnTo>
                    <a:pt x="18277" y="0"/>
                  </a:lnTo>
                  <a:lnTo>
                    <a:pt x="45568" y="42878"/>
                  </a:lnTo>
                  <a:lnTo>
                    <a:pt x="26468" y="54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433685" y="3662078"/>
              <a:ext cx="53171" cy="44549"/>
            </a:xfrm>
            <a:custGeom>
              <a:avLst/>
              <a:pathLst>
                <a:path w="53171" h="44549">
                  <a:moveTo>
                    <a:pt x="53171" y="19434"/>
                  </a:moveTo>
                  <a:lnTo>
                    <a:pt x="10949" y="44549"/>
                  </a:lnTo>
                  <a:lnTo>
                    <a:pt x="0" y="24874"/>
                  </a:lnTo>
                  <a:lnTo>
                    <a:pt x="417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323220" y="3690141"/>
              <a:ext cx="53696" cy="43814"/>
            </a:xfrm>
            <a:custGeom>
              <a:avLst/>
              <a:pathLst>
                <a:path w="53696" h="43814">
                  <a:moveTo>
                    <a:pt x="0" y="24350"/>
                  </a:moveTo>
                  <a:lnTo>
                    <a:pt x="41167" y="0"/>
                  </a:lnTo>
                  <a:lnTo>
                    <a:pt x="53696" y="19344"/>
                  </a:lnTo>
                  <a:lnTo>
                    <a:pt x="11642" y="43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86091" y="3482956"/>
              <a:ext cx="34201" cy="32909"/>
            </a:xfrm>
            <a:custGeom>
              <a:avLst/>
              <a:pathLst>
                <a:path w="34201" h="32909">
                  <a:moveTo>
                    <a:pt x="0" y="14016"/>
                  </a:moveTo>
                  <a:lnTo>
                    <a:pt x="22943" y="0"/>
                  </a:lnTo>
                  <a:lnTo>
                    <a:pt x="34201" y="19103"/>
                  </a:lnTo>
                  <a:lnTo>
                    <a:pt x="18802" y="28619"/>
                  </a:lnTo>
                  <a:lnTo>
                    <a:pt x="11140" y="32909"/>
                  </a:lnTo>
                  <a:lnTo>
                    <a:pt x="7613" y="26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613617" y="3454643"/>
              <a:ext cx="52008" cy="44390"/>
            </a:xfrm>
            <a:custGeom>
              <a:avLst/>
              <a:pathLst>
                <a:path w="52008" h="44390">
                  <a:moveTo>
                    <a:pt x="10841" y="44390"/>
                  </a:moveTo>
                  <a:lnTo>
                    <a:pt x="0" y="24870"/>
                  </a:lnTo>
                  <a:lnTo>
                    <a:pt x="40519" y="0"/>
                  </a:lnTo>
                  <a:lnTo>
                    <a:pt x="52008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430986" y="3467482"/>
              <a:ext cx="54483" cy="44383"/>
            </a:xfrm>
            <a:custGeom>
              <a:avLst/>
              <a:pathLst>
                <a:path w="54483" h="44383">
                  <a:moveTo>
                    <a:pt x="0" y="24695"/>
                  </a:moveTo>
                  <a:lnTo>
                    <a:pt x="43261" y="0"/>
                  </a:lnTo>
                  <a:lnTo>
                    <a:pt x="54483" y="19376"/>
                  </a:lnTo>
                  <a:lnTo>
                    <a:pt x="11530" y="44383"/>
                  </a:lnTo>
                  <a:lnTo>
                    <a:pt x="4502" y="32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94751" y="3383728"/>
              <a:ext cx="43991" cy="54092"/>
            </a:xfrm>
            <a:custGeom>
              <a:avLst/>
              <a:pathLst>
                <a:path w="43991" h="54092">
                  <a:moveTo>
                    <a:pt x="0" y="11083"/>
                  </a:moveTo>
                  <a:lnTo>
                    <a:pt x="19422" y="0"/>
                  </a:lnTo>
                  <a:lnTo>
                    <a:pt x="43991" y="42347"/>
                  </a:lnTo>
                  <a:lnTo>
                    <a:pt x="24453" y="54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98851" y="3430596"/>
              <a:ext cx="52767" cy="44632"/>
            </a:xfrm>
            <a:custGeom>
              <a:avLst/>
              <a:pathLst>
                <a:path w="52767" h="44632">
                  <a:moveTo>
                    <a:pt x="18879" y="12583"/>
                  </a:moveTo>
                  <a:lnTo>
                    <a:pt x="41423" y="0"/>
                  </a:lnTo>
                  <a:lnTo>
                    <a:pt x="52767" y="19521"/>
                  </a:lnTo>
                  <a:lnTo>
                    <a:pt x="11363" y="44632"/>
                  </a:lnTo>
                  <a:lnTo>
                    <a:pt x="0" y="2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78319" y="3453299"/>
              <a:ext cx="44929" cy="54366"/>
            </a:xfrm>
            <a:custGeom>
              <a:avLst/>
              <a:pathLst>
                <a:path w="44929" h="54366">
                  <a:moveTo>
                    <a:pt x="0" y="11460"/>
                  </a:moveTo>
                  <a:lnTo>
                    <a:pt x="19783" y="0"/>
                  </a:lnTo>
                  <a:lnTo>
                    <a:pt x="44929" y="43465"/>
                  </a:lnTo>
                  <a:lnTo>
                    <a:pt x="25033" y="54366"/>
                  </a:lnTo>
                  <a:lnTo>
                    <a:pt x="4392" y="18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515010" y="3448960"/>
              <a:ext cx="53556" cy="44229"/>
            </a:xfrm>
            <a:custGeom>
              <a:avLst/>
              <a:pathLst>
                <a:path w="53556" h="44229">
                  <a:moveTo>
                    <a:pt x="12396" y="44229"/>
                  </a:moveTo>
                  <a:lnTo>
                    <a:pt x="0" y="25346"/>
                  </a:lnTo>
                  <a:lnTo>
                    <a:pt x="42190" y="0"/>
                  </a:lnTo>
                  <a:lnTo>
                    <a:pt x="53556" y="19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49889" y="3387073"/>
              <a:ext cx="28571" cy="24988"/>
            </a:xfrm>
            <a:custGeom>
              <a:avLst/>
              <a:pathLst>
                <a:path w="28571" h="24988">
                  <a:moveTo>
                    <a:pt x="0" y="12450"/>
                  </a:moveTo>
                  <a:lnTo>
                    <a:pt x="21377" y="0"/>
                  </a:lnTo>
                  <a:lnTo>
                    <a:pt x="28571" y="11960"/>
                  </a:lnTo>
                  <a:lnTo>
                    <a:pt x="7047" y="24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57167" y="3519526"/>
              <a:ext cx="53769" cy="45935"/>
            </a:xfrm>
            <a:custGeom>
              <a:avLst/>
              <a:pathLst>
                <a:path w="53769" h="45935">
                  <a:moveTo>
                    <a:pt x="11429" y="45935"/>
                  </a:moveTo>
                  <a:lnTo>
                    <a:pt x="0" y="26874"/>
                  </a:lnTo>
                  <a:lnTo>
                    <a:pt x="41975" y="0"/>
                  </a:lnTo>
                  <a:lnTo>
                    <a:pt x="53769" y="1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324478" y="3544097"/>
              <a:ext cx="44252" cy="55348"/>
            </a:xfrm>
            <a:custGeom>
              <a:avLst/>
              <a:pathLst>
                <a:path w="44252" h="55348">
                  <a:moveTo>
                    <a:pt x="0" y="11067"/>
                  </a:moveTo>
                  <a:lnTo>
                    <a:pt x="18568" y="0"/>
                  </a:lnTo>
                  <a:lnTo>
                    <a:pt x="44252" y="43550"/>
                  </a:lnTo>
                  <a:lnTo>
                    <a:pt x="25140" y="55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36270" y="3527969"/>
              <a:ext cx="53161" cy="43850"/>
            </a:xfrm>
            <a:custGeom>
              <a:avLst/>
              <a:pathLst>
                <a:path w="53161" h="43850">
                  <a:moveTo>
                    <a:pt x="0" y="24484"/>
                  </a:moveTo>
                  <a:lnTo>
                    <a:pt x="42988" y="0"/>
                  </a:lnTo>
                  <a:lnTo>
                    <a:pt x="53161" y="19399"/>
                  </a:lnTo>
                  <a:lnTo>
                    <a:pt x="10928" y="43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501497" y="3425057"/>
              <a:ext cx="53647" cy="45598"/>
            </a:xfrm>
            <a:custGeom>
              <a:avLst/>
              <a:pathLst>
                <a:path w="53647" h="45598">
                  <a:moveTo>
                    <a:pt x="0" y="25729"/>
                  </a:moveTo>
                  <a:lnTo>
                    <a:pt x="41958" y="0"/>
                  </a:lnTo>
                  <a:lnTo>
                    <a:pt x="53647" y="20923"/>
                  </a:lnTo>
                  <a:lnTo>
                    <a:pt x="11336" y="45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61373" y="3420470"/>
              <a:ext cx="54068" cy="45323"/>
            </a:xfrm>
            <a:custGeom>
              <a:avLst/>
              <a:pathLst>
                <a:path w="54068" h="45323">
                  <a:moveTo>
                    <a:pt x="0" y="25518"/>
                  </a:moveTo>
                  <a:lnTo>
                    <a:pt x="42908" y="0"/>
                  </a:lnTo>
                  <a:lnTo>
                    <a:pt x="54068" y="19766"/>
                  </a:lnTo>
                  <a:lnTo>
                    <a:pt x="12199" y="45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48775" y="3397852"/>
              <a:ext cx="54130" cy="45062"/>
            </a:xfrm>
            <a:custGeom>
              <a:avLst/>
              <a:pathLst>
                <a:path w="54130" h="45062">
                  <a:moveTo>
                    <a:pt x="5021" y="21406"/>
                  </a:moveTo>
                  <a:lnTo>
                    <a:pt x="41914" y="0"/>
                  </a:lnTo>
                  <a:lnTo>
                    <a:pt x="54130" y="19667"/>
                  </a:lnTo>
                  <a:lnTo>
                    <a:pt x="11294" y="45062"/>
                  </a:lnTo>
                  <a:lnTo>
                    <a:pt x="0" y="24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90864" y="3595923"/>
              <a:ext cx="44028" cy="54003"/>
            </a:xfrm>
            <a:custGeom>
              <a:avLst/>
              <a:pathLst>
                <a:path w="44028" h="54003">
                  <a:moveTo>
                    <a:pt x="0" y="11694"/>
                  </a:moveTo>
                  <a:lnTo>
                    <a:pt x="19499" y="0"/>
                  </a:lnTo>
                  <a:lnTo>
                    <a:pt x="44028" y="42557"/>
                  </a:lnTo>
                  <a:lnTo>
                    <a:pt x="25525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412597" y="3588170"/>
              <a:ext cx="43919" cy="52833"/>
            </a:xfrm>
            <a:custGeom>
              <a:avLst/>
              <a:pathLst>
                <a:path w="43919" h="52833">
                  <a:moveTo>
                    <a:pt x="0" y="10322"/>
                  </a:moveTo>
                  <a:lnTo>
                    <a:pt x="19532" y="0"/>
                  </a:lnTo>
                  <a:lnTo>
                    <a:pt x="43919" y="41022"/>
                  </a:lnTo>
                  <a:lnTo>
                    <a:pt x="25359" y="5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500987" y="3585123"/>
              <a:ext cx="52763" cy="45588"/>
            </a:xfrm>
            <a:custGeom>
              <a:avLst/>
              <a:pathLst>
                <a:path w="52763" h="45588">
                  <a:moveTo>
                    <a:pt x="0" y="24722"/>
                  </a:moveTo>
                  <a:lnTo>
                    <a:pt x="41532" y="0"/>
                  </a:lnTo>
                  <a:lnTo>
                    <a:pt x="52763" y="19605"/>
                  </a:lnTo>
                  <a:lnTo>
                    <a:pt x="11856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64888" y="3589372"/>
              <a:ext cx="43732" cy="54300"/>
            </a:xfrm>
            <a:custGeom>
              <a:avLst/>
              <a:pathLst>
                <a:path w="43732" h="54300">
                  <a:moveTo>
                    <a:pt x="0" y="11148"/>
                  </a:moveTo>
                  <a:lnTo>
                    <a:pt x="19121" y="0"/>
                  </a:lnTo>
                  <a:lnTo>
                    <a:pt x="43732" y="42511"/>
                  </a:lnTo>
                  <a:lnTo>
                    <a:pt x="24414" y="54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604066" y="3490702"/>
              <a:ext cx="54599" cy="45369"/>
            </a:xfrm>
            <a:custGeom>
              <a:avLst/>
              <a:pathLst>
                <a:path w="54599" h="45369">
                  <a:moveTo>
                    <a:pt x="11753" y="45369"/>
                  </a:moveTo>
                  <a:lnTo>
                    <a:pt x="0" y="26176"/>
                  </a:lnTo>
                  <a:lnTo>
                    <a:pt x="42476" y="0"/>
                  </a:lnTo>
                  <a:lnTo>
                    <a:pt x="54599" y="19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48493" y="3516575"/>
              <a:ext cx="53354" cy="44182"/>
            </a:xfrm>
            <a:custGeom>
              <a:avLst/>
              <a:pathLst>
                <a:path w="53354" h="44182">
                  <a:moveTo>
                    <a:pt x="0" y="24766"/>
                  </a:moveTo>
                  <a:lnTo>
                    <a:pt x="42038" y="0"/>
                  </a:lnTo>
                  <a:lnTo>
                    <a:pt x="53354" y="19962"/>
                  </a:lnTo>
                  <a:lnTo>
                    <a:pt x="11495" y="44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520524" y="3510510"/>
              <a:ext cx="53295" cy="45015"/>
            </a:xfrm>
            <a:custGeom>
              <a:avLst/>
              <a:pathLst>
                <a:path w="53295" h="45015">
                  <a:moveTo>
                    <a:pt x="35569" y="30789"/>
                  </a:moveTo>
                  <a:lnTo>
                    <a:pt x="11271" y="45015"/>
                  </a:lnTo>
                  <a:lnTo>
                    <a:pt x="0" y="25593"/>
                  </a:lnTo>
                  <a:lnTo>
                    <a:pt x="41429" y="0"/>
                  </a:lnTo>
                  <a:lnTo>
                    <a:pt x="53295" y="1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70550" y="3685992"/>
              <a:ext cx="43065" cy="51754"/>
            </a:xfrm>
            <a:custGeom>
              <a:avLst/>
              <a:pathLst>
                <a:path w="43065" h="51754">
                  <a:moveTo>
                    <a:pt x="0" y="10528"/>
                  </a:moveTo>
                  <a:lnTo>
                    <a:pt x="18698" y="0"/>
                  </a:lnTo>
                  <a:lnTo>
                    <a:pt x="43065" y="41228"/>
                  </a:lnTo>
                  <a:lnTo>
                    <a:pt x="23569" y="51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47434" y="3699420"/>
              <a:ext cx="43554" cy="52864"/>
            </a:xfrm>
            <a:custGeom>
              <a:avLst/>
              <a:pathLst>
                <a:path w="43554" h="52864">
                  <a:moveTo>
                    <a:pt x="18484" y="0"/>
                  </a:moveTo>
                  <a:lnTo>
                    <a:pt x="43554" y="41262"/>
                  </a:lnTo>
                  <a:lnTo>
                    <a:pt x="24872" y="52864"/>
                  </a:lnTo>
                  <a:lnTo>
                    <a:pt x="0" y="10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85259" y="3702641"/>
              <a:ext cx="46272" cy="54682"/>
            </a:xfrm>
            <a:custGeom>
              <a:avLst/>
              <a:pathLst>
                <a:path w="46272" h="54682">
                  <a:moveTo>
                    <a:pt x="25042" y="54682"/>
                  </a:moveTo>
                  <a:lnTo>
                    <a:pt x="0" y="11697"/>
                  </a:lnTo>
                  <a:lnTo>
                    <a:pt x="20253" y="0"/>
                  </a:lnTo>
                  <a:lnTo>
                    <a:pt x="46272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338876" y="3717423"/>
              <a:ext cx="53717" cy="45260"/>
            </a:xfrm>
            <a:custGeom>
              <a:avLst/>
              <a:pathLst>
                <a:path w="53717" h="45260">
                  <a:moveTo>
                    <a:pt x="12010" y="45260"/>
                  </a:moveTo>
                  <a:lnTo>
                    <a:pt x="0" y="25726"/>
                  </a:lnTo>
                  <a:lnTo>
                    <a:pt x="42826" y="0"/>
                  </a:lnTo>
                  <a:lnTo>
                    <a:pt x="53717" y="20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97608" y="3731950"/>
              <a:ext cx="44425" cy="54037"/>
            </a:xfrm>
            <a:custGeom>
              <a:avLst/>
              <a:pathLst>
                <a:path w="44425" h="54037">
                  <a:moveTo>
                    <a:pt x="0" y="11849"/>
                  </a:moveTo>
                  <a:lnTo>
                    <a:pt x="18728" y="0"/>
                  </a:lnTo>
                  <a:lnTo>
                    <a:pt x="44425" y="43446"/>
                  </a:lnTo>
                  <a:lnTo>
                    <a:pt x="24563" y="54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75581" y="3741050"/>
              <a:ext cx="44829" cy="54165"/>
            </a:xfrm>
            <a:custGeom>
              <a:avLst/>
              <a:pathLst>
                <a:path w="44829" h="54165">
                  <a:moveTo>
                    <a:pt x="25502" y="54165"/>
                  </a:moveTo>
                  <a:lnTo>
                    <a:pt x="0" y="11531"/>
                  </a:lnTo>
                  <a:lnTo>
                    <a:pt x="19277" y="0"/>
                  </a:lnTo>
                  <a:lnTo>
                    <a:pt x="44829" y="416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74277" y="3745550"/>
              <a:ext cx="45208" cy="54074"/>
            </a:xfrm>
            <a:custGeom>
              <a:avLst/>
              <a:pathLst>
                <a:path w="45208" h="54074">
                  <a:moveTo>
                    <a:pt x="0" y="10970"/>
                  </a:moveTo>
                  <a:lnTo>
                    <a:pt x="19195" y="0"/>
                  </a:lnTo>
                  <a:lnTo>
                    <a:pt x="45208" y="42379"/>
                  </a:lnTo>
                  <a:lnTo>
                    <a:pt x="25731" y="54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51985" y="3753952"/>
              <a:ext cx="45356" cy="54421"/>
            </a:xfrm>
            <a:custGeom>
              <a:avLst/>
              <a:pathLst>
                <a:path w="45356" h="54421">
                  <a:moveTo>
                    <a:pt x="0" y="11657"/>
                  </a:moveTo>
                  <a:lnTo>
                    <a:pt x="20396" y="0"/>
                  </a:lnTo>
                  <a:lnTo>
                    <a:pt x="45356" y="42633"/>
                  </a:lnTo>
                  <a:lnTo>
                    <a:pt x="26557" y="54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85902" y="3540056"/>
              <a:ext cx="43210" cy="53270"/>
            </a:xfrm>
            <a:custGeom>
              <a:avLst/>
              <a:pathLst>
                <a:path w="43210" h="53270">
                  <a:moveTo>
                    <a:pt x="0" y="12201"/>
                  </a:moveTo>
                  <a:lnTo>
                    <a:pt x="17591" y="0"/>
                  </a:lnTo>
                  <a:lnTo>
                    <a:pt x="43210" y="41718"/>
                  </a:lnTo>
                  <a:lnTo>
                    <a:pt x="23860" y="53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300408" y="3558155"/>
              <a:ext cx="45522" cy="54626"/>
            </a:xfrm>
            <a:custGeom>
              <a:avLst/>
              <a:pathLst>
                <a:path w="45522" h="54626">
                  <a:moveTo>
                    <a:pt x="9352" y="27104"/>
                  </a:moveTo>
                  <a:lnTo>
                    <a:pt x="0" y="11924"/>
                  </a:lnTo>
                  <a:lnTo>
                    <a:pt x="20263" y="0"/>
                  </a:lnTo>
                  <a:lnTo>
                    <a:pt x="45522" y="43613"/>
                  </a:lnTo>
                  <a:lnTo>
                    <a:pt x="25557" y="54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71282" y="3542722"/>
              <a:ext cx="53820" cy="43879"/>
            </a:xfrm>
            <a:custGeom>
              <a:avLst/>
              <a:pathLst>
                <a:path w="53820" h="43879">
                  <a:moveTo>
                    <a:pt x="10826" y="43879"/>
                  </a:moveTo>
                  <a:lnTo>
                    <a:pt x="0" y="26373"/>
                  </a:lnTo>
                  <a:lnTo>
                    <a:pt x="41705" y="0"/>
                  </a:lnTo>
                  <a:lnTo>
                    <a:pt x="53820" y="18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62207" y="3553593"/>
              <a:ext cx="43485" cy="53739"/>
            </a:xfrm>
            <a:custGeom>
              <a:avLst/>
              <a:pathLst>
                <a:path w="43485" h="53739">
                  <a:moveTo>
                    <a:pt x="0" y="10763"/>
                  </a:moveTo>
                  <a:lnTo>
                    <a:pt x="19968" y="0"/>
                  </a:lnTo>
                  <a:lnTo>
                    <a:pt x="43485" y="42562"/>
                  </a:lnTo>
                  <a:lnTo>
                    <a:pt x="24789" y="53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33669" y="3547365"/>
              <a:ext cx="44353" cy="54823"/>
            </a:xfrm>
            <a:custGeom>
              <a:avLst/>
              <a:pathLst>
                <a:path w="44353" h="54823">
                  <a:moveTo>
                    <a:pt x="25183" y="54823"/>
                  </a:moveTo>
                  <a:lnTo>
                    <a:pt x="0" y="11636"/>
                  </a:lnTo>
                  <a:lnTo>
                    <a:pt x="19188" y="0"/>
                  </a:lnTo>
                  <a:lnTo>
                    <a:pt x="44353" y="43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54477" y="3572680"/>
              <a:ext cx="52882" cy="43986"/>
            </a:xfrm>
            <a:custGeom>
              <a:avLst/>
              <a:pathLst>
                <a:path w="52882" h="43986">
                  <a:moveTo>
                    <a:pt x="0" y="25376"/>
                  </a:moveTo>
                  <a:lnTo>
                    <a:pt x="41429" y="0"/>
                  </a:lnTo>
                  <a:lnTo>
                    <a:pt x="52882" y="19454"/>
                  </a:lnTo>
                  <a:lnTo>
                    <a:pt x="11889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50735" y="3552574"/>
              <a:ext cx="53932" cy="43843"/>
            </a:xfrm>
            <a:custGeom>
              <a:avLst/>
              <a:pathLst>
                <a:path w="53932" h="43843">
                  <a:moveTo>
                    <a:pt x="0" y="23468"/>
                  </a:moveTo>
                  <a:lnTo>
                    <a:pt x="42334" y="0"/>
                  </a:lnTo>
                  <a:lnTo>
                    <a:pt x="53932" y="19823"/>
                  </a:lnTo>
                  <a:lnTo>
                    <a:pt x="11421" y="43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87086" y="3561882"/>
              <a:ext cx="53181" cy="45317"/>
            </a:xfrm>
            <a:custGeom>
              <a:avLst/>
              <a:pathLst>
                <a:path w="53181" h="45317">
                  <a:moveTo>
                    <a:pt x="0" y="25788"/>
                  </a:moveTo>
                  <a:lnTo>
                    <a:pt x="42031" y="0"/>
                  </a:lnTo>
                  <a:lnTo>
                    <a:pt x="53181" y="20205"/>
                  </a:lnTo>
                  <a:lnTo>
                    <a:pt x="11300" y="45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49306" y="3477163"/>
              <a:ext cx="45269" cy="54920"/>
            </a:xfrm>
            <a:custGeom>
              <a:avLst/>
              <a:pathLst>
                <a:path w="45269" h="54920">
                  <a:moveTo>
                    <a:pt x="0" y="12319"/>
                  </a:moveTo>
                  <a:lnTo>
                    <a:pt x="19091" y="0"/>
                  </a:lnTo>
                  <a:lnTo>
                    <a:pt x="45269" y="42792"/>
                  </a:lnTo>
                  <a:lnTo>
                    <a:pt x="25826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617648" y="3515082"/>
              <a:ext cx="53391" cy="43908"/>
            </a:xfrm>
            <a:custGeom>
              <a:avLst/>
              <a:pathLst>
                <a:path w="53391" h="43908">
                  <a:moveTo>
                    <a:pt x="12271" y="43908"/>
                  </a:moveTo>
                  <a:lnTo>
                    <a:pt x="0" y="25131"/>
                  </a:lnTo>
                  <a:lnTo>
                    <a:pt x="41738" y="0"/>
                  </a:lnTo>
                  <a:lnTo>
                    <a:pt x="53391" y="18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506159" y="3485830"/>
              <a:ext cx="52605" cy="45103"/>
            </a:xfrm>
            <a:custGeom>
              <a:avLst/>
              <a:pathLst>
                <a:path w="52605" h="45103">
                  <a:moveTo>
                    <a:pt x="19924" y="13108"/>
                  </a:moveTo>
                  <a:lnTo>
                    <a:pt x="40655" y="0"/>
                  </a:lnTo>
                  <a:lnTo>
                    <a:pt x="52605" y="19968"/>
                  </a:lnTo>
                  <a:lnTo>
                    <a:pt x="11580" y="45103"/>
                  </a:lnTo>
                  <a:lnTo>
                    <a:pt x="0" y="2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407986" y="3493092"/>
              <a:ext cx="45426" cy="55696"/>
            </a:xfrm>
            <a:custGeom>
              <a:avLst/>
              <a:pathLst>
                <a:path w="45426" h="55696">
                  <a:moveTo>
                    <a:pt x="0" y="12424"/>
                  </a:moveTo>
                  <a:lnTo>
                    <a:pt x="20009" y="0"/>
                  </a:lnTo>
                  <a:lnTo>
                    <a:pt x="45426" y="44884"/>
                  </a:lnTo>
                  <a:lnTo>
                    <a:pt x="25005" y="55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44721" y="3490893"/>
              <a:ext cx="54432" cy="43969"/>
            </a:xfrm>
            <a:custGeom>
              <a:avLst/>
              <a:pathLst>
                <a:path w="54432" h="43969">
                  <a:moveTo>
                    <a:pt x="12028" y="43969"/>
                  </a:moveTo>
                  <a:lnTo>
                    <a:pt x="0" y="25381"/>
                  </a:lnTo>
                  <a:lnTo>
                    <a:pt x="43526" y="0"/>
                  </a:lnTo>
                  <a:lnTo>
                    <a:pt x="54432" y="1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403752" y="3788770"/>
              <a:ext cx="44191" cy="52828"/>
            </a:xfrm>
            <a:custGeom>
              <a:avLst/>
              <a:pathLst>
                <a:path w="44191" h="52828">
                  <a:moveTo>
                    <a:pt x="0" y="11441"/>
                  </a:moveTo>
                  <a:lnTo>
                    <a:pt x="18700" y="0"/>
                  </a:lnTo>
                  <a:lnTo>
                    <a:pt x="44191" y="41332"/>
                  </a:lnTo>
                  <a:lnTo>
                    <a:pt x="24118" y="52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65391" y="3783311"/>
              <a:ext cx="43590" cy="53586"/>
            </a:xfrm>
            <a:custGeom>
              <a:avLst/>
              <a:pathLst>
                <a:path w="43590" h="53586">
                  <a:moveTo>
                    <a:pt x="0" y="10738"/>
                  </a:moveTo>
                  <a:lnTo>
                    <a:pt x="19094" y="0"/>
                  </a:lnTo>
                  <a:lnTo>
                    <a:pt x="43590" y="41980"/>
                  </a:lnTo>
                  <a:lnTo>
                    <a:pt x="23603" y="53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502120" y="3779063"/>
              <a:ext cx="54969" cy="43699"/>
            </a:xfrm>
            <a:custGeom>
              <a:avLst/>
              <a:pathLst>
                <a:path w="54969" h="43699">
                  <a:moveTo>
                    <a:pt x="54969" y="19161"/>
                  </a:moveTo>
                  <a:lnTo>
                    <a:pt x="11386" y="43699"/>
                  </a:lnTo>
                  <a:lnTo>
                    <a:pt x="0" y="24259"/>
                  </a:lnTo>
                  <a:lnTo>
                    <a:pt x="417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80236" y="3802123"/>
              <a:ext cx="45657" cy="53693"/>
            </a:xfrm>
            <a:custGeom>
              <a:avLst/>
              <a:pathLst>
                <a:path w="45657" h="53693">
                  <a:moveTo>
                    <a:pt x="0" y="12154"/>
                  </a:moveTo>
                  <a:lnTo>
                    <a:pt x="19678" y="0"/>
                  </a:lnTo>
                  <a:lnTo>
                    <a:pt x="45657" y="41934"/>
                  </a:lnTo>
                  <a:lnTo>
                    <a:pt x="25358" y="53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41281" y="3796923"/>
              <a:ext cx="43847" cy="53059"/>
            </a:xfrm>
            <a:custGeom>
              <a:avLst/>
              <a:pathLst>
                <a:path w="43847" h="53059">
                  <a:moveTo>
                    <a:pt x="43847" y="42345"/>
                  </a:moveTo>
                  <a:lnTo>
                    <a:pt x="24948" y="53059"/>
                  </a:lnTo>
                  <a:lnTo>
                    <a:pt x="0" y="11364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407733" y="3834354"/>
              <a:ext cx="53807" cy="44471"/>
            </a:xfrm>
            <a:custGeom>
              <a:avLst/>
              <a:pathLst>
                <a:path w="53807" h="44471">
                  <a:moveTo>
                    <a:pt x="12136" y="44471"/>
                  </a:moveTo>
                  <a:lnTo>
                    <a:pt x="0" y="25037"/>
                  </a:lnTo>
                  <a:lnTo>
                    <a:pt x="42498" y="0"/>
                  </a:lnTo>
                  <a:lnTo>
                    <a:pt x="53807" y="18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52461" y="3469294"/>
              <a:ext cx="34478" cy="33235"/>
            </a:xfrm>
            <a:custGeom>
              <a:avLst/>
              <a:pathLst>
                <a:path w="34478" h="33235">
                  <a:moveTo>
                    <a:pt x="34478" y="19384"/>
                  </a:moveTo>
                  <a:lnTo>
                    <a:pt x="10650" y="33235"/>
                  </a:lnTo>
                  <a:lnTo>
                    <a:pt x="0" y="14767"/>
                  </a:lnTo>
                  <a:lnTo>
                    <a:pt x="21374" y="1495"/>
                  </a:lnTo>
                  <a:lnTo>
                    <a:pt x="24116" y="0"/>
                  </a:lnTo>
                  <a:lnTo>
                    <a:pt x="29380" y="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415877" y="3738454"/>
              <a:ext cx="65475" cy="65709"/>
            </a:xfrm>
            <a:custGeom>
              <a:avLst/>
              <a:pathLst>
                <a:path w="65475" h="65709">
                  <a:moveTo>
                    <a:pt x="0" y="24766"/>
                  </a:moveTo>
                  <a:lnTo>
                    <a:pt x="40532" y="0"/>
                  </a:lnTo>
                  <a:lnTo>
                    <a:pt x="65475" y="41627"/>
                  </a:lnTo>
                  <a:lnTo>
                    <a:pt x="23199" y="6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96642" y="3539985"/>
              <a:ext cx="30363" cy="29512"/>
            </a:xfrm>
            <a:custGeom>
              <a:avLst/>
              <a:pathLst>
                <a:path w="30363" h="29512">
                  <a:moveTo>
                    <a:pt x="0" y="10714"/>
                  </a:moveTo>
                  <a:lnTo>
                    <a:pt x="19171" y="0"/>
                  </a:lnTo>
                  <a:lnTo>
                    <a:pt x="30363" y="18799"/>
                  </a:lnTo>
                  <a:lnTo>
                    <a:pt x="10950" y="29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332163" y="3596517"/>
              <a:ext cx="60524" cy="59661"/>
            </a:xfrm>
            <a:custGeom>
              <a:avLst/>
              <a:pathLst>
                <a:path w="60524" h="59661">
                  <a:moveTo>
                    <a:pt x="0" y="23039"/>
                  </a:moveTo>
                  <a:lnTo>
                    <a:pt x="38551" y="0"/>
                  </a:lnTo>
                  <a:lnTo>
                    <a:pt x="60524" y="36734"/>
                  </a:lnTo>
                  <a:lnTo>
                    <a:pt x="21032" y="59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82911" y="3514852"/>
              <a:ext cx="31119" cy="32746"/>
            </a:xfrm>
            <a:custGeom>
              <a:avLst/>
              <a:pathLst>
                <a:path w="31119" h="32746">
                  <a:moveTo>
                    <a:pt x="0" y="10911"/>
                  </a:moveTo>
                  <a:lnTo>
                    <a:pt x="18694" y="0"/>
                  </a:lnTo>
                  <a:lnTo>
                    <a:pt x="31119" y="21192"/>
                  </a:lnTo>
                  <a:lnTo>
                    <a:pt x="12502" y="3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64928" y="3494564"/>
              <a:ext cx="30650" cy="33559"/>
            </a:xfrm>
            <a:custGeom>
              <a:avLst/>
              <a:pathLst>
                <a:path w="30650" h="33559">
                  <a:moveTo>
                    <a:pt x="18989" y="1837"/>
                  </a:moveTo>
                  <a:lnTo>
                    <a:pt x="30650" y="22297"/>
                  </a:lnTo>
                  <a:lnTo>
                    <a:pt x="12943" y="33559"/>
                  </a:lnTo>
                  <a:lnTo>
                    <a:pt x="0" y="11114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77482" y="3458226"/>
              <a:ext cx="30140" cy="32990"/>
            </a:xfrm>
            <a:custGeom>
              <a:avLst/>
              <a:pathLst>
                <a:path w="30140" h="32990">
                  <a:moveTo>
                    <a:pt x="0" y="10372"/>
                  </a:moveTo>
                  <a:lnTo>
                    <a:pt x="16979" y="0"/>
                  </a:lnTo>
                  <a:lnTo>
                    <a:pt x="30140" y="22332"/>
                  </a:lnTo>
                  <a:lnTo>
                    <a:pt x="12334" y="32990"/>
                  </a:lnTo>
                  <a:lnTo>
                    <a:pt x="11745" y="3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5718" y="2985543"/>
              <a:ext cx="43359" cy="53857"/>
            </a:xfrm>
            <a:custGeom>
              <a:avLst/>
              <a:pathLst>
                <a:path w="43359" h="53857">
                  <a:moveTo>
                    <a:pt x="0" y="11792"/>
                  </a:moveTo>
                  <a:lnTo>
                    <a:pt x="19175" y="0"/>
                  </a:lnTo>
                  <a:lnTo>
                    <a:pt x="43359" y="42742"/>
                  </a:lnTo>
                  <a:lnTo>
                    <a:pt x="23822" y="53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8702" y="2992175"/>
              <a:ext cx="54241" cy="45433"/>
            </a:xfrm>
            <a:custGeom>
              <a:avLst/>
              <a:pathLst>
                <a:path w="54241" h="45433">
                  <a:moveTo>
                    <a:pt x="12197" y="45433"/>
                  </a:moveTo>
                  <a:lnTo>
                    <a:pt x="0" y="25264"/>
                  </a:lnTo>
                  <a:lnTo>
                    <a:pt x="41919" y="0"/>
                  </a:lnTo>
                  <a:lnTo>
                    <a:pt x="54241" y="20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43958" y="2991882"/>
              <a:ext cx="43357" cy="52287"/>
            </a:xfrm>
            <a:custGeom>
              <a:avLst/>
              <a:pathLst>
                <a:path w="43357" h="52287">
                  <a:moveTo>
                    <a:pt x="24730" y="52287"/>
                  </a:moveTo>
                  <a:lnTo>
                    <a:pt x="0" y="13432"/>
                  </a:lnTo>
                  <a:lnTo>
                    <a:pt x="1040" y="8998"/>
                  </a:lnTo>
                  <a:lnTo>
                    <a:pt x="18187" y="0"/>
                  </a:lnTo>
                  <a:lnTo>
                    <a:pt x="43357" y="4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97716" y="3155077"/>
              <a:ext cx="64776" cy="64001"/>
            </a:xfrm>
            <a:custGeom>
              <a:avLst/>
              <a:pathLst>
                <a:path w="64776" h="64001">
                  <a:moveTo>
                    <a:pt x="0" y="23877"/>
                  </a:moveTo>
                  <a:lnTo>
                    <a:pt x="15586" y="14553"/>
                  </a:lnTo>
                  <a:lnTo>
                    <a:pt x="41523" y="0"/>
                  </a:lnTo>
                  <a:lnTo>
                    <a:pt x="64776" y="39995"/>
                  </a:lnTo>
                  <a:lnTo>
                    <a:pt x="23656" y="6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801682" y="3071453"/>
              <a:ext cx="44286" cy="53941"/>
            </a:xfrm>
            <a:custGeom>
              <a:avLst/>
              <a:pathLst>
                <a:path w="44286" h="53941">
                  <a:moveTo>
                    <a:pt x="25310" y="53941"/>
                  </a:moveTo>
                  <a:lnTo>
                    <a:pt x="0" y="11322"/>
                  </a:lnTo>
                  <a:lnTo>
                    <a:pt x="19773" y="0"/>
                  </a:lnTo>
                  <a:lnTo>
                    <a:pt x="44286" y="42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714947" y="3078534"/>
              <a:ext cx="53730" cy="43565"/>
            </a:xfrm>
            <a:custGeom>
              <a:avLst/>
              <a:pathLst>
                <a:path w="53730" h="43565">
                  <a:moveTo>
                    <a:pt x="0" y="23826"/>
                  </a:moveTo>
                  <a:lnTo>
                    <a:pt x="42113" y="0"/>
                  </a:lnTo>
                  <a:lnTo>
                    <a:pt x="53730" y="18987"/>
                  </a:lnTo>
                  <a:lnTo>
                    <a:pt x="11452" y="43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900603" y="3076678"/>
              <a:ext cx="44235" cy="55106"/>
            </a:xfrm>
            <a:custGeom>
              <a:avLst/>
              <a:pathLst>
                <a:path w="44235" h="55106">
                  <a:moveTo>
                    <a:pt x="24494" y="55106"/>
                  </a:moveTo>
                  <a:lnTo>
                    <a:pt x="0" y="11782"/>
                  </a:lnTo>
                  <a:lnTo>
                    <a:pt x="19286" y="0"/>
                  </a:lnTo>
                  <a:lnTo>
                    <a:pt x="44235" y="43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77495" y="3078749"/>
              <a:ext cx="53920" cy="45205"/>
            </a:xfrm>
            <a:custGeom>
              <a:avLst/>
              <a:pathLst>
                <a:path w="53920" h="45205">
                  <a:moveTo>
                    <a:pt x="0" y="25025"/>
                  </a:moveTo>
                  <a:lnTo>
                    <a:pt x="42492" y="0"/>
                  </a:lnTo>
                  <a:lnTo>
                    <a:pt x="53920" y="18983"/>
                  </a:lnTo>
                  <a:lnTo>
                    <a:pt x="11164" y="4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10936" y="3034668"/>
              <a:ext cx="44116" cy="52952"/>
            </a:xfrm>
            <a:custGeom>
              <a:avLst/>
              <a:pathLst>
                <a:path w="44116" h="52952">
                  <a:moveTo>
                    <a:pt x="0" y="11099"/>
                  </a:moveTo>
                  <a:lnTo>
                    <a:pt x="18817" y="0"/>
                  </a:lnTo>
                  <a:lnTo>
                    <a:pt x="44116" y="42257"/>
                  </a:lnTo>
                  <a:lnTo>
                    <a:pt x="25667" y="52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0879" y="3043273"/>
              <a:ext cx="44426" cy="52757"/>
            </a:xfrm>
            <a:custGeom>
              <a:avLst/>
              <a:pathLst>
                <a:path w="44426" h="52757">
                  <a:moveTo>
                    <a:pt x="24522" y="52757"/>
                  </a:moveTo>
                  <a:lnTo>
                    <a:pt x="0" y="10895"/>
                  </a:lnTo>
                  <a:lnTo>
                    <a:pt x="18713" y="0"/>
                  </a:lnTo>
                  <a:lnTo>
                    <a:pt x="44426" y="40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1389" y="3046654"/>
              <a:ext cx="43739" cy="53697"/>
            </a:xfrm>
            <a:custGeom>
              <a:avLst/>
              <a:pathLst>
                <a:path w="43739" h="53697">
                  <a:moveTo>
                    <a:pt x="0" y="11758"/>
                  </a:moveTo>
                  <a:lnTo>
                    <a:pt x="19540" y="0"/>
                  </a:lnTo>
                  <a:lnTo>
                    <a:pt x="43739" y="41524"/>
                  </a:lnTo>
                  <a:lnTo>
                    <a:pt x="24298" y="53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67361" y="3048715"/>
              <a:ext cx="51862" cy="43427"/>
            </a:xfrm>
            <a:custGeom>
              <a:avLst/>
              <a:pathLst>
                <a:path w="51862" h="43427">
                  <a:moveTo>
                    <a:pt x="32320" y="30377"/>
                  </a:moveTo>
                  <a:lnTo>
                    <a:pt x="10088" y="43427"/>
                  </a:lnTo>
                  <a:lnTo>
                    <a:pt x="0" y="23713"/>
                  </a:lnTo>
                  <a:lnTo>
                    <a:pt x="40553" y="0"/>
                  </a:lnTo>
                  <a:lnTo>
                    <a:pt x="51862" y="18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67817" y="2972442"/>
              <a:ext cx="44912" cy="54077"/>
            </a:xfrm>
            <a:custGeom>
              <a:avLst/>
              <a:pathLst>
                <a:path w="44912" h="54077">
                  <a:moveTo>
                    <a:pt x="0" y="11585"/>
                  </a:moveTo>
                  <a:lnTo>
                    <a:pt x="18776" y="0"/>
                  </a:lnTo>
                  <a:lnTo>
                    <a:pt x="44912" y="42513"/>
                  </a:lnTo>
                  <a:lnTo>
                    <a:pt x="25228" y="54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9776" y="2949422"/>
              <a:ext cx="73990" cy="57690"/>
            </a:xfrm>
            <a:custGeom>
              <a:avLst/>
              <a:pathLst>
                <a:path w="73990" h="57690">
                  <a:moveTo>
                    <a:pt x="11411" y="57690"/>
                  </a:moveTo>
                  <a:lnTo>
                    <a:pt x="0" y="39090"/>
                  </a:lnTo>
                  <a:lnTo>
                    <a:pt x="27925" y="21525"/>
                  </a:lnTo>
                  <a:lnTo>
                    <a:pt x="62358" y="0"/>
                  </a:lnTo>
                  <a:lnTo>
                    <a:pt x="73990" y="1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66307" y="2976598"/>
              <a:ext cx="43481" cy="54932"/>
            </a:xfrm>
            <a:custGeom>
              <a:avLst/>
              <a:pathLst>
                <a:path w="43481" h="54932">
                  <a:moveTo>
                    <a:pt x="25002" y="54932"/>
                  </a:moveTo>
                  <a:lnTo>
                    <a:pt x="0" y="13007"/>
                  </a:lnTo>
                  <a:lnTo>
                    <a:pt x="19298" y="0"/>
                  </a:lnTo>
                  <a:lnTo>
                    <a:pt x="43481" y="42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3216" y="2999741"/>
              <a:ext cx="43629" cy="53594"/>
            </a:xfrm>
            <a:custGeom>
              <a:avLst/>
              <a:pathLst>
                <a:path w="43629" h="53594">
                  <a:moveTo>
                    <a:pt x="0" y="10773"/>
                  </a:moveTo>
                  <a:lnTo>
                    <a:pt x="18185" y="0"/>
                  </a:lnTo>
                  <a:lnTo>
                    <a:pt x="43629" y="41939"/>
                  </a:lnTo>
                  <a:lnTo>
                    <a:pt x="24719" y="53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5340" y="3015682"/>
              <a:ext cx="43626" cy="54787"/>
            </a:xfrm>
            <a:custGeom>
              <a:avLst/>
              <a:pathLst>
                <a:path w="43626" h="54787">
                  <a:moveTo>
                    <a:pt x="25030" y="54787"/>
                  </a:moveTo>
                  <a:lnTo>
                    <a:pt x="0" y="11941"/>
                  </a:lnTo>
                  <a:lnTo>
                    <a:pt x="19404" y="0"/>
                  </a:lnTo>
                  <a:lnTo>
                    <a:pt x="43626" y="42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35512" y="3019564"/>
              <a:ext cx="43806" cy="54555"/>
            </a:xfrm>
            <a:custGeom>
              <a:avLst/>
              <a:pathLst>
                <a:path w="43806" h="54555">
                  <a:moveTo>
                    <a:pt x="0" y="11507"/>
                  </a:moveTo>
                  <a:lnTo>
                    <a:pt x="19499" y="0"/>
                  </a:lnTo>
                  <a:lnTo>
                    <a:pt x="43806" y="42831"/>
                  </a:lnTo>
                  <a:lnTo>
                    <a:pt x="24968" y="5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71244" y="3024136"/>
              <a:ext cx="52876" cy="43850"/>
            </a:xfrm>
            <a:custGeom>
              <a:avLst/>
              <a:pathLst>
                <a:path w="52876" h="43850">
                  <a:moveTo>
                    <a:pt x="20209" y="12232"/>
                  </a:moveTo>
                  <a:lnTo>
                    <a:pt x="41518" y="0"/>
                  </a:lnTo>
                  <a:lnTo>
                    <a:pt x="52876" y="18346"/>
                  </a:lnTo>
                  <a:lnTo>
                    <a:pt x="11341" y="43850"/>
                  </a:lnTo>
                  <a:lnTo>
                    <a:pt x="0" y="24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35098" y="3027959"/>
              <a:ext cx="43511" cy="54073"/>
            </a:xfrm>
            <a:custGeom>
              <a:avLst/>
              <a:pathLst>
                <a:path w="43511" h="54073">
                  <a:moveTo>
                    <a:pt x="32876" y="24327"/>
                  </a:moveTo>
                  <a:lnTo>
                    <a:pt x="43511" y="42958"/>
                  </a:lnTo>
                  <a:lnTo>
                    <a:pt x="24585" y="54073"/>
                  </a:lnTo>
                  <a:lnTo>
                    <a:pt x="0" y="11460"/>
                  </a:lnTo>
                  <a:lnTo>
                    <a:pt x="189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51" y="3108844"/>
              <a:ext cx="53790" cy="46096"/>
            </a:xfrm>
            <a:custGeom>
              <a:avLst/>
              <a:pathLst>
                <a:path w="53790" h="46096">
                  <a:moveTo>
                    <a:pt x="12414" y="46096"/>
                  </a:moveTo>
                  <a:lnTo>
                    <a:pt x="0" y="25094"/>
                  </a:lnTo>
                  <a:lnTo>
                    <a:pt x="42757" y="0"/>
                  </a:lnTo>
                  <a:lnTo>
                    <a:pt x="53790" y="2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620100" y="3292053"/>
              <a:ext cx="54625" cy="44172"/>
            </a:xfrm>
            <a:custGeom>
              <a:avLst/>
              <a:pathLst>
                <a:path w="54625" h="44172">
                  <a:moveTo>
                    <a:pt x="0" y="25215"/>
                  </a:moveTo>
                  <a:lnTo>
                    <a:pt x="41692" y="0"/>
                  </a:lnTo>
                  <a:lnTo>
                    <a:pt x="54625" y="20041"/>
                  </a:lnTo>
                  <a:lnTo>
                    <a:pt x="12158" y="44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79201" y="3084707"/>
              <a:ext cx="44169" cy="53152"/>
            </a:xfrm>
            <a:custGeom>
              <a:avLst/>
              <a:pathLst>
                <a:path w="44169" h="53152">
                  <a:moveTo>
                    <a:pt x="24925" y="53152"/>
                  </a:moveTo>
                  <a:lnTo>
                    <a:pt x="0" y="11869"/>
                  </a:lnTo>
                  <a:lnTo>
                    <a:pt x="19643" y="0"/>
                  </a:lnTo>
                  <a:lnTo>
                    <a:pt x="44169" y="4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51534" y="3101984"/>
              <a:ext cx="44218" cy="53238"/>
            </a:xfrm>
            <a:custGeom>
              <a:avLst/>
              <a:pathLst>
                <a:path w="44218" h="53238">
                  <a:moveTo>
                    <a:pt x="0" y="11407"/>
                  </a:moveTo>
                  <a:lnTo>
                    <a:pt x="19286" y="0"/>
                  </a:lnTo>
                  <a:lnTo>
                    <a:pt x="44218" y="41821"/>
                  </a:lnTo>
                  <a:lnTo>
                    <a:pt x="24284" y="53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59390" y="3157023"/>
              <a:ext cx="42022" cy="53716"/>
            </a:xfrm>
            <a:custGeom>
              <a:avLst/>
              <a:pathLst>
                <a:path w="42022" h="53716">
                  <a:moveTo>
                    <a:pt x="0" y="10852"/>
                  </a:moveTo>
                  <a:lnTo>
                    <a:pt x="17648" y="0"/>
                  </a:lnTo>
                  <a:lnTo>
                    <a:pt x="42022" y="42565"/>
                  </a:lnTo>
                  <a:lnTo>
                    <a:pt x="23797" y="53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98007" y="3161674"/>
              <a:ext cx="43895" cy="54507"/>
            </a:xfrm>
            <a:custGeom>
              <a:avLst/>
              <a:pathLst>
                <a:path w="43895" h="54507">
                  <a:moveTo>
                    <a:pt x="23605" y="54507"/>
                  </a:moveTo>
                  <a:lnTo>
                    <a:pt x="0" y="10408"/>
                  </a:lnTo>
                  <a:lnTo>
                    <a:pt x="18656" y="0"/>
                  </a:lnTo>
                  <a:lnTo>
                    <a:pt x="43895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56175" y="3161172"/>
              <a:ext cx="44506" cy="55075"/>
            </a:xfrm>
            <a:custGeom>
              <a:avLst/>
              <a:pathLst>
                <a:path w="44506" h="55075">
                  <a:moveTo>
                    <a:pt x="24868" y="55075"/>
                  </a:moveTo>
                  <a:lnTo>
                    <a:pt x="0" y="12170"/>
                  </a:lnTo>
                  <a:lnTo>
                    <a:pt x="19037" y="0"/>
                  </a:lnTo>
                  <a:lnTo>
                    <a:pt x="44506" y="43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88547" y="3198008"/>
              <a:ext cx="43263" cy="54207"/>
            </a:xfrm>
            <a:custGeom>
              <a:avLst/>
              <a:pathLst>
                <a:path w="43263" h="54207">
                  <a:moveTo>
                    <a:pt x="0" y="11452"/>
                  </a:moveTo>
                  <a:lnTo>
                    <a:pt x="18876" y="0"/>
                  </a:lnTo>
                  <a:lnTo>
                    <a:pt x="33614" y="25227"/>
                  </a:lnTo>
                  <a:lnTo>
                    <a:pt x="43263" y="41995"/>
                  </a:lnTo>
                  <a:lnTo>
                    <a:pt x="24303" y="54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47244" y="3199323"/>
              <a:ext cx="43319" cy="52855"/>
            </a:xfrm>
            <a:custGeom>
              <a:avLst/>
              <a:pathLst>
                <a:path w="43319" h="52855">
                  <a:moveTo>
                    <a:pt x="0" y="11614"/>
                  </a:moveTo>
                  <a:lnTo>
                    <a:pt x="19126" y="0"/>
                  </a:lnTo>
                  <a:lnTo>
                    <a:pt x="43319" y="42670"/>
                  </a:lnTo>
                  <a:lnTo>
                    <a:pt x="24397" y="52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90968" y="3250217"/>
              <a:ext cx="52521" cy="43788"/>
            </a:xfrm>
            <a:custGeom>
              <a:avLst/>
              <a:pathLst>
                <a:path w="52521" h="43788">
                  <a:moveTo>
                    <a:pt x="0" y="23986"/>
                  </a:moveTo>
                  <a:lnTo>
                    <a:pt x="18885" y="12788"/>
                  </a:lnTo>
                  <a:lnTo>
                    <a:pt x="41179" y="0"/>
                  </a:lnTo>
                  <a:lnTo>
                    <a:pt x="52521" y="19163"/>
                  </a:lnTo>
                  <a:lnTo>
                    <a:pt x="10791" y="4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53313" y="3255526"/>
              <a:ext cx="43476" cy="53074"/>
            </a:xfrm>
            <a:custGeom>
              <a:avLst/>
              <a:pathLst>
                <a:path w="43476" h="53074">
                  <a:moveTo>
                    <a:pt x="0" y="11334"/>
                  </a:moveTo>
                  <a:lnTo>
                    <a:pt x="18629" y="0"/>
                  </a:lnTo>
                  <a:lnTo>
                    <a:pt x="43476" y="41731"/>
                  </a:lnTo>
                  <a:lnTo>
                    <a:pt x="24291" y="53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93565" y="3258929"/>
              <a:ext cx="43238" cy="53960"/>
            </a:xfrm>
            <a:custGeom>
              <a:avLst/>
              <a:pathLst>
                <a:path w="43238" h="53960">
                  <a:moveTo>
                    <a:pt x="24598" y="53960"/>
                  </a:moveTo>
                  <a:lnTo>
                    <a:pt x="0" y="11902"/>
                  </a:lnTo>
                  <a:lnTo>
                    <a:pt x="18640" y="0"/>
                  </a:lnTo>
                  <a:lnTo>
                    <a:pt x="43238" y="4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77153" y="2907642"/>
              <a:ext cx="106792" cy="101284"/>
            </a:xfrm>
            <a:custGeom>
              <a:avLst/>
              <a:pathLst>
                <a:path w="106792" h="101284">
                  <a:moveTo>
                    <a:pt x="66844" y="0"/>
                  </a:moveTo>
                  <a:lnTo>
                    <a:pt x="106792" y="65845"/>
                  </a:lnTo>
                  <a:lnTo>
                    <a:pt x="43547" y="101284"/>
                  </a:lnTo>
                  <a:lnTo>
                    <a:pt x="33952" y="99948"/>
                  </a:lnTo>
                  <a:lnTo>
                    <a:pt x="0" y="42767"/>
                  </a:lnTo>
                  <a:lnTo>
                    <a:pt x="483" y="3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63425" y="3217635"/>
              <a:ext cx="44513" cy="54780"/>
            </a:xfrm>
            <a:custGeom>
              <a:avLst/>
              <a:pathLst>
                <a:path w="44513" h="54780">
                  <a:moveTo>
                    <a:pt x="25205" y="54780"/>
                  </a:moveTo>
                  <a:lnTo>
                    <a:pt x="0" y="11587"/>
                  </a:lnTo>
                  <a:lnTo>
                    <a:pt x="19244" y="0"/>
                  </a:lnTo>
                  <a:lnTo>
                    <a:pt x="44513" y="42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83628" y="3193830"/>
              <a:ext cx="53212" cy="44925"/>
            </a:xfrm>
            <a:custGeom>
              <a:avLst/>
              <a:pathLst>
                <a:path w="53212" h="44925">
                  <a:moveTo>
                    <a:pt x="0" y="25535"/>
                  </a:moveTo>
                  <a:lnTo>
                    <a:pt x="23139" y="10926"/>
                  </a:lnTo>
                  <a:lnTo>
                    <a:pt x="41589" y="0"/>
                  </a:lnTo>
                  <a:lnTo>
                    <a:pt x="53212" y="19795"/>
                  </a:lnTo>
                  <a:lnTo>
                    <a:pt x="11527" y="4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78912" y="3147960"/>
              <a:ext cx="44371" cy="54307"/>
            </a:xfrm>
            <a:custGeom>
              <a:avLst/>
              <a:pathLst>
                <a:path w="44371" h="54307">
                  <a:moveTo>
                    <a:pt x="0" y="11459"/>
                  </a:moveTo>
                  <a:lnTo>
                    <a:pt x="19570" y="0"/>
                  </a:lnTo>
                  <a:lnTo>
                    <a:pt x="44371" y="42775"/>
                  </a:lnTo>
                  <a:lnTo>
                    <a:pt x="24344" y="5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616232" y="3245743"/>
              <a:ext cx="44642" cy="54512"/>
            </a:xfrm>
            <a:custGeom>
              <a:avLst/>
              <a:pathLst>
                <a:path w="44642" h="54512">
                  <a:moveTo>
                    <a:pt x="0" y="10679"/>
                  </a:moveTo>
                  <a:lnTo>
                    <a:pt x="18713" y="0"/>
                  </a:lnTo>
                  <a:lnTo>
                    <a:pt x="44642" y="41648"/>
                  </a:lnTo>
                  <a:lnTo>
                    <a:pt x="24957" y="54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68449" y="3119178"/>
              <a:ext cx="43957" cy="54605"/>
            </a:xfrm>
            <a:custGeom>
              <a:avLst/>
              <a:pathLst>
                <a:path w="43957" h="54605">
                  <a:moveTo>
                    <a:pt x="24493" y="54605"/>
                  </a:moveTo>
                  <a:lnTo>
                    <a:pt x="0" y="12059"/>
                  </a:lnTo>
                  <a:lnTo>
                    <a:pt x="18980" y="0"/>
                  </a:lnTo>
                  <a:lnTo>
                    <a:pt x="43957" y="42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92511" y="3105198"/>
              <a:ext cx="43797" cy="54151"/>
            </a:xfrm>
            <a:custGeom>
              <a:avLst/>
              <a:pathLst>
                <a:path w="43797" h="54151">
                  <a:moveTo>
                    <a:pt x="0" y="11345"/>
                  </a:moveTo>
                  <a:lnTo>
                    <a:pt x="18460" y="0"/>
                  </a:lnTo>
                  <a:lnTo>
                    <a:pt x="43797" y="42886"/>
                  </a:lnTo>
                  <a:lnTo>
                    <a:pt x="24183" y="54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355" y="3063388"/>
              <a:ext cx="43728" cy="54071"/>
            </a:xfrm>
            <a:custGeom>
              <a:avLst/>
              <a:pathLst>
                <a:path w="43728" h="54071">
                  <a:moveTo>
                    <a:pt x="25198" y="54071"/>
                  </a:moveTo>
                  <a:lnTo>
                    <a:pt x="0" y="11111"/>
                  </a:lnTo>
                  <a:lnTo>
                    <a:pt x="18485" y="0"/>
                  </a:lnTo>
                  <a:lnTo>
                    <a:pt x="43728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90822" y="3113456"/>
              <a:ext cx="43892" cy="54187"/>
            </a:xfrm>
            <a:custGeom>
              <a:avLst/>
              <a:pathLst>
                <a:path w="43892" h="54187">
                  <a:moveTo>
                    <a:pt x="0" y="11463"/>
                  </a:moveTo>
                  <a:lnTo>
                    <a:pt x="18178" y="0"/>
                  </a:lnTo>
                  <a:lnTo>
                    <a:pt x="43892" y="43462"/>
                  </a:lnTo>
                  <a:lnTo>
                    <a:pt x="24183" y="54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34416" y="3164203"/>
              <a:ext cx="53693" cy="44643"/>
            </a:xfrm>
            <a:custGeom>
              <a:avLst/>
              <a:pathLst>
                <a:path w="53693" h="44643">
                  <a:moveTo>
                    <a:pt x="10957" y="44643"/>
                  </a:moveTo>
                  <a:lnTo>
                    <a:pt x="0" y="24684"/>
                  </a:lnTo>
                  <a:lnTo>
                    <a:pt x="41705" y="0"/>
                  </a:lnTo>
                  <a:lnTo>
                    <a:pt x="53693" y="19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36008" y="3169991"/>
              <a:ext cx="43648" cy="54673"/>
            </a:xfrm>
            <a:custGeom>
              <a:avLst/>
              <a:pathLst>
                <a:path w="43648" h="54673">
                  <a:moveTo>
                    <a:pt x="24392" y="54673"/>
                  </a:moveTo>
                  <a:lnTo>
                    <a:pt x="0" y="11729"/>
                  </a:lnTo>
                  <a:lnTo>
                    <a:pt x="18507" y="0"/>
                  </a:lnTo>
                  <a:lnTo>
                    <a:pt x="43648" y="43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51665" y="3174637"/>
              <a:ext cx="53523" cy="45814"/>
            </a:xfrm>
            <a:custGeom>
              <a:avLst/>
              <a:pathLst>
                <a:path w="53523" h="45814">
                  <a:moveTo>
                    <a:pt x="10609" y="45814"/>
                  </a:moveTo>
                  <a:lnTo>
                    <a:pt x="0" y="26262"/>
                  </a:lnTo>
                  <a:lnTo>
                    <a:pt x="42485" y="0"/>
                  </a:lnTo>
                  <a:lnTo>
                    <a:pt x="53523" y="19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29257" y="3115649"/>
              <a:ext cx="43599" cy="52579"/>
            </a:xfrm>
            <a:custGeom>
              <a:avLst/>
              <a:pathLst>
                <a:path w="43599" h="52579">
                  <a:moveTo>
                    <a:pt x="0" y="11134"/>
                  </a:moveTo>
                  <a:lnTo>
                    <a:pt x="18341" y="0"/>
                  </a:lnTo>
                  <a:lnTo>
                    <a:pt x="43599" y="41899"/>
                  </a:lnTo>
                  <a:lnTo>
                    <a:pt x="24192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9580" y="3118216"/>
              <a:ext cx="45033" cy="54539"/>
            </a:xfrm>
            <a:custGeom>
              <a:avLst/>
              <a:pathLst>
                <a:path w="45033" h="54539">
                  <a:moveTo>
                    <a:pt x="25644" y="54539"/>
                  </a:moveTo>
                  <a:lnTo>
                    <a:pt x="0" y="12055"/>
                  </a:lnTo>
                  <a:lnTo>
                    <a:pt x="19461" y="0"/>
                  </a:lnTo>
                  <a:lnTo>
                    <a:pt x="45033" y="43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3403" y="3033328"/>
              <a:ext cx="43991" cy="53245"/>
            </a:xfrm>
            <a:custGeom>
              <a:avLst/>
              <a:pathLst>
                <a:path w="43991" h="53245">
                  <a:moveTo>
                    <a:pt x="0" y="12079"/>
                  </a:moveTo>
                  <a:lnTo>
                    <a:pt x="19854" y="0"/>
                  </a:lnTo>
                  <a:lnTo>
                    <a:pt x="43991" y="41510"/>
                  </a:lnTo>
                  <a:lnTo>
                    <a:pt x="25030" y="532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88478" y="3052161"/>
              <a:ext cx="42725" cy="37799"/>
            </a:xfrm>
            <a:custGeom>
              <a:avLst/>
              <a:pathLst>
                <a:path w="42725" h="37799">
                  <a:moveTo>
                    <a:pt x="21207" y="30368"/>
                  </a:moveTo>
                  <a:lnTo>
                    <a:pt x="9661" y="37799"/>
                  </a:lnTo>
                  <a:lnTo>
                    <a:pt x="6211" y="31915"/>
                  </a:lnTo>
                  <a:lnTo>
                    <a:pt x="3075" y="26566"/>
                  </a:lnTo>
                  <a:lnTo>
                    <a:pt x="0" y="21321"/>
                  </a:lnTo>
                  <a:lnTo>
                    <a:pt x="16952" y="10578"/>
                  </a:lnTo>
                  <a:lnTo>
                    <a:pt x="18320" y="9711"/>
                  </a:lnTo>
                  <a:lnTo>
                    <a:pt x="23399" y="6492"/>
                  </a:lnTo>
                  <a:lnTo>
                    <a:pt x="25817" y="4960"/>
                  </a:lnTo>
                  <a:lnTo>
                    <a:pt x="33645" y="0"/>
                  </a:lnTo>
                  <a:lnTo>
                    <a:pt x="42725" y="16520"/>
                  </a:lnTo>
                  <a:lnTo>
                    <a:pt x="34654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41182" y="3068806"/>
              <a:ext cx="64674" cy="65402"/>
            </a:xfrm>
            <a:custGeom>
              <a:avLst/>
              <a:pathLst>
                <a:path w="64674" h="65402">
                  <a:moveTo>
                    <a:pt x="15904" y="15187"/>
                  </a:moveTo>
                  <a:lnTo>
                    <a:pt x="40627" y="0"/>
                  </a:lnTo>
                  <a:lnTo>
                    <a:pt x="64674" y="41203"/>
                  </a:lnTo>
                  <a:lnTo>
                    <a:pt x="24379" y="65402"/>
                  </a:lnTo>
                  <a:lnTo>
                    <a:pt x="0" y="23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3998764" y="3005965"/>
              <a:ext cx="52628" cy="43241"/>
            </a:xfrm>
            <a:custGeom>
              <a:avLst/>
              <a:pathLst>
                <a:path w="52628" h="43241">
                  <a:moveTo>
                    <a:pt x="10359" y="43241"/>
                  </a:moveTo>
                  <a:lnTo>
                    <a:pt x="0" y="25455"/>
                  </a:lnTo>
                  <a:lnTo>
                    <a:pt x="40901" y="0"/>
                  </a:lnTo>
                  <a:lnTo>
                    <a:pt x="52628" y="18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24244" y="3207939"/>
              <a:ext cx="46137" cy="55714"/>
            </a:xfrm>
            <a:custGeom>
              <a:avLst/>
              <a:pathLst>
                <a:path w="46137" h="55714">
                  <a:moveTo>
                    <a:pt x="26566" y="55714"/>
                  </a:moveTo>
                  <a:lnTo>
                    <a:pt x="0" y="11275"/>
                  </a:lnTo>
                  <a:lnTo>
                    <a:pt x="20204" y="0"/>
                  </a:lnTo>
                  <a:lnTo>
                    <a:pt x="46137" y="44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72938" y="3030134"/>
              <a:ext cx="43285" cy="53259"/>
            </a:xfrm>
            <a:custGeom>
              <a:avLst/>
              <a:pathLst>
                <a:path w="43285" h="53259">
                  <a:moveTo>
                    <a:pt x="24769" y="53259"/>
                  </a:moveTo>
                  <a:lnTo>
                    <a:pt x="0" y="11219"/>
                  </a:lnTo>
                  <a:lnTo>
                    <a:pt x="19072" y="0"/>
                  </a:lnTo>
                  <a:lnTo>
                    <a:pt x="43285" y="42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6980" y="3129199"/>
              <a:ext cx="43265" cy="52716"/>
            </a:xfrm>
            <a:custGeom>
              <a:avLst/>
              <a:pathLst>
                <a:path w="43265" h="52716">
                  <a:moveTo>
                    <a:pt x="24674" y="52716"/>
                  </a:moveTo>
                  <a:lnTo>
                    <a:pt x="0" y="11522"/>
                  </a:lnTo>
                  <a:lnTo>
                    <a:pt x="18785" y="0"/>
                  </a:lnTo>
                  <a:lnTo>
                    <a:pt x="43265" y="4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807128" y="3131862"/>
              <a:ext cx="44298" cy="54358"/>
            </a:xfrm>
            <a:custGeom>
              <a:avLst/>
              <a:pathLst>
                <a:path w="44298" h="54358">
                  <a:moveTo>
                    <a:pt x="25745" y="54358"/>
                  </a:moveTo>
                  <a:lnTo>
                    <a:pt x="0" y="11197"/>
                  </a:lnTo>
                  <a:lnTo>
                    <a:pt x="19531" y="0"/>
                  </a:lnTo>
                  <a:lnTo>
                    <a:pt x="44298" y="42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22205" y="3134106"/>
              <a:ext cx="52223" cy="44462"/>
            </a:xfrm>
            <a:custGeom>
              <a:avLst/>
              <a:pathLst>
                <a:path w="52223" h="44462">
                  <a:moveTo>
                    <a:pt x="11635" y="44462"/>
                  </a:moveTo>
                  <a:lnTo>
                    <a:pt x="0" y="25103"/>
                  </a:lnTo>
                  <a:lnTo>
                    <a:pt x="40704" y="0"/>
                  </a:lnTo>
                  <a:lnTo>
                    <a:pt x="52223" y="18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86260" y="3203826"/>
              <a:ext cx="44579" cy="54185"/>
            </a:xfrm>
            <a:custGeom>
              <a:avLst/>
              <a:pathLst>
                <a:path w="44579" h="54185">
                  <a:moveTo>
                    <a:pt x="0" y="11270"/>
                  </a:moveTo>
                  <a:lnTo>
                    <a:pt x="19024" y="0"/>
                  </a:lnTo>
                  <a:lnTo>
                    <a:pt x="44579" y="43187"/>
                  </a:lnTo>
                  <a:lnTo>
                    <a:pt x="25061" y="54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64969" y="3212162"/>
              <a:ext cx="43841" cy="53454"/>
            </a:xfrm>
            <a:custGeom>
              <a:avLst/>
              <a:pathLst>
                <a:path w="43841" h="53454">
                  <a:moveTo>
                    <a:pt x="25243" y="53454"/>
                  </a:moveTo>
                  <a:lnTo>
                    <a:pt x="0" y="11187"/>
                  </a:lnTo>
                  <a:lnTo>
                    <a:pt x="20206" y="0"/>
                  </a:lnTo>
                  <a:lnTo>
                    <a:pt x="43841" y="4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23260" y="3213099"/>
              <a:ext cx="43861" cy="53217"/>
            </a:xfrm>
            <a:custGeom>
              <a:avLst/>
              <a:pathLst>
                <a:path w="43861" h="53217">
                  <a:moveTo>
                    <a:pt x="0" y="11208"/>
                  </a:moveTo>
                  <a:lnTo>
                    <a:pt x="18411" y="0"/>
                  </a:lnTo>
                  <a:lnTo>
                    <a:pt x="43861" y="42249"/>
                  </a:lnTo>
                  <a:lnTo>
                    <a:pt x="23770" y="53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612661" y="3348659"/>
              <a:ext cx="25360" cy="25795"/>
            </a:xfrm>
            <a:custGeom>
              <a:avLst/>
              <a:pathLst>
                <a:path w="25360" h="25795">
                  <a:moveTo>
                    <a:pt x="8354" y="610"/>
                  </a:moveTo>
                  <a:lnTo>
                    <a:pt x="14918" y="0"/>
                  </a:lnTo>
                  <a:lnTo>
                    <a:pt x="17007" y="610"/>
                  </a:lnTo>
                  <a:lnTo>
                    <a:pt x="19095" y="1526"/>
                  </a:lnTo>
                  <a:lnTo>
                    <a:pt x="20886" y="2746"/>
                  </a:lnTo>
                  <a:lnTo>
                    <a:pt x="22377" y="4426"/>
                  </a:lnTo>
                  <a:lnTo>
                    <a:pt x="23720" y="6257"/>
                  </a:lnTo>
                  <a:lnTo>
                    <a:pt x="24615" y="8241"/>
                  </a:lnTo>
                  <a:lnTo>
                    <a:pt x="25212" y="10532"/>
                  </a:lnTo>
                  <a:lnTo>
                    <a:pt x="25360" y="12821"/>
                  </a:lnTo>
                  <a:lnTo>
                    <a:pt x="25212" y="14958"/>
                  </a:lnTo>
                  <a:lnTo>
                    <a:pt x="24615" y="17247"/>
                  </a:lnTo>
                  <a:lnTo>
                    <a:pt x="23720" y="19231"/>
                  </a:lnTo>
                  <a:lnTo>
                    <a:pt x="22526" y="21064"/>
                  </a:lnTo>
                  <a:lnTo>
                    <a:pt x="20886" y="22742"/>
                  </a:lnTo>
                  <a:lnTo>
                    <a:pt x="19095" y="23963"/>
                  </a:lnTo>
                  <a:lnTo>
                    <a:pt x="17155" y="25032"/>
                  </a:lnTo>
                  <a:lnTo>
                    <a:pt x="14918" y="25490"/>
                  </a:lnTo>
                  <a:lnTo>
                    <a:pt x="12829" y="25795"/>
                  </a:lnTo>
                  <a:lnTo>
                    <a:pt x="10592" y="25643"/>
                  </a:lnTo>
                  <a:lnTo>
                    <a:pt x="8503" y="25032"/>
                  </a:lnTo>
                  <a:lnTo>
                    <a:pt x="6414" y="24116"/>
                  </a:lnTo>
                  <a:lnTo>
                    <a:pt x="4625" y="22742"/>
                  </a:lnTo>
                  <a:lnTo>
                    <a:pt x="2983" y="21215"/>
                  </a:lnTo>
                  <a:lnTo>
                    <a:pt x="1791" y="19384"/>
                  </a:lnTo>
                  <a:lnTo>
                    <a:pt x="894" y="17247"/>
                  </a:lnTo>
                  <a:lnTo>
                    <a:pt x="299" y="15111"/>
                  </a:lnTo>
                  <a:lnTo>
                    <a:pt x="0" y="12821"/>
                  </a:lnTo>
                  <a:lnTo>
                    <a:pt x="299" y="10532"/>
                  </a:lnTo>
                  <a:lnTo>
                    <a:pt x="746" y="8394"/>
                  </a:lnTo>
                  <a:lnTo>
                    <a:pt x="1791" y="6410"/>
                  </a:lnTo>
                  <a:lnTo>
                    <a:pt x="2983" y="4426"/>
                  </a:lnTo>
                  <a:lnTo>
                    <a:pt x="4475" y="2899"/>
                  </a:lnTo>
                  <a:lnTo>
                    <a:pt x="6414" y="1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703339" y="2572034"/>
              <a:ext cx="42845" cy="52592"/>
            </a:xfrm>
            <a:custGeom>
              <a:avLst/>
              <a:pathLst>
                <a:path w="42845" h="52592">
                  <a:moveTo>
                    <a:pt x="0" y="11000"/>
                  </a:moveTo>
                  <a:lnTo>
                    <a:pt x="18256" y="0"/>
                  </a:lnTo>
                  <a:lnTo>
                    <a:pt x="42845" y="41546"/>
                  </a:lnTo>
                  <a:lnTo>
                    <a:pt x="24584" y="525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41129" y="2572288"/>
              <a:ext cx="42619" cy="52846"/>
            </a:xfrm>
            <a:custGeom>
              <a:avLst/>
              <a:pathLst>
                <a:path w="42619" h="52846">
                  <a:moveTo>
                    <a:pt x="0" y="11221"/>
                  </a:moveTo>
                  <a:lnTo>
                    <a:pt x="17710" y="0"/>
                  </a:lnTo>
                  <a:lnTo>
                    <a:pt x="42619" y="42136"/>
                  </a:lnTo>
                  <a:lnTo>
                    <a:pt x="24494" y="52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65036" y="2708789"/>
              <a:ext cx="41864" cy="51920"/>
            </a:xfrm>
            <a:custGeom>
              <a:avLst/>
              <a:pathLst>
                <a:path w="41864" h="51920">
                  <a:moveTo>
                    <a:pt x="24103" y="51920"/>
                  </a:moveTo>
                  <a:lnTo>
                    <a:pt x="0" y="10737"/>
                  </a:lnTo>
                  <a:lnTo>
                    <a:pt x="18452" y="0"/>
                  </a:lnTo>
                  <a:lnTo>
                    <a:pt x="41864" y="416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81713" y="2714849"/>
              <a:ext cx="51445" cy="41772"/>
            </a:xfrm>
            <a:custGeom>
              <a:avLst/>
              <a:pathLst>
                <a:path w="51445" h="41772">
                  <a:moveTo>
                    <a:pt x="0" y="23771"/>
                  </a:moveTo>
                  <a:lnTo>
                    <a:pt x="40764" y="0"/>
                  </a:lnTo>
                  <a:lnTo>
                    <a:pt x="51445" y="17407"/>
                  </a:lnTo>
                  <a:lnTo>
                    <a:pt x="10722" y="41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52375" y="2537836"/>
              <a:ext cx="43036" cy="52511"/>
            </a:xfrm>
            <a:custGeom>
              <a:avLst/>
              <a:pathLst>
                <a:path w="43036" h="52511">
                  <a:moveTo>
                    <a:pt x="24208" y="52511"/>
                  </a:moveTo>
                  <a:lnTo>
                    <a:pt x="0" y="10120"/>
                  </a:lnTo>
                  <a:lnTo>
                    <a:pt x="18377" y="0"/>
                  </a:lnTo>
                  <a:lnTo>
                    <a:pt x="43036" y="41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56232" y="2648240"/>
              <a:ext cx="52052" cy="42264"/>
            </a:xfrm>
            <a:custGeom>
              <a:avLst/>
              <a:pathLst>
                <a:path w="52052" h="42264">
                  <a:moveTo>
                    <a:pt x="0" y="24353"/>
                  </a:moveTo>
                  <a:lnTo>
                    <a:pt x="41107" y="0"/>
                  </a:lnTo>
                  <a:lnTo>
                    <a:pt x="52052" y="17722"/>
                  </a:lnTo>
                  <a:lnTo>
                    <a:pt x="10704" y="42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508736" y="2687476"/>
              <a:ext cx="42279" cy="51623"/>
            </a:xfrm>
            <a:custGeom>
              <a:avLst/>
              <a:pathLst>
                <a:path w="42279" h="51623">
                  <a:moveTo>
                    <a:pt x="24170" y="51623"/>
                  </a:moveTo>
                  <a:lnTo>
                    <a:pt x="0" y="10603"/>
                  </a:lnTo>
                  <a:lnTo>
                    <a:pt x="17696" y="0"/>
                  </a:lnTo>
                  <a:lnTo>
                    <a:pt x="42279" y="40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87936" y="2695322"/>
              <a:ext cx="42419" cy="51887"/>
            </a:xfrm>
            <a:custGeom>
              <a:avLst/>
              <a:pathLst>
                <a:path w="42419" h="51887">
                  <a:moveTo>
                    <a:pt x="0" y="11068"/>
                  </a:moveTo>
                  <a:lnTo>
                    <a:pt x="18400" y="0"/>
                  </a:lnTo>
                  <a:lnTo>
                    <a:pt x="42419" y="40964"/>
                  </a:lnTo>
                  <a:lnTo>
                    <a:pt x="23909" y="51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326800" y="2700487"/>
              <a:ext cx="43248" cy="52584"/>
            </a:xfrm>
            <a:custGeom>
              <a:avLst/>
              <a:pathLst>
                <a:path w="43248" h="52584">
                  <a:moveTo>
                    <a:pt x="0" y="10759"/>
                  </a:moveTo>
                  <a:lnTo>
                    <a:pt x="17985" y="0"/>
                  </a:lnTo>
                  <a:lnTo>
                    <a:pt x="31948" y="23136"/>
                  </a:lnTo>
                  <a:lnTo>
                    <a:pt x="43248" y="41858"/>
                  </a:lnTo>
                  <a:lnTo>
                    <a:pt x="25166" y="525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85282" y="2700699"/>
              <a:ext cx="42785" cy="52174"/>
            </a:xfrm>
            <a:custGeom>
              <a:avLst/>
              <a:pathLst>
                <a:path w="42785" h="52174">
                  <a:moveTo>
                    <a:pt x="0" y="11164"/>
                  </a:moveTo>
                  <a:lnTo>
                    <a:pt x="18587" y="0"/>
                  </a:lnTo>
                  <a:lnTo>
                    <a:pt x="42785" y="41767"/>
                  </a:lnTo>
                  <a:lnTo>
                    <a:pt x="24785" y="52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63581" y="2702946"/>
              <a:ext cx="52197" cy="43219"/>
            </a:xfrm>
            <a:custGeom>
              <a:avLst/>
              <a:pathLst>
                <a:path w="52197" h="43219">
                  <a:moveTo>
                    <a:pt x="0" y="24932"/>
                  </a:moveTo>
                  <a:lnTo>
                    <a:pt x="40112" y="803"/>
                  </a:lnTo>
                  <a:lnTo>
                    <a:pt x="41449" y="0"/>
                  </a:lnTo>
                  <a:lnTo>
                    <a:pt x="52197" y="18674"/>
                  </a:lnTo>
                  <a:lnTo>
                    <a:pt x="10859" y="43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602357" y="2568512"/>
              <a:ext cx="42704" cy="52649"/>
            </a:xfrm>
            <a:custGeom>
              <a:avLst/>
              <a:pathLst>
                <a:path w="42704" h="52649">
                  <a:moveTo>
                    <a:pt x="0" y="10666"/>
                  </a:moveTo>
                  <a:lnTo>
                    <a:pt x="17874" y="0"/>
                  </a:lnTo>
                  <a:lnTo>
                    <a:pt x="42704" y="41771"/>
                  </a:lnTo>
                  <a:lnTo>
                    <a:pt x="24054" y="526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95260" y="2586640"/>
              <a:ext cx="52028" cy="43208"/>
            </a:xfrm>
            <a:custGeom>
              <a:avLst/>
              <a:pathLst>
                <a:path w="52028" h="43208">
                  <a:moveTo>
                    <a:pt x="0" y="25229"/>
                  </a:moveTo>
                  <a:lnTo>
                    <a:pt x="41238" y="0"/>
                  </a:lnTo>
                  <a:lnTo>
                    <a:pt x="52028" y="18631"/>
                  </a:lnTo>
                  <a:lnTo>
                    <a:pt x="11161" y="43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52423" y="2602020"/>
              <a:ext cx="42596" cy="52014"/>
            </a:xfrm>
            <a:custGeom>
              <a:avLst/>
              <a:pathLst>
                <a:path w="42596" h="52014">
                  <a:moveTo>
                    <a:pt x="24038" y="52014"/>
                  </a:moveTo>
                  <a:lnTo>
                    <a:pt x="0" y="11174"/>
                  </a:lnTo>
                  <a:lnTo>
                    <a:pt x="18648" y="0"/>
                  </a:lnTo>
                  <a:lnTo>
                    <a:pt x="42596" y="41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51607" y="2672780"/>
              <a:ext cx="51737" cy="42481"/>
            </a:xfrm>
            <a:custGeom>
              <a:avLst/>
              <a:pathLst>
                <a:path w="51737" h="42481">
                  <a:moveTo>
                    <a:pt x="0" y="24453"/>
                  </a:moveTo>
                  <a:lnTo>
                    <a:pt x="41210" y="0"/>
                  </a:lnTo>
                  <a:lnTo>
                    <a:pt x="51737" y="18291"/>
                  </a:lnTo>
                  <a:lnTo>
                    <a:pt x="10449" y="42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36309" y="2670719"/>
              <a:ext cx="43478" cy="52549"/>
            </a:xfrm>
            <a:custGeom>
              <a:avLst/>
              <a:pathLst>
                <a:path w="43478" h="52549">
                  <a:moveTo>
                    <a:pt x="24377" y="52549"/>
                  </a:moveTo>
                  <a:lnTo>
                    <a:pt x="0" y="10492"/>
                  </a:lnTo>
                  <a:lnTo>
                    <a:pt x="18860" y="0"/>
                  </a:lnTo>
                  <a:lnTo>
                    <a:pt x="43478" y="41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88483" y="2531535"/>
              <a:ext cx="51753" cy="42897"/>
            </a:xfrm>
            <a:custGeom>
              <a:avLst/>
              <a:pathLst>
                <a:path w="51753" h="42897">
                  <a:moveTo>
                    <a:pt x="10994" y="42897"/>
                  </a:moveTo>
                  <a:lnTo>
                    <a:pt x="0" y="24927"/>
                  </a:lnTo>
                  <a:lnTo>
                    <a:pt x="40584" y="0"/>
                  </a:lnTo>
                  <a:lnTo>
                    <a:pt x="51753" y="1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95963" y="2666314"/>
              <a:ext cx="42894" cy="52722"/>
            </a:xfrm>
            <a:custGeom>
              <a:avLst/>
              <a:pathLst>
                <a:path w="42894" h="52722">
                  <a:moveTo>
                    <a:pt x="0" y="11240"/>
                  </a:moveTo>
                  <a:lnTo>
                    <a:pt x="18226" y="0"/>
                  </a:lnTo>
                  <a:lnTo>
                    <a:pt x="42894" y="41832"/>
                  </a:lnTo>
                  <a:lnTo>
                    <a:pt x="24368" y="52722"/>
                  </a:lnTo>
                  <a:lnTo>
                    <a:pt x="21980" y="48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712528" y="2520926"/>
              <a:ext cx="65264" cy="65376"/>
            </a:xfrm>
            <a:custGeom>
              <a:avLst/>
              <a:pathLst>
                <a:path w="65264" h="65376">
                  <a:moveTo>
                    <a:pt x="23956" y="65376"/>
                  </a:moveTo>
                  <a:lnTo>
                    <a:pt x="0" y="24779"/>
                  </a:lnTo>
                  <a:lnTo>
                    <a:pt x="41864" y="0"/>
                  </a:lnTo>
                  <a:lnTo>
                    <a:pt x="65264" y="41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75225" y="2522494"/>
              <a:ext cx="51931" cy="41945"/>
            </a:xfrm>
            <a:custGeom>
              <a:avLst/>
              <a:pathLst>
                <a:path w="51931" h="41945">
                  <a:moveTo>
                    <a:pt x="0" y="23719"/>
                  </a:moveTo>
                  <a:lnTo>
                    <a:pt x="41354" y="0"/>
                  </a:lnTo>
                  <a:lnTo>
                    <a:pt x="51931" y="17903"/>
                  </a:lnTo>
                  <a:lnTo>
                    <a:pt x="10102" y="419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76202" y="2524598"/>
              <a:ext cx="41565" cy="52492"/>
            </a:xfrm>
            <a:custGeom>
              <a:avLst/>
              <a:pathLst>
                <a:path w="41565" h="52492">
                  <a:moveTo>
                    <a:pt x="0" y="10901"/>
                  </a:moveTo>
                  <a:lnTo>
                    <a:pt x="17593" y="0"/>
                  </a:lnTo>
                  <a:lnTo>
                    <a:pt x="41565" y="42019"/>
                  </a:lnTo>
                  <a:lnTo>
                    <a:pt x="23808" y="524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318209" y="2737201"/>
              <a:ext cx="41877" cy="51939"/>
            </a:xfrm>
            <a:custGeom>
              <a:avLst/>
              <a:pathLst>
                <a:path w="41877" h="51939">
                  <a:moveTo>
                    <a:pt x="0" y="10998"/>
                  </a:moveTo>
                  <a:lnTo>
                    <a:pt x="17808" y="0"/>
                  </a:lnTo>
                  <a:lnTo>
                    <a:pt x="41877" y="41417"/>
                  </a:lnTo>
                  <a:lnTo>
                    <a:pt x="24136" y="51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77146" y="2737850"/>
              <a:ext cx="41915" cy="51886"/>
            </a:xfrm>
            <a:custGeom>
              <a:avLst/>
              <a:pathLst>
                <a:path w="41915" h="51886">
                  <a:moveTo>
                    <a:pt x="0" y="10800"/>
                  </a:moveTo>
                  <a:lnTo>
                    <a:pt x="17690" y="0"/>
                  </a:lnTo>
                  <a:lnTo>
                    <a:pt x="17943" y="429"/>
                  </a:lnTo>
                  <a:lnTo>
                    <a:pt x="41915" y="41118"/>
                  </a:lnTo>
                  <a:lnTo>
                    <a:pt x="23390" y="51886"/>
                  </a:lnTo>
                  <a:lnTo>
                    <a:pt x="267" y="11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416205" y="2742612"/>
              <a:ext cx="42492" cy="52255"/>
            </a:xfrm>
            <a:custGeom>
              <a:avLst/>
              <a:pathLst>
                <a:path w="42492" h="52255">
                  <a:moveTo>
                    <a:pt x="0" y="10607"/>
                  </a:moveTo>
                  <a:lnTo>
                    <a:pt x="17996" y="0"/>
                  </a:lnTo>
                  <a:lnTo>
                    <a:pt x="18632" y="1080"/>
                  </a:lnTo>
                  <a:lnTo>
                    <a:pt x="42492" y="41597"/>
                  </a:lnTo>
                  <a:lnTo>
                    <a:pt x="24010" y="52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33066" y="2446544"/>
              <a:ext cx="81653" cy="92922"/>
            </a:xfrm>
            <a:custGeom>
              <a:avLst/>
              <a:pathLst>
                <a:path w="81653" h="92922">
                  <a:moveTo>
                    <a:pt x="39890" y="92256"/>
                  </a:moveTo>
                  <a:lnTo>
                    <a:pt x="35829" y="85493"/>
                  </a:lnTo>
                  <a:lnTo>
                    <a:pt x="0" y="25822"/>
                  </a:lnTo>
                  <a:lnTo>
                    <a:pt x="473" y="23553"/>
                  </a:lnTo>
                  <a:lnTo>
                    <a:pt x="39983" y="0"/>
                  </a:lnTo>
                  <a:lnTo>
                    <a:pt x="42241" y="637"/>
                  </a:lnTo>
                  <a:lnTo>
                    <a:pt x="81653" y="70073"/>
                  </a:lnTo>
                  <a:lnTo>
                    <a:pt x="40908" y="92580"/>
                  </a:lnTo>
                  <a:lnTo>
                    <a:pt x="40289" y="92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512265" y="2733063"/>
              <a:ext cx="52112" cy="42677"/>
            </a:xfrm>
            <a:custGeom>
              <a:avLst/>
              <a:pathLst>
                <a:path w="52112" h="42677">
                  <a:moveTo>
                    <a:pt x="3574" y="30169"/>
                  </a:moveTo>
                  <a:lnTo>
                    <a:pt x="0" y="24032"/>
                  </a:lnTo>
                  <a:lnTo>
                    <a:pt x="41153" y="0"/>
                  </a:lnTo>
                  <a:lnTo>
                    <a:pt x="52112" y="18221"/>
                  </a:lnTo>
                  <a:lnTo>
                    <a:pt x="10725" y="426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80898" y="2585066"/>
              <a:ext cx="42042" cy="52644"/>
            </a:xfrm>
            <a:custGeom>
              <a:avLst/>
              <a:pathLst>
                <a:path w="42042" h="52644">
                  <a:moveTo>
                    <a:pt x="24110" y="52644"/>
                  </a:moveTo>
                  <a:lnTo>
                    <a:pt x="0" y="10402"/>
                  </a:lnTo>
                  <a:lnTo>
                    <a:pt x="17594" y="0"/>
                  </a:lnTo>
                  <a:lnTo>
                    <a:pt x="42042" y="42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424901" y="2690902"/>
              <a:ext cx="66864" cy="67528"/>
            </a:xfrm>
            <a:custGeom>
              <a:avLst/>
              <a:pathLst>
                <a:path w="66864" h="67528">
                  <a:moveTo>
                    <a:pt x="795" y="25048"/>
                  </a:moveTo>
                  <a:lnTo>
                    <a:pt x="42524" y="0"/>
                  </a:lnTo>
                  <a:lnTo>
                    <a:pt x="42855" y="39"/>
                  </a:lnTo>
                  <a:lnTo>
                    <a:pt x="56016" y="22873"/>
                  </a:lnTo>
                  <a:lnTo>
                    <a:pt x="66864" y="41901"/>
                  </a:lnTo>
                  <a:lnTo>
                    <a:pt x="66535" y="43153"/>
                  </a:lnTo>
                  <a:lnTo>
                    <a:pt x="24678" y="67528"/>
                  </a:lnTo>
                  <a:lnTo>
                    <a:pt x="23328" y="66870"/>
                  </a:lnTo>
                  <a:lnTo>
                    <a:pt x="0" y="26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55378" y="2747703"/>
              <a:ext cx="42118" cy="52011"/>
            </a:xfrm>
            <a:custGeom>
              <a:avLst/>
              <a:pathLst>
                <a:path w="42118" h="52011">
                  <a:moveTo>
                    <a:pt x="42118" y="41672"/>
                  </a:moveTo>
                  <a:lnTo>
                    <a:pt x="24573" y="52011"/>
                  </a:lnTo>
                  <a:lnTo>
                    <a:pt x="18908" y="42191"/>
                  </a:lnTo>
                  <a:lnTo>
                    <a:pt x="17774" y="40226"/>
                  </a:lnTo>
                  <a:lnTo>
                    <a:pt x="10695" y="27957"/>
                  </a:lnTo>
                  <a:lnTo>
                    <a:pt x="1905" y="13680"/>
                  </a:lnTo>
                  <a:lnTo>
                    <a:pt x="952" y="12133"/>
                  </a:lnTo>
                  <a:lnTo>
                    <a:pt x="0" y="10586"/>
                  </a:lnTo>
                  <a:lnTo>
                    <a:pt x="7269" y="6261"/>
                  </a:lnTo>
                  <a:lnTo>
                    <a:pt x="17797" y="0"/>
                  </a:lnTo>
                  <a:lnTo>
                    <a:pt x="20854" y="5237"/>
                  </a:lnTo>
                  <a:lnTo>
                    <a:pt x="27266" y="162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84726" y="2487775"/>
              <a:ext cx="42177" cy="51848"/>
            </a:xfrm>
            <a:custGeom>
              <a:avLst/>
              <a:pathLst>
                <a:path w="42177" h="51848">
                  <a:moveTo>
                    <a:pt x="0" y="10781"/>
                  </a:moveTo>
                  <a:lnTo>
                    <a:pt x="18686" y="0"/>
                  </a:lnTo>
                  <a:lnTo>
                    <a:pt x="42177" y="41424"/>
                  </a:lnTo>
                  <a:lnTo>
                    <a:pt x="23734" y="518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39284" y="2581271"/>
              <a:ext cx="42880" cy="52107"/>
            </a:xfrm>
            <a:custGeom>
              <a:avLst/>
              <a:pathLst>
                <a:path w="42880" h="52107">
                  <a:moveTo>
                    <a:pt x="24429" y="52107"/>
                  </a:moveTo>
                  <a:lnTo>
                    <a:pt x="0" y="10408"/>
                  </a:lnTo>
                  <a:lnTo>
                    <a:pt x="19245" y="0"/>
                  </a:lnTo>
                  <a:lnTo>
                    <a:pt x="42880" y="412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509189" y="2623443"/>
              <a:ext cx="42364" cy="52536"/>
            </a:xfrm>
            <a:custGeom>
              <a:avLst/>
              <a:pathLst>
                <a:path w="42364" h="52536">
                  <a:moveTo>
                    <a:pt x="0" y="10869"/>
                  </a:moveTo>
                  <a:lnTo>
                    <a:pt x="18057" y="0"/>
                  </a:lnTo>
                  <a:lnTo>
                    <a:pt x="42364" y="41624"/>
                  </a:lnTo>
                  <a:lnTo>
                    <a:pt x="23846" y="525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81501" y="2641165"/>
              <a:ext cx="41396" cy="51073"/>
            </a:xfrm>
            <a:custGeom>
              <a:avLst/>
              <a:pathLst>
                <a:path w="41396" h="51073">
                  <a:moveTo>
                    <a:pt x="0" y="10105"/>
                  </a:moveTo>
                  <a:lnTo>
                    <a:pt x="17394" y="0"/>
                  </a:lnTo>
                  <a:lnTo>
                    <a:pt x="41396" y="40462"/>
                  </a:lnTo>
                  <a:lnTo>
                    <a:pt x="23706" y="510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420511" y="2643423"/>
              <a:ext cx="43363" cy="53454"/>
            </a:xfrm>
            <a:custGeom>
              <a:avLst/>
              <a:pathLst>
                <a:path w="43363" h="53454">
                  <a:moveTo>
                    <a:pt x="25372" y="53454"/>
                  </a:moveTo>
                  <a:lnTo>
                    <a:pt x="0" y="10737"/>
                  </a:lnTo>
                  <a:lnTo>
                    <a:pt x="18683" y="0"/>
                  </a:lnTo>
                  <a:lnTo>
                    <a:pt x="43363" y="42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95040" y="2751212"/>
              <a:ext cx="41965" cy="51644"/>
            </a:xfrm>
            <a:custGeom>
              <a:avLst/>
              <a:pathLst>
                <a:path w="41965" h="51644">
                  <a:moveTo>
                    <a:pt x="0" y="10371"/>
                  </a:moveTo>
                  <a:lnTo>
                    <a:pt x="17003" y="0"/>
                  </a:lnTo>
                  <a:lnTo>
                    <a:pt x="41965" y="41204"/>
                  </a:lnTo>
                  <a:lnTo>
                    <a:pt x="24627" y="516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49774" y="2830938"/>
              <a:ext cx="51794" cy="42481"/>
            </a:xfrm>
            <a:custGeom>
              <a:avLst/>
              <a:pathLst>
                <a:path w="51794" h="42481">
                  <a:moveTo>
                    <a:pt x="0" y="24163"/>
                  </a:moveTo>
                  <a:lnTo>
                    <a:pt x="40906" y="0"/>
                  </a:lnTo>
                  <a:lnTo>
                    <a:pt x="51794" y="18099"/>
                  </a:lnTo>
                  <a:lnTo>
                    <a:pt x="10879" y="42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31813" y="2609506"/>
              <a:ext cx="42655" cy="53076"/>
            </a:xfrm>
            <a:custGeom>
              <a:avLst/>
              <a:pathLst>
                <a:path w="42655" h="53076">
                  <a:moveTo>
                    <a:pt x="24726" y="53076"/>
                  </a:moveTo>
                  <a:lnTo>
                    <a:pt x="0" y="11080"/>
                  </a:lnTo>
                  <a:lnTo>
                    <a:pt x="18175" y="0"/>
                  </a:lnTo>
                  <a:lnTo>
                    <a:pt x="42655" y="42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29323" y="2615602"/>
              <a:ext cx="42878" cy="52354"/>
            </a:xfrm>
            <a:custGeom>
              <a:avLst/>
              <a:pathLst>
                <a:path w="42878" h="52354">
                  <a:moveTo>
                    <a:pt x="0" y="11080"/>
                  </a:moveTo>
                  <a:lnTo>
                    <a:pt x="18827" y="0"/>
                  </a:lnTo>
                  <a:lnTo>
                    <a:pt x="42878" y="41169"/>
                  </a:lnTo>
                  <a:lnTo>
                    <a:pt x="24175" y="5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44246" y="2617497"/>
              <a:ext cx="51868" cy="42387"/>
            </a:xfrm>
            <a:custGeom>
              <a:avLst/>
              <a:pathLst>
                <a:path w="51868" h="42387">
                  <a:moveTo>
                    <a:pt x="10610" y="42387"/>
                  </a:moveTo>
                  <a:lnTo>
                    <a:pt x="0" y="23743"/>
                  </a:lnTo>
                  <a:lnTo>
                    <a:pt x="40825" y="0"/>
                  </a:lnTo>
                  <a:lnTo>
                    <a:pt x="51868" y="179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24626" y="2554431"/>
              <a:ext cx="42783" cy="52463"/>
            </a:xfrm>
            <a:custGeom>
              <a:avLst/>
              <a:pathLst>
                <a:path w="42783" h="52463">
                  <a:moveTo>
                    <a:pt x="24295" y="52463"/>
                  </a:moveTo>
                  <a:lnTo>
                    <a:pt x="0" y="11515"/>
                  </a:lnTo>
                  <a:lnTo>
                    <a:pt x="18125" y="0"/>
                  </a:lnTo>
                  <a:lnTo>
                    <a:pt x="42783" y="41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65058" y="2558756"/>
              <a:ext cx="42517" cy="51933"/>
            </a:xfrm>
            <a:custGeom>
              <a:avLst/>
              <a:pathLst>
                <a:path w="42517" h="51933">
                  <a:moveTo>
                    <a:pt x="24197" y="51933"/>
                  </a:moveTo>
                  <a:lnTo>
                    <a:pt x="0" y="10353"/>
                  </a:lnTo>
                  <a:lnTo>
                    <a:pt x="18511" y="0"/>
                  </a:lnTo>
                  <a:lnTo>
                    <a:pt x="42517" y="40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38589" y="2501119"/>
              <a:ext cx="52135" cy="43694"/>
            </a:xfrm>
            <a:custGeom>
              <a:avLst/>
              <a:pathLst>
                <a:path w="52135" h="43694">
                  <a:moveTo>
                    <a:pt x="11145" y="43694"/>
                  </a:moveTo>
                  <a:lnTo>
                    <a:pt x="0" y="25011"/>
                  </a:lnTo>
                  <a:lnTo>
                    <a:pt x="12742" y="17211"/>
                  </a:lnTo>
                  <a:lnTo>
                    <a:pt x="40862" y="0"/>
                  </a:lnTo>
                  <a:lnTo>
                    <a:pt x="52135" y="18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52151" y="2752070"/>
              <a:ext cx="42780" cy="51967"/>
            </a:xfrm>
            <a:custGeom>
              <a:avLst/>
              <a:pathLst>
                <a:path w="42780" h="51967">
                  <a:moveTo>
                    <a:pt x="0" y="10825"/>
                  </a:moveTo>
                  <a:lnTo>
                    <a:pt x="18319" y="0"/>
                  </a:lnTo>
                  <a:lnTo>
                    <a:pt x="42780" y="40844"/>
                  </a:lnTo>
                  <a:lnTo>
                    <a:pt x="24248" y="51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93263" y="2756341"/>
              <a:ext cx="42110" cy="51869"/>
            </a:xfrm>
            <a:custGeom>
              <a:avLst/>
              <a:pathLst>
                <a:path w="42110" h="51869">
                  <a:moveTo>
                    <a:pt x="0" y="10317"/>
                  </a:moveTo>
                  <a:lnTo>
                    <a:pt x="18068" y="0"/>
                  </a:lnTo>
                  <a:lnTo>
                    <a:pt x="42110" y="41200"/>
                  </a:lnTo>
                  <a:lnTo>
                    <a:pt x="24442" y="518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620111" y="2651527"/>
              <a:ext cx="42302" cy="52821"/>
            </a:xfrm>
            <a:custGeom>
              <a:avLst/>
              <a:pathLst>
                <a:path w="42302" h="52821">
                  <a:moveTo>
                    <a:pt x="0" y="11528"/>
                  </a:moveTo>
                  <a:lnTo>
                    <a:pt x="18198" y="0"/>
                  </a:lnTo>
                  <a:lnTo>
                    <a:pt x="42302" y="41915"/>
                  </a:lnTo>
                  <a:lnTo>
                    <a:pt x="23869" y="528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58340" y="2654004"/>
              <a:ext cx="41895" cy="51659"/>
            </a:xfrm>
            <a:custGeom>
              <a:avLst/>
              <a:pathLst>
                <a:path w="41895" h="51659">
                  <a:moveTo>
                    <a:pt x="0" y="10877"/>
                  </a:moveTo>
                  <a:lnTo>
                    <a:pt x="18187" y="0"/>
                  </a:lnTo>
                  <a:lnTo>
                    <a:pt x="41895" y="40495"/>
                  </a:lnTo>
                  <a:lnTo>
                    <a:pt x="23827" y="51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96617" y="2658535"/>
              <a:ext cx="43608" cy="52411"/>
            </a:xfrm>
            <a:custGeom>
              <a:avLst/>
              <a:pathLst>
                <a:path w="43608" h="52411">
                  <a:moveTo>
                    <a:pt x="25836" y="52411"/>
                  </a:moveTo>
                  <a:lnTo>
                    <a:pt x="0" y="11405"/>
                  </a:lnTo>
                  <a:lnTo>
                    <a:pt x="1469" y="10465"/>
                  </a:lnTo>
                  <a:lnTo>
                    <a:pt x="17849" y="0"/>
                  </a:lnTo>
                  <a:lnTo>
                    <a:pt x="43608" y="41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59626" y="2656832"/>
              <a:ext cx="42804" cy="52337"/>
            </a:xfrm>
            <a:custGeom>
              <a:avLst/>
              <a:pathLst>
                <a:path w="42804" h="52337">
                  <a:moveTo>
                    <a:pt x="24006" y="52337"/>
                  </a:moveTo>
                  <a:lnTo>
                    <a:pt x="0" y="11321"/>
                  </a:lnTo>
                  <a:lnTo>
                    <a:pt x="18265" y="0"/>
                  </a:lnTo>
                  <a:lnTo>
                    <a:pt x="42804" y="416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709303" y="2473543"/>
              <a:ext cx="42398" cy="51776"/>
            </a:xfrm>
            <a:custGeom>
              <a:avLst/>
              <a:pathLst>
                <a:path w="42398" h="51776">
                  <a:moveTo>
                    <a:pt x="23851" y="51776"/>
                  </a:moveTo>
                  <a:lnTo>
                    <a:pt x="0" y="11174"/>
                  </a:lnTo>
                  <a:lnTo>
                    <a:pt x="18277" y="0"/>
                  </a:lnTo>
                  <a:lnTo>
                    <a:pt x="42398" y="411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45804" y="2784799"/>
              <a:ext cx="41853" cy="51855"/>
            </a:xfrm>
            <a:custGeom>
              <a:avLst/>
              <a:pathLst>
                <a:path w="41853" h="51855">
                  <a:moveTo>
                    <a:pt x="0" y="10769"/>
                  </a:moveTo>
                  <a:lnTo>
                    <a:pt x="17969" y="0"/>
                  </a:lnTo>
                  <a:lnTo>
                    <a:pt x="41853" y="41155"/>
                  </a:lnTo>
                  <a:lnTo>
                    <a:pt x="24463" y="518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420600" y="2789284"/>
              <a:ext cx="51127" cy="41864"/>
            </a:xfrm>
            <a:custGeom>
              <a:avLst/>
              <a:pathLst>
                <a:path w="51127" h="41864">
                  <a:moveTo>
                    <a:pt x="0" y="24611"/>
                  </a:moveTo>
                  <a:lnTo>
                    <a:pt x="40493" y="0"/>
                  </a:lnTo>
                  <a:lnTo>
                    <a:pt x="51127" y="17455"/>
                  </a:lnTo>
                  <a:lnTo>
                    <a:pt x="10415" y="41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82930" y="2793869"/>
              <a:ext cx="41634" cy="52344"/>
            </a:xfrm>
            <a:custGeom>
              <a:avLst/>
              <a:pathLst>
                <a:path w="41634" h="52344">
                  <a:moveTo>
                    <a:pt x="0" y="10815"/>
                  </a:moveTo>
                  <a:lnTo>
                    <a:pt x="17190" y="0"/>
                  </a:lnTo>
                  <a:lnTo>
                    <a:pt x="41634" y="41346"/>
                  </a:lnTo>
                  <a:lnTo>
                    <a:pt x="23238" y="52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323139" y="2798393"/>
              <a:ext cx="42050" cy="51428"/>
            </a:xfrm>
            <a:custGeom>
              <a:avLst/>
              <a:pathLst>
                <a:path w="42050" h="51428">
                  <a:moveTo>
                    <a:pt x="0" y="10803"/>
                  </a:moveTo>
                  <a:lnTo>
                    <a:pt x="17734" y="0"/>
                  </a:lnTo>
                  <a:lnTo>
                    <a:pt x="42050" y="41231"/>
                  </a:lnTo>
                  <a:lnTo>
                    <a:pt x="24523" y="514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706865" y="2631609"/>
              <a:ext cx="29739" cy="30090"/>
            </a:xfrm>
            <a:custGeom>
              <a:avLst/>
              <a:pathLst>
                <a:path w="29739" h="30090">
                  <a:moveTo>
                    <a:pt x="29739" y="19234"/>
                  </a:moveTo>
                  <a:lnTo>
                    <a:pt x="11029" y="30090"/>
                  </a:lnTo>
                  <a:lnTo>
                    <a:pt x="0" y="11832"/>
                  </a:lnTo>
                  <a:lnTo>
                    <a:pt x="1843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29759" y="2617757"/>
              <a:ext cx="29425" cy="30623"/>
            </a:xfrm>
            <a:custGeom>
              <a:avLst/>
              <a:pathLst>
                <a:path w="29425" h="30623">
                  <a:moveTo>
                    <a:pt x="0" y="11363"/>
                  </a:moveTo>
                  <a:lnTo>
                    <a:pt x="18815" y="0"/>
                  </a:lnTo>
                  <a:lnTo>
                    <a:pt x="29425" y="18540"/>
                  </a:lnTo>
                  <a:lnTo>
                    <a:pt x="10669" y="3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66809" y="2545719"/>
              <a:ext cx="84510" cy="72778"/>
            </a:xfrm>
            <a:custGeom>
              <a:avLst/>
              <a:pathLst>
                <a:path w="84510" h="72778">
                  <a:moveTo>
                    <a:pt x="0" y="37557"/>
                  </a:moveTo>
                  <a:lnTo>
                    <a:pt x="63517" y="0"/>
                  </a:lnTo>
                  <a:lnTo>
                    <a:pt x="84510" y="36555"/>
                  </a:lnTo>
                  <a:lnTo>
                    <a:pt x="22026" y="72778"/>
                  </a:lnTo>
                  <a:lnTo>
                    <a:pt x="20049" y="72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68778" y="2605248"/>
              <a:ext cx="66909" cy="67372"/>
            </a:xfrm>
            <a:custGeom>
              <a:avLst/>
              <a:pathLst>
                <a:path w="66909" h="67372">
                  <a:moveTo>
                    <a:pt x="66909" y="42291"/>
                  </a:moveTo>
                  <a:lnTo>
                    <a:pt x="24423" y="67372"/>
                  </a:lnTo>
                  <a:lnTo>
                    <a:pt x="11746" y="45430"/>
                  </a:lnTo>
                  <a:lnTo>
                    <a:pt x="0" y="25100"/>
                  </a:lnTo>
                  <a:lnTo>
                    <a:pt x="20823" y="12675"/>
                  </a:lnTo>
                  <a:lnTo>
                    <a:pt x="4206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17973" y="3297092"/>
              <a:ext cx="54045" cy="44442"/>
            </a:xfrm>
            <a:custGeom>
              <a:avLst/>
              <a:pathLst>
                <a:path w="54045" h="44442">
                  <a:moveTo>
                    <a:pt x="11715" y="44442"/>
                  </a:moveTo>
                  <a:lnTo>
                    <a:pt x="0" y="25567"/>
                  </a:lnTo>
                  <a:lnTo>
                    <a:pt x="41567" y="0"/>
                  </a:lnTo>
                  <a:lnTo>
                    <a:pt x="54045" y="20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5755" y="3312355"/>
              <a:ext cx="43736" cy="54261"/>
            </a:xfrm>
            <a:custGeom>
              <a:avLst/>
              <a:pathLst>
                <a:path w="43736" h="54261">
                  <a:moveTo>
                    <a:pt x="24232" y="54261"/>
                  </a:moveTo>
                  <a:lnTo>
                    <a:pt x="0" y="11446"/>
                  </a:lnTo>
                  <a:lnTo>
                    <a:pt x="18541" y="0"/>
                  </a:lnTo>
                  <a:lnTo>
                    <a:pt x="43736" y="4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93603" y="3317095"/>
              <a:ext cx="66169" cy="66809"/>
            </a:xfrm>
            <a:custGeom>
              <a:avLst/>
              <a:pathLst>
                <a:path w="66169" h="66809">
                  <a:moveTo>
                    <a:pt x="47172" y="53054"/>
                  </a:moveTo>
                  <a:lnTo>
                    <a:pt x="23894" y="66809"/>
                  </a:lnTo>
                  <a:lnTo>
                    <a:pt x="13236" y="47823"/>
                  </a:lnTo>
                  <a:lnTo>
                    <a:pt x="11602" y="44854"/>
                  </a:lnTo>
                  <a:lnTo>
                    <a:pt x="0" y="23768"/>
                  </a:lnTo>
                  <a:lnTo>
                    <a:pt x="17186" y="13887"/>
                  </a:lnTo>
                  <a:lnTo>
                    <a:pt x="37572" y="2166"/>
                  </a:lnTo>
                  <a:lnTo>
                    <a:pt x="38981" y="1355"/>
                  </a:lnTo>
                  <a:lnTo>
                    <a:pt x="41340" y="0"/>
                  </a:lnTo>
                  <a:lnTo>
                    <a:pt x="52555" y="18155"/>
                  </a:lnTo>
                  <a:lnTo>
                    <a:pt x="54936" y="22010"/>
                  </a:lnTo>
                  <a:lnTo>
                    <a:pt x="55429" y="22809"/>
                  </a:lnTo>
                  <a:lnTo>
                    <a:pt x="56308" y="24340"/>
                  </a:lnTo>
                  <a:lnTo>
                    <a:pt x="60430" y="31650"/>
                  </a:lnTo>
                  <a:lnTo>
                    <a:pt x="61809" y="34096"/>
                  </a:lnTo>
                  <a:lnTo>
                    <a:pt x="66169" y="418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9731" y="3359216"/>
              <a:ext cx="51507" cy="43752"/>
            </a:xfrm>
            <a:custGeom>
              <a:avLst/>
              <a:pathLst>
                <a:path w="51507" h="43752">
                  <a:moveTo>
                    <a:pt x="0" y="24912"/>
                  </a:moveTo>
                  <a:lnTo>
                    <a:pt x="41746" y="0"/>
                  </a:lnTo>
                  <a:lnTo>
                    <a:pt x="51507" y="16930"/>
                  </a:lnTo>
                  <a:lnTo>
                    <a:pt x="51424" y="20119"/>
                  </a:lnTo>
                  <a:lnTo>
                    <a:pt x="11613" y="4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3932" y="3296319"/>
              <a:ext cx="42920" cy="53363"/>
            </a:xfrm>
            <a:custGeom>
              <a:avLst/>
              <a:pathLst>
                <a:path w="42920" h="53363">
                  <a:moveTo>
                    <a:pt x="23990" y="53363"/>
                  </a:moveTo>
                  <a:lnTo>
                    <a:pt x="0" y="10614"/>
                  </a:lnTo>
                  <a:lnTo>
                    <a:pt x="19145" y="0"/>
                  </a:lnTo>
                  <a:lnTo>
                    <a:pt x="42920" y="41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54470" y="3320204"/>
              <a:ext cx="43534" cy="53841"/>
            </a:xfrm>
            <a:custGeom>
              <a:avLst/>
              <a:pathLst>
                <a:path w="43534" h="53841">
                  <a:moveTo>
                    <a:pt x="0" y="11378"/>
                  </a:moveTo>
                  <a:lnTo>
                    <a:pt x="19582" y="0"/>
                  </a:lnTo>
                  <a:lnTo>
                    <a:pt x="43534" y="42264"/>
                  </a:lnTo>
                  <a:lnTo>
                    <a:pt x="25139" y="53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93224" y="3324710"/>
              <a:ext cx="45661" cy="55081"/>
            </a:xfrm>
            <a:custGeom>
              <a:avLst/>
              <a:pathLst>
                <a:path w="45661" h="55081">
                  <a:moveTo>
                    <a:pt x="25765" y="55081"/>
                  </a:moveTo>
                  <a:lnTo>
                    <a:pt x="0" y="10043"/>
                  </a:lnTo>
                  <a:lnTo>
                    <a:pt x="20389" y="0"/>
                  </a:lnTo>
                  <a:lnTo>
                    <a:pt x="45661" y="43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52593" y="3326335"/>
              <a:ext cx="43835" cy="53852"/>
            </a:xfrm>
            <a:custGeom>
              <a:avLst/>
              <a:pathLst>
                <a:path w="43835" h="53852">
                  <a:moveTo>
                    <a:pt x="25228" y="53852"/>
                  </a:moveTo>
                  <a:lnTo>
                    <a:pt x="0" y="11889"/>
                  </a:lnTo>
                  <a:lnTo>
                    <a:pt x="18981" y="0"/>
                  </a:lnTo>
                  <a:lnTo>
                    <a:pt x="43835" y="4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015" y="3329510"/>
              <a:ext cx="53047" cy="43206"/>
            </a:xfrm>
            <a:custGeom>
              <a:avLst/>
              <a:pathLst>
                <a:path w="53047" h="43206">
                  <a:moveTo>
                    <a:pt x="0" y="23258"/>
                  </a:moveTo>
                  <a:lnTo>
                    <a:pt x="40817" y="0"/>
                  </a:lnTo>
                  <a:lnTo>
                    <a:pt x="53047" y="18533"/>
                  </a:lnTo>
                  <a:lnTo>
                    <a:pt x="11152" y="43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32735" y="3334426"/>
              <a:ext cx="43067" cy="53101"/>
            </a:xfrm>
            <a:custGeom>
              <a:avLst/>
              <a:pathLst>
                <a:path w="43067" h="53101">
                  <a:moveTo>
                    <a:pt x="24266" y="53101"/>
                  </a:moveTo>
                  <a:lnTo>
                    <a:pt x="0" y="10955"/>
                  </a:lnTo>
                  <a:lnTo>
                    <a:pt x="18314" y="0"/>
                  </a:lnTo>
                  <a:lnTo>
                    <a:pt x="43067" y="42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48475" y="3338613"/>
              <a:ext cx="52747" cy="45065"/>
            </a:xfrm>
            <a:custGeom>
              <a:avLst/>
              <a:pathLst>
                <a:path w="52747" h="45065">
                  <a:moveTo>
                    <a:pt x="0" y="24876"/>
                  </a:moveTo>
                  <a:lnTo>
                    <a:pt x="40469" y="0"/>
                  </a:lnTo>
                  <a:lnTo>
                    <a:pt x="52747" y="19949"/>
                  </a:lnTo>
                  <a:lnTo>
                    <a:pt x="11849" y="45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84126" y="3362685"/>
              <a:ext cx="43130" cy="52906"/>
            </a:xfrm>
            <a:custGeom>
              <a:avLst/>
              <a:pathLst>
                <a:path w="43130" h="52906">
                  <a:moveTo>
                    <a:pt x="25304" y="52906"/>
                  </a:moveTo>
                  <a:lnTo>
                    <a:pt x="0" y="10404"/>
                  </a:lnTo>
                  <a:lnTo>
                    <a:pt x="19201" y="0"/>
                  </a:lnTo>
                  <a:lnTo>
                    <a:pt x="43130" y="41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43268" y="3362761"/>
              <a:ext cx="43624" cy="53220"/>
            </a:xfrm>
            <a:custGeom>
              <a:avLst/>
              <a:pathLst>
                <a:path w="43624" h="53220">
                  <a:moveTo>
                    <a:pt x="19292" y="0"/>
                  </a:moveTo>
                  <a:lnTo>
                    <a:pt x="43624" y="42980"/>
                  </a:lnTo>
                  <a:lnTo>
                    <a:pt x="29945" y="51231"/>
                  </a:lnTo>
                  <a:lnTo>
                    <a:pt x="25128" y="53220"/>
                  </a:lnTo>
                  <a:lnTo>
                    <a:pt x="23738" y="53052"/>
                  </a:lnTo>
                  <a:lnTo>
                    <a:pt x="0" y="11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82189" y="3368209"/>
              <a:ext cx="44145" cy="53308"/>
            </a:xfrm>
            <a:custGeom>
              <a:avLst/>
              <a:pathLst>
                <a:path w="44145" h="53308">
                  <a:moveTo>
                    <a:pt x="0" y="10026"/>
                  </a:moveTo>
                  <a:lnTo>
                    <a:pt x="18749" y="0"/>
                  </a:lnTo>
                  <a:lnTo>
                    <a:pt x="44145" y="42428"/>
                  </a:lnTo>
                  <a:lnTo>
                    <a:pt x="24959" y="5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48724" y="3419222"/>
              <a:ext cx="43664" cy="52806"/>
            </a:xfrm>
            <a:custGeom>
              <a:avLst/>
              <a:pathLst>
                <a:path w="43664" h="52806">
                  <a:moveTo>
                    <a:pt x="0" y="11060"/>
                  </a:moveTo>
                  <a:lnTo>
                    <a:pt x="19237" y="0"/>
                  </a:lnTo>
                  <a:lnTo>
                    <a:pt x="43664" y="42057"/>
                  </a:lnTo>
                  <a:lnTo>
                    <a:pt x="24710" y="52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89314" y="3423175"/>
              <a:ext cx="42418" cy="53502"/>
            </a:xfrm>
            <a:custGeom>
              <a:avLst/>
              <a:pathLst>
                <a:path w="42418" h="53502">
                  <a:moveTo>
                    <a:pt x="25196" y="53502"/>
                  </a:moveTo>
                  <a:lnTo>
                    <a:pt x="0" y="10430"/>
                  </a:lnTo>
                  <a:lnTo>
                    <a:pt x="18086" y="0"/>
                  </a:lnTo>
                  <a:lnTo>
                    <a:pt x="33285" y="27008"/>
                  </a:lnTo>
                  <a:lnTo>
                    <a:pt x="42418" y="43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21296" y="3372344"/>
              <a:ext cx="44453" cy="54256"/>
            </a:xfrm>
            <a:custGeom>
              <a:avLst/>
              <a:pathLst>
                <a:path w="44453" h="54256">
                  <a:moveTo>
                    <a:pt x="44453" y="43299"/>
                  </a:moveTo>
                  <a:lnTo>
                    <a:pt x="25573" y="54256"/>
                  </a:lnTo>
                  <a:lnTo>
                    <a:pt x="13112" y="33606"/>
                  </a:lnTo>
                  <a:lnTo>
                    <a:pt x="11358" y="30547"/>
                  </a:lnTo>
                  <a:lnTo>
                    <a:pt x="0" y="10741"/>
                  </a:lnTo>
                  <a:lnTo>
                    <a:pt x="134" y="10665"/>
                  </a:lnTo>
                  <a:lnTo>
                    <a:pt x="18975" y="0"/>
                  </a:lnTo>
                  <a:lnTo>
                    <a:pt x="19250" y="474"/>
                  </a:lnTo>
                  <a:lnTo>
                    <a:pt x="32571" y="23527"/>
                  </a:lnTo>
                  <a:lnTo>
                    <a:pt x="33094" y="2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76337" y="3097347"/>
              <a:ext cx="42975" cy="54917"/>
            </a:xfrm>
            <a:custGeom>
              <a:avLst/>
              <a:pathLst>
                <a:path w="42975" h="54917">
                  <a:moveTo>
                    <a:pt x="0" y="12771"/>
                  </a:moveTo>
                  <a:lnTo>
                    <a:pt x="17747" y="0"/>
                  </a:lnTo>
                  <a:lnTo>
                    <a:pt x="42975" y="43350"/>
                  </a:lnTo>
                  <a:lnTo>
                    <a:pt x="24059" y="54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4504" y="3155269"/>
              <a:ext cx="54553" cy="46090"/>
            </a:xfrm>
            <a:custGeom>
              <a:avLst/>
              <a:pathLst>
                <a:path w="54553" h="46090">
                  <a:moveTo>
                    <a:pt x="11808" y="46090"/>
                  </a:moveTo>
                  <a:lnTo>
                    <a:pt x="0" y="26077"/>
                  </a:lnTo>
                  <a:lnTo>
                    <a:pt x="41991" y="0"/>
                  </a:lnTo>
                  <a:lnTo>
                    <a:pt x="54553" y="1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19309" y="3162959"/>
              <a:ext cx="44099" cy="54098"/>
            </a:xfrm>
            <a:custGeom>
              <a:avLst/>
              <a:pathLst>
                <a:path w="44099" h="54098">
                  <a:moveTo>
                    <a:pt x="0" y="11846"/>
                  </a:moveTo>
                  <a:lnTo>
                    <a:pt x="19045" y="0"/>
                  </a:lnTo>
                  <a:lnTo>
                    <a:pt x="44099" y="42976"/>
                  </a:lnTo>
                  <a:lnTo>
                    <a:pt x="24820" y="54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8010" y="3234895"/>
              <a:ext cx="44235" cy="53728"/>
            </a:xfrm>
            <a:custGeom>
              <a:avLst/>
              <a:pathLst>
                <a:path w="44235" h="53728">
                  <a:moveTo>
                    <a:pt x="25406" y="53728"/>
                  </a:moveTo>
                  <a:lnTo>
                    <a:pt x="0" y="11315"/>
                  </a:lnTo>
                  <a:lnTo>
                    <a:pt x="19804" y="0"/>
                  </a:lnTo>
                  <a:lnTo>
                    <a:pt x="44235" y="41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1567" y="3149973"/>
              <a:ext cx="45116" cy="51612"/>
            </a:xfrm>
            <a:custGeom>
              <a:avLst/>
              <a:pathLst>
                <a:path w="45116" h="51612">
                  <a:moveTo>
                    <a:pt x="23915" y="50182"/>
                  </a:moveTo>
                  <a:lnTo>
                    <a:pt x="21671" y="46474"/>
                  </a:lnTo>
                  <a:lnTo>
                    <a:pt x="0" y="10162"/>
                  </a:lnTo>
                  <a:lnTo>
                    <a:pt x="18788" y="0"/>
                  </a:lnTo>
                  <a:lnTo>
                    <a:pt x="45116" y="41580"/>
                  </a:lnTo>
                  <a:lnTo>
                    <a:pt x="26254" y="5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7176" y="3197927"/>
              <a:ext cx="43833" cy="53231"/>
            </a:xfrm>
            <a:custGeom>
              <a:avLst/>
              <a:pathLst>
                <a:path w="43833" h="53231">
                  <a:moveTo>
                    <a:pt x="19588" y="0"/>
                  </a:moveTo>
                  <a:lnTo>
                    <a:pt x="43833" y="42513"/>
                  </a:lnTo>
                  <a:lnTo>
                    <a:pt x="29142" y="50914"/>
                  </a:lnTo>
                  <a:lnTo>
                    <a:pt x="25335" y="53231"/>
                  </a:lnTo>
                  <a:lnTo>
                    <a:pt x="0" y="10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69371" y="3196611"/>
              <a:ext cx="44918" cy="53755"/>
            </a:xfrm>
            <a:custGeom>
              <a:avLst/>
              <a:pathLst>
                <a:path w="44918" h="53755">
                  <a:moveTo>
                    <a:pt x="0" y="10984"/>
                  </a:moveTo>
                  <a:lnTo>
                    <a:pt x="19477" y="0"/>
                  </a:lnTo>
                  <a:lnTo>
                    <a:pt x="44918" y="43488"/>
                  </a:lnTo>
                  <a:lnTo>
                    <a:pt x="25884" y="53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5628" y="3248692"/>
              <a:ext cx="43579" cy="52936"/>
            </a:xfrm>
            <a:custGeom>
              <a:avLst/>
              <a:pathLst>
                <a:path w="43579" h="52936">
                  <a:moveTo>
                    <a:pt x="25178" y="52936"/>
                  </a:moveTo>
                  <a:lnTo>
                    <a:pt x="0" y="11363"/>
                  </a:lnTo>
                  <a:lnTo>
                    <a:pt x="18809" y="0"/>
                  </a:lnTo>
                  <a:lnTo>
                    <a:pt x="43579" y="41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30867" y="3192229"/>
              <a:ext cx="44053" cy="54334"/>
            </a:xfrm>
            <a:custGeom>
              <a:avLst/>
              <a:pathLst>
                <a:path w="44053" h="54334">
                  <a:moveTo>
                    <a:pt x="0" y="10848"/>
                  </a:moveTo>
                  <a:lnTo>
                    <a:pt x="18705" y="0"/>
                  </a:lnTo>
                  <a:lnTo>
                    <a:pt x="44053" y="41855"/>
                  </a:lnTo>
                  <a:lnTo>
                    <a:pt x="24054" y="54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69109" y="3193894"/>
              <a:ext cx="44146" cy="53550"/>
            </a:xfrm>
            <a:custGeom>
              <a:avLst/>
              <a:pathLst>
                <a:path w="44146" h="53550">
                  <a:moveTo>
                    <a:pt x="23975" y="53550"/>
                  </a:moveTo>
                  <a:lnTo>
                    <a:pt x="0" y="10804"/>
                  </a:lnTo>
                  <a:lnTo>
                    <a:pt x="18112" y="0"/>
                  </a:lnTo>
                  <a:lnTo>
                    <a:pt x="44146" y="4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712320" y="3410056"/>
              <a:ext cx="43153" cy="53177"/>
            </a:xfrm>
            <a:custGeom>
              <a:avLst/>
              <a:pathLst>
                <a:path w="43153" h="53177">
                  <a:moveTo>
                    <a:pt x="24810" y="53177"/>
                  </a:moveTo>
                  <a:lnTo>
                    <a:pt x="0" y="11081"/>
                  </a:lnTo>
                  <a:lnTo>
                    <a:pt x="18679" y="0"/>
                  </a:lnTo>
                  <a:lnTo>
                    <a:pt x="37737" y="31672"/>
                  </a:lnTo>
                  <a:lnTo>
                    <a:pt x="43153" y="41883"/>
                  </a:lnTo>
                  <a:lnTo>
                    <a:pt x="36895" y="45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86755" y="3413998"/>
              <a:ext cx="52905" cy="43651"/>
            </a:xfrm>
            <a:custGeom>
              <a:avLst/>
              <a:pathLst>
                <a:path w="52905" h="43651">
                  <a:moveTo>
                    <a:pt x="0" y="24129"/>
                  </a:moveTo>
                  <a:lnTo>
                    <a:pt x="41436" y="0"/>
                  </a:lnTo>
                  <a:lnTo>
                    <a:pt x="52905" y="19483"/>
                  </a:lnTo>
                  <a:lnTo>
                    <a:pt x="11292" y="43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7189" y="3265193"/>
              <a:ext cx="44469" cy="53656"/>
            </a:xfrm>
            <a:custGeom>
              <a:avLst/>
              <a:pathLst>
                <a:path w="44469" h="53656">
                  <a:moveTo>
                    <a:pt x="25062" y="53656"/>
                  </a:moveTo>
                  <a:lnTo>
                    <a:pt x="0" y="10841"/>
                  </a:lnTo>
                  <a:lnTo>
                    <a:pt x="19726" y="0"/>
                  </a:lnTo>
                  <a:lnTo>
                    <a:pt x="44469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10755" y="3242261"/>
              <a:ext cx="53527" cy="43924"/>
            </a:xfrm>
            <a:custGeom>
              <a:avLst/>
              <a:pathLst>
                <a:path w="53527" h="43924">
                  <a:moveTo>
                    <a:pt x="11917" y="43924"/>
                  </a:moveTo>
                  <a:lnTo>
                    <a:pt x="0" y="24338"/>
                  </a:lnTo>
                  <a:lnTo>
                    <a:pt x="41468" y="0"/>
                  </a:lnTo>
                  <a:lnTo>
                    <a:pt x="53527" y="19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3995346" y="3241491"/>
              <a:ext cx="44253" cy="52104"/>
            </a:xfrm>
            <a:custGeom>
              <a:avLst/>
              <a:pathLst>
                <a:path w="44253" h="52104">
                  <a:moveTo>
                    <a:pt x="25554" y="52104"/>
                  </a:moveTo>
                  <a:lnTo>
                    <a:pt x="0" y="10433"/>
                  </a:lnTo>
                  <a:lnTo>
                    <a:pt x="20678" y="0"/>
                  </a:lnTo>
                  <a:lnTo>
                    <a:pt x="44253" y="417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74316" y="3243254"/>
              <a:ext cx="52759" cy="43649"/>
            </a:xfrm>
            <a:custGeom>
              <a:avLst/>
              <a:pathLst>
                <a:path w="52759" h="43649">
                  <a:moveTo>
                    <a:pt x="0" y="24957"/>
                  </a:moveTo>
                  <a:lnTo>
                    <a:pt x="41512" y="0"/>
                  </a:lnTo>
                  <a:lnTo>
                    <a:pt x="52759" y="19334"/>
                  </a:lnTo>
                  <a:lnTo>
                    <a:pt x="11615" y="43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1629" y="3178940"/>
              <a:ext cx="42704" cy="55564"/>
            </a:xfrm>
            <a:custGeom>
              <a:avLst/>
              <a:pathLst>
                <a:path w="42704" h="55564">
                  <a:moveTo>
                    <a:pt x="24808" y="55564"/>
                  </a:moveTo>
                  <a:lnTo>
                    <a:pt x="0" y="12349"/>
                  </a:lnTo>
                  <a:lnTo>
                    <a:pt x="18648" y="0"/>
                  </a:lnTo>
                  <a:lnTo>
                    <a:pt x="42704" y="4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221" y="3183490"/>
              <a:ext cx="44934" cy="53524"/>
            </a:xfrm>
            <a:custGeom>
              <a:avLst/>
              <a:pathLst>
                <a:path w="44934" h="53524">
                  <a:moveTo>
                    <a:pt x="0" y="11103"/>
                  </a:moveTo>
                  <a:lnTo>
                    <a:pt x="19859" y="0"/>
                  </a:lnTo>
                  <a:lnTo>
                    <a:pt x="44934" y="42600"/>
                  </a:lnTo>
                  <a:lnTo>
                    <a:pt x="25773" y="5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23572" y="3272747"/>
              <a:ext cx="52848" cy="44996"/>
            </a:xfrm>
            <a:custGeom>
              <a:avLst/>
              <a:pathLst>
                <a:path w="52848" h="44996">
                  <a:moveTo>
                    <a:pt x="0" y="25577"/>
                  </a:moveTo>
                  <a:lnTo>
                    <a:pt x="42080" y="0"/>
                  </a:lnTo>
                  <a:lnTo>
                    <a:pt x="52848" y="20266"/>
                  </a:lnTo>
                  <a:lnTo>
                    <a:pt x="10331" y="44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86000" y="3276766"/>
              <a:ext cx="44862" cy="54332"/>
            </a:xfrm>
            <a:custGeom>
              <a:avLst/>
              <a:pathLst>
                <a:path w="44862" h="54332">
                  <a:moveTo>
                    <a:pt x="0" y="11535"/>
                  </a:moveTo>
                  <a:lnTo>
                    <a:pt x="19448" y="0"/>
                  </a:lnTo>
                  <a:lnTo>
                    <a:pt x="44862" y="42105"/>
                  </a:lnTo>
                  <a:lnTo>
                    <a:pt x="25360" y="54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24827" y="3278822"/>
              <a:ext cx="43616" cy="54364"/>
            </a:xfrm>
            <a:custGeom>
              <a:avLst/>
              <a:pathLst>
                <a:path w="43616" h="54364">
                  <a:moveTo>
                    <a:pt x="25024" y="54364"/>
                  </a:moveTo>
                  <a:lnTo>
                    <a:pt x="0" y="11442"/>
                  </a:lnTo>
                  <a:lnTo>
                    <a:pt x="18628" y="0"/>
                  </a:lnTo>
                  <a:lnTo>
                    <a:pt x="43616" y="4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509" y="3282015"/>
              <a:ext cx="43567" cy="54538"/>
            </a:xfrm>
            <a:custGeom>
              <a:avLst/>
              <a:pathLst>
                <a:path w="43567" h="54538">
                  <a:moveTo>
                    <a:pt x="25054" y="54538"/>
                  </a:moveTo>
                  <a:lnTo>
                    <a:pt x="0" y="12198"/>
                  </a:lnTo>
                  <a:lnTo>
                    <a:pt x="18766" y="0"/>
                  </a:lnTo>
                  <a:lnTo>
                    <a:pt x="43567" y="43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63574" y="3283804"/>
              <a:ext cx="45106" cy="53782"/>
            </a:xfrm>
            <a:custGeom>
              <a:avLst/>
              <a:pathLst>
                <a:path w="45106" h="53782">
                  <a:moveTo>
                    <a:pt x="0" y="11676"/>
                  </a:moveTo>
                  <a:lnTo>
                    <a:pt x="19199" y="0"/>
                  </a:lnTo>
                  <a:lnTo>
                    <a:pt x="45106" y="42135"/>
                  </a:lnTo>
                  <a:lnTo>
                    <a:pt x="25193" y="53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2648" y="3291851"/>
              <a:ext cx="43563" cy="53502"/>
            </a:xfrm>
            <a:custGeom>
              <a:avLst/>
              <a:pathLst>
                <a:path w="43563" h="53502">
                  <a:moveTo>
                    <a:pt x="0" y="11964"/>
                  </a:moveTo>
                  <a:lnTo>
                    <a:pt x="19428" y="0"/>
                  </a:lnTo>
                  <a:lnTo>
                    <a:pt x="43563" y="42379"/>
                  </a:lnTo>
                  <a:lnTo>
                    <a:pt x="24656" y="53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19556" y="3227580"/>
              <a:ext cx="42827" cy="54197"/>
            </a:xfrm>
            <a:custGeom>
              <a:avLst/>
              <a:pathLst>
                <a:path w="42827" h="54197">
                  <a:moveTo>
                    <a:pt x="24295" y="54197"/>
                  </a:moveTo>
                  <a:lnTo>
                    <a:pt x="0" y="11146"/>
                  </a:lnTo>
                  <a:lnTo>
                    <a:pt x="18926" y="0"/>
                  </a:lnTo>
                  <a:lnTo>
                    <a:pt x="42827" y="42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89193" y="3269411"/>
              <a:ext cx="42787" cy="54060"/>
            </a:xfrm>
            <a:custGeom>
              <a:avLst/>
              <a:pathLst>
                <a:path w="42787" h="54060">
                  <a:moveTo>
                    <a:pt x="2081" y="14555"/>
                  </a:moveTo>
                  <a:lnTo>
                    <a:pt x="0" y="10960"/>
                  </a:lnTo>
                  <a:lnTo>
                    <a:pt x="17951" y="0"/>
                  </a:lnTo>
                  <a:lnTo>
                    <a:pt x="42787" y="42644"/>
                  </a:lnTo>
                  <a:lnTo>
                    <a:pt x="23386" y="54060"/>
                  </a:lnTo>
                  <a:lnTo>
                    <a:pt x="10969" y="32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62665" y="3375433"/>
              <a:ext cx="42604" cy="53341"/>
            </a:xfrm>
            <a:custGeom>
              <a:avLst/>
              <a:pathLst>
                <a:path w="42604" h="53341">
                  <a:moveTo>
                    <a:pt x="23358" y="53341"/>
                  </a:moveTo>
                  <a:lnTo>
                    <a:pt x="0" y="11955"/>
                  </a:lnTo>
                  <a:lnTo>
                    <a:pt x="18430" y="0"/>
                  </a:lnTo>
                  <a:lnTo>
                    <a:pt x="42604" y="4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8000" y="3377274"/>
              <a:ext cx="44845" cy="53984"/>
            </a:xfrm>
            <a:custGeom>
              <a:avLst/>
              <a:pathLst>
                <a:path w="44845" h="53984">
                  <a:moveTo>
                    <a:pt x="0" y="11306"/>
                  </a:moveTo>
                  <a:lnTo>
                    <a:pt x="20032" y="0"/>
                  </a:lnTo>
                  <a:lnTo>
                    <a:pt x="44845" y="43520"/>
                  </a:lnTo>
                  <a:lnTo>
                    <a:pt x="25770" y="53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59902" y="3381446"/>
              <a:ext cx="43084" cy="53799"/>
            </a:xfrm>
            <a:custGeom>
              <a:avLst/>
              <a:pathLst>
                <a:path w="43084" h="53799">
                  <a:moveTo>
                    <a:pt x="24324" y="53799"/>
                  </a:moveTo>
                  <a:lnTo>
                    <a:pt x="0" y="11380"/>
                  </a:lnTo>
                  <a:lnTo>
                    <a:pt x="18449" y="0"/>
                  </a:lnTo>
                  <a:lnTo>
                    <a:pt x="43084" y="42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0814" y="3112759"/>
              <a:ext cx="44424" cy="54279"/>
            </a:xfrm>
            <a:custGeom>
              <a:avLst/>
              <a:pathLst>
                <a:path w="44424" h="54279">
                  <a:moveTo>
                    <a:pt x="0" y="11506"/>
                  </a:moveTo>
                  <a:lnTo>
                    <a:pt x="19693" y="0"/>
                  </a:lnTo>
                  <a:lnTo>
                    <a:pt x="44424" y="42018"/>
                  </a:lnTo>
                  <a:lnTo>
                    <a:pt x="25152" y="54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05214" y="3125333"/>
              <a:ext cx="53303" cy="45113"/>
            </a:xfrm>
            <a:custGeom>
              <a:avLst/>
              <a:pathLst>
                <a:path w="53303" h="45113">
                  <a:moveTo>
                    <a:pt x="0" y="25181"/>
                  </a:moveTo>
                  <a:lnTo>
                    <a:pt x="41364" y="0"/>
                  </a:lnTo>
                  <a:lnTo>
                    <a:pt x="53303" y="21047"/>
                  </a:lnTo>
                  <a:lnTo>
                    <a:pt x="11485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06971" y="3206124"/>
              <a:ext cx="43018" cy="54780"/>
            </a:xfrm>
            <a:custGeom>
              <a:avLst/>
              <a:pathLst>
                <a:path w="43018" h="54780">
                  <a:moveTo>
                    <a:pt x="0" y="11740"/>
                  </a:moveTo>
                  <a:lnTo>
                    <a:pt x="19374" y="0"/>
                  </a:lnTo>
                  <a:lnTo>
                    <a:pt x="43018" y="42289"/>
                  </a:lnTo>
                  <a:lnTo>
                    <a:pt x="23286" y="5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61202" y="3210471"/>
              <a:ext cx="53822" cy="46001"/>
            </a:xfrm>
            <a:custGeom>
              <a:avLst/>
              <a:pathLst>
                <a:path w="53822" h="46001">
                  <a:moveTo>
                    <a:pt x="12179" y="46001"/>
                  </a:moveTo>
                  <a:lnTo>
                    <a:pt x="0" y="24864"/>
                  </a:lnTo>
                  <a:lnTo>
                    <a:pt x="42957" y="0"/>
                  </a:lnTo>
                  <a:lnTo>
                    <a:pt x="53822" y="20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47907" y="3210551"/>
              <a:ext cx="43355" cy="55011"/>
            </a:xfrm>
            <a:custGeom>
              <a:avLst/>
              <a:pathLst>
                <a:path w="43355" h="55011">
                  <a:moveTo>
                    <a:pt x="0" y="13875"/>
                  </a:moveTo>
                  <a:lnTo>
                    <a:pt x="1279" y="9736"/>
                  </a:lnTo>
                  <a:lnTo>
                    <a:pt x="18082" y="0"/>
                  </a:lnTo>
                  <a:lnTo>
                    <a:pt x="43355" y="43080"/>
                  </a:lnTo>
                  <a:lnTo>
                    <a:pt x="28813" y="52149"/>
                  </a:lnTo>
                  <a:lnTo>
                    <a:pt x="24031" y="55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16323" y="3456377"/>
              <a:ext cx="53296" cy="42682"/>
            </a:xfrm>
            <a:custGeom>
              <a:avLst/>
              <a:pathLst>
                <a:path w="53296" h="42682">
                  <a:moveTo>
                    <a:pt x="0" y="23226"/>
                  </a:moveTo>
                  <a:lnTo>
                    <a:pt x="41814" y="0"/>
                  </a:lnTo>
                  <a:lnTo>
                    <a:pt x="53296" y="19128"/>
                  </a:lnTo>
                  <a:lnTo>
                    <a:pt x="11486" y="426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79894" y="3146338"/>
              <a:ext cx="66642" cy="66633"/>
            </a:xfrm>
            <a:custGeom>
              <a:avLst/>
              <a:pathLst>
                <a:path w="66642" h="66633">
                  <a:moveTo>
                    <a:pt x="26152" y="66011"/>
                  </a:moveTo>
                  <a:lnTo>
                    <a:pt x="25097" y="66633"/>
                  </a:lnTo>
                  <a:lnTo>
                    <a:pt x="0" y="25067"/>
                  </a:lnTo>
                  <a:lnTo>
                    <a:pt x="284" y="24897"/>
                  </a:lnTo>
                  <a:lnTo>
                    <a:pt x="20971" y="12536"/>
                  </a:lnTo>
                  <a:lnTo>
                    <a:pt x="41953" y="0"/>
                  </a:lnTo>
                  <a:lnTo>
                    <a:pt x="66642" y="42165"/>
                  </a:lnTo>
                  <a:lnTo>
                    <a:pt x="45885" y="54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320" y="3231615"/>
              <a:ext cx="66693" cy="66944"/>
            </a:xfrm>
            <a:custGeom>
              <a:avLst/>
              <a:pathLst>
                <a:path w="66693" h="66944">
                  <a:moveTo>
                    <a:pt x="43152" y="55996"/>
                  </a:moveTo>
                  <a:lnTo>
                    <a:pt x="24587" y="66944"/>
                  </a:lnTo>
                  <a:lnTo>
                    <a:pt x="13972" y="48907"/>
                  </a:lnTo>
                  <a:lnTo>
                    <a:pt x="0" y="25164"/>
                  </a:lnTo>
                  <a:lnTo>
                    <a:pt x="13867" y="16826"/>
                  </a:lnTo>
                  <a:lnTo>
                    <a:pt x="41851" y="0"/>
                  </a:lnTo>
                  <a:lnTo>
                    <a:pt x="52724" y="18432"/>
                  </a:lnTo>
                  <a:lnTo>
                    <a:pt x="66693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154046" y="2335456"/>
              <a:ext cx="52231" cy="43704"/>
            </a:xfrm>
            <a:custGeom>
              <a:avLst/>
              <a:pathLst>
                <a:path w="52231" h="43704">
                  <a:moveTo>
                    <a:pt x="10213" y="43704"/>
                  </a:moveTo>
                  <a:lnTo>
                    <a:pt x="0" y="24685"/>
                  </a:lnTo>
                  <a:lnTo>
                    <a:pt x="41623" y="0"/>
                  </a:lnTo>
                  <a:lnTo>
                    <a:pt x="52231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227531" y="1982323"/>
              <a:ext cx="34185" cy="37804"/>
            </a:xfrm>
            <a:custGeom>
              <a:avLst/>
              <a:pathLst>
                <a:path w="34185" h="37804">
                  <a:moveTo>
                    <a:pt x="3805" y="18320"/>
                  </a:moveTo>
                  <a:lnTo>
                    <a:pt x="0" y="11477"/>
                  </a:lnTo>
                  <a:lnTo>
                    <a:pt x="19070" y="0"/>
                  </a:lnTo>
                  <a:lnTo>
                    <a:pt x="23352" y="8547"/>
                  </a:lnTo>
                  <a:lnTo>
                    <a:pt x="34185" y="26747"/>
                  </a:lnTo>
                  <a:lnTo>
                    <a:pt x="15642" y="37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130206" y="2042624"/>
              <a:ext cx="43053" cy="52163"/>
            </a:xfrm>
            <a:custGeom>
              <a:avLst/>
              <a:pathLst>
                <a:path w="43053" h="52163">
                  <a:moveTo>
                    <a:pt x="0" y="10402"/>
                  </a:moveTo>
                  <a:lnTo>
                    <a:pt x="18525" y="0"/>
                  </a:lnTo>
                  <a:lnTo>
                    <a:pt x="43053" y="41424"/>
                  </a:lnTo>
                  <a:lnTo>
                    <a:pt x="24716" y="52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69165" y="2053407"/>
              <a:ext cx="42261" cy="53685"/>
            </a:xfrm>
            <a:custGeom>
              <a:avLst/>
              <a:pathLst>
                <a:path w="42261" h="53685">
                  <a:moveTo>
                    <a:pt x="0" y="10494"/>
                  </a:moveTo>
                  <a:lnTo>
                    <a:pt x="17996" y="0"/>
                  </a:lnTo>
                  <a:lnTo>
                    <a:pt x="42261" y="42524"/>
                  </a:lnTo>
                  <a:lnTo>
                    <a:pt x="24761" y="53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85894" y="2298985"/>
              <a:ext cx="42881" cy="52723"/>
            </a:xfrm>
            <a:custGeom>
              <a:avLst/>
              <a:pathLst>
                <a:path w="42881" h="52723">
                  <a:moveTo>
                    <a:pt x="24952" y="52723"/>
                  </a:moveTo>
                  <a:lnTo>
                    <a:pt x="0" y="10191"/>
                  </a:lnTo>
                  <a:lnTo>
                    <a:pt x="18531" y="0"/>
                  </a:lnTo>
                  <a:lnTo>
                    <a:pt x="42881" y="41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99240" y="2082016"/>
              <a:ext cx="52070" cy="43307"/>
            </a:xfrm>
            <a:custGeom>
              <a:avLst/>
              <a:pathLst>
                <a:path w="52070" h="43307">
                  <a:moveTo>
                    <a:pt x="11234" y="43307"/>
                  </a:moveTo>
                  <a:lnTo>
                    <a:pt x="0" y="23971"/>
                  </a:lnTo>
                  <a:lnTo>
                    <a:pt x="40640" y="0"/>
                  </a:lnTo>
                  <a:lnTo>
                    <a:pt x="52070" y="19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75642" y="2120118"/>
              <a:ext cx="42525" cy="52078"/>
            </a:xfrm>
            <a:custGeom>
              <a:avLst/>
              <a:pathLst>
                <a:path w="42525" h="52078">
                  <a:moveTo>
                    <a:pt x="17824" y="0"/>
                  </a:moveTo>
                  <a:lnTo>
                    <a:pt x="42525" y="41920"/>
                  </a:lnTo>
                  <a:lnTo>
                    <a:pt x="24453" y="52078"/>
                  </a:lnTo>
                  <a:lnTo>
                    <a:pt x="0" y="1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229438" y="2133267"/>
              <a:ext cx="52155" cy="43491"/>
            </a:xfrm>
            <a:custGeom>
              <a:avLst/>
              <a:pathLst>
                <a:path w="52155" h="43491">
                  <a:moveTo>
                    <a:pt x="10724" y="43491"/>
                  </a:moveTo>
                  <a:lnTo>
                    <a:pt x="0" y="24554"/>
                  </a:lnTo>
                  <a:lnTo>
                    <a:pt x="41083" y="0"/>
                  </a:lnTo>
                  <a:lnTo>
                    <a:pt x="52155" y="1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62406" y="2135686"/>
              <a:ext cx="51190" cy="42688"/>
            </a:xfrm>
            <a:custGeom>
              <a:avLst/>
              <a:pathLst>
                <a:path w="51190" h="42688">
                  <a:moveTo>
                    <a:pt x="10956" y="42688"/>
                  </a:moveTo>
                  <a:lnTo>
                    <a:pt x="0" y="24043"/>
                  </a:lnTo>
                  <a:lnTo>
                    <a:pt x="40441" y="0"/>
                  </a:lnTo>
                  <a:lnTo>
                    <a:pt x="51190" y="1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126215" y="2139862"/>
              <a:ext cx="42151" cy="52470"/>
            </a:xfrm>
            <a:custGeom>
              <a:avLst/>
              <a:pathLst>
                <a:path w="42151" h="52470">
                  <a:moveTo>
                    <a:pt x="23927" y="52470"/>
                  </a:moveTo>
                  <a:lnTo>
                    <a:pt x="0" y="10753"/>
                  </a:lnTo>
                  <a:lnTo>
                    <a:pt x="17984" y="0"/>
                  </a:lnTo>
                  <a:lnTo>
                    <a:pt x="42151" y="42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65067" y="2144943"/>
              <a:ext cx="42187" cy="52376"/>
            </a:xfrm>
            <a:custGeom>
              <a:avLst/>
              <a:pathLst>
                <a:path w="42187" h="52376">
                  <a:moveTo>
                    <a:pt x="23745" y="52376"/>
                  </a:moveTo>
                  <a:lnTo>
                    <a:pt x="0" y="10439"/>
                  </a:lnTo>
                  <a:lnTo>
                    <a:pt x="18407" y="0"/>
                  </a:lnTo>
                  <a:lnTo>
                    <a:pt x="42187" y="40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246527" y="2280562"/>
              <a:ext cx="52604" cy="42746"/>
            </a:xfrm>
            <a:custGeom>
              <a:avLst/>
              <a:pathLst>
                <a:path w="52604" h="42746">
                  <a:moveTo>
                    <a:pt x="11318" y="42746"/>
                  </a:moveTo>
                  <a:lnTo>
                    <a:pt x="0" y="23346"/>
                  </a:lnTo>
                  <a:lnTo>
                    <a:pt x="41645" y="0"/>
                  </a:lnTo>
                  <a:lnTo>
                    <a:pt x="52604" y="1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99018" y="2255180"/>
              <a:ext cx="43275" cy="53554"/>
            </a:xfrm>
            <a:custGeom>
              <a:avLst/>
              <a:pathLst>
                <a:path w="43275" h="53554">
                  <a:moveTo>
                    <a:pt x="24793" y="53554"/>
                  </a:moveTo>
                  <a:lnTo>
                    <a:pt x="0" y="10638"/>
                  </a:lnTo>
                  <a:lnTo>
                    <a:pt x="18195" y="0"/>
                  </a:lnTo>
                  <a:lnTo>
                    <a:pt x="43275" y="42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135015" y="2103586"/>
              <a:ext cx="42068" cy="51822"/>
            </a:xfrm>
            <a:custGeom>
              <a:avLst/>
              <a:pathLst>
                <a:path w="42068" h="51822">
                  <a:moveTo>
                    <a:pt x="24544" y="51822"/>
                  </a:moveTo>
                  <a:lnTo>
                    <a:pt x="0" y="10590"/>
                  </a:lnTo>
                  <a:lnTo>
                    <a:pt x="17523" y="0"/>
                  </a:lnTo>
                  <a:lnTo>
                    <a:pt x="42068" y="41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99719" y="2105469"/>
              <a:ext cx="42361" cy="53490"/>
            </a:xfrm>
            <a:custGeom>
              <a:avLst/>
              <a:pathLst>
                <a:path w="42361" h="53490">
                  <a:moveTo>
                    <a:pt x="0" y="11213"/>
                  </a:moveTo>
                  <a:lnTo>
                    <a:pt x="18405" y="0"/>
                  </a:lnTo>
                  <a:lnTo>
                    <a:pt x="42361" y="42840"/>
                  </a:lnTo>
                  <a:lnTo>
                    <a:pt x="24090" y="53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213537" y="2105707"/>
              <a:ext cx="51259" cy="42117"/>
            </a:xfrm>
            <a:custGeom>
              <a:avLst/>
              <a:pathLst>
                <a:path w="51259" h="42117">
                  <a:moveTo>
                    <a:pt x="10388" y="42117"/>
                  </a:moveTo>
                  <a:lnTo>
                    <a:pt x="0" y="24250"/>
                  </a:lnTo>
                  <a:lnTo>
                    <a:pt x="40649" y="0"/>
                  </a:lnTo>
                  <a:lnTo>
                    <a:pt x="51259" y="18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013779" y="2109449"/>
              <a:ext cx="43632" cy="53274"/>
            </a:xfrm>
            <a:custGeom>
              <a:avLst/>
              <a:pathLst>
                <a:path w="43632" h="53274">
                  <a:moveTo>
                    <a:pt x="19184" y="0"/>
                  </a:moveTo>
                  <a:lnTo>
                    <a:pt x="43632" y="43472"/>
                  </a:lnTo>
                  <a:lnTo>
                    <a:pt x="24785" y="53274"/>
                  </a:lnTo>
                  <a:lnTo>
                    <a:pt x="0" y="10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88248" y="2117148"/>
              <a:ext cx="53298" cy="43524"/>
            </a:xfrm>
            <a:custGeom>
              <a:avLst/>
              <a:pathLst>
                <a:path w="53298" h="43524">
                  <a:moveTo>
                    <a:pt x="10559" y="43524"/>
                  </a:moveTo>
                  <a:lnTo>
                    <a:pt x="0" y="25370"/>
                  </a:lnTo>
                  <a:lnTo>
                    <a:pt x="42591" y="0"/>
                  </a:lnTo>
                  <a:lnTo>
                    <a:pt x="53298" y="18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101902" y="2154100"/>
              <a:ext cx="41813" cy="51957"/>
            </a:xfrm>
            <a:custGeom>
              <a:avLst/>
              <a:pathLst>
                <a:path w="41813" h="51957">
                  <a:moveTo>
                    <a:pt x="23343" y="51957"/>
                  </a:moveTo>
                  <a:lnTo>
                    <a:pt x="0" y="10638"/>
                  </a:lnTo>
                  <a:lnTo>
                    <a:pt x="18996" y="0"/>
                  </a:lnTo>
                  <a:lnTo>
                    <a:pt x="41813" y="4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65900" y="2156590"/>
              <a:ext cx="42318" cy="53178"/>
            </a:xfrm>
            <a:custGeom>
              <a:avLst/>
              <a:pathLst>
                <a:path w="42318" h="53178">
                  <a:moveTo>
                    <a:pt x="24170" y="53178"/>
                  </a:moveTo>
                  <a:lnTo>
                    <a:pt x="0" y="10566"/>
                  </a:lnTo>
                  <a:lnTo>
                    <a:pt x="18715" y="0"/>
                  </a:lnTo>
                  <a:lnTo>
                    <a:pt x="42318" y="41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3041886" y="2157817"/>
              <a:ext cx="42361" cy="53301"/>
            </a:xfrm>
            <a:custGeom>
              <a:avLst/>
              <a:pathLst>
                <a:path w="42361" h="53301">
                  <a:moveTo>
                    <a:pt x="24365" y="53301"/>
                  </a:moveTo>
                  <a:lnTo>
                    <a:pt x="0" y="10422"/>
                  </a:lnTo>
                  <a:lnTo>
                    <a:pt x="18124" y="0"/>
                  </a:lnTo>
                  <a:lnTo>
                    <a:pt x="42361" y="4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78589" y="2164310"/>
              <a:ext cx="51928" cy="42764"/>
            </a:xfrm>
            <a:custGeom>
              <a:avLst/>
              <a:pathLst>
                <a:path w="51928" h="42764">
                  <a:moveTo>
                    <a:pt x="10557" y="42764"/>
                  </a:moveTo>
                  <a:lnTo>
                    <a:pt x="0" y="24117"/>
                  </a:lnTo>
                  <a:lnTo>
                    <a:pt x="40407" y="0"/>
                  </a:lnTo>
                  <a:lnTo>
                    <a:pt x="51928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243012" y="2169787"/>
              <a:ext cx="42909" cy="53578"/>
            </a:xfrm>
            <a:custGeom>
              <a:avLst/>
              <a:pathLst>
                <a:path w="42909" h="53578">
                  <a:moveTo>
                    <a:pt x="24296" y="53578"/>
                  </a:moveTo>
                  <a:lnTo>
                    <a:pt x="0" y="10523"/>
                  </a:lnTo>
                  <a:lnTo>
                    <a:pt x="18546" y="0"/>
                  </a:lnTo>
                  <a:lnTo>
                    <a:pt x="42909" y="42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216998" y="2184808"/>
              <a:ext cx="43824" cy="52982"/>
            </a:xfrm>
            <a:custGeom>
              <a:avLst/>
              <a:pathLst>
                <a:path w="43824" h="52982">
                  <a:moveTo>
                    <a:pt x="24334" y="52982"/>
                  </a:moveTo>
                  <a:lnTo>
                    <a:pt x="0" y="11328"/>
                  </a:lnTo>
                  <a:lnTo>
                    <a:pt x="19259" y="0"/>
                  </a:lnTo>
                  <a:lnTo>
                    <a:pt x="43824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302981" y="2152860"/>
              <a:ext cx="67610" cy="67746"/>
            </a:xfrm>
            <a:custGeom>
              <a:avLst/>
              <a:pathLst>
                <a:path w="67610" h="67746">
                  <a:moveTo>
                    <a:pt x="0" y="25308"/>
                  </a:moveTo>
                  <a:lnTo>
                    <a:pt x="42977" y="0"/>
                  </a:lnTo>
                  <a:lnTo>
                    <a:pt x="67610" y="42701"/>
                  </a:lnTo>
                  <a:lnTo>
                    <a:pt x="24249" y="67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126612" y="2302679"/>
              <a:ext cx="42994" cy="52967"/>
            </a:xfrm>
            <a:custGeom>
              <a:avLst/>
              <a:pathLst>
                <a:path w="42994" h="52967">
                  <a:moveTo>
                    <a:pt x="24840" y="52967"/>
                  </a:moveTo>
                  <a:lnTo>
                    <a:pt x="0" y="10379"/>
                  </a:lnTo>
                  <a:lnTo>
                    <a:pt x="18055" y="0"/>
                  </a:lnTo>
                  <a:lnTo>
                    <a:pt x="42994" y="4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121906" y="2242113"/>
              <a:ext cx="42863" cy="52092"/>
            </a:xfrm>
            <a:custGeom>
              <a:avLst/>
              <a:pathLst>
                <a:path w="42863" h="52092">
                  <a:moveTo>
                    <a:pt x="24757" y="52092"/>
                  </a:moveTo>
                  <a:lnTo>
                    <a:pt x="0" y="10537"/>
                  </a:lnTo>
                  <a:lnTo>
                    <a:pt x="18574" y="0"/>
                  </a:lnTo>
                  <a:lnTo>
                    <a:pt x="42863" y="4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220000" y="2247468"/>
              <a:ext cx="42282" cy="52642"/>
            </a:xfrm>
            <a:custGeom>
              <a:avLst/>
              <a:pathLst>
                <a:path w="42282" h="52642">
                  <a:moveTo>
                    <a:pt x="24183" y="52642"/>
                  </a:moveTo>
                  <a:lnTo>
                    <a:pt x="0" y="10695"/>
                  </a:lnTo>
                  <a:lnTo>
                    <a:pt x="18153" y="0"/>
                  </a:lnTo>
                  <a:lnTo>
                    <a:pt x="42282" y="41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70588" y="2217401"/>
              <a:ext cx="42984" cy="53123"/>
            </a:xfrm>
            <a:custGeom>
              <a:avLst/>
              <a:pathLst>
                <a:path w="42984" h="53123">
                  <a:moveTo>
                    <a:pt x="24580" y="53123"/>
                  </a:moveTo>
                  <a:lnTo>
                    <a:pt x="0" y="11050"/>
                  </a:lnTo>
                  <a:lnTo>
                    <a:pt x="18705" y="0"/>
                  </a:lnTo>
                  <a:lnTo>
                    <a:pt x="42984" y="42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85146" y="2218346"/>
              <a:ext cx="52154" cy="43635"/>
            </a:xfrm>
            <a:custGeom>
              <a:avLst/>
              <a:pathLst>
                <a:path w="52154" h="43635">
                  <a:moveTo>
                    <a:pt x="11302" y="43635"/>
                  </a:moveTo>
                  <a:lnTo>
                    <a:pt x="0" y="24400"/>
                  </a:lnTo>
                  <a:lnTo>
                    <a:pt x="41198" y="0"/>
                  </a:lnTo>
                  <a:lnTo>
                    <a:pt x="52154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242674" y="2233753"/>
              <a:ext cx="42267" cy="53193"/>
            </a:xfrm>
            <a:custGeom>
              <a:avLst/>
              <a:pathLst>
                <a:path w="42267" h="53193">
                  <a:moveTo>
                    <a:pt x="24701" y="53193"/>
                  </a:moveTo>
                  <a:lnTo>
                    <a:pt x="0" y="10914"/>
                  </a:lnTo>
                  <a:lnTo>
                    <a:pt x="18285" y="0"/>
                  </a:lnTo>
                  <a:lnTo>
                    <a:pt x="42267" y="42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49411" y="1967117"/>
              <a:ext cx="54733" cy="74883"/>
            </a:xfrm>
            <a:custGeom>
              <a:avLst/>
              <a:pathLst>
                <a:path w="54733" h="74883">
                  <a:moveTo>
                    <a:pt x="0" y="13237"/>
                  </a:moveTo>
                  <a:lnTo>
                    <a:pt x="2023" y="7831"/>
                  </a:lnTo>
                  <a:lnTo>
                    <a:pt x="17940" y="0"/>
                  </a:lnTo>
                  <a:lnTo>
                    <a:pt x="54733" y="64203"/>
                  </a:lnTo>
                  <a:lnTo>
                    <a:pt x="36327" y="74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203801" y="1998670"/>
              <a:ext cx="54449" cy="71903"/>
            </a:xfrm>
            <a:custGeom>
              <a:avLst/>
              <a:pathLst>
                <a:path w="54449" h="71903">
                  <a:moveTo>
                    <a:pt x="18593" y="0"/>
                  </a:moveTo>
                  <a:lnTo>
                    <a:pt x="54449" y="61644"/>
                  </a:lnTo>
                  <a:lnTo>
                    <a:pt x="35783" y="71903"/>
                  </a:lnTo>
                  <a:lnTo>
                    <a:pt x="0" y="10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55781" y="2191250"/>
              <a:ext cx="42699" cy="52418"/>
            </a:xfrm>
            <a:custGeom>
              <a:avLst/>
              <a:pathLst>
                <a:path w="42699" h="52418">
                  <a:moveTo>
                    <a:pt x="24349" y="52418"/>
                  </a:moveTo>
                  <a:lnTo>
                    <a:pt x="0" y="10422"/>
                  </a:lnTo>
                  <a:lnTo>
                    <a:pt x="18054" y="0"/>
                  </a:lnTo>
                  <a:lnTo>
                    <a:pt x="42699" y="41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54869" y="2199701"/>
              <a:ext cx="42024" cy="52650"/>
            </a:xfrm>
            <a:custGeom>
              <a:avLst/>
              <a:pathLst>
                <a:path w="42024" h="52650">
                  <a:moveTo>
                    <a:pt x="24162" y="52650"/>
                  </a:moveTo>
                  <a:lnTo>
                    <a:pt x="0" y="10652"/>
                  </a:lnTo>
                  <a:lnTo>
                    <a:pt x="18293" y="0"/>
                  </a:lnTo>
                  <a:lnTo>
                    <a:pt x="42024" y="41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92470" y="2201206"/>
              <a:ext cx="42833" cy="52438"/>
            </a:xfrm>
            <a:custGeom>
              <a:avLst/>
              <a:pathLst>
                <a:path w="42833" h="52438">
                  <a:moveTo>
                    <a:pt x="23720" y="52438"/>
                  </a:moveTo>
                  <a:lnTo>
                    <a:pt x="0" y="10291"/>
                  </a:lnTo>
                  <a:lnTo>
                    <a:pt x="18399" y="0"/>
                  </a:lnTo>
                  <a:lnTo>
                    <a:pt x="42833" y="41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93647" y="2201398"/>
              <a:ext cx="43247" cy="53572"/>
            </a:xfrm>
            <a:custGeom>
              <a:avLst/>
              <a:pathLst>
                <a:path w="43247" h="53572">
                  <a:moveTo>
                    <a:pt x="24910" y="53572"/>
                  </a:moveTo>
                  <a:lnTo>
                    <a:pt x="0" y="11327"/>
                  </a:lnTo>
                  <a:lnTo>
                    <a:pt x="18452" y="0"/>
                  </a:lnTo>
                  <a:lnTo>
                    <a:pt x="43247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130954" y="2205498"/>
              <a:ext cx="43499" cy="52923"/>
            </a:xfrm>
            <a:custGeom>
              <a:avLst/>
              <a:pathLst>
                <a:path w="43499" h="52923">
                  <a:moveTo>
                    <a:pt x="0" y="10350"/>
                  </a:moveTo>
                  <a:lnTo>
                    <a:pt x="18799" y="0"/>
                  </a:lnTo>
                  <a:lnTo>
                    <a:pt x="43499" y="41920"/>
                  </a:lnTo>
                  <a:lnTo>
                    <a:pt x="24798" y="52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330429" y="2214242"/>
              <a:ext cx="42947" cy="52729"/>
            </a:xfrm>
            <a:custGeom>
              <a:avLst/>
              <a:pathLst>
                <a:path w="42947" h="52729">
                  <a:moveTo>
                    <a:pt x="24201" y="52729"/>
                  </a:moveTo>
                  <a:lnTo>
                    <a:pt x="0" y="10201"/>
                  </a:lnTo>
                  <a:lnTo>
                    <a:pt x="18534" y="0"/>
                  </a:lnTo>
                  <a:lnTo>
                    <a:pt x="42947" y="41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97507" y="2250609"/>
              <a:ext cx="52315" cy="42756"/>
            </a:xfrm>
            <a:custGeom>
              <a:avLst/>
              <a:pathLst>
                <a:path w="52315" h="42756">
                  <a:moveTo>
                    <a:pt x="10956" y="42756"/>
                  </a:moveTo>
                  <a:lnTo>
                    <a:pt x="0" y="24112"/>
                  </a:lnTo>
                  <a:lnTo>
                    <a:pt x="41355" y="0"/>
                  </a:lnTo>
                  <a:lnTo>
                    <a:pt x="52315" y="18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58166" y="2089057"/>
              <a:ext cx="42466" cy="52842"/>
            </a:xfrm>
            <a:custGeom>
              <a:avLst/>
              <a:pathLst>
                <a:path w="42466" h="52842">
                  <a:moveTo>
                    <a:pt x="24013" y="52842"/>
                  </a:moveTo>
                  <a:lnTo>
                    <a:pt x="0" y="10960"/>
                  </a:lnTo>
                  <a:lnTo>
                    <a:pt x="17866" y="0"/>
                  </a:lnTo>
                  <a:lnTo>
                    <a:pt x="42466" y="42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73790" y="2093116"/>
              <a:ext cx="52267" cy="43593"/>
            </a:xfrm>
            <a:custGeom>
              <a:avLst/>
              <a:pathLst>
                <a:path w="52267" h="43593">
                  <a:moveTo>
                    <a:pt x="10832" y="43593"/>
                  </a:moveTo>
                  <a:lnTo>
                    <a:pt x="0" y="24336"/>
                  </a:lnTo>
                  <a:lnTo>
                    <a:pt x="41195" y="0"/>
                  </a:lnTo>
                  <a:lnTo>
                    <a:pt x="52267" y="18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3037445" y="2096543"/>
              <a:ext cx="42623" cy="52929"/>
            </a:xfrm>
            <a:custGeom>
              <a:avLst/>
              <a:pathLst>
                <a:path w="42623" h="52929">
                  <a:moveTo>
                    <a:pt x="18160" y="0"/>
                  </a:moveTo>
                  <a:lnTo>
                    <a:pt x="42623" y="42849"/>
                  </a:lnTo>
                  <a:lnTo>
                    <a:pt x="23805" y="52929"/>
                  </a:lnTo>
                  <a:lnTo>
                    <a:pt x="0" y="9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69394" y="2190050"/>
              <a:ext cx="51297" cy="44105"/>
            </a:xfrm>
            <a:custGeom>
              <a:avLst/>
              <a:pathLst>
                <a:path w="51297" h="44105">
                  <a:moveTo>
                    <a:pt x="10228" y="44105"/>
                  </a:moveTo>
                  <a:lnTo>
                    <a:pt x="0" y="25238"/>
                  </a:lnTo>
                  <a:lnTo>
                    <a:pt x="41223" y="0"/>
                  </a:lnTo>
                  <a:lnTo>
                    <a:pt x="51297" y="18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210724" y="2284476"/>
              <a:ext cx="42461" cy="52819"/>
            </a:xfrm>
            <a:custGeom>
              <a:avLst/>
              <a:pathLst>
                <a:path w="42461" h="52819">
                  <a:moveTo>
                    <a:pt x="23982" y="52819"/>
                  </a:moveTo>
                  <a:lnTo>
                    <a:pt x="0" y="10198"/>
                  </a:lnTo>
                  <a:lnTo>
                    <a:pt x="18194" y="0"/>
                  </a:lnTo>
                  <a:lnTo>
                    <a:pt x="42461" y="4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149311" y="2289269"/>
              <a:ext cx="43338" cy="52666"/>
            </a:xfrm>
            <a:custGeom>
              <a:avLst/>
              <a:pathLst>
                <a:path w="43338" h="52666">
                  <a:moveTo>
                    <a:pt x="25180" y="52666"/>
                  </a:moveTo>
                  <a:lnTo>
                    <a:pt x="0" y="9691"/>
                  </a:lnTo>
                  <a:lnTo>
                    <a:pt x="19063" y="0"/>
                  </a:lnTo>
                  <a:lnTo>
                    <a:pt x="43338" y="4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243929" y="2011098"/>
              <a:ext cx="38366" cy="44133"/>
            </a:xfrm>
            <a:custGeom>
              <a:avLst/>
              <a:pathLst>
                <a:path w="38366" h="44133">
                  <a:moveTo>
                    <a:pt x="18646" y="0"/>
                  </a:moveTo>
                  <a:lnTo>
                    <a:pt x="38366" y="33394"/>
                  </a:lnTo>
                  <a:lnTo>
                    <a:pt x="19891" y="44133"/>
                  </a:lnTo>
                  <a:lnTo>
                    <a:pt x="0" y="10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58662" y="2012636"/>
              <a:ext cx="51345" cy="42116"/>
            </a:xfrm>
            <a:custGeom>
              <a:avLst/>
              <a:pathLst>
                <a:path w="51345" h="42116">
                  <a:moveTo>
                    <a:pt x="2697" y="28660"/>
                  </a:moveTo>
                  <a:lnTo>
                    <a:pt x="0" y="23140"/>
                  </a:lnTo>
                  <a:lnTo>
                    <a:pt x="40934" y="0"/>
                  </a:lnTo>
                  <a:lnTo>
                    <a:pt x="44137" y="5563"/>
                  </a:lnTo>
                  <a:lnTo>
                    <a:pt x="51345" y="19148"/>
                  </a:lnTo>
                  <a:lnTo>
                    <a:pt x="11128" y="42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314651" y="2025963"/>
              <a:ext cx="43490" cy="53877"/>
            </a:xfrm>
            <a:custGeom>
              <a:avLst/>
              <a:pathLst>
                <a:path w="43490" h="53877">
                  <a:moveTo>
                    <a:pt x="24960" y="53877"/>
                  </a:moveTo>
                  <a:lnTo>
                    <a:pt x="0" y="11080"/>
                  </a:lnTo>
                  <a:lnTo>
                    <a:pt x="18761" y="0"/>
                  </a:lnTo>
                  <a:lnTo>
                    <a:pt x="43490" y="42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71934" y="2035235"/>
              <a:ext cx="64210" cy="64649"/>
            </a:xfrm>
            <a:custGeom>
              <a:avLst/>
              <a:pathLst>
                <a:path w="64210" h="64649">
                  <a:moveTo>
                    <a:pt x="23391" y="64649"/>
                  </a:moveTo>
                  <a:lnTo>
                    <a:pt x="0" y="23001"/>
                  </a:lnTo>
                  <a:lnTo>
                    <a:pt x="40746" y="0"/>
                  </a:lnTo>
                  <a:lnTo>
                    <a:pt x="64210" y="4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91908" y="2040069"/>
              <a:ext cx="43066" cy="53311"/>
            </a:xfrm>
            <a:custGeom>
              <a:avLst/>
              <a:pathLst>
                <a:path w="43066" h="53311">
                  <a:moveTo>
                    <a:pt x="24268" y="53311"/>
                  </a:moveTo>
                  <a:lnTo>
                    <a:pt x="0" y="10606"/>
                  </a:lnTo>
                  <a:lnTo>
                    <a:pt x="18306" y="0"/>
                  </a:lnTo>
                  <a:lnTo>
                    <a:pt x="43066" y="42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72678" y="1950337"/>
              <a:ext cx="55976" cy="78477"/>
            </a:xfrm>
            <a:custGeom>
              <a:avLst/>
              <a:pathLst>
                <a:path w="55976" h="78477">
                  <a:moveTo>
                    <a:pt x="0" y="15411"/>
                  </a:moveTo>
                  <a:lnTo>
                    <a:pt x="7081" y="4945"/>
                  </a:lnTo>
                  <a:lnTo>
                    <a:pt x="16972" y="0"/>
                  </a:lnTo>
                  <a:lnTo>
                    <a:pt x="55976" y="67279"/>
                  </a:lnTo>
                  <a:lnTo>
                    <a:pt x="36652" y="78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107271" y="2055349"/>
              <a:ext cx="42829" cy="53176"/>
            </a:xfrm>
            <a:custGeom>
              <a:avLst/>
              <a:pathLst>
                <a:path w="42829" h="53176">
                  <a:moveTo>
                    <a:pt x="0" y="10203"/>
                  </a:moveTo>
                  <a:lnTo>
                    <a:pt x="18255" y="0"/>
                  </a:lnTo>
                  <a:lnTo>
                    <a:pt x="22006" y="6081"/>
                  </a:lnTo>
                  <a:lnTo>
                    <a:pt x="42829" y="42179"/>
                  </a:lnTo>
                  <a:lnTo>
                    <a:pt x="24873" y="53176"/>
                  </a:lnTo>
                  <a:lnTo>
                    <a:pt x="1879" y="13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245032" y="2068487"/>
              <a:ext cx="42748" cy="52430"/>
            </a:xfrm>
            <a:custGeom>
              <a:avLst/>
              <a:pathLst>
                <a:path w="42748" h="52430">
                  <a:moveTo>
                    <a:pt x="24534" y="52430"/>
                  </a:moveTo>
                  <a:lnTo>
                    <a:pt x="0" y="10631"/>
                  </a:lnTo>
                  <a:lnTo>
                    <a:pt x="19003" y="0"/>
                  </a:lnTo>
                  <a:lnTo>
                    <a:pt x="42748" y="41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3060604" y="2069502"/>
              <a:ext cx="51845" cy="44142"/>
            </a:xfrm>
            <a:custGeom>
              <a:avLst/>
              <a:pathLst>
                <a:path w="51845" h="44142">
                  <a:moveTo>
                    <a:pt x="40605" y="0"/>
                  </a:moveTo>
                  <a:lnTo>
                    <a:pt x="41696" y="1773"/>
                  </a:lnTo>
                  <a:lnTo>
                    <a:pt x="51845" y="19120"/>
                  </a:lnTo>
                  <a:lnTo>
                    <a:pt x="10501" y="44142"/>
                  </a:lnTo>
                  <a:lnTo>
                    <a:pt x="0" y="24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59842" y="2238649"/>
              <a:ext cx="65755" cy="66677"/>
            </a:xfrm>
            <a:custGeom>
              <a:avLst/>
              <a:pathLst>
                <a:path w="65755" h="66677">
                  <a:moveTo>
                    <a:pt x="23489" y="66677"/>
                  </a:moveTo>
                  <a:lnTo>
                    <a:pt x="0" y="23792"/>
                  </a:lnTo>
                  <a:lnTo>
                    <a:pt x="41097" y="0"/>
                  </a:lnTo>
                  <a:lnTo>
                    <a:pt x="65755" y="41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593537" y="2450739"/>
              <a:ext cx="283007" cy="149624"/>
            </a:xfrm>
            <a:custGeom>
              <a:avLst/>
              <a:pathLst>
                <a:path w="283007" h="149624">
                  <a:moveTo>
                    <a:pt x="214015" y="37435"/>
                  </a:moveTo>
                  <a:lnTo>
                    <a:pt x="198424" y="121124"/>
                  </a:lnTo>
                  <a:lnTo>
                    <a:pt x="197913" y="123863"/>
                  </a:lnTo>
                  <a:lnTo>
                    <a:pt x="200442" y="124381"/>
                  </a:lnTo>
                  <a:lnTo>
                    <a:pt x="200949" y="121532"/>
                  </a:lnTo>
                  <a:lnTo>
                    <a:pt x="216427" y="37777"/>
                  </a:lnTo>
                  <a:lnTo>
                    <a:pt x="283007" y="52280"/>
                  </a:lnTo>
                  <a:lnTo>
                    <a:pt x="280118" y="67186"/>
                  </a:lnTo>
                  <a:lnTo>
                    <a:pt x="266940" y="135180"/>
                  </a:lnTo>
                  <a:lnTo>
                    <a:pt x="266642" y="136717"/>
                  </a:lnTo>
                  <a:lnTo>
                    <a:pt x="264141" y="149624"/>
                  </a:lnTo>
                  <a:lnTo>
                    <a:pt x="212550" y="140049"/>
                  </a:lnTo>
                  <a:lnTo>
                    <a:pt x="62618" y="112223"/>
                  </a:lnTo>
                  <a:lnTo>
                    <a:pt x="62271" y="115255"/>
                  </a:lnTo>
                  <a:lnTo>
                    <a:pt x="53491" y="113665"/>
                  </a:lnTo>
                  <a:lnTo>
                    <a:pt x="617" y="104096"/>
                  </a:lnTo>
                  <a:lnTo>
                    <a:pt x="0" y="103984"/>
                  </a:lnTo>
                  <a:lnTo>
                    <a:pt x="18434" y="1466"/>
                  </a:lnTo>
                  <a:lnTo>
                    <a:pt x="20245" y="511"/>
                  </a:lnTo>
                  <a:lnTo>
                    <a:pt x="212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413799" y="3438604"/>
              <a:ext cx="92305" cy="94931"/>
            </a:xfrm>
            <a:custGeom>
              <a:avLst/>
              <a:pathLst>
                <a:path w="92305" h="94931">
                  <a:moveTo>
                    <a:pt x="75859" y="56624"/>
                  </a:moveTo>
                  <a:lnTo>
                    <a:pt x="65053" y="78349"/>
                  </a:lnTo>
                  <a:lnTo>
                    <a:pt x="50008" y="94931"/>
                  </a:lnTo>
                  <a:lnTo>
                    <a:pt x="0" y="4025"/>
                  </a:lnTo>
                  <a:lnTo>
                    <a:pt x="17141" y="3737"/>
                  </a:lnTo>
                  <a:lnTo>
                    <a:pt x="24166" y="3162"/>
                  </a:lnTo>
                  <a:lnTo>
                    <a:pt x="29997" y="790"/>
                  </a:lnTo>
                  <a:lnTo>
                    <a:pt x="38427" y="215"/>
                  </a:lnTo>
                  <a:lnTo>
                    <a:pt x="43275" y="0"/>
                  </a:lnTo>
                  <a:lnTo>
                    <a:pt x="47911" y="1150"/>
                  </a:lnTo>
                  <a:lnTo>
                    <a:pt x="53812" y="3234"/>
                  </a:lnTo>
                  <a:lnTo>
                    <a:pt x="56833" y="5175"/>
                  </a:lnTo>
                  <a:lnTo>
                    <a:pt x="59610" y="7543"/>
                  </a:lnTo>
                  <a:lnTo>
                    <a:pt x="61048" y="8769"/>
                  </a:lnTo>
                  <a:lnTo>
                    <a:pt x="63015" y="10350"/>
                  </a:lnTo>
                  <a:lnTo>
                    <a:pt x="66598" y="11788"/>
                  </a:lnTo>
                  <a:lnTo>
                    <a:pt x="92305" y="15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974960" y="3455520"/>
              <a:ext cx="140108" cy="156341"/>
            </a:xfrm>
            <a:custGeom>
              <a:avLst/>
              <a:pathLst>
                <a:path w="140108" h="156341">
                  <a:moveTo>
                    <a:pt x="19064" y="0"/>
                  </a:moveTo>
                  <a:lnTo>
                    <a:pt x="140108" y="23360"/>
                  </a:lnTo>
                  <a:lnTo>
                    <a:pt x="123402" y="105893"/>
                  </a:lnTo>
                  <a:lnTo>
                    <a:pt x="122725" y="105777"/>
                  </a:lnTo>
                  <a:lnTo>
                    <a:pt x="121716" y="105605"/>
                  </a:lnTo>
                  <a:lnTo>
                    <a:pt x="111965" y="155380"/>
                  </a:lnTo>
                  <a:lnTo>
                    <a:pt x="110086" y="156341"/>
                  </a:lnTo>
                  <a:lnTo>
                    <a:pt x="6359" y="140928"/>
                  </a:lnTo>
                  <a:lnTo>
                    <a:pt x="5093" y="140740"/>
                  </a:lnTo>
                  <a:lnTo>
                    <a:pt x="1896" y="128485"/>
                  </a:lnTo>
                  <a:lnTo>
                    <a:pt x="667" y="119644"/>
                  </a:lnTo>
                  <a:lnTo>
                    <a:pt x="0" y="105843"/>
                  </a:lnTo>
                  <a:lnTo>
                    <a:pt x="16995" y="12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421866" y="3314815"/>
              <a:ext cx="191267" cy="135766"/>
            </a:xfrm>
            <a:custGeom>
              <a:avLst/>
              <a:pathLst>
                <a:path w="191267" h="135766">
                  <a:moveTo>
                    <a:pt x="35807" y="118481"/>
                  </a:moveTo>
                  <a:lnTo>
                    <a:pt x="29365" y="119282"/>
                  </a:lnTo>
                  <a:lnTo>
                    <a:pt x="24166" y="121007"/>
                  </a:lnTo>
                  <a:lnTo>
                    <a:pt x="18335" y="121222"/>
                  </a:lnTo>
                  <a:lnTo>
                    <a:pt x="14190" y="121079"/>
                  </a:lnTo>
                  <a:lnTo>
                    <a:pt x="10397" y="121654"/>
                  </a:lnTo>
                  <a:lnTo>
                    <a:pt x="6814" y="122229"/>
                  </a:lnTo>
                  <a:lnTo>
                    <a:pt x="0" y="121151"/>
                  </a:lnTo>
                  <a:lnTo>
                    <a:pt x="486" y="119250"/>
                  </a:lnTo>
                  <a:lnTo>
                    <a:pt x="8078" y="89595"/>
                  </a:lnTo>
                  <a:lnTo>
                    <a:pt x="5479" y="89308"/>
                  </a:lnTo>
                  <a:lnTo>
                    <a:pt x="26547" y="0"/>
                  </a:lnTo>
                  <a:lnTo>
                    <a:pt x="191267" y="32585"/>
                  </a:lnTo>
                  <a:lnTo>
                    <a:pt x="94012" y="135766"/>
                  </a:lnTo>
                  <a:lnTo>
                    <a:pt x="54783" y="124309"/>
                  </a:lnTo>
                  <a:lnTo>
                    <a:pt x="54915" y="122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983441" y="3299256"/>
              <a:ext cx="311687" cy="590250"/>
            </a:xfrm>
            <a:custGeom>
              <a:avLst/>
              <a:pathLst>
                <a:path w="311687" h="590250">
                  <a:moveTo>
                    <a:pt x="207848" y="331432"/>
                  </a:moveTo>
                  <a:lnTo>
                    <a:pt x="212883" y="342323"/>
                  </a:lnTo>
                  <a:lnTo>
                    <a:pt x="269592" y="434274"/>
                  </a:lnTo>
                  <a:lnTo>
                    <a:pt x="231785" y="468818"/>
                  </a:lnTo>
                  <a:lnTo>
                    <a:pt x="170604" y="377345"/>
                  </a:lnTo>
                  <a:lnTo>
                    <a:pt x="162375" y="378828"/>
                  </a:lnTo>
                  <a:lnTo>
                    <a:pt x="195084" y="426786"/>
                  </a:lnTo>
                  <a:lnTo>
                    <a:pt x="227928" y="473756"/>
                  </a:lnTo>
                  <a:lnTo>
                    <a:pt x="200295" y="499208"/>
                  </a:lnTo>
                  <a:lnTo>
                    <a:pt x="187936" y="509387"/>
                  </a:lnTo>
                  <a:lnTo>
                    <a:pt x="178116" y="519142"/>
                  </a:lnTo>
                  <a:lnTo>
                    <a:pt x="106436" y="590250"/>
                  </a:lnTo>
                  <a:lnTo>
                    <a:pt x="96815" y="581130"/>
                  </a:lnTo>
                  <a:lnTo>
                    <a:pt x="90562" y="570564"/>
                  </a:lnTo>
                  <a:lnTo>
                    <a:pt x="47004" y="526052"/>
                  </a:lnTo>
                  <a:lnTo>
                    <a:pt x="41290" y="515571"/>
                  </a:lnTo>
                  <a:lnTo>
                    <a:pt x="39366" y="512042"/>
                  </a:lnTo>
                  <a:lnTo>
                    <a:pt x="37506" y="508629"/>
                  </a:lnTo>
                  <a:lnTo>
                    <a:pt x="37337" y="505006"/>
                  </a:lnTo>
                  <a:lnTo>
                    <a:pt x="38854" y="497300"/>
                  </a:lnTo>
                  <a:lnTo>
                    <a:pt x="39735" y="492807"/>
                  </a:lnTo>
                  <a:lnTo>
                    <a:pt x="44250" y="474414"/>
                  </a:lnTo>
                  <a:lnTo>
                    <a:pt x="49083" y="435311"/>
                  </a:lnTo>
                  <a:lnTo>
                    <a:pt x="51444" y="416622"/>
                  </a:lnTo>
                  <a:lnTo>
                    <a:pt x="52014" y="408238"/>
                  </a:lnTo>
                  <a:lnTo>
                    <a:pt x="52118" y="394081"/>
                  </a:lnTo>
                  <a:lnTo>
                    <a:pt x="51536" y="388140"/>
                  </a:lnTo>
                  <a:lnTo>
                    <a:pt x="49758" y="379935"/>
                  </a:lnTo>
                  <a:lnTo>
                    <a:pt x="44924" y="365559"/>
                  </a:lnTo>
                  <a:lnTo>
                    <a:pt x="40597" y="355841"/>
                  </a:lnTo>
                  <a:lnTo>
                    <a:pt x="36550" y="348020"/>
                  </a:lnTo>
                  <a:lnTo>
                    <a:pt x="24421" y="332699"/>
                  </a:lnTo>
                  <a:lnTo>
                    <a:pt x="12722" y="319666"/>
                  </a:lnTo>
                  <a:lnTo>
                    <a:pt x="7084" y="312999"/>
                  </a:lnTo>
                  <a:lnTo>
                    <a:pt x="3010" y="307842"/>
                  </a:lnTo>
                  <a:lnTo>
                    <a:pt x="322" y="303368"/>
                  </a:lnTo>
                  <a:lnTo>
                    <a:pt x="0" y="301852"/>
                  </a:lnTo>
                  <a:lnTo>
                    <a:pt x="581" y="300924"/>
                  </a:lnTo>
                  <a:lnTo>
                    <a:pt x="105667" y="316283"/>
                  </a:lnTo>
                  <a:lnTo>
                    <a:pt x="108655" y="314490"/>
                  </a:lnTo>
                  <a:lnTo>
                    <a:pt x="109893" y="313748"/>
                  </a:lnTo>
                  <a:lnTo>
                    <a:pt x="113694" y="291763"/>
                  </a:lnTo>
                  <a:lnTo>
                    <a:pt x="126978" y="234852"/>
                  </a:lnTo>
                  <a:lnTo>
                    <a:pt x="145741" y="147201"/>
                  </a:lnTo>
                  <a:lnTo>
                    <a:pt x="150527" y="120822"/>
                  </a:lnTo>
                  <a:lnTo>
                    <a:pt x="155922" y="95578"/>
                  </a:lnTo>
                  <a:lnTo>
                    <a:pt x="159816" y="83711"/>
                  </a:lnTo>
                  <a:lnTo>
                    <a:pt x="152483" y="82132"/>
                  </a:lnTo>
                  <a:lnTo>
                    <a:pt x="150148" y="90671"/>
                  </a:lnTo>
                  <a:lnTo>
                    <a:pt x="140804" y="124847"/>
                  </a:lnTo>
                  <a:lnTo>
                    <a:pt x="142940" y="125365"/>
                  </a:lnTo>
                  <a:lnTo>
                    <a:pt x="138624" y="148154"/>
                  </a:lnTo>
                  <a:lnTo>
                    <a:pt x="138387" y="149402"/>
                  </a:lnTo>
                  <a:lnTo>
                    <a:pt x="16460" y="126177"/>
                  </a:lnTo>
                  <a:lnTo>
                    <a:pt x="35516" y="22426"/>
                  </a:lnTo>
                  <a:lnTo>
                    <a:pt x="38775" y="22944"/>
                  </a:lnTo>
                  <a:lnTo>
                    <a:pt x="42878" y="1207"/>
                  </a:lnTo>
                  <a:lnTo>
                    <a:pt x="44620" y="0"/>
                  </a:lnTo>
                  <a:lnTo>
                    <a:pt x="206561" y="28994"/>
                  </a:lnTo>
                  <a:lnTo>
                    <a:pt x="208844" y="31438"/>
                  </a:lnTo>
                  <a:lnTo>
                    <a:pt x="198872" y="90204"/>
                  </a:lnTo>
                  <a:lnTo>
                    <a:pt x="241302" y="101004"/>
                  </a:lnTo>
                  <a:lnTo>
                    <a:pt x="242173" y="125429"/>
                  </a:lnTo>
                  <a:lnTo>
                    <a:pt x="242182" y="125686"/>
                  </a:lnTo>
                  <a:lnTo>
                    <a:pt x="242401" y="131833"/>
                  </a:lnTo>
                  <a:lnTo>
                    <a:pt x="250840" y="171911"/>
                  </a:lnTo>
                  <a:lnTo>
                    <a:pt x="245520" y="173667"/>
                  </a:lnTo>
                  <a:lnTo>
                    <a:pt x="259736" y="224980"/>
                  </a:lnTo>
                  <a:lnTo>
                    <a:pt x="264207" y="241119"/>
                  </a:lnTo>
                  <a:lnTo>
                    <a:pt x="262499" y="241463"/>
                  </a:lnTo>
                  <a:lnTo>
                    <a:pt x="261060" y="241752"/>
                  </a:lnTo>
                  <a:lnTo>
                    <a:pt x="279915" y="341837"/>
                  </a:lnTo>
                  <a:lnTo>
                    <a:pt x="311687" y="392132"/>
                  </a:lnTo>
                  <a:lnTo>
                    <a:pt x="274002" y="429586"/>
                  </a:lnTo>
                  <a:lnTo>
                    <a:pt x="223318" y="348686"/>
                  </a:lnTo>
                  <a:lnTo>
                    <a:pt x="217136" y="338054"/>
                  </a:lnTo>
                  <a:lnTo>
                    <a:pt x="213119" y="331146"/>
                  </a:lnTo>
                  <a:lnTo>
                    <a:pt x="203891" y="308827"/>
                  </a:lnTo>
                  <a:lnTo>
                    <a:pt x="198811" y="310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229696" y="3402727"/>
              <a:ext cx="78400" cy="128906"/>
            </a:xfrm>
            <a:custGeom>
              <a:avLst/>
              <a:pathLst>
                <a:path w="78400" h="128906">
                  <a:moveTo>
                    <a:pt x="6692" y="50052"/>
                  </a:moveTo>
                  <a:lnTo>
                    <a:pt x="6800" y="45025"/>
                  </a:lnTo>
                  <a:lnTo>
                    <a:pt x="4102" y="30534"/>
                  </a:lnTo>
                  <a:lnTo>
                    <a:pt x="156" y="2547"/>
                  </a:lnTo>
                  <a:lnTo>
                    <a:pt x="0" y="1437"/>
                  </a:lnTo>
                  <a:lnTo>
                    <a:pt x="1011" y="0"/>
                  </a:lnTo>
                  <a:lnTo>
                    <a:pt x="57437" y="15928"/>
                  </a:lnTo>
                  <a:lnTo>
                    <a:pt x="78400" y="114646"/>
                  </a:lnTo>
                  <a:lnTo>
                    <a:pt x="20510" y="128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293587" y="3421748"/>
              <a:ext cx="161635" cy="222317"/>
            </a:xfrm>
            <a:custGeom>
              <a:avLst/>
              <a:pathLst>
                <a:path w="161635" h="222317">
                  <a:moveTo>
                    <a:pt x="29587" y="143257"/>
                  </a:moveTo>
                  <a:lnTo>
                    <a:pt x="37341" y="141688"/>
                  </a:lnTo>
                  <a:lnTo>
                    <a:pt x="39244" y="140391"/>
                  </a:lnTo>
                  <a:lnTo>
                    <a:pt x="73171" y="132172"/>
                  </a:lnTo>
                  <a:lnTo>
                    <a:pt x="72537" y="129144"/>
                  </a:lnTo>
                  <a:lnTo>
                    <a:pt x="66513" y="130766"/>
                  </a:lnTo>
                  <a:lnTo>
                    <a:pt x="63447" y="131307"/>
                  </a:lnTo>
                  <a:lnTo>
                    <a:pt x="29039" y="140056"/>
                  </a:lnTo>
                  <a:lnTo>
                    <a:pt x="21525" y="96201"/>
                  </a:lnTo>
                  <a:lnTo>
                    <a:pt x="21659" y="93835"/>
                  </a:lnTo>
                  <a:lnTo>
                    <a:pt x="21942" y="92418"/>
                  </a:lnTo>
                  <a:lnTo>
                    <a:pt x="21605" y="90542"/>
                  </a:lnTo>
                  <a:lnTo>
                    <a:pt x="20972" y="89464"/>
                  </a:lnTo>
                  <a:lnTo>
                    <a:pt x="19737" y="88448"/>
                  </a:lnTo>
                  <a:lnTo>
                    <a:pt x="8364" y="37484"/>
                  </a:lnTo>
                  <a:lnTo>
                    <a:pt x="0" y="0"/>
                  </a:lnTo>
                  <a:lnTo>
                    <a:pt x="681" y="142"/>
                  </a:lnTo>
                  <a:lnTo>
                    <a:pt x="111360" y="23272"/>
                  </a:lnTo>
                  <a:lnTo>
                    <a:pt x="136063" y="66072"/>
                  </a:lnTo>
                  <a:lnTo>
                    <a:pt x="153479" y="101279"/>
                  </a:lnTo>
                  <a:lnTo>
                    <a:pt x="161635" y="117768"/>
                  </a:lnTo>
                  <a:lnTo>
                    <a:pt x="139967" y="137384"/>
                  </a:lnTo>
                  <a:lnTo>
                    <a:pt x="127970" y="148245"/>
                  </a:lnTo>
                  <a:lnTo>
                    <a:pt x="50829" y="222317"/>
                  </a:lnTo>
                  <a:lnTo>
                    <a:pt x="42324" y="206365"/>
                  </a:lnTo>
                  <a:lnTo>
                    <a:pt x="36901" y="179899"/>
                  </a:lnTo>
                  <a:lnTo>
                    <a:pt x="36151" y="179937"/>
                  </a:lnTo>
                  <a:lnTo>
                    <a:pt x="31460" y="154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2060706" y="3445004"/>
              <a:ext cx="58351" cy="30518"/>
            </a:xfrm>
            <a:custGeom>
              <a:avLst/>
              <a:pathLst>
                <a:path w="58351" h="30518">
                  <a:moveTo>
                    <a:pt x="0" y="20544"/>
                  </a:moveTo>
                  <a:lnTo>
                    <a:pt x="3986" y="0"/>
                  </a:lnTo>
                  <a:lnTo>
                    <a:pt x="58351" y="10388"/>
                  </a:lnTo>
                  <a:lnTo>
                    <a:pt x="54923" y="30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740547" y="2466138"/>
              <a:ext cx="583979" cy="801156"/>
            </a:xfrm>
            <a:custGeom>
              <a:avLst/>
              <a:pathLst>
                <a:path w="583979" h="801156">
                  <a:moveTo>
                    <a:pt x="127559" y="138668"/>
                  </a:moveTo>
                  <a:lnTo>
                    <a:pt x="241346" y="160550"/>
                  </a:lnTo>
                  <a:lnTo>
                    <a:pt x="250058" y="113684"/>
                  </a:lnTo>
                  <a:lnTo>
                    <a:pt x="260174" y="115122"/>
                  </a:lnTo>
                  <a:lnTo>
                    <a:pt x="260921" y="111878"/>
                  </a:lnTo>
                  <a:lnTo>
                    <a:pt x="274932" y="41647"/>
                  </a:lnTo>
                  <a:lnTo>
                    <a:pt x="280013" y="38767"/>
                  </a:lnTo>
                  <a:lnTo>
                    <a:pt x="282870" y="37147"/>
                  </a:lnTo>
                  <a:lnTo>
                    <a:pt x="282039" y="35719"/>
                  </a:lnTo>
                  <a:lnTo>
                    <a:pt x="279723" y="31742"/>
                  </a:lnTo>
                  <a:lnTo>
                    <a:pt x="331991" y="0"/>
                  </a:lnTo>
                  <a:lnTo>
                    <a:pt x="334547" y="4325"/>
                  </a:lnTo>
                  <a:lnTo>
                    <a:pt x="583979" y="426349"/>
                  </a:lnTo>
                  <a:lnTo>
                    <a:pt x="583866" y="429110"/>
                  </a:lnTo>
                  <a:lnTo>
                    <a:pt x="253739" y="627728"/>
                  </a:lnTo>
                  <a:lnTo>
                    <a:pt x="218458" y="672435"/>
                  </a:lnTo>
                  <a:lnTo>
                    <a:pt x="179539" y="696442"/>
                  </a:lnTo>
                  <a:lnTo>
                    <a:pt x="47746" y="774648"/>
                  </a:lnTo>
                  <a:lnTo>
                    <a:pt x="7140" y="799518"/>
                  </a:lnTo>
                  <a:lnTo>
                    <a:pt x="4482" y="800128"/>
                  </a:lnTo>
                  <a:lnTo>
                    <a:pt x="0" y="801156"/>
                  </a:lnTo>
                  <a:lnTo>
                    <a:pt x="223" y="800100"/>
                  </a:lnTo>
                  <a:lnTo>
                    <a:pt x="35295" y="634385"/>
                  </a:lnTo>
                  <a:lnTo>
                    <a:pt x="48811" y="570522"/>
                  </a:lnTo>
                  <a:lnTo>
                    <a:pt x="51484" y="544908"/>
                  </a:lnTo>
                  <a:lnTo>
                    <a:pt x="53652" y="524138"/>
                  </a:lnTo>
                  <a:lnTo>
                    <a:pt x="74240" y="419559"/>
                  </a:lnTo>
                  <a:lnTo>
                    <a:pt x="84464" y="367627"/>
                  </a:lnTo>
                  <a:lnTo>
                    <a:pt x="211790" y="392557"/>
                  </a:lnTo>
                  <a:lnTo>
                    <a:pt x="213898" y="380769"/>
                  </a:lnTo>
                  <a:lnTo>
                    <a:pt x="212115" y="380424"/>
                  </a:lnTo>
                  <a:lnTo>
                    <a:pt x="177094" y="373645"/>
                  </a:lnTo>
                  <a:lnTo>
                    <a:pt x="168958" y="372069"/>
                  </a:lnTo>
                  <a:lnTo>
                    <a:pt x="167427" y="371773"/>
                  </a:lnTo>
                  <a:lnTo>
                    <a:pt x="170209" y="351632"/>
                  </a:lnTo>
                  <a:lnTo>
                    <a:pt x="205098" y="357390"/>
                  </a:lnTo>
                  <a:lnTo>
                    <a:pt x="205343" y="355934"/>
                  </a:lnTo>
                  <a:lnTo>
                    <a:pt x="205800" y="353221"/>
                  </a:lnTo>
                  <a:lnTo>
                    <a:pt x="172416" y="347298"/>
                  </a:lnTo>
                  <a:lnTo>
                    <a:pt x="171011" y="344768"/>
                  </a:lnTo>
                  <a:lnTo>
                    <a:pt x="180734" y="258799"/>
                  </a:lnTo>
                  <a:lnTo>
                    <a:pt x="233170" y="266390"/>
                  </a:lnTo>
                  <a:lnTo>
                    <a:pt x="233564" y="263285"/>
                  </a:lnTo>
                  <a:lnTo>
                    <a:pt x="174777" y="254487"/>
                  </a:lnTo>
                  <a:lnTo>
                    <a:pt x="167190" y="319828"/>
                  </a:lnTo>
                  <a:lnTo>
                    <a:pt x="162750" y="371622"/>
                  </a:lnTo>
                  <a:lnTo>
                    <a:pt x="86259" y="356572"/>
                  </a:lnTo>
                  <a:lnTo>
                    <a:pt x="86385" y="355907"/>
                  </a:lnTo>
                  <a:lnTo>
                    <a:pt x="107596" y="243530"/>
                  </a:lnTo>
                  <a:lnTo>
                    <a:pt x="124129" y="155942"/>
                  </a:lnTo>
                  <a:lnTo>
                    <a:pt x="124413" y="154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252074" y="3523877"/>
              <a:ext cx="87032" cy="162569"/>
            </a:xfrm>
            <a:custGeom>
              <a:avLst/>
              <a:pathLst>
                <a:path w="87032" h="162569">
                  <a:moveTo>
                    <a:pt x="48337" y="162569"/>
                  </a:moveTo>
                  <a:lnTo>
                    <a:pt x="17703" y="114749"/>
                  </a:lnTo>
                  <a:lnTo>
                    <a:pt x="0" y="15468"/>
                  </a:lnTo>
                  <a:lnTo>
                    <a:pt x="41483" y="4208"/>
                  </a:lnTo>
                  <a:lnTo>
                    <a:pt x="56988" y="0"/>
                  </a:lnTo>
                  <a:lnTo>
                    <a:pt x="58084" y="2846"/>
                  </a:lnTo>
                  <a:lnTo>
                    <a:pt x="75713" y="98244"/>
                  </a:lnTo>
                  <a:lnTo>
                    <a:pt x="77642" y="108682"/>
                  </a:lnTo>
                  <a:lnTo>
                    <a:pt x="87032" y="125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717698" y="2577008"/>
              <a:ext cx="139418" cy="35030"/>
            </a:xfrm>
            <a:custGeom>
              <a:avLst/>
              <a:pathLst>
                <a:path w="139418" h="35030">
                  <a:moveTo>
                    <a:pt x="0" y="8984"/>
                  </a:moveTo>
                  <a:lnTo>
                    <a:pt x="1334" y="0"/>
                  </a:lnTo>
                  <a:lnTo>
                    <a:pt x="75801" y="13154"/>
                  </a:lnTo>
                  <a:lnTo>
                    <a:pt x="139418" y="25755"/>
                  </a:lnTo>
                  <a:lnTo>
                    <a:pt x="137936" y="35030"/>
                  </a:lnTo>
                  <a:lnTo>
                    <a:pt x="74035" y="22207"/>
                  </a:lnTo>
                  <a:lnTo>
                    <a:pt x="69939" y="21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89524" y="2604450"/>
              <a:ext cx="65073" cy="29165"/>
            </a:xfrm>
            <a:custGeom>
              <a:avLst/>
              <a:pathLst>
                <a:path w="65073" h="29165">
                  <a:moveTo>
                    <a:pt x="0" y="17157"/>
                  </a:moveTo>
                  <a:lnTo>
                    <a:pt x="3195" y="0"/>
                  </a:lnTo>
                  <a:lnTo>
                    <a:pt x="65073" y="11754"/>
                  </a:lnTo>
                  <a:lnTo>
                    <a:pt x="62155" y="29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713960" y="2590286"/>
              <a:ext cx="73143" cy="31022"/>
            </a:xfrm>
            <a:custGeom>
              <a:avLst/>
              <a:pathLst>
                <a:path w="73143" h="31022">
                  <a:moveTo>
                    <a:pt x="0" y="17752"/>
                  </a:moveTo>
                  <a:lnTo>
                    <a:pt x="3215" y="0"/>
                  </a:lnTo>
                  <a:lnTo>
                    <a:pt x="73143" y="13261"/>
                  </a:lnTo>
                  <a:lnTo>
                    <a:pt x="69617" y="31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809197" y="2630690"/>
              <a:ext cx="41703" cy="25045"/>
            </a:xfrm>
            <a:custGeom>
              <a:avLst/>
              <a:pathLst>
                <a:path w="41703" h="25045">
                  <a:moveTo>
                    <a:pt x="0" y="16880"/>
                  </a:moveTo>
                  <a:lnTo>
                    <a:pt x="3005" y="0"/>
                  </a:lnTo>
                  <a:lnTo>
                    <a:pt x="41703" y="7323"/>
                  </a:lnTo>
                  <a:lnTo>
                    <a:pt x="38666" y="25045"/>
                  </a:lnTo>
                  <a:lnTo>
                    <a:pt x="8164" y="18604"/>
                  </a:lnTo>
                  <a:lnTo>
                    <a:pt x="1437" y="1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85657" y="2626797"/>
              <a:ext cx="25144" cy="20658"/>
            </a:xfrm>
            <a:custGeom>
              <a:avLst/>
              <a:pathLst>
                <a:path w="25144" h="20658">
                  <a:moveTo>
                    <a:pt x="22302" y="20017"/>
                  </a:moveTo>
                  <a:lnTo>
                    <a:pt x="22191" y="20658"/>
                  </a:lnTo>
                  <a:lnTo>
                    <a:pt x="21554" y="20538"/>
                  </a:lnTo>
                  <a:lnTo>
                    <a:pt x="1892" y="16834"/>
                  </a:lnTo>
                  <a:lnTo>
                    <a:pt x="0" y="16477"/>
                  </a:lnTo>
                  <a:lnTo>
                    <a:pt x="146" y="15590"/>
                  </a:lnTo>
                  <a:lnTo>
                    <a:pt x="2652" y="468"/>
                  </a:lnTo>
                  <a:lnTo>
                    <a:pt x="2729" y="0"/>
                  </a:lnTo>
                  <a:lnTo>
                    <a:pt x="4316" y="256"/>
                  </a:lnTo>
                  <a:lnTo>
                    <a:pt x="24135" y="3464"/>
                  </a:lnTo>
                  <a:lnTo>
                    <a:pt x="25144" y="3627"/>
                  </a:lnTo>
                  <a:lnTo>
                    <a:pt x="24874" y="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781059" y="2647550"/>
              <a:ext cx="65913" cy="29479"/>
            </a:xfrm>
            <a:custGeom>
              <a:avLst/>
              <a:pathLst>
                <a:path w="65913" h="29479">
                  <a:moveTo>
                    <a:pt x="0" y="17835"/>
                  </a:moveTo>
                  <a:lnTo>
                    <a:pt x="2889" y="0"/>
                  </a:lnTo>
                  <a:lnTo>
                    <a:pt x="65913" y="11714"/>
                  </a:lnTo>
                  <a:lnTo>
                    <a:pt x="62919" y="28826"/>
                  </a:lnTo>
                  <a:lnTo>
                    <a:pt x="62805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709739" y="2611735"/>
              <a:ext cx="73308" cy="30727"/>
            </a:xfrm>
            <a:custGeom>
              <a:avLst/>
              <a:pathLst>
                <a:path w="73308" h="30727">
                  <a:moveTo>
                    <a:pt x="0" y="17078"/>
                  </a:moveTo>
                  <a:lnTo>
                    <a:pt x="2838" y="0"/>
                  </a:lnTo>
                  <a:lnTo>
                    <a:pt x="73308" y="13994"/>
                  </a:lnTo>
                  <a:lnTo>
                    <a:pt x="70231" y="30727"/>
                  </a:lnTo>
                  <a:lnTo>
                    <a:pt x="45295" y="25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706118" y="2633385"/>
              <a:ext cx="72931" cy="30620"/>
            </a:xfrm>
            <a:custGeom>
              <a:avLst/>
              <a:pathLst>
                <a:path w="72931" h="30620">
                  <a:moveTo>
                    <a:pt x="0" y="16791"/>
                  </a:moveTo>
                  <a:lnTo>
                    <a:pt x="2697" y="0"/>
                  </a:lnTo>
                  <a:lnTo>
                    <a:pt x="72931" y="13485"/>
                  </a:lnTo>
                  <a:lnTo>
                    <a:pt x="69630" y="30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777230" y="2669284"/>
              <a:ext cx="65387" cy="29252"/>
            </a:xfrm>
            <a:custGeom>
              <a:avLst/>
              <a:pathLst>
                <a:path w="65387" h="29252">
                  <a:moveTo>
                    <a:pt x="0" y="17620"/>
                  </a:moveTo>
                  <a:lnTo>
                    <a:pt x="3135" y="0"/>
                  </a:lnTo>
                  <a:lnTo>
                    <a:pt x="65387" y="12001"/>
                  </a:lnTo>
                  <a:lnTo>
                    <a:pt x="62464" y="29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757952" y="2665593"/>
              <a:ext cx="17257" cy="20059"/>
            </a:xfrm>
            <a:custGeom>
              <a:avLst/>
              <a:pathLst>
                <a:path w="17257" h="20059">
                  <a:moveTo>
                    <a:pt x="2149" y="17732"/>
                  </a:moveTo>
                  <a:lnTo>
                    <a:pt x="0" y="17308"/>
                  </a:lnTo>
                  <a:lnTo>
                    <a:pt x="3259" y="0"/>
                  </a:lnTo>
                  <a:lnTo>
                    <a:pt x="5260" y="450"/>
                  </a:lnTo>
                  <a:lnTo>
                    <a:pt x="17257" y="3152"/>
                  </a:lnTo>
                  <a:lnTo>
                    <a:pt x="13961" y="20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702302" y="2654891"/>
              <a:ext cx="56715" cy="27601"/>
            </a:xfrm>
            <a:custGeom>
              <a:avLst/>
              <a:pathLst>
                <a:path w="56715" h="27601">
                  <a:moveTo>
                    <a:pt x="2761" y="0"/>
                  </a:moveTo>
                  <a:lnTo>
                    <a:pt x="56715" y="10350"/>
                  </a:lnTo>
                  <a:lnTo>
                    <a:pt x="53568" y="27601"/>
                  </a:lnTo>
                  <a:lnTo>
                    <a:pt x="0" y="1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99101" y="2676045"/>
              <a:ext cx="139631" cy="38040"/>
            </a:xfrm>
            <a:custGeom>
              <a:avLst/>
              <a:pathLst>
                <a:path w="139631" h="38040">
                  <a:moveTo>
                    <a:pt x="0" y="11040"/>
                  </a:moveTo>
                  <a:lnTo>
                    <a:pt x="2135" y="0"/>
                  </a:lnTo>
                  <a:lnTo>
                    <a:pt x="63339" y="12232"/>
                  </a:lnTo>
                  <a:lnTo>
                    <a:pt x="139631" y="26649"/>
                  </a:lnTo>
                  <a:lnTo>
                    <a:pt x="136999" y="3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572827" y="2654341"/>
              <a:ext cx="121681" cy="30979"/>
            </a:xfrm>
            <a:custGeom>
              <a:avLst/>
              <a:pathLst>
                <a:path w="121681" h="30979">
                  <a:moveTo>
                    <a:pt x="1266" y="0"/>
                  </a:moveTo>
                  <a:lnTo>
                    <a:pt x="121681" y="21874"/>
                  </a:lnTo>
                  <a:lnTo>
                    <a:pt x="119920" y="30979"/>
                  </a:lnTo>
                  <a:lnTo>
                    <a:pt x="31488" y="13932"/>
                  </a:lnTo>
                  <a:lnTo>
                    <a:pt x="1047" y="8064"/>
                  </a:lnTo>
                  <a:lnTo>
                    <a:pt x="0" y="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640138" y="2644350"/>
              <a:ext cx="58545" cy="27318"/>
            </a:xfrm>
            <a:custGeom>
              <a:avLst/>
              <a:pathLst>
                <a:path w="58545" h="27318">
                  <a:moveTo>
                    <a:pt x="0" y="16773"/>
                  </a:moveTo>
                  <a:lnTo>
                    <a:pt x="3047" y="0"/>
                  </a:lnTo>
                  <a:lnTo>
                    <a:pt x="57252" y="9243"/>
                  </a:lnTo>
                  <a:lnTo>
                    <a:pt x="58545" y="9464"/>
                  </a:lnTo>
                  <a:lnTo>
                    <a:pt x="55258" y="2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600024" y="2636625"/>
              <a:ext cx="37747" cy="23384"/>
            </a:xfrm>
            <a:custGeom>
              <a:avLst/>
              <a:pathLst>
                <a:path w="37747" h="23384">
                  <a:moveTo>
                    <a:pt x="0" y="16950"/>
                  </a:moveTo>
                  <a:lnTo>
                    <a:pt x="2871" y="0"/>
                  </a:lnTo>
                  <a:lnTo>
                    <a:pt x="37747" y="5778"/>
                  </a:lnTo>
                  <a:lnTo>
                    <a:pt x="34784" y="23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575478" y="2590720"/>
              <a:ext cx="30676" cy="62166"/>
            </a:xfrm>
            <a:custGeom>
              <a:avLst/>
              <a:pathLst>
                <a:path w="30676" h="62166">
                  <a:moveTo>
                    <a:pt x="0" y="59318"/>
                  </a:moveTo>
                  <a:lnTo>
                    <a:pt x="11390" y="0"/>
                  </a:lnTo>
                  <a:lnTo>
                    <a:pt x="30676" y="3320"/>
                  </a:lnTo>
                  <a:lnTo>
                    <a:pt x="19171" y="62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603548" y="2615474"/>
              <a:ext cx="38054" cy="23302"/>
            </a:xfrm>
            <a:custGeom>
              <a:avLst/>
              <a:pathLst>
                <a:path w="38054" h="23302">
                  <a:moveTo>
                    <a:pt x="0" y="17445"/>
                  </a:moveTo>
                  <a:lnTo>
                    <a:pt x="3070" y="0"/>
                  </a:lnTo>
                  <a:lnTo>
                    <a:pt x="38054" y="6213"/>
                  </a:lnTo>
                  <a:lnTo>
                    <a:pt x="34894" y="23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607453" y="2594718"/>
              <a:ext cx="38069" cy="22131"/>
            </a:xfrm>
            <a:custGeom>
              <a:avLst/>
              <a:pathLst>
                <a:path w="38069" h="22131">
                  <a:moveTo>
                    <a:pt x="0" y="16013"/>
                  </a:moveTo>
                  <a:lnTo>
                    <a:pt x="2862" y="0"/>
                  </a:lnTo>
                  <a:lnTo>
                    <a:pt x="38069" y="5817"/>
                  </a:lnTo>
                  <a:lnTo>
                    <a:pt x="35043" y="22131"/>
                  </a:lnTo>
                  <a:lnTo>
                    <a:pt x="22548" y="19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644078" y="2621670"/>
              <a:ext cx="58960" cy="27750"/>
            </a:xfrm>
            <a:custGeom>
              <a:avLst/>
              <a:pathLst>
                <a:path w="58960" h="27750">
                  <a:moveTo>
                    <a:pt x="0" y="17766"/>
                  </a:moveTo>
                  <a:lnTo>
                    <a:pt x="3016" y="0"/>
                  </a:lnTo>
                  <a:lnTo>
                    <a:pt x="58960" y="10539"/>
                  </a:lnTo>
                  <a:lnTo>
                    <a:pt x="55956" y="27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648938" y="2601700"/>
              <a:ext cx="57737" cy="26861"/>
            </a:xfrm>
            <a:custGeom>
              <a:avLst/>
              <a:pathLst>
                <a:path w="57737" h="26861">
                  <a:moveTo>
                    <a:pt x="2841" y="0"/>
                  </a:moveTo>
                  <a:lnTo>
                    <a:pt x="57737" y="9286"/>
                  </a:lnTo>
                  <a:lnTo>
                    <a:pt x="54792" y="26861"/>
                  </a:lnTo>
                  <a:lnTo>
                    <a:pt x="0" y="16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587418" y="2559647"/>
              <a:ext cx="127001" cy="46818"/>
            </a:xfrm>
            <a:custGeom>
              <a:avLst/>
              <a:pathLst>
                <a:path w="127001" h="46818">
                  <a:moveTo>
                    <a:pt x="0" y="25618"/>
                  </a:moveTo>
                  <a:lnTo>
                    <a:pt x="4889" y="0"/>
                  </a:lnTo>
                  <a:lnTo>
                    <a:pt x="19066" y="2513"/>
                  </a:lnTo>
                  <a:lnTo>
                    <a:pt x="72499" y="11989"/>
                  </a:lnTo>
                  <a:lnTo>
                    <a:pt x="72718" y="10850"/>
                  </a:lnTo>
                  <a:lnTo>
                    <a:pt x="73427" y="7159"/>
                  </a:lnTo>
                  <a:lnTo>
                    <a:pt x="126214" y="16940"/>
                  </a:lnTo>
                  <a:lnTo>
                    <a:pt x="127001" y="17085"/>
                  </a:lnTo>
                  <a:lnTo>
                    <a:pt x="120653" y="46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553040" y="2665647"/>
              <a:ext cx="282918" cy="154225"/>
            </a:xfrm>
            <a:custGeom>
              <a:avLst/>
              <a:pathLst>
                <a:path w="282918" h="154225">
                  <a:moveTo>
                    <a:pt x="282918" y="50718"/>
                  </a:moveTo>
                  <a:lnTo>
                    <a:pt x="263697" y="154225"/>
                  </a:lnTo>
                  <a:lnTo>
                    <a:pt x="0" y="104887"/>
                  </a:lnTo>
                  <a:lnTo>
                    <a:pt x="195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994732" y="3431709"/>
              <a:ext cx="63224" cy="32882"/>
            </a:xfrm>
            <a:custGeom>
              <a:avLst/>
              <a:pathLst>
                <a:path w="63224" h="32882">
                  <a:moveTo>
                    <a:pt x="59338" y="31851"/>
                  </a:moveTo>
                  <a:lnTo>
                    <a:pt x="59122" y="32882"/>
                  </a:lnTo>
                  <a:lnTo>
                    <a:pt x="0" y="20809"/>
                  </a:lnTo>
                  <a:lnTo>
                    <a:pt x="3175" y="0"/>
                  </a:lnTo>
                  <a:lnTo>
                    <a:pt x="62116" y="11256"/>
                  </a:lnTo>
                  <a:lnTo>
                    <a:pt x="62821" y="12557"/>
                  </a:lnTo>
                  <a:lnTo>
                    <a:pt x="63224" y="13302"/>
                  </a:lnTo>
                  <a:lnTo>
                    <a:pt x="59996" y="2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77710" y="2504350"/>
              <a:ext cx="129960" cy="72619"/>
            </a:xfrm>
            <a:custGeom>
              <a:avLst/>
              <a:pathLst>
                <a:path w="129960" h="72619">
                  <a:moveTo>
                    <a:pt x="129960" y="6242"/>
                  </a:moveTo>
                  <a:lnTo>
                    <a:pt x="116917" y="72619"/>
                  </a:lnTo>
                  <a:lnTo>
                    <a:pt x="113138" y="72040"/>
                  </a:lnTo>
                  <a:lnTo>
                    <a:pt x="45456" y="61511"/>
                  </a:lnTo>
                  <a:lnTo>
                    <a:pt x="0" y="52313"/>
                  </a:lnTo>
                  <a:lnTo>
                    <a:pt x="10076" y="1802"/>
                  </a:lnTo>
                  <a:lnTo>
                    <a:pt x="12060" y="0"/>
                  </a:lnTo>
                  <a:lnTo>
                    <a:pt x="12857" y="144"/>
                  </a:lnTo>
                  <a:lnTo>
                    <a:pt x="101968" y="16302"/>
                  </a:lnTo>
                  <a:lnTo>
                    <a:pt x="104037" y="1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871413" y="2560291"/>
              <a:ext cx="57455" cy="28963"/>
            </a:xfrm>
            <a:custGeom>
              <a:avLst/>
              <a:pathLst>
                <a:path w="57455" h="28963">
                  <a:moveTo>
                    <a:pt x="0" y="17985"/>
                  </a:moveTo>
                  <a:lnTo>
                    <a:pt x="4204" y="0"/>
                  </a:lnTo>
                  <a:lnTo>
                    <a:pt x="57455" y="10511"/>
                  </a:lnTo>
                  <a:lnTo>
                    <a:pt x="53718" y="28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868376" y="2582714"/>
              <a:ext cx="55820" cy="28496"/>
            </a:xfrm>
            <a:custGeom>
              <a:avLst/>
              <a:pathLst>
                <a:path w="55820" h="28496">
                  <a:moveTo>
                    <a:pt x="0" y="17751"/>
                  </a:moveTo>
                  <a:lnTo>
                    <a:pt x="3503" y="0"/>
                  </a:lnTo>
                  <a:lnTo>
                    <a:pt x="55820" y="10511"/>
                  </a:lnTo>
                  <a:lnTo>
                    <a:pt x="52550" y="28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943149" y="2578031"/>
              <a:ext cx="42240" cy="24537"/>
            </a:xfrm>
            <a:custGeom>
              <a:avLst/>
              <a:pathLst>
                <a:path w="42240" h="24537">
                  <a:moveTo>
                    <a:pt x="0" y="16432"/>
                  </a:moveTo>
                  <a:lnTo>
                    <a:pt x="3448" y="0"/>
                  </a:lnTo>
                  <a:lnTo>
                    <a:pt x="42240" y="7486"/>
                  </a:lnTo>
                  <a:lnTo>
                    <a:pt x="38970" y="24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924548" y="2594307"/>
              <a:ext cx="56740" cy="28062"/>
            </a:xfrm>
            <a:custGeom>
              <a:avLst/>
              <a:pathLst>
                <a:path w="56740" h="28062">
                  <a:moveTo>
                    <a:pt x="56740" y="11081"/>
                  </a:moveTo>
                  <a:lnTo>
                    <a:pt x="53574" y="28062"/>
                  </a:lnTo>
                  <a:lnTo>
                    <a:pt x="994" y="18505"/>
                  </a:lnTo>
                  <a:lnTo>
                    <a:pt x="0" y="18792"/>
                  </a:lnTo>
                  <a:lnTo>
                    <a:pt x="331" y="17844"/>
                  </a:lnTo>
                  <a:lnTo>
                    <a:pt x="37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929335" y="2575240"/>
              <a:ext cx="16821" cy="19139"/>
            </a:xfrm>
            <a:custGeom>
              <a:avLst/>
              <a:pathLst>
                <a:path w="16821" h="19139">
                  <a:moveTo>
                    <a:pt x="16821" y="2705"/>
                  </a:moveTo>
                  <a:lnTo>
                    <a:pt x="13409" y="19139"/>
                  </a:lnTo>
                  <a:lnTo>
                    <a:pt x="0" y="16350"/>
                  </a:lnTo>
                  <a:lnTo>
                    <a:pt x="2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680944" y="2806512"/>
              <a:ext cx="53485" cy="31569"/>
            </a:xfrm>
            <a:custGeom>
              <a:avLst/>
              <a:pathLst>
                <a:path w="53485" h="31569">
                  <a:moveTo>
                    <a:pt x="0" y="21945"/>
                  </a:moveTo>
                  <a:lnTo>
                    <a:pt x="529" y="19063"/>
                  </a:lnTo>
                  <a:lnTo>
                    <a:pt x="596" y="18698"/>
                  </a:lnTo>
                  <a:lnTo>
                    <a:pt x="779" y="17704"/>
                  </a:lnTo>
                  <a:lnTo>
                    <a:pt x="1086" y="16035"/>
                  </a:lnTo>
                  <a:lnTo>
                    <a:pt x="1598" y="13249"/>
                  </a:lnTo>
                  <a:lnTo>
                    <a:pt x="1997" y="11077"/>
                  </a:lnTo>
                  <a:lnTo>
                    <a:pt x="2756" y="6950"/>
                  </a:lnTo>
                  <a:lnTo>
                    <a:pt x="3216" y="4450"/>
                  </a:lnTo>
                  <a:lnTo>
                    <a:pt x="3471" y="3060"/>
                  </a:lnTo>
                  <a:lnTo>
                    <a:pt x="3633" y="2179"/>
                  </a:lnTo>
                  <a:lnTo>
                    <a:pt x="3767" y="1454"/>
                  </a:lnTo>
                  <a:lnTo>
                    <a:pt x="4034" y="0"/>
                  </a:lnTo>
                  <a:lnTo>
                    <a:pt x="5477" y="282"/>
                  </a:lnTo>
                  <a:lnTo>
                    <a:pt x="53485" y="9687"/>
                  </a:lnTo>
                  <a:lnTo>
                    <a:pt x="49278" y="31569"/>
                  </a:lnTo>
                  <a:lnTo>
                    <a:pt x="7421" y="23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733576" y="2816922"/>
              <a:ext cx="55553" cy="31448"/>
            </a:xfrm>
            <a:custGeom>
              <a:avLst/>
              <a:pathLst>
                <a:path w="55553" h="31448">
                  <a:moveTo>
                    <a:pt x="55553" y="9993"/>
                  </a:moveTo>
                  <a:lnTo>
                    <a:pt x="55464" y="10648"/>
                  </a:lnTo>
                  <a:lnTo>
                    <a:pt x="51438" y="31448"/>
                  </a:lnTo>
                  <a:lnTo>
                    <a:pt x="0" y="21383"/>
                  </a:lnTo>
                  <a:lnTo>
                    <a:pt x="45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86294" y="2827873"/>
              <a:ext cx="28617" cy="46793"/>
            </a:xfrm>
            <a:custGeom>
              <a:avLst/>
              <a:pathLst>
                <a:path w="28617" h="46793">
                  <a:moveTo>
                    <a:pt x="20266" y="46793"/>
                  </a:moveTo>
                  <a:lnTo>
                    <a:pt x="0" y="42709"/>
                  </a:lnTo>
                  <a:lnTo>
                    <a:pt x="7723" y="0"/>
                  </a:lnTo>
                  <a:lnTo>
                    <a:pt x="28617" y="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677172" y="2831439"/>
              <a:ext cx="54187" cy="27782"/>
            </a:xfrm>
            <a:custGeom>
              <a:avLst/>
              <a:pathLst>
                <a:path w="54187" h="27782">
                  <a:moveTo>
                    <a:pt x="0" y="17534"/>
                  </a:moveTo>
                  <a:lnTo>
                    <a:pt x="1449" y="9650"/>
                  </a:lnTo>
                  <a:lnTo>
                    <a:pt x="2133" y="5929"/>
                  </a:lnTo>
                  <a:lnTo>
                    <a:pt x="3223" y="0"/>
                  </a:lnTo>
                  <a:lnTo>
                    <a:pt x="53131" y="9355"/>
                  </a:lnTo>
                  <a:lnTo>
                    <a:pt x="54187" y="27782"/>
                  </a:lnTo>
                  <a:lnTo>
                    <a:pt x="5901" y="18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733521" y="2841782"/>
              <a:ext cx="52438" cy="27227"/>
            </a:xfrm>
            <a:custGeom>
              <a:avLst/>
              <a:pathLst>
                <a:path w="52438" h="27227">
                  <a:moveTo>
                    <a:pt x="52438" y="9581"/>
                  </a:moveTo>
                  <a:lnTo>
                    <a:pt x="49039" y="27227"/>
                  </a:lnTo>
                  <a:lnTo>
                    <a:pt x="1580" y="18688"/>
                  </a:lnTo>
                  <a:lnTo>
                    <a:pt x="0" y="0"/>
                  </a:lnTo>
                  <a:lnTo>
                    <a:pt x="9864" y="1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665712" y="2853596"/>
              <a:ext cx="49628" cy="64799"/>
            </a:xfrm>
            <a:custGeom>
              <a:avLst/>
              <a:pathLst>
                <a:path w="49628" h="64799">
                  <a:moveTo>
                    <a:pt x="0" y="57709"/>
                  </a:moveTo>
                  <a:lnTo>
                    <a:pt x="3636" y="37930"/>
                  </a:lnTo>
                  <a:lnTo>
                    <a:pt x="3780" y="37145"/>
                  </a:lnTo>
                  <a:lnTo>
                    <a:pt x="6812" y="20652"/>
                  </a:lnTo>
                  <a:lnTo>
                    <a:pt x="7634" y="16185"/>
                  </a:lnTo>
                  <a:lnTo>
                    <a:pt x="9579" y="5601"/>
                  </a:lnTo>
                  <a:lnTo>
                    <a:pt x="9883" y="3948"/>
                  </a:lnTo>
                  <a:lnTo>
                    <a:pt x="10273" y="1829"/>
                  </a:lnTo>
                  <a:lnTo>
                    <a:pt x="10609" y="0"/>
                  </a:lnTo>
                  <a:lnTo>
                    <a:pt x="29136" y="3319"/>
                  </a:lnTo>
                  <a:lnTo>
                    <a:pt x="32026" y="4633"/>
                  </a:lnTo>
                  <a:lnTo>
                    <a:pt x="49628" y="7786"/>
                  </a:lnTo>
                  <a:lnTo>
                    <a:pt x="37279" y="64799"/>
                  </a:lnTo>
                  <a:lnTo>
                    <a:pt x="19677" y="61383"/>
                  </a:lnTo>
                  <a:lnTo>
                    <a:pt x="16787" y="60857"/>
                  </a:lnTo>
                  <a:lnTo>
                    <a:pt x="9383" y="59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705882" y="2862433"/>
              <a:ext cx="27767" cy="60691"/>
            </a:xfrm>
            <a:custGeom>
              <a:avLst/>
              <a:pathLst>
                <a:path w="27767" h="60691">
                  <a:moveTo>
                    <a:pt x="19178" y="60691"/>
                  </a:moveTo>
                  <a:lnTo>
                    <a:pt x="0" y="56750"/>
                  </a:lnTo>
                  <a:lnTo>
                    <a:pt x="12348" y="0"/>
                  </a:lnTo>
                  <a:lnTo>
                    <a:pt x="26297" y="2750"/>
                  </a:lnTo>
                  <a:lnTo>
                    <a:pt x="27767" y="2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727491" y="2866778"/>
              <a:ext cx="31145" cy="60492"/>
            </a:xfrm>
            <a:custGeom>
              <a:avLst/>
              <a:pathLst>
                <a:path w="31145" h="60492">
                  <a:moveTo>
                    <a:pt x="20185" y="60492"/>
                  </a:moveTo>
                  <a:lnTo>
                    <a:pt x="0" y="56792"/>
                  </a:lnTo>
                  <a:lnTo>
                    <a:pt x="11610" y="0"/>
                  </a:lnTo>
                  <a:lnTo>
                    <a:pt x="31145" y="2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749531" y="2869809"/>
              <a:ext cx="31527" cy="61742"/>
            </a:xfrm>
            <a:custGeom>
              <a:avLst/>
              <a:pathLst>
                <a:path w="31527" h="61742">
                  <a:moveTo>
                    <a:pt x="20229" y="61742"/>
                  </a:moveTo>
                  <a:lnTo>
                    <a:pt x="0" y="57801"/>
                  </a:lnTo>
                  <a:lnTo>
                    <a:pt x="11297" y="0"/>
                  </a:lnTo>
                  <a:lnTo>
                    <a:pt x="31527" y="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773176" y="2874013"/>
              <a:ext cx="32685" cy="63248"/>
            </a:xfrm>
            <a:custGeom>
              <a:avLst/>
              <a:pathLst>
                <a:path w="32685" h="63248">
                  <a:moveTo>
                    <a:pt x="32685" y="4228"/>
                  </a:moveTo>
                  <a:lnTo>
                    <a:pt x="25816" y="39349"/>
                  </a:lnTo>
                  <a:lnTo>
                    <a:pt x="21091" y="63248"/>
                  </a:lnTo>
                  <a:lnTo>
                    <a:pt x="0" y="58326"/>
                  </a:lnTo>
                  <a:lnTo>
                    <a:pt x="11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2399" y="1759894"/>
              <a:ext cx="144491" cy="109203"/>
            </a:xfrm>
            <a:custGeom>
              <a:avLst/>
              <a:pathLst>
                <a:path w="144491" h="109203">
                  <a:moveTo>
                    <a:pt x="0" y="74360"/>
                  </a:moveTo>
                  <a:lnTo>
                    <a:pt x="122735" y="0"/>
                  </a:lnTo>
                  <a:lnTo>
                    <a:pt x="144491" y="38533"/>
                  </a:lnTo>
                  <a:lnTo>
                    <a:pt x="24631" y="1092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37263" y="1793434"/>
              <a:ext cx="52894" cy="44099"/>
            </a:xfrm>
            <a:custGeom>
              <a:avLst/>
              <a:pathLst>
                <a:path w="52894" h="44099">
                  <a:moveTo>
                    <a:pt x="0" y="24678"/>
                  </a:moveTo>
                  <a:lnTo>
                    <a:pt x="41882" y="0"/>
                  </a:lnTo>
                  <a:lnTo>
                    <a:pt x="52894" y="18729"/>
                  </a:lnTo>
                  <a:lnTo>
                    <a:pt x="11375" y="4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706957" y="1808394"/>
              <a:ext cx="37357" cy="42471"/>
            </a:xfrm>
            <a:custGeom>
              <a:avLst/>
              <a:pathLst>
                <a:path w="37357" h="42471">
                  <a:moveTo>
                    <a:pt x="0" y="11213"/>
                  </a:moveTo>
                  <a:lnTo>
                    <a:pt x="18546" y="0"/>
                  </a:lnTo>
                  <a:lnTo>
                    <a:pt x="37357" y="31391"/>
                  </a:lnTo>
                  <a:lnTo>
                    <a:pt x="18804" y="42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45554" y="1812386"/>
              <a:ext cx="36842" cy="42673"/>
            </a:xfrm>
            <a:custGeom>
              <a:avLst/>
              <a:pathLst>
                <a:path w="36842" h="42673">
                  <a:moveTo>
                    <a:pt x="18384" y="42673"/>
                  </a:moveTo>
                  <a:lnTo>
                    <a:pt x="0" y="10684"/>
                  </a:lnTo>
                  <a:lnTo>
                    <a:pt x="18689" y="0"/>
                  </a:lnTo>
                  <a:lnTo>
                    <a:pt x="36842" y="321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52983" y="1716177"/>
              <a:ext cx="27032" cy="27652"/>
            </a:xfrm>
            <a:custGeom>
              <a:avLst/>
              <a:pathLst>
                <a:path w="27032" h="27652">
                  <a:moveTo>
                    <a:pt x="0" y="8880"/>
                  </a:moveTo>
                  <a:lnTo>
                    <a:pt x="16024" y="0"/>
                  </a:lnTo>
                  <a:lnTo>
                    <a:pt x="27032" y="17908"/>
                  </a:lnTo>
                  <a:lnTo>
                    <a:pt x="10540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88373" y="1723454"/>
              <a:ext cx="42325" cy="52381"/>
            </a:xfrm>
            <a:custGeom>
              <a:avLst/>
              <a:pathLst>
                <a:path w="42325" h="52381">
                  <a:moveTo>
                    <a:pt x="0" y="10983"/>
                  </a:moveTo>
                  <a:lnTo>
                    <a:pt x="17984" y="0"/>
                  </a:lnTo>
                  <a:lnTo>
                    <a:pt x="42325" y="42031"/>
                  </a:lnTo>
                  <a:lnTo>
                    <a:pt x="24565" y="52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1071" y="1849318"/>
              <a:ext cx="89689" cy="68255"/>
            </a:xfrm>
            <a:custGeom>
              <a:avLst/>
              <a:pathLst>
                <a:path w="89689" h="68255">
                  <a:moveTo>
                    <a:pt x="15736" y="68255"/>
                  </a:moveTo>
                  <a:lnTo>
                    <a:pt x="0" y="45972"/>
                  </a:lnTo>
                  <a:lnTo>
                    <a:pt x="75727" y="0"/>
                  </a:lnTo>
                  <a:lnTo>
                    <a:pt x="89689" y="24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30895" y="1849415"/>
              <a:ext cx="43023" cy="52393"/>
            </a:xfrm>
            <a:custGeom>
              <a:avLst/>
              <a:pathLst>
                <a:path w="43023" h="52393">
                  <a:moveTo>
                    <a:pt x="0" y="10977"/>
                  </a:moveTo>
                  <a:lnTo>
                    <a:pt x="18865" y="0"/>
                  </a:lnTo>
                  <a:lnTo>
                    <a:pt x="43023" y="40659"/>
                  </a:lnTo>
                  <a:lnTo>
                    <a:pt x="24285" y="52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44022" y="1849005"/>
              <a:ext cx="52618" cy="43454"/>
            </a:xfrm>
            <a:custGeom>
              <a:avLst/>
              <a:pathLst>
                <a:path w="52618" h="43454">
                  <a:moveTo>
                    <a:pt x="10815" y="43454"/>
                  </a:moveTo>
                  <a:lnTo>
                    <a:pt x="0" y="23648"/>
                  </a:lnTo>
                  <a:lnTo>
                    <a:pt x="41799" y="0"/>
                  </a:lnTo>
                  <a:lnTo>
                    <a:pt x="52618" y="19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7320" y="1526085"/>
              <a:ext cx="40257" cy="27812"/>
            </a:xfrm>
            <a:custGeom>
              <a:avLst/>
              <a:pathLst>
                <a:path w="40257" h="27812">
                  <a:moveTo>
                    <a:pt x="3134" y="27812"/>
                  </a:moveTo>
                  <a:lnTo>
                    <a:pt x="0" y="21951"/>
                  </a:lnTo>
                  <a:lnTo>
                    <a:pt x="19018" y="10143"/>
                  </a:lnTo>
                  <a:lnTo>
                    <a:pt x="37177" y="0"/>
                  </a:lnTo>
                  <a:lnTo>
                    <a:pt x="40257" y="4539"/>
                  </a:lnTo>
                  <a:lnTo>
                    <a:pt x="23885" y="145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3899" y="1533530"/>
              <a:ext cx="70118" cy="73099"/>
            </a:xfrm>
            <a:custGeom>
              <a:avLst/>
              <a:pathLst>
                <a:path w="70118" h="73099">
                  <a:moveTo>
                    <a:pt x="0" y="25445"/>
                  </a:moveTo>
                  <a:lnTo>
                    <a:pt x="42607" y="0"/>
                  </a:lnTo>
                  <a:lnTo>
                    <a:pt x="70118" y="47491"/>
                  </a:lnTo>
                  <a:lnTo>
                    <a:pt x="26835" y="73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7499" y="1564290"/>
              <a:ext cx="63784" cy="68520"/>
            </a:xfrm>
            <a:custGeom>
              <a:avLst/>
              <a:pathLst>
                <a:path w="63784" h="68520">
                  <a:moveTo>
                    <a:pt x="28747" y="68520"/>
                  </a:moveTo>
                  <a:lnTo>
                    <a:pt x="0" y="18329"/>
                  </a:lnTo>
                  <a:lnTo>
                    <a:pt x="36587" y="0"/>
                  </a:lnTo>
                  <a:lnTo>
                    <a:pt x="63784" y="48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60953" y="1877135"/>
              <a:ext cx="52201" cy="43859"/>
            </a:xfrm>
            <a:custGeom>
              <a:avLst/>
              <a:pathLst>
                <a:path w="52201" h="43859">
                  <a:moveTo>
                    <a:pt x="10995" y="43859"/>
                  </a:moveTo>
                  <a:lnTo>
                    <a:pt x="0" y="24515"/>
                  </a:lnTo>
                  <a:lnTo>
                    <a:pt x="40739" y="0"/>
                  </a:lnTo>
                  <a:lnTo>
                    <a:pt x="52201" y="19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7572" y="1860729"/>
              <a:ext cx="75598" cy="71321"/>
            </a:xfrm>
            <a:custGeom>
              <a:avLst/>
              <a:pathLst>
                <a:path w="75598" h="71321">
                  <a:moveTo>
                    <a:pt x="27142" y="71321"/>
                  </a:moveTo>
                  <a:lnTo>
                    <a:pt x="0" y="22619"/>
                  </a:lnTo>
                  <a:lnTo>
                    <a:pt x="37324" y="0"/>
                  </a:lnTo>
                  <a:lnTo>
                    <a:pt x="41202" y="5606"/>
                  </a:lnTo>
                  <a:lnTo>
                    <a:pt x="51480" y="6058"/>
                  </a:lnTo>
                  <a:lnTo>
                    <a:pt x="75598" y="43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63204" y="1879901"/>
              <a:ext cx="85376" cy="66445"/>
            </a:xfrm>
            <a:custGeom>
              <a:avLst/>
              <a:pathLst>
                <a:path w="85376" h="66445">
                  <a:moveTo>
                    <a:pt x="14612" y="66445"/>
                  </a:moveTo>
                  <a:lnTo>
                    <a:pt x="0" y="43372"/>
                  </a:lnTo>
                  <a:lnTo>
                    <a:pt x="70954" y="0"/>
                  </a:lnTo>
                  <a:lnTo>
                    <a:pt x="85376" y="251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34486" y="1770825"/>
              <a:ext cx="66057" cy="60107"/>
            </a:xfrm>
            <a:custGeom>
              <a:avLst/>
              <a:pathLst>
                <a:path w="66057" h="60107">
                  <a:moveTo>
                    <a:pt x="9441" y="23116"/>
                  </a:moveTo>
                  <a:lnTo>
                    <a:pt x="13151" y="19666"/>
                  </a:lnTo>
                  <a:lnTo>
                    <a:pt x="46085" y="0"/>
                  </a:lnTo>
                  <a:lnTo>
                    <a:pt x="66057" y="31901"/>
                  </a:lnTo>
                  <a:lnTo>
                    <a:pt x="33598" y="50652"/>
                  </a:lnTo>
                  <a:lnTo>
                    <a:pt x="18862" y="60107"/>
                  </a:lnTo>
                  <a:lnTo>
                    <a:pt x="8655" y="42610"/>
                  </a:lnTo>
                  <a:lnTo>
                    <a:pt x="0" y="27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7632" y="1753521"/>
              <a:ext cx="33751" cy="28245"/>
            </a:xfrm>
            <a:custGeom>
              <a:avLst/>
              <a:pathLst>
                <a:path w="33751" h="28245">
                  <a:moveTo>
                    <a:pt x="0" y="14444"/>
                  </a:moveTo>
                  <a:lnTo>
                    <a:pt x="24928" y="0"/>
                  </a:lnTo>
                  <a:lnTo>
                    <a:pt x="33751" y="12326"/>
                  </a:lnTo>
                  <a:lnTo>
                    <a:pt x="7193" y="28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5074" y="1769245"/>
              <a:ext cx="37647" cy="30477"/>
            </a:xfrm>
            <a:custGeom>
              <a:avLst/>
              <a:pathLst>
                <a:path w="37647" h="30477">
                  <a:moveTo>
                    <a:pt x="9231" y="29291"/>
                  </a:moveTo>
                  <a:lnTo>
                    <a:pt x="7998" y="30204"/>
                  </a:lnTo>
                  <a:lnTo>
                    <a:pt x="0" y="17029"/>
                  </a:lnTo>
                  <a:lnTo>
                    <a:pt x="27777" y="0"/>
                  </a:lnTo>
                  <a:lnTo>
                    <a:pt x="37647" y="13140"/>
                  </a:lnTo>
                  <a:lnTo>
                    <a:pt x="9968" y="304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2023" y="1786245"/>
              <a:ext cx="41655" cy="49623"/>
            </a:xfrm>
            <a:custGeom>
              <a:avLst/>
              <a:pathLst>
                <a:path w="41655" h="49623">
                  <a:moveTo>
                    <a:pt x="18883" y="6469"/>
                  </a:moveTo>
                  <a:lnTo>
                    <a:pt x="41655" y="40906"/>
                  </a:lnTo>
                  <a:lnTo>
                    <a:pt x="25916" y="49623"/>
                  </a:lnTo>
                  <a:lnTo>
                    <a:pt x="5503" y="16936"/>
                  </a:lnTo>
                  <a:lnTo>
                    <a:pt x="0" y="7360"/>
                  </a:lnTo>
                  <a:lnTo>
                    <a:pt x="127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6289" y="1806619"/>
              <a:ext cx="36530" cy="30121"/>
            </a:xfrm>
            <a:custGeom>
              <a:avLst/>
              <a:pathLst>
                <a:path w="36530" h="30121">
                  <a:moveTo>
                    <a:pt x="0" y="15522"/>
                  </a:moveTo>
                  <a:lnTo>
                    <a:pt x="28113" y="0"/>
                  </a:lnTo>
                  <a:lnTo>
                    <a:pt x="36530" y="14423"/>
                  </a:lnTo>
                  <a:lnTo>
                    <a:pt x="8540" y="30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69223" y="1785651"/>
              <a:ext cx="52779" cy="43964"/>
            </a:xfrm>
            <a:custGeom>
              <a:avLst/>
              <a:pathLst>
                <a:path w="52779" h="43964">
                  <a:moveTo>
                    <a:pt x="52779" y="19234"/>
                  </a:moveTo>
                  <a:lnTo>
                    <a:pt x="10651" y="43964"/>
                  </a:lnTo>
                  <a:lnTo>
                    <a:pt x="0" y="24852"/>
                  </a:lnTo>
                  <a:lnTo>
                    <a:pt x="415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67849" y="1858242"/>
              <a:ext cx="41968" cy="52739"/>
            </a:xfrm>
            <a:custGeom>
              <a:avLst/>
              <a:pathLst>
                <a:path w="41968" h="52739">
                  <a:moveTo>
                    <a:pt x="23992" y="52739"/>
                  </a:moveTo>
                  <a:lnTo>
                    <a:pt x="0" y="10761"/>
                  </a:lnTo>
                  <a:lnTo>
                    <a:pt x="18102" y="0"/>
                  </a:lnTo>
                  <a:lnTo>
                    <a:pt x="41968" y="4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4740" y="1862272"/>
              <a:ext cx="48383" cy="38893"/>
            </a:xfrm>
            <a:custGeom>
              <a:avLst/>
              <a:pathLst>
                <a:path w="48383" h="38893">
                  <a:moveTo>
                    <a:pt x="0" y="21401"/>
                  </a:moveTo>
                  <a:lnTo>
                    <a:pt x="36836" y="0"/>
                  </a:lnTo>
                  <a:lnTo>
                    <a:pt x="48383" y="17888"/>
                  </a:lnTo>
                  <a:lnTo>
                    <a:pt x="10554" y="388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707080" y="1863370"/>
              <a:ext cx="42396" cy="52411"/>
            </a:xfrm>
            <a:custGeom>
              <a:avLst/>
              <a:pathLst>
                <a:path w="42396" h="52411">
                  <a:moveTo>
                    <a:pt x="24105" y="52411"/>
                  </a:moveTo>
                  <a:lnTo>
                    <a:pt x="0" y="10788"/>
                  </a:lnTo>
                  <a:lnTo>
                    <a:pt x="18447" y="0"/>
                  </a:lnTo>
                  <a:lnTo>
                    <a:pt x="42396" y="41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54756" y="1760998"/>
              <a:ext cx="51934" cy="42348"/>
            </a:xfrm>
            <a:custGeom>
              <a:avLst/>
              <a:pathLst>
                <a:path w="51934" h="42348">
                  <a:moveTo>
                    <a:pt x="0" y="23853"/>
                  </a:moveTo>
                  <a:lnTo>
                    <a:pt x="41325" y="0"/>
                  </a:lnTo>
                  <a:lnTo>
                    <a:pt x="51934" y="18442"/>
                  </a:lnTo>
                  <a:lnTo>
                    <a:pt x="12107" y="42348"/>
                  </a:lnTo>
                  <a:lnTo>
                    <a:pt x="9958" y="418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15696" y="1770072"/>
              <a:ext cx="37655" cy="43856"/>
            </a:xfrm>
            <a:custGeom>
              <a:avLst/>
              <a:pathLst>
                <a:path w="37655" h="43856">
                  <a:moveTo>
                    <a:pt x="0" y="11021"/>
                  </a:moveTo>
                  <a:lnTo>
                    <a:pt x="19150" y="0"/>
                  </a:lnTo>
                  <a:lnTo>
                    <a:pt x="37655" y="33160"/>
                  </a:lnTo>
                  <a:lnTo>
                    <a:pt x="19052" y="43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77315" y="1592047"/>
              <a:ext cx="132341" cy="183247"/>
            </a:xfrm>
            <a:custGeom>
              <a:avLst/>
              <a:pathLst>
                <a:path w="132341" h="183247">
                  <a:moveTo>
                    <a:pt x="0" y="25963"/>
                  </a:moveTo>
                  <a:lnTo>
                    <a:pt x="42572" y="0"/>
                  </a:lnTo>
                  <a:lnTo>
                    <a:pt x="132341" y="158287"/>
                  </a:lnTo>
                  <a:lnTo>
                    <a:pt x="89121" y="1832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6363" y="1997082"/>
              <a:ext cx="58252" cy="44064"/>
            </a:xfrm>
            <a:custGeom>
              <a:avLst/>
              <a:pathLst>
                <a:path w="58252" h="44064">
                  <a:moveTo>
                    <a:pt x="0" y="24927"/>
                  </a:moveTo>
                  <a:lnTo>
                    <a:pt x="47504" y="0"/>
                  </a:lnTo>
                  <a:lnTo>
                    <a:pt x="58252" y="19752"/>
                  </a:lnTo>
                  <a:lnTo>
                    <a:pt x="10591" y="44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7797" y="1891150"/>
              <a:ext cx="44156" cy="54208"/>
            </a:xfrm>
            <a:custGeom>
              <a:avLst/>
              <a:pathLst>
                <a:path w="44156" h="54208">
                  <a:moveTo>
                    <a:pt x="18476" y="0"/>
                  </a:moveTo>
                  <a:lnTo>
                    <a:pt x="44156" y="42006"/>
                  </a:lnTo>
                  <a:lnTo>
                    <a:pt x="24556" y="54208"/>
                  </a:lnTo>
                  <a:lnTo>
                    <a:pt x="0" y="11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97638" y="1901434"/>
              <a:ext cx="43100" cy="50854"/>
            </a:xfrm>
            <a:custGeom>
              <a:avLst/>
              <a:pathLst>
                <a:path w="43100" h="50854">
                  <a:moveTo>
                    <a:pt x="24031" y="50854"/>
                  </a:moveTo>
                  <a:lnTo>
                    <a:pt x="0" y="10160"/>
                  </a:lnTo>
                  <a:lnTo>
                    <a:pt x="18170" y="0"/>
                  </a:lnTo>
                  <a:lnTo>
                    <a:pt x="43100" y="40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400" y="1908382"/>
              <a:ext cx="112058" cy="79209"/>
            </a:xfrm>
            <a:custGeom>
              <a:avLst/>
              <a:pathLst>
                <a:path w="112058" h="79209">
                  <a:moveTo>
                    <a:pt x="0" y="49855"/>
                  </a:moveTo>
                  <a:lnTo>
                    <a:pt x="90962" y="0"/>
                  </a:lnTo>
                  <a:lnTo>
                    <a:pt x="101942" y="14986"/>
                  </a:lnTo>
                  <a:lnTo>
                    <a:pt x="105019" y="16280"/>
                  </a:lnTo>
                  <a:lnTo>
                    <a:pt x="112058" y="27278"/>
                  </a:lnTo>
                  <a:lnTo>
                    <a:pt x="56735" y="56864"/>
                  </a:lnTo>
                  <a:lnTo>
                    <a:pt x="16601" y="79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95106" y="1905383"/>
              <a:ext cx="42401" cy="53135"/>
            </a:xfrm>
            <a:custGeom>
              <a:avLst/>
              <a:pathLst>
                <a:path w="42401" h="53135">
                  <a:moveTo>
                    <a:pt x="24397" y="53135"/>
                  </a:moveTo>
                  <a:lnTo>
                    <a:pt x="0" y="10710"/>
                  </a:lnTo>
                  <a:lnTo>
                    <a:pt x="17492" y="0"/>
                  </a:lnTo>
                  <a:lnTo>
                    <a:pt x="42401" y="42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82658" y="1911538"/>
              <a:ext cx="83627" cy="64117"/>
            </a:xfrm>
            <a:custGeom>
              <a:avLst/>
              <a:pathLst>
                <a:path w="83627" h="64117">
                  <a:moveTo>
                    <a:pt x="0" y="41455"/>
                  </a:moveTo>
                  <a:lnTo>
                    <a:pt x="70019" y="0"/>
                  </a:lnTo>
                  <a:lnTo>
                    <a:pt x="83627" y="23600"/>
                  </a:lnTo>
                  <a:lnTo>
                    <a:pt x="16490" y="641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74764" y="1914298"/>
              <a:ext cx="43106" cy="51774"/>
            </a:xfrm>
            <a:custGeom>
              <a:avLst/>
              <a:pathLst>
                <a:path w="43106" h="51774">
                  <a:moveTo>
                    <a:pt x="23517" y="51774"/>
                  </a:moveTo>
                  <a:lnTo>
                    <a:pt x="0" y="10350"/>
                  </a:lnTo>
                  <a:lnTo>
                    <a:pt x="18827" y="0"/>
                  </a:lnTo>
                  <a:lnTo>
                    <a:pt x="43106" y="41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22213" y="1937738"/>
              <a:ext cx="51694" cy="44097"/>
            </a:xfrm>
            <a:custGeom>
              <a:avLst/>
              <a:pathLst>
                <a:path w="51694" h="44097">
                  <a:moveTo>
                    <a:pt x="40978" y="0"/>
                  </a:moveTo>
                  <a:lnTo>
                    <a:pt x="51694" y="19230"/>
                  </a:lnTo>
                  <a:lnTo>
                    <a:pt x="10956" y="44097"/>
                  </a:lnTo>
                  <a:lnTo>
                    <a:pt x="0" y="25452"/>
                  </a:lnTo>
                  <a:lnTo>
                    <a:pt x="28374" y="75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04795" y="1943200"/>
              <a:ext cx="54717" cy="43314"/>
            </a:xfrm>
            <a:custGeom>
              <a:avLst/>
              <a:pathLst>
                <a:path w="54717" h="43314">
                  <a:moveTo>
                    <a:pt x="0" y="22693"/>
                  </a:moveTo>
                  <a:lnTo>
                    <a:pt x="43507" y="0"/>
                  </a:lnTo>
                  <a:lnTo>
                    <a:pt x="54717" y="19688"/>
                  </a:lnTo>
                  <a:lnTo>
                    <a:pt x="50926" y="21837"/>
                  </a:lnTo>
                  <a:lnTo>
                    <a:pt x="11023" y="433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85448" y="1941309"/>
              <a:ext cx="43305" cy="54050"/>
            </a:xfrm>
            <a:custGeom>
              <a:avLst/>
              <a:pathLst>
                <a:path w="43305" h="54050">
                  <a:moveTo>
                    <a:pt x="24571" y="54050"/>
                  </a:moveTo>
                  <a:lnTo>
                    <a:pt x="0" y="11328"/>
                  </a:lnTo>
                  <a:lnTo>
                    <a:pt x="19029" y="0"/>
                  </a:lnTo>
                  <a:lnTo>
                    <a:pt x="43305" y="42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61177" y="1955717"/>
              <a:ext cx="43605" cy="53608"/>
            </a:xfrm>
            <a:custGeom>
              <a:avLst/>
              <a:pathLst>
                <a:path w="43605" h="53608">
                  <a:moveTo>
                    <a:pt x="24652" y="53608"/>
                  </a:moveTo>
                  <a:lnTo>
                    <a:pt x="0" y="11413"/>
                  </a:lnTo>
                  <a:lnTo>
                    <a:pt x="19225" y="0"/>
                  </a:lnTo>
                  <a:lnTo>
                    <a:pt x="43605" y="42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59163" y="1966943"/>
              <a:ext cx="23494" cy="25724"/>
            </a:xfrm>
            <a:custGeom>
              <a:avLst/>
              <a:pathLst>
                <a:path w="23494" h="25724">
                  <a:moveTo>
                    <a:pt x="0" y="5211"/>
                  </a:moveTo>
                  <a:lnTo>
                    <a:pt x="10010" y="0"/>
                  </a:lnTo>
                  <a:lnTo>
                    <a:pt x="23494" y="18548"/>
                  </a:lnTo>
                  <a:lnTo>
                    <a:pt x="10883" y="25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49891" y="1969012"/>
              <a:ext cx="60185" cy="46439"/>
            </a:xfrm>
            <a:custGeom>
              <a:avLst/>
              <a:pathLst>
                <a:path w="60185" h="46439">
                  <a:moveTo>
                    <a:pt x="0" y="25359"/>
                  </a:moveTo>
                  <a:lnTo>
                    <a:pt x="48867" y="0"/>
                  </a:lnTo>
                  <a:lnTo>
                    <a:pt x="60185" y="20141"/>
                  </a:lnTo>
                  <a:lnTo>
                    <a:pt x="11034" y="46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75340" y="1685366"/>
              <a:ext cx="51862" cy="45259"/>
            </a:xfrm>
            <a:custGeom>
              <a:avLst/>
              <a:pathLst>
                <a:path w="51862" h="45259">
                  <a:moveTo>
                    <a:pt x="40639" y="0"/>
                  </a:moveTo>
                  <a:lnTo>
                    <a:pt x="51862" y="19494"/>
                  </a:lnTo>
                  <a:lnTo>
                    <a:pt x="10537" y="45259"/>
                  </a:lnTo>
                  <a:lnTo>
                    <a:pt x="0" y="25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5363" y="1693729"/>
              <a:ext cx="84269" cy="90209"/>
            </a:xfrm>
            <a:custGeom>
              <a:avLst/>
              <a:pathLst>
                <a:path w="84269" h="90209">
                  <a:moveTo>
                    <a:pt x="0" y="25603"/>
                  </a:moveTo>
                  <a:lnTo>
                    <a:pt x="42580" y="0"/>
                  </a:lnTo>
                  <a:lnTo>
                    <a:pt x="84269" y="73063"/>
                  </a:lnTo>
                  <a:lnTo>
                    <a:pt x="53953" y="90209"/>
                  </a:lnTo>
                  <a:lnTo>
                    <a:pt x="47462" y="888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711273" y="1709323"/>
              <a:ext cx="42476" cy="52955"/>
            </a:xfrm>
            <a:custGeom>
              <a:avLst/>
              <a:pathLst>
                <a:path w="42476" h="52955">
                  <a:moveTo>
                    <a:pt x="0" y="11328"/>
                  </a:moveTo>
                  <a:lnTo>
                    <a:pt x="18337" y="0"/>
                  </a:lnTo>
                  <a:lnTo>
                    <a:pt x="42476" y="42836"/>
                  </a:lnTo>
                  <a:lnTo>
                    <a:pt x="24222" y="52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34441" y="1588553"/>
              <a:ext cx="82740" cy="79565"/>
            </a:xfrm>
            <a:custGeom>
              <a:avLst/>
              <a:pathLst>
                <a:path w="82740" h="79565">
                  <a:moveTo>
                    <a:pt x="33407" y="79565"/>
                  </a:moveTo>
                  <a:lnTo>
                    <a:pt x="0" y="36289"/>
                  </a:lnTo>
                  <a:lnTo>
                    <a:pt x="14471" y="28669"/>
                  </a:lnTo>
                  <a:lnTo>
                    <a:pt x="11114" y="23648"/>
                  </a:lnTo>
                  <a:lnTo>
                    <a:pt x="54178" y="0"/>
                  </a:lnTo>
                  <a:lnTo>
                    <a:pt x="82740" y="49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8033" y="1624278"/>
              <a:ext cx="111379" cy="87492"/>
            </a:xfrm>
            <a:custGeom>
              <a:avLst/>
              <a:pathLst>
                <a:path w="111379" h="87492">
                  <a:moveTo>
                    <a:pt x="22111" y="87492"/>
                  </a:moveTo>
                  <a:lnTo>
                    <a:pt x="0" y="52955"/>
                  </a:lnTo>
                  <a:lnTo>
                    <a:pt x="90556" y="0"/>
                  </a:lnTo>
                  <a:lnTo>
                    <a:pt x="111379" y="36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59956" y="1632308"/>
              <a:ext cx="93744" cy="80845"/>
            </a:xfrm>
            <a:custGeom>
              <a:avLst/>
              <a:pathLst>
                <a:path w="93744" h="80845">
                  <a:moveTo>
                    <a:pt x="0" y="32662"/>
                  </a:moveTo>
                  <a:lnTo>
                    <a:pt x="60248" y="0"/>
                  </a:lnTo>
                  <a:lnTo>
                    <a:pt x="93744" y="43012"/>
                  </a:lnTo>
                  <a:lnTo>
                    <a:pt x="28335" y="80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6194" y="1667785"/>
              <a:ext cx="78667" cy="94297"/>
            </a:xfrm>
            <a:custGeom>
              <a:avLst/>
              <a:pathLst>
                <a:path w="78667" h="94297">
                  <a:moveTo>
                    <a:pt x="40805" y="94297"/>
                  </a:moveTo>
                  <a:lnTo>
                    <a:pt x="0" y="21707"/>
                  </a:lnTo>
                  <a:lnTo>
                    <a:pt x="37514" y="0"/>
                  </a:lnTo>
                  <a:lnTo>
                    <a:pt x="78667" y="7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97021" y="1687502"/>
              <a:ext cx="109972" cy="104393"/>
            </a:xfrm>
            <a:custGeom>
              <a:avLst/>
              <a:pathLst>
                <a:path w="109972" h="104393">
                  <a:moveTo>
                    <a:pt x="68197" y="5168"/>
                  </a:moveTo>
                  <a:lnTo>
                    <a:pt x="103961" y="53743"/>
                  </a:lnTo>
                  <a:lnTo>
                    <a:pt x="109972" y="61701"/>
                  </a:lnTo>
                  <a:lnTo>
                    <a:pt x="77094" y="83265"/>
                  </a:lnTo>
                  <a:lnTo>
                    <a:pt x="36118" y="104393"/>
                  </a:lnTo>
                  <a:lnTo>
                    <a:pt x="30611" y="95652"/>
                  </a:lnTo>
                  <a:lnTo>
                    <a:pt x="14331" y="67724"/>
                  </a:lnTo>
                  <a:lnTo>
                    <a:pt x="9242" y="57841"/>
                  </a:lnTo>
                  <a:lnTo>
                    <a:pt x="3596" y="43745"/>
                  </a:lnTo>
                  <a:lnTo>
                    <a:pt x="0" y="37592"/>
                  </a:lnTo>
                  <a:lnTo>
                    <a:pt x="24686" y="22239"/>
                  </a:lnTo>
                  <a:lnTo>
                    <a:pt x="64349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22307" y="1826719"/>
              <a:ext cx="79817" cy="104983"/>
            </a:xfrm>
            <a:custGeom>
              <a:avLst/>
              <a:pathLst>
                <a:path w="79817" h="104983">
                  <a:moveTo>
                    <a:pt x="0" y="18458"/>
                  </a:moveTo>
                  <a:lnTo>
                    <a:pt x="30798" y="0"/>
                  </a:lnTo>
                  <a:lnTo>
                    <a:pt x="60753" y="50948"/>
                  </a:lnTo>
                  <a:lnTo>
                    <a:pt x="79817" y="86212"/>
                  </a:lnTo>
                  <a:lnTo>
                    <a:pt x="50607" y="104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23425" y="1826463"/>
              <a:ext cx="36307" cy="41956"/>
            </a:xfrm>
            <a:custGeom>
              <a:avLst/>
              <a:pathLst>
                <a:path w="36307" h="41956">
                  <a:moveTo>
                    <a:pt x="18087" y="41956"/>
                  </a:moveTo>
                  <a:lnTo>
                    <a:pt x="0" y="10264"/>
                  </a:lnTo>
                  <a:lnTo>
                    <a:pt x="17956" y="0"/>
                  </a:lnTo>
                  <a:lnTo>
                    <a:pt x="36307" y="318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29885" y="1832212"/>
              <a:ext cx="47266" cy="30494"/>
            </a:xfrm>
            <a:custGeom>
              <a:avLst/>
              <a:pathLst>
                <a:path w="47266" h="30494">
                  <a:moveTo>
                    <a:pt x="8328" y="19939"/>
                  </a:moveTo>
                  <a:lnTo>
                    <a:pt x="40923" y="0"/>
                  </a:lnTo>
                  <a:lnTo>
                    <a:pt x="47266" y="8259"/>
                  </a:lnTo>
                  <a:lnTo>
                    <a:pt x="11802" y="30062"/>
                  </a:lnTo>
                  <a:lnTo>
                    <a:pt x="9132" y="27115"/>
                  </a:lnTo>
                  <a:lnTo>
                    <a:pt x="3231" y="30494"/>
                  </a:lnTo>
                  <a:lnTo>
                    <a:pt x="0" y="251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90021" y="1844636"/>
              <a:ext cx="42867" cy="53044"/>
            </a:xfrm>
            <a:custGeom>
              <a:avLst/>
              <a:pathLst>
                <a:path w="42867" h="53044">
                  <a:moveTo>
                    <a:pt x="18672" y="0"/>
                  </a:moveTo>
                  <a:lnTo>
                    <a:pt x="42867" y="41704"/>
                  </a:lnTo>
                  <a:lnTo>
                    <a:pt x="24096" y="53044"/>
                  </a:lnTo>
                  <a:lnTo>
                    <a:pt x="0" y="10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3781" y="1843730"/>
              <a:ext cx="46481" cy="37891"/>
            </a:xfrm>
            <a:custGeom>
              <a:avLst/>
              <a:pathLst>
                <a:path w="46481" h="37891">
                  <a:moveTo>
                    <a:pt x="0" y="20924"/>
                  </a:moveTo>
                  <a:lnTo>
                    <a:pt x="35421" y="0"/>
                  </a:lnTo>
                  <a:lnTo>
                    <a:pt x="46481" y="16415"/>
                  </a:lnTo>
                  <a:lnTo>
                    <a:pt x="10101" y="37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54136" y="1822400"/>
              <a:ext cx="51461" cy="42911"/>
            </a:xfrm>
            <a:custGeom>
              <a:avLst/>
              <a:pathLst>
                <a:path w="51461" h="42911">
                  <a:moveTo>
                    <a:pt x="0" y="24524"/>
                  </a:moveTo>
                  <a:lnTo>
                    <a:pt x="40295" y="0"/>
                  </a:lnTo>
                  <a:lnTo>
                    <a:pt x="47035" y="8604"/>
                  </a:lnTo>
                  <a:lnTo>
                    <a:pt x="51461" y="17834"/>
                  </a:lnTo>
                  <a:lnTo>
                    <a:pt x="10678" y="42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34044" y="1976177"/>
              <a:ext cx="30133" cy="30308"/>
            </a:xfrm>
            <a:custGeom>
              <a:avLst/>
              <a:pathLst>
                <a:path w="30133" h="30308">
                  <a:moveTo>
                    <a:pt x="0" y="8740"/>
                  </a:moveTo>
                  <a:lnTo>
                    <a:pt x="16635" y="0"/>
                  </a:lnTo>
                  <a:lnTo>
                    <a:pt x="30133" y="21107"/>
                  </a:lnTo>
                  <a:lnTo>
                    <a:pt x="13048" y="303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0425" y="1987093"/>
              <a:ext cx="20986" cy="25760"/>
            </a:xfrm>
            <a:custGeom>
              <a:avLst/>
              <a:pathLst>
                <a:path w="20986" h="25760">
                  <a:moveTo>
                    <a:pt x="0" y="5541"/>
                  </a:moveTo>
                  <a:lnTo>
                    <a:pt x="10896" y="0"/>
                  </a:lnTo>
                  <a:lnTo>
                    <a:pt x="20986" y="20082"/>
                  </a:lnTo>
                  <a:lnTo>
                    <a:pt x="10908" y="25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33355" y="1894454"/>
              <a:ext cx="69180" cy="69057"/>
            </a:xfrm>
            <a:custGeom>
              <a:avLst/>
              <a:pathLst>
                <a:path w="69180" h="69057">
                  <a:moveTo>
                    <a:pt x="0" y="26153"/>
                  </a:moveTo>
                  <a:lnTo>
                    <a:pt x="43959" y="0"/>
                  </a:lnTo>
                  <a:lnTo>
                    <a:pt x="69180" y="43631"/>
                  </a:lnTo>
                  <a:lnTo>
                    <a:pt x="25525" y="69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84423" y="1822916"/>
              <a:ext cx="36400" cy="42123"/>
            </a:xfrm>
            <a:custGeom>
              <a:avLst/>
              <a:pathLst>
                <a:path w="36400" h="42123">
                  <a:moveTo>
                    <a:pt x="17179" y="42123"/>
                  </a:moveTo>
                  <a:lnTo>
                    <a:pt x="0" y="10753"/>
                  </a:lnTo>
                  <a:lnTo>
                    <a:pt x="18922" y="0"/>
                  </a:lnTo>
                  <a:lnTo>
                    <a:pt x="36400" y="31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6473" y="1823913"/>
              <a:ext cx="36925" cy="31790"/>
            </a:xfrm>
            <a:custGeom>
              <a:avLst/>
              <a:pathLst>
                <a:path w="36925" h="31790">
                  <a:moveTo>
                    <a:pt x="31902" y="5750"/>
                  </a:moveTo>
                  <a:lnTo>
                    <a:pt x="36925" y="14447"/>
                  </a:lnTo>
                  <a:lnTo>
                    <a:pt x="8782" y="31790"/>
                  </a:lnTo>
                  <a:lnTo>
                    <a:pt x="3044" y="22423"/>
                  </a:lnTo>
                  <a:lnTo>
                    <a:pt x="0" y="15746"/>
                  </a:lnTo>
                  <a:lnTo>
                    <a:pt x="282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54421" y="1824603"/>
              <a:ext cx="40301" cy="50204"/>
            </a:xfrm>
            <a:custGeom>
              <a:avLst/>
              <a:pathLst>
                <a:path w="40301" h="50204">
                  <a:moveTo>
                    <a:pt x="0" y="9200"/>
                  </a:moveTo>
                  <a:lnTo>
                    <a:pt x="14823" y="0"/>
                  </a:lnTo>
                  <a:lnTo>
                    <a:pt x="40301" y="42635"/>
                  </a:lnTo>
                  <a:lnTo>
                    <a:pt x="27935" y="50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72303" y="1814805"/>
              <a:ext cx="39923" cy="50529"/>
            </a:xfrm>
            <a:custGeom>
              <a:avLst/>
              <a:pathLst>
                <a:path w="39923" h="50529">
                  <a:moveTo>
                    <a:pt x="0" y="8568"/>
                  </a:moveTo>
                  <a:lnTo>
                    <a:pt x="14921" y="0"/>
                  </a:lnTo>
                  <a:lnTo>
                    <a:pt x="23997" y="15566"/>
                  </a:lnTo>
                  <a:lnTo>
                    <a:pt x="39923" y="41990"/>
                  </a:lnTo>
                  <a:lnTo>
                    <a:pt x="25571" y="50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38994" y="1756602"/>
              <a:ext cx="36952" cy="44101"/>
            </a:xfrm>
            <a:custGeom>
              <a:avLst/>
              <a:pathLst>
                <a:path w="36952" h="44101">
                  <a:moveTo>
                    <a:pt x="0" y="11342"/>
                  </a:moveTo>
                  <a:lnTo>
                    <a:pt x="19106" y="0"/>
                  </a:lnTo>
                  <a:lnTo>
                    <a:pt x="36952" y="33409"/>
                  </a:lnTo>
                  <a:lnTo>
                    <a:pt x="18738" y="44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1073" y="1747642"/>
              <a:ext cx="96531" cy="75141"/>
            </a:xfrm>
            <a:custGeom>
              <a:avLst/>
              <a:pathLst>
                <a:path w="96531" h="75141">
                  <a:moveTo>
                    <a:pt x="60759" y="53435"/>
                  </a:moveTo>
                  <a:lnTo>
                    <a:pt x="22066" y="75141"/>
                  </a:lnTo>
                  <a:lnTo>
                    <a:pt x="0" y="45113"/>
                  </a:lnTo>
                  <a:lnTo>
                    <a:pt x="78251" y="0"/>
                  </a:lnTo>
                  <a:lnTo>
                    <a:pt x="96531" y="323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65919" y="1737778"/>
              <a:ext cx="27935" cy="29550"/>
            </a:xfrm>
            <a:custGeom>
              <a:avLst/>
              <a:pathLst>
                <a:path w="27935" h="29550">
                  <a:moveTo>
                    <a:pt x="27935" y="19493"/>
                  </a:moveTo>
                  <a:lnTo>
                    <a:pt x="10458" y="29550"/>
                  </a:lnTo>
                  <a:lnTo>
                    <a:pt x="0" y="9690"/>
                  </a:lnTo>
                  <a:lnTo>
                    <a:pt x="172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90307" y="1795716"/>
              <a:ext cx="32646" cy="24988"/>
            </a:xfrm>
            <a:custGeom>
              <a:avLst/>
              <a:pathLst>
                <a:path w="32646" h="24988">
                  <a:moveTo>
                    <a:pt x="0" y="16909"/>
                  </a:moveTo>
                  <a:lnTo>
                    <a:pt x="27858" y="0"/>
                  </a:lnTo>
                  <a:lnTo>
                    <a:pt x="32646" y="8728"/>
                  </a:lnTo>
                  <a:lnTo>
                    <a:pt x="4934" y="249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092856" y="2573123"/>
              <a:ext cx="41733" cy="52512"/>
            </a:xfrm>
            <a:custGeom>
              <a:avLst/>
              <a:pathLst>
                <a:path w="41733" h="52512">
                  <a:moveTo>
                    <a:pt x="0" y="11040"/>
                  </a:moveTo>
                  <a:lnTo>
                    <a:pt x="17956" y="0"/>
                  </a:lnTo>
                  <a:lnTo>
                    <a:pt x="36327" y="32138"/>
                  </a:lnTo>
                  <a:lnTo>
                    <a:pt x="41733" y="41601"/>
                  </a:lnTo>
                  <a:lnTo>
                    <a:pt x="23777" y="52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74907" y="2709695"/>
              <a:ext cx="52156" cy="42163"/>
            </a:xfrm>
            <a:custGeom>
              <a:avLst/>
              <a:pathLst>
                <a:path w="52156" h="42163">
                  <a:moveTo>
                    <a:pt x="52156" y="18530"/>
                  </a:moveTo>
                  <a:lnTo>
                    <a:pt x="10698" y="42163"/>
                  </a:lnTo>
                  <a:lnTo>
                    <a:pt x="0" y="24531"/>
                  </a:lnTo>
                  <a:lnTo>
                    <a:pt x="4128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37673" y="2713421"/>
              <a:ext cx="43219" cy="52127"/>
            </a:xfrm>
            <a:custGeom>
              <a:avLst/>
              <a:pathLst>
                <a:path w="43219" h="52127">
                  <a:moveTo>
                    <a:pt x="25966" y="52127"/>
                  </a:moveTo>
                  <a:lnTo>
                    <a:pt x="0" y="10925"/>
                  </a:lnTo>
                  <a:lnTo>
                    <a:pt x="19220" y="0"/>
                  </a:lnTo>
                  <a:lnTo>
                    <a:pt x="43219" y="41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53268" y="2714192"/>
              <a:ext cx="52013" cy="42679"/>
            </a:xfrm>
            <a:custGeom>
              <a:avLst/>
              <a:pathLst>
                <a:path w="52013" h="42679">
                  <a:moveTo>
                    <a:pt x="10610" y="42679"/>
                  </a:moveTo>
                  <a:lnTo>
                    <a:pt x="0" y="24624"/>
                  </a:lnTo>
                  <a:lnTo>
                    <a:pt x="41307" y="0"/>
                  </a:lnTo>
                  <a:lnTo>
                    <a:pt x="52013" y="18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29558" y="2583593"/>
              <a:ext cx="41870" cy="51715"/>
            </a:xfrm>
            <a:custGeom>
              <a:avLst/>
              <a:pathLst>
                <a:path w="41870" h="51715">
                  <a:moveTo>
                    <a:pt x="0" y="10702"/>
                  </a:moveTo>
                  <a:lnTo>
                    <a:pt x="18001" y="0"/>
                  </a:lnTo>
                  <a:lnTo>
                    <a:pt x="41870" y="41072"/>
                  </a:lnTo>
                  <a:lnTo>
                    <a:pt x="23950" y="51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098570" y="2475245"/>
              <a:ext cx="42071" cy="51568"/>
            </a:xfrm>
            <a:custGeom>
              <a:avLst/>
              <a:pathLst>
                <a:path w="42071" h="51568">
                  <a:moveTo>
                    <a:pt x="0" y="10076"/>
                  </a:moveTo>
                  <a:lnTo>
                    <a:pt x="17101" y="0"/>
                  </a:lnTo>
                  <a:lnTo>
                    <a:pt x="42071" y="40768"/>
                  </a:lnTo>
                  <a:lnTo>
                    <a:pt x="23943" y="515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57998" y="2471564"/>
              <a:ext cx="41602" cy="50822"/>
            </a:xfrm>
            <a:custGeom>
              <a:avLst/>
              <a:pathLst>
                <a:path w="41602" h="50822">
                  <a:moveTo>
                    <a:pt x="0" y="10671"/>
                  </a:moveTo>
                  <a:lnTo>
                    <a:pt x="17423" y="0"/>
                  </a:lnTo>
                  <a:lnTo>
                    <a:pt x="41602" y="40576"/>
                  </a:lnTo>
                  <a:lnTo>
                    <a:pt x="23886" y="50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67380" y="2435197"/>
              <a:ext cx="23959" cy="30995"/>
            </a:xfrm>
            <a:custGeom>
              <a:avLst/>
              <a:pathLst>
                <a:path w="23959" h="30995">
                  <a:moveTo>
                    <a:pt x="0" y="5462"/>
                  </a:moveTo>
                  <a:lnTo>
                    <a:pt x="8622" y="0"/>
                  </a:lnTo>
                  <a:lnTo>
                    <a:pt x="23959" y="25926"/>
                  </a:lnTo>
                  <a:lnTo>
                    <a:pt x="15508" y="30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76556" y="2692253"/>
              <a:ext cx="51246" cy="42658"/>
            </a:xfrm>
            <a:custGeom>
              <a:avLst/>
              <a:pathLst>
                <a:path w="51246" h="42658">
                  <a:moveTo>
                    <a:pt x="0" y="24125"/>
                  </a:moveTo>
                  <a:lnTo>
                    <a:pt x="40780" y="0"/>
                  </a:lnTo>
                  <a:lnTo>
                    <a:pt x="51246" y="18376"/>
                  </a:lnTo>
                  <a:lnTo>
                    <a:pt x="10223" y="42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39152" y="2692032"/>
              <a:ext cx="52666" cy="42462"/>
            </a:xfrm>
            <a:custGeom>
              <a:avLst/>
              <a:pathLst>
                <a:path w="52666" h="42462">
                  <a:moveTo>
                    <a:pt x="0" y="24402"/>
                  </a:moveTo>
                  <a:lnTo>
                    <a:pt x="41284" y="0"/>
                  </a:lnTo>
                  <a:lnTo>
                    <a:pt x="52666" y="17830"/>
                  </a:lnTo>
                  <a:lnTo>
                    <a:pt x="11226" y="424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39793" y="2696310"/>
              <a:ext cx="41972" cy="51955"/>
            </a:xfrm>
            <a:custGeom>
              <a:avLst/>
              <a:pathLst>
                <a:path w="41972" h="51955">
                  <a:moveTo>
                    <a:pt x="0" y="10808"/>
                  </a:moveTo>
                  <a:lnTo>
                    <a:pt x="18496" y="0"/>
                  </a:lnTo>
                  <a:lnTo>
                    <a:pt x="41972" y="40975"/>
                  </a:lnTo>
                  <a:lnTo>
                    <a:pt x="24040" y="51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06059" y="2592473"/>
              <a:ext cx="52939" cy="43686"/>
            </a:xfrm>
            <a:custGeom>
              <a:avLst/>
              <a:pathLst>
                <a:path w="52939" h="43686">
                  <a:moveTo>
                    <a:pt x="41577" y="0"/>
                  </a:moveTo>
                  <a:lnTo>
                    <a:pt x="52939" y="19438"/>
                  </a:lnTo>
                  <a:lnTo>
                    <a:pt x="11226" y="43686"/>
                  </a:lnTo>
                  <a:lnTo>
                    <a:pt x="0" y="24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64893" y="2526823"/>
              <a:ext cx="41842" cy="51020"/>
            </a:xfrm>
            <a:custGeom>
              <a:avLst/>
              <a:pathLst>
                <a:path w="41842" h="51020">
                  <a:moveTo>
                    <a:pt x="0" y="10915"/>
                  </a:moveTo>
                  <a:lnTo>
                    <a:pt x="17691" y="0"/>
                  </a:lnTo>
                  <a:lnTo>
                    <a:pt x="41842" y="40287"/>
                  </a:lnTo>
                  <a:lnTo>
                    <a:pt x="23712" y="51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62608" y="2532213"/>
              <a:ext cx="41811" cy="51777"/>
            </a:xfrm>
            <a:custGeom>
              <a:avLst/>
              <a:pathLst>
                <a:path w="41811" h="51777">
                  <a:moveTo>
                    <a:pt x="23825" y="51777"/>
                  </a:moveTo>
                  <a:lnTo>
                    <a:pt x="0" y="10853"/>
                  </a:lnTo>
                  <a:lnTo>
                    <a:pt x="18206" y="0"/>
                  </a:lnTo>
                  <a:lnTo>
                    <a:pt x="41811" y="41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2713" y="2664422"/>
              <a:ext cx="52007" cy="41787"/>
            </a:xfrm>
            <a:custGeom>
              <a:avLst/>
              <a:pathLst>
                <a:path w="52007" h="41787">
                  <a:moveTo>
                    <a:pt x="0" y="24034"/>
                  </a:moveTo>
                  <a:lnTo>
                    <a:pt x="41514" y="0"/>
                  </a:lnTo>
                  <a:lnTo>
                    <a:pt x="52007" y="18982"/>
                  </a:lnTo>
                  <a:lnTo>
                    <a:pt x="10541" y="41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2221" y="2670078"/>
              <a:ext cx="50682" cy="41264"/>
            </a:xfrm>
            <a:custGeom>
              <a:avLst/>
              <a:pathLst>
                <a:path w="50682" h="41264">
                  <a:moveTo>
                    <a:pt x="0" y="23122"/>
                  </a:moveTo>
                  <a:lnTo>
                    <a:pt x="40416" y="0"/>
                  </a:lnTo>
                  <a:lnTo>
                    <a:pt x="50682" y="17503"/>
                  </a:lnTo>
                  <a:lnTo>
                    <a:pt x="10324" y="4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06919" y="3055500"/>
              <a:ext cx="44662" cy="53964"/>
            </a:xfrm>
            <a:custGeom>
              <a:avLst/>
              <a:pathLst>
                <a:path w="44662" h="53964">
                  <a:moveTo>
                    <a:pt x="0" y="12225"/>
                  </a:moveTo>
                  <a:lnTo>
                    <a:pt x="19546" y="0"/>
                  </a:lnTo>
                  <a:lnTo>
                    <a:pt x="44662" y="43599"/>
                  </a:lnTo>
                  <a:lnTo>
                    <a:pt x="24127" y="53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185945" y="3063961"/>
              <a:ext cx="44634" cy="54214"/>
            </a:xfrm>
            <a:custGeom>
              <a:avLst/>
              <a:pathLst>
                <a:path w="44634" h="54214">
                  <a:moveTo>
                    <a:pt x="25375" y="54214"/>
                  </a:moveTo>
                  <a:lnTo>
                    <a:pt x="0" y="12424"/>
                  </a:lnTo>
                  <a:lnTo>
                    <a:pt x="8915" y="5959"/>
                  </a:lnTo>
                  <a:lnTo>
                    <a:pt x="19467" y="0"/>
                  </a:lnTo>
                  <a:lnTo>
                    <a:pt x="44634" y="42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097839" y="3070043"/>
              <a:ext cx="54103" cy="45042"/>
            </a:xfrm>
            <a:custGeom>
              <a:avLst/>
              <a:pathLst>
                <a:path w="54103" h="45042">
                  <a:moveTo>
                    <a:pt x="0" y="24534"/>
                  </a:moveTo>
                  <a:lnTo>
                    <a:pt x="42222" y="0"/>
                  </a:lnTo>
                  <a:lnTo>
                    <a:pt x="54103" y="20187"/>
                  </a:lnTo>
                  <a:lnTo>
                    <a:pt x="12050" y="4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52640" y="2875943"/>
              <a:ext cx="54633" cy="46238"/>
            </a:xfrm>
            <a:custGeom>
              <a:avLst/>
              <a:pathLst>
                <a:path w="54633" h="46238">
                  <a:moveTo>
                    <a:pt x="0" y="25656"/>
                  </a:moveTo>
                  <a:lnTo>
                    <a:pt x="43064" y="0"/>
                  </a:lnTo>
                  <a:lnTo>
                    <a:pt x="54633" y="20975"/>
                  </a:lnTo>
                  <a:lnTo>
                    <a:pt x="13400" y="46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60687" y="3251752"/>
              <a:ext cx="43339" cy="53169"/>
            </a:xfrm>
            <a:custGeom>
              <a:avLst/>
              <a:pathLst>
                <a:path w="43339" h="53169">
                  <a:moveTo>
                    <a:pt x="0" y="11134"/>
                  </a:moveTo>
                  <a:lnTo>
                    <a:pt x="17951" y="0"/>
                  </a:lnTo>
                  <a:lnTo>
                    <a:pt x="43339" y="42005"/>
                  </a:lnTo>
                  <a:lnTo>
                    <a:pt x="23720" y="5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299458" y="3256593"/>
              <a:ext cx="43889" cy="53352"/>
            </a:xfrm>
            <a:custGeom>
              <a:avLst/>
              <a:pathLst>
                <a:path w="43889" h="53352">
                  <a:moveTo>
                    <a:pt x="24392" y="53352"/>
                  </a:moveTo>
                  <a:lnTo>
                    <a:pt x="0" y="11277"/>
                  </a:lnTo>
                  <a:lnTo>
                    <a:pt x="18684" y="0"/>
                  </a:lnTo>
                  <a:lnTo>
                    <a:pt x="43889" y="41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089425" y="2901046"/>
              <a:ext cx="45141" cy="53830"/>
            </a:xfrm>
            <a:custGeom>
              <a:avLst/>
              <a:pathLst>
                <a:path w="45141" h="53830">
                  <a:moveTo>
                    <a:pt x="25333" y="53830"/>
                  </a:moveTo>
                  <a:lnTo>
                    <a:pt x="0" y="11056"/>
                  </a:lnTo>
                  <a:lnTo>
                    <a:pt x="19210" y="0"/>
                  </a:lnTo>
                  <a:lnTo>
                    <a:pt x="45141" y="41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187882" y="2906089"/>
              <a:ext cx="44501" cy="55083"/>
            </a:xfrm>
            <a:custGeom>
              <a:avLst/>
              <a:pathLst>
                <a:path w="44501" h="55083">
                  <a:moveTo>
                    <a:pt x="25143" y="55083"/>
                  </a:moveTo>
                  <a:lnTo>
                    <a:pt x="0" y="11146"/>
                  </a:lnTo>
                  <a:lnTo>
                    <a:pt x="19047" y="0"/>
                  </a:lnTo>
                  <a:lnTo>
                    <a:pt x="44501" y="4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285596" y="3218699"/>
              <a:ext cx="51587" cy="44234"/>
            </a:xfrm>
            <a:custGeom>
              <a:avLst/>
              <a:pathLst>
                <a:path w="51587" h="44234">
                  <a:moveTo>
                    <a:pt x="9988" y="44234"/>
                  </a:moveTo>
                  <a:lnTo>
                    <a:pt x="0" y="24137"/>
                  </a:lnTo>
                  <a:lnTo>
                    <a:pt x="41077" y="0"/>
                  </a:lnTo>
                  <a:lnTo>
                    <a:pt x="51587" y="19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48228" y="3221851"/>
              <a:ext cx="43880" cy="53453"/>
            </a:xfrm>
            <a:custGeom>
              <a:avLst/>
              <a:pathLst>
                <a:path w="43880" h="53453">
                  <a:moveTo>
                    <a:pt x="0" y="11123"/>
                  </a:moveTo>
                  <a:lnTo>
                    <a:pt x="18513" y="0"/>
                  </a:lnTo>
                  <a:lnTo>
                    <a:pt x="43880" y="43877"/>
                  </a:lnTo>
                  <a:lnTo>
                    <a:pt x="24797" y="53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67797" y="3188063"/>
              <a:ext cx="52700" cy="43166"/>
            </a:xfrm>
            <a:custGeom>
              <a:avLst/>
              <a:pathLst>
                <a:path w="52700" h="43166">
                  <a:moveTo>
                    <a:pt x="10959" y="43166"/>
                  </a:moveTo>
                  <a:lnTo>
                    <a:pt x="0" y="24338"/>
                  </a:lnTo>
                  <a:lnTo>
                    <a:pt x="40685" y="0"/>
                  </a:lnTo>
                  <a:lnTo>
                    <a:pt x="52700" y="18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61441" y="3140460"/>
              <a:ext cx="44915" cy="55455"/>
            </a:xfrm>
            <a:custGeom>
              <a:avLst/>
              <a:pathLst>
                <a:path w="44915" h="55455">
                  <a:moveTo>
                    <a:pt x="25549" y="55455"/>
                  </a:moveTo>
                  <a:lnTo>
                    <a:pt x="0" y="11306"/>
                  </a:lnTo>
                  <a:lnTo>
                    <a:pt x="19874" y="0"/>
                  </a:lnTo>
                  <a:lnTo>
                    <a:pt x="44915" y="43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42515" y="2984636"/>
              <a:ext cx="53682" cy="44851"/>
            </a:xfrm>
            <a:custGeom>
              <a:avLst/>
              <a:pathLst>
                <a:path w="53682" h="44851">
                  <a:moveTo>
                    <a:pt x="0" y="24659"/>
                  </a:moveTo>
                  <a:lnTo>
                    <a:pt x="40991" y="0"/>
                  </a:lnTo>
                  <a:lnTo>
                    <a:pt x="53682" y="19325"/>
                  </a:lnTo>
                  <a:lnTo>
                    <a:pt x="11723" y="44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46205" y="2820959"/>
              <a:ext cx="53859" cy="45680"/>
            </a:xfrm>
            <a:custGeom>
              <a:avLst/>
              <a:pathLst>
                <a:path w="53859" h="45680">
                  <a:moveTo>
                    <a:pt x="12117" y="45680"/>
                  </a:moveTo>
                  <a:lnTo>
                    <a:pt x="0" y="24854"/>
                  </a:lnTo>
                  <a:lnTo>
                    <a:pt x="43039" y="0"/>
                  </a:lnTo>
                  <a:lnTo>
                    <a:pt x="53859" y="20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21848" y="3242171"/>
              <a:ext cx="44884" cy="54616"/>
            </a:xfrm>
            <a:custGeom>
              <a:avLst/>
              <a:pathLst>
                <a:path w="44884" h="54616">
                  <a:moveTo>
                    <a:pt x="24983" y="54616"/>
                  </a:moveTo>
                  <a:lnTo>
                    <a:pt x="0" y="11176"/>
                  </a:lnTo>
                  <a:lnTo>
                    <a:pt x="18737" y="0"/>
                  </a:lnTo>
                  <a:lnTo>
                    <a:pt x="44884" y="4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396072" y="3247592"/>
              <a:ext cx="52618" cy="44085"/>
            </a:xfrm>
            <a:custGeom>
              <a:avLst/>
              <a:pathLst>
                <a:path w="52618" h="44085">
                  <a:moveTo>
                    <a:pt x="0" y="24200"/>
                  </a:moveTo>
                  <a:lnTo>
                    <a:pt x="41186" y="0"/>
                  </a:lnTo>
                  <a:lnTo>
                    <a:pt x="52618" y="18771"/>
                  </a:lnTo>
                  <a:lnTo>
                    <a:pt x="11549" y="44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10572" y="2892545"/>
              <a:ext cx="44768" cy="53538"/>
            </a:xfrm>
            <a:custGeom>
              <a:avLst/>
              <a:pathLst>
                <a:path w="44768" h="53538">
                  <a:moveTo>
                    <a:pt x="25657" y="53538"/>
                  </a:moveTo>
                  <a:lnTo>
                    <a:pt x="0" y="11045"/>
                  </a:lnTo>
                  <a:lnTo>
                    <a:pt x="18277" y="0"/>
                  </a:lnTo>
                  <a:lnTo>
                    <a:pt x="44768" y="42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57225" y="3184552"/>
              <a:ext cx="44006" cy="54834"/>
            </a:xfrm>
            <a:custGeom>
              <a:avLst/>
              <a:pathLst>
                <a:path w="44006" h="54834">
                  <a:moveTo>
                    <a:pt x="25294" y="54834"/>
                  </a:moveTo>
                  <a:lnTo>
                    <a:pt x="0" y="12027"/>
                  </a:lnTo>
                  <a:lnTo>
                    <a:pt x="19760" y="0"/>
                  </a:lnTo>
                  <a:lnTo>
                    <a:pt x="44006" y="43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13163" y="3111109"/>
              <a:ext cx="44552" cy="53705"/>
            </a:xfrm>
            <a:custGeom>
              <a:avLst/>
              <a:pathLst>
                <a:path w="44552" h="53705">
                  <a:moveTo>
                    <a:pt x="0" y="10855"/>
                  </a:moveTo>
                  <a:lnTo>
                    <a:pt x="19750" y="0"/>
                  </a:lnTo>
                  <a:lnTo>
                    <a:pt x="44552" y="42069"/>
                  </a:lnTo>
                  <a:lnTo>
                    <a:pt x="25792" y="53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14183" y="2937815"/>
              <a:ext cx="53446" cy="44629"/>
            </a:xfrm>
            <a:custGeom>
              <a:avLst/>
              <a:pathLst>
                <a:path w="53446" h="44629">
                  <a:moveTo>
                    <a:pt x="21393" y="12086"/>
                  </a:moveTo>
                  <a:lnTo>
                    <a:pt x="42331" y="0"/>
                  </a:lnTo>
                  <a:lnTo>
                    <a:pt x="53446" y="20470"/>
                  </a:lnTo>
                  <a:lnTo>
                    <a:pt x="11273" y="44629"/>
                  </a:lnTo>
                  <a:lnTo>
                    <a:pt x="0" y="24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78242" y="2941927"/>
              <a:ext cx="44026" cy="54742"/>
            </a:xfrm>
            <a:custGeom>
              <a:avLst/>
              <a:pathLst>
                <a:path w="44026" h="54742">
                  <a:moveTo>
                    <a:pt x="25023" y="54742"/>
                  </a:moveTo>
                  <a:lnTo>
                    <a:pt x="0" y="11443"/>
                  </a:lnTo>
                  <a:lnTo>
                    <a:pt x="19023" y="0"/>
                  </a:lnTo>
                  <a:lnTo>
                    <a:pt x="44026" y="43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17666" y="2948509"/>
              <a:ext cx="44361" cy="52490"/>
            </a:xfrm>
            <a:custGeom>
              <a:avLst/>
              <a:pathLst>
                <a:path w="44361" h="52490">
                  <a:moveTo>
                    <a:pt x="25443" y="52490"/>
                  </a:moveTo>
                  <a:lnTo>
                    <a:pt x="0" y="11600"/>
                  </a:lnTo>
                  <a:lnTo>
                    <a:pt x="19522" y="0"/>
                  </a:lnTo>
                  <a:lnTo>
                    <a:pt x="44361" y="4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53474" y="2956703"/>
              <a:ext cx="44249" cy="54006"/>
            </a:xfrm>
            <a:custGeom>
              <a:avLst/>
              <a:pathLst>
                <a:path w="44249" h="54006">
                  <a:moveTo>
                    <a:pt x="25624" y="54006"/>
                  </a:moveTo>
                  <a:lnTo>
                    <a:pt x="0" y="11404"/>
                  </a:lnTo>
                  <a:lnTo>
                    <a:pt x="19529" y="0"/>
                  </a:lnTo>
                  <a:lnTo>
                    <a:pt x="44249" y="4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093462" y="2960339"/>
              <a:ext cx="46928" cy="55216"/>
            </a:xfrm>
            <a:custGeom>
              <a:avLst/>
              <a:pathLst>
                <a:path w="46928" h="55216">
                  <a:moveTo>
                    <a:pt x="0" y="11437"/>
                  </a:moveTo>
                  <a:lnTo>
                    <a:pt x="20778" y="0"/>
                  </a:lnTo>
                  <a:lnTo>
                    <a:pt x="46928" y="43531"/>
                  </a:lnTo>
                  <a:lnTo>
                    <a:pt x="25382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278058" y="3007381"/>
              <a:ext cx="45124" cy="55365"/>
            </a:xfrm>
            <a:custGeom>
              <a:avLst/>
              <a:pathLst>
                <a:path w="45124" h="55365">
                  <a:moveTo>
                    <a:pt x="25630" y="55365"/>
                  </a:moveTo>
                  <a:lnTo>
                    <a:pt x="0" y="11855"/>
                  </a:lnTo>
                  <a:lnTo>
                    <a:pt x="19765" y="0"/>
                  </a:lnTo>
                  <a:lnTo>
                    <a:pt x="45124" y="44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18229" y="3012017"/>
              <a:ext cx="45167" cy="55121"/>
            </a:xfrm>
            <a:custGeom>
              <a:avLst/>
              <a:pathLst>
                <a:path w="45167" h="55121">
                  <a:moveTo>
                    <a:pt x="0" y="12052"/>
                  </a:moveTo>
                  <a:lnTo>
                    <a:pt x="19126" y="0"/>
                  </a:lnTo>
                  <a:lnTo>
                    <a:pt x="45167" y="42937"/>
                  </a:lnTo>
                  <a:lnTo>
                    <a:pt x="26466" y="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55438" y="3021529"/>
              <a:ext cx="43641" cy="54757"/>
            </a:xfrm>
            <a:custGeom>
              <a:avLst/>
              <a:pathLst>
                <a:path w="43641" h="54757">
                  <a:moveTo>
                    <a:pt x="25629" y="54757"/>
                  </a:moveTo>
                  <a:lnTo>
                    <a:pt x="0" y="11247"/>
                  </a:lnTo>
                  <a:lnTo>
                    <a:pt x="20977" y="0"/>
                  </a:lnTo>
                  <a:lnTo>
                    <a:pt x="43641" y="4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24782" y="3060473"/>
              <a:ext cx="65804" cy="66864"/>
            </a:xfrm>
            <a:custGeom>
              <a:avLst/>
              <a:pathLst>
                <a:path w="65804" h="66864">
                  <a:moveTo>
                    <a:pt x="24050" y="66864"/>
                  </a:moveTo>
                  <a:lnTo>
                    <a:pt x="0" y="24659"/>
                  </a:lnTo>
                  <a:lnTo>
                    <a:pt x="40991" y="0"/>
                  </a:lnTo>
                  <a:lnTo>
                    <a:pt x="65804" y="4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31225" y="2897481"/>
              <a:ext cx="66775" cy="67447"/>
            </a:xfrm>
            <a:custGeom>
              <a:avLst/>
              <a:pathLst>
                <a:path w="66775" h="67447">
                  <a:moveTo>
                    <a:pt x="66775" y="42666"/>
                  </a:moveTo>
                  <a:lnTo>
                    <a:pt x="64323" y="44146"/>
                  </a:lnTo>
                  <a:lnTo>
                    <a:pt x="52640" y="51198"/>
                  </a:lnTo>
                  <a:lnTo>
                    <a:pt x="25719" y="67447"/>
                  </a:lnTo>
                  <a:lnTo>
                    <a:pt x="15042" y="49470"/>
                  </a:lnTo>
                  <a:lnTo>
                    <a:pt x="0" y="24140"/>
                  </a:lnTo>
                  <a:lnTo>
                    <a:pt x="2534" y="22653"/>
                  </a:lnTo>
                  <a:lnTo>
                    <a:pt x="11593" y="17338"/>
                  </a:lnTo>
                  <a:lnTo>
                    <a:pt x="13548" y="16191"/>
                  </a:lnTo>
                  <a:lnTo>
                    <a:pt x="16492" y="14464"/>
                  </a:lnTo>
                  <a:lnTo>
                    <a:pt x="410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31097" y="3048824"/>
              <a:ext cx="10956" cy="11091"/>
            </a:xfrm>
            <a:custGeom>
              <a:avLst/>
              <a:pathLst>
                <a:path w="10956" h="11091">
                  <a:moveTo>
                    <a:pt x="5997" y="11091"/>
                  </a:moveTo>
                  <a:lnTo>
                    <a:pt x="5850" y="11091"/>
                  </a:lnTo>
                  <a:lnTo>
                    <a:pt x="5074" y="11091"/>
                  </a:lnTo>
                  <a:lnTo>
                    <a:pt x="4151" y="10974"/>
                  </a:lnTo>
                  <a:lnTo>
                    <a:pt x="3228" y="10620"/>
                  </a:lnTo>
                  <a:lnTo>
                    <a:pt x="2421" y="10148"/>
                  </a:lnTo>
                  <a:lnTo>
                    <a:pt x="1729" y="9557"/>
                  </a:lnTo>
                  <a:lnTo>
                    <a:pt x="1153" y="8850"/>
                  </a:lnTo>
                  <a:lnTo>
                    <a:pt x="576" y="8024"/>
                  </a:lnTo>
                  <a:lnTo>
                    <a:pt x="230" y="7198"/>
                  </a:lnTo>
                  <a:lnTo>
                    <a:pt x="114" y="6254"/>
                  </a:lnTo>
                  <a:lnTo>
                    <a:pt x="0" y="5309"/>
                  </a:lnTo>
                  <a:lnTo>
                    <a:pt x="230" y="4366"/>
                  </a:lnTo>
                  <a:lnTo>
                    <a:pt x="460" y="3421"/>
                  </a:lnTo>
                  <a:lnTo>
                    <a:pt x="1960" y="1298"/>
                  </a:lnTo>
                  <a:lnTo>
                    <a:pt x="2767" y="707"/>
                  </a:lnTo>
                  <a:lnTo>
                    <a:pt x="3574" y="354"/>
                  </a:lnTo>
                  <a:lnTo>
                    <a:pt x="4503" y="0"/>
                  </a:lnTo>
                  <a:lnTo>
                    <a:pt x="5419" y="0"/>
                  </a:lnTo>
                  <a:lnTo>
                    <a:pt x="6342" y="0"/>
                  </a:lnTo>
                  <a:lnTo>
                    <a:pt x="7265" y="235"/>
                  </a:lnTo>
                  <a:lnTo>
                    <a:pt x="8072" y="590"/>
                  </a:lnTo>
                  <a:lnTo>
                    <a:pt x="8879" y="1061"/>
                  </a:lnTo>
                  <a:lnTo>
                    <a:pt x="9571" y="1770"/>
                  </a:lnTo>
                  <a:lnTo>
                    <a:pt x="10148" y="2478"/>
                  </a:lnTo>
                  <a:lnTo>
                    <a:pt x="10610" y="3421"/>
                  </a:lnTo>
                  <a:lnTo>
                    <a:pt x="10840" y="4248"/>
                  </a:lnTo>
                  <a:lnTo>
                    <a:pt x="10956" y="5192"/>
                  </a:lnTo>
                  <a:lnTo>
                    <a:pt x="10956" y="6136"/>
                  </a:lnTo>
                  <a:lnTo>
                    <a:pt x="10840" y="7080"/>
                  </a:lnTo>
                  <a:lnTo>
                    <a:pt x="10494" y="8024"/>
                  </a:lnTo>
                  <a:lnTo>
                    <a:pt x="9917" y="8850"/>
                  </a:lnTo>
                  <a:lnTo>
                    <a:pt x="9341" y="9557"/>
                  </a:lnTo>
                  <a:lnTo>
                    <a:pt x="8649" y="10148"/>
                  </a:lnTo>
                  <a:lnTo>
                    <a:pt x="7842" y="10620"/>
                  </a:lnTo>
                  <a:lnTo>
                    <a:pt x="7052" y="10923"/>
                  </a:lnTo>
                  <a:lnTo>
                    <a:pt x="6919" y="10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38490" y="2965406"/>
              <a:ext cx="140989" cy="95576"/>
            </a:xfrm>
            <a:custGeom>
              <a:avLst/>
              <a:pathLst>
                <a:path w="140989" h="95576">
                  <a:moveTo>
                    <a:pt x="14996" y="91843"/>
                  </a:moveTo>
                  <a:lnTo>
                    <a:pt x="8765" y="95576"/>
                  </a:lnTo>
                  <a:lnTo>
                    <a:pt x="10379" y="93452"/>
                  </a:lnTo>
                  <a:lnTo>
                    <a:pt x="11648" y="89676"/>
                  </a:lnTo>
                  <a:lnTo>
                    <a:pt x="11575" y="88724"/>
                  </a:lnTo>
                  <a:lnTo>
                    <a:pt x="11187" y="83658"/>
                  </a:lnTo>
                  <a:lnTo>
                    <a:pt x="9342" y="80354"/>
                  </a:lnTo>
                  <a:lnTo>
                    <a:pt x="6919" y="78112"/>
                  </a:lnTo>
                  <a:lnTo>
                    <a:pt x="2422" y="76460"/>
                  </a:lnTo>
                  <a:lnTo>
                    <a:pt x="0" y="76460"/>
                  </a:lnTo>
                  <a:lnTo>
                    <a:pt x="130745" y="0"/>
                  </a:lnTo>
                  <a:lnTo>
                    <a:pt x="130202" y="1969"/>
                  </a:lnTo>
                  <a:lnTo>
                    <a:pt x="129989" y="4004"/>
                  </a:lnTo>
                  <a:lnTo>
                    <a:pt x="130115" y="6046"/>
                  </a:lnTo>
                  <a:lnTo>
                    <a:pt x="130574" y="8038"/>
                  </a:lnTo>
                  <a:lnTo>
                    <a:pt x="131354" y="9922"/>
                  </a:lnTo>
                  <a:lnTo>
                    <a:pt x="132433" y="11645"/>
                  </a:lnTo>
                  <a:lnTo>
                    <a:pt x="133780" y="13158"/>
                  </a:lnTo>
                  <a:lnTo>
                    <a:pt x="135357" y="14417"/>
                  </a:lnTo>
                  <a:lnTo>
                    <a:pt x="137118" y="15387"/>
                  </a:lnTo>
                  <a:lnTo>
                    <a:pt x="139013" y="16041"/>
                  </a:lnTo>
                  <a:lnTo>
                    <a:pt x="140989" y="16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194157" y="3026842"/>
              <a:ext cx="45577" cy="54455"/>
            </a:xfrm>
            <a:custGeom>
              <a:avLst/>
              <a:pathLst>
                <a:path w="45577" h="54455">
                  <a:moveTo>
                    <a:pt x="0" y="12068"/>
                  </a:moveTo>
                  <a:lnTo>
                    <a:pt x="19831" y="0"/>
                  </a:lnTo>
                  <a:lnTo>
                    <a:pt x="45577" y="42379"/>
                  </a:lnTo>
                  <a:lnTo>
                    <a:pt x="25393" y="54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50526" y="3120862"/>
              <a:ext cx="44389" cy="53686"/>
            </a:xfrm>
            <a:custGeom>
              <a:avLst/>
              <a:pathLst>
                <a:path w="44389" h="53686">
                  <a:moveTo>
                    <a:pt x="24836" y="53686"/>
                  </a:moveTo>
                  <a:lnTo>
                    <a:pt x="0" y="11038"/>
                  </a:lnTo>
                  <a:lnTo>
                    <a:pt x="19857" y="0"/>
                  </a:lnTo>
                  <a:lnTo>
                    <a:pt x="44389" y="42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190553" y="3123997"/>
              <a:ext cx="44398" cy="54724"/>
            </a:xfrm>
            <a:custGeom>
              <a:avLst/>
              <a:pathLst>
                <a:path w="44398" h="54724">
                  <a:moveTo>
                    <a:pt x="0" y="11635"/>
                  </a:moveTo>
                  <a:lnTo>
                    <a:pt x="18760" y="0"/>
                  </a:lnTo>
                  <a:lnTo>
                    <a:pt x="44398" y="43654"/>
                  </a:lnTo>
                  <a:lnTo>
                    <a:pt x="25339" y="54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391454" y="3200363"/>
              <a:ext cx="44061" cy="54244"/>
            </a:xfrm>
            <a:custGeom>
              <a:avLst/>
              <a:pathLst>
                <a:path w="44061" h="54244">
                  <a:moveTo>
                    <a:pt x="25784" y="54244"/>
                  </a:moveTo>
                  <a:lnTo>
                    <a:pt x="0" y="11115"/>
                  </a:lnTo>
                  <a:lnTo>
                    <a:pt x="18622" y="0"/>
                  </a:lnTo>
                  <a:lnTo>
                    <a:pt x="44061" y="43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368731" y="3213007"/>
              <a:ext cx="44257" cy="54580"/>
            </a:xfrm>
            <a:custGeom>
              <a:avLst/>
              <a:pathLst>
                <a:path w="44257" h="54580">
                  <a:moveTo>
                    <a:pt x="24203" y="53500"/>
                  </a:moveTo>
                  <a:lnTo>
                    <a:pt x="0" y="11992"/>
                  </a:lnTo>
                  <a:lnTo>
                    <a:pt x="18977" y="0"/>
                  </a:lnTo>
                  <a:lnTo>
                    <a:pt x="44257" y="43837"/>
                  </a:lnTo>
                  <a:lnTo>
                    <a:pt x="26726" y="54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05506" y="3132279"/>
              <a:ext cx="102334" cy="102747"/>
            </a:xfrm>
            <a:custGeom>
              <a:avLst/>
              <a:pathLst>
                <a:path w="102334" h="102747">
                  <a:moveTo>
                    <a:pt x="38588" y="102747"/>
                  </a:moveTo>
                  <a:lnTo>
                    <a:pt x="0" y="37480"/>
                  </a:lnTo>
                  <a:lnTo>
                    <a:pt x="64067" y="0"/>
                  </a:lnTo>
                  <a:lnTo>
                    <a:pt x="102334" y="63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702135" y="1959901"/>
              <a:ext cx="43236" cy="54297"/>
            </a:xfrm>
            <a:custGeom>
              <a:avLst/>
              <a:pathLst>
                <a:path w="43236" h="54297">
                  <a:moveTo>
                    <a:pt x="0" y="10740"/>
                  </a:moveTo>
                  <a:lnTo>
                    <a:pt x="18923" y="0"/>
                  </a:lnTo>
                  <a:lnTo>
                    <a:pt x="43236" y="43334"/>
                  </a:lnTo>
                  <a:lnTo>
                    <a:pt x="24373" y="54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517116" y="1962646"/>
              <a:ext cx="51698" cy="43504"/>
            </a:xfrm>
            <a:custGeom>
              <a:avLst/>
              <a:pathLst>
                <a:path w="51698" h="43504">
                  <a:moveTo>
                    <a:pt x="11001" y="43504"/>
                  </a:moveTo>
                  <a:lnTo>
                    <a:pt x="0" y="24439"/>
                  </a:lnTo>
                  <a:lnTo>
                    <a:pt x="41308" y="0"/>
                  </a:lnTo>
                  <a:lnTo>
                    <a:pt x="51698" y="190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74178" y="1977169"/>
              <a:ext cx="42766" cy="53228"/>
            </a:xfrm>
            <a:custGeom>
              <a:avLst/>
              <a:pathLst>
                <a:path w="42766" h="53228">
                  <a:moveTo>
                    <a:pt x="0" y="11092"/>
                  </a:moveTo>
                  <a:lnTo>
                    <a:pt x="18567" y="0"/>
                  </a:lnTo>
                  <a:lnTo>
                    <a:pt x="42766" y="42347"/>
                  </a:lnTo>
                  <a:lnTo>
                    <a:pt x="24535" y="53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49520" y="2670769"/>
              <a:ext cx="43039" cy="53011"/>
            </a:xfrm>
            <a:custGeom>
              <a:avLst/>
              <a:pathLst>
                <a:path w="43039" h="53011">
                  <a:moveTo>
                    <a:pt x="24621" y="53011"/>
                  </a:moveTo>
                  <a:lnTo>
                    <a:pt x="0" y="11326"/>
                  </a:lnTo>
                  <a:lnTo>
                    <a:pt x="18509" y="0"/>
                  </a:lnTo>
                  <a:lnTo>
                    <a:pt x="43039" y="41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185960" y="2518672"/>
              <a:ext cx="41855" cy="52091"/>
            </a:xfrm>
            <a:custGeom>
              <a:avLst/>
              <a:pathLst>
                <a:path w="41855" h="52091">
                  <a:moveTo>
                    <a:pt x="0" y="10720"/>
                  </a:moveTo>
                  <a:lnTo>
                    <a:pt x="17698" y="0"/>
                  </a:lnTo>
                  <a:lnTo>
                    <a:pt x="41855" y="40764"/>
                  </a:lnTo>
                  <a:lnTo>
                    <a:pt x="23171" y="52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05768" y="2743293"/>
              <a:ext cx="52660" cy="42420"/>
            </a:xfrm>
            <a:custGeom>
              <a:avLst/>
              <a:pathLst>
                <a:path w="52660" h="42420">
                  <a:moveTo>
                    <a:pt x="0" y="24502"/>
                  </a:moveTo>
                  <a:lnTo>
                    <a:pt x="41813" y="0"/>
                  </a:lnTo>
                  <a:lnTo>
                    <a:pt x="52660" y="17883"/>
                  </a:lnTo>
                  <a:lnTo>
                    <a:pt x="10942" y="42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77780" y="2718407"/>
              <a:ext cx="42683" cy="52710"/>
            </a:xfrm>
            <a:custGeom>
              <a:avLst/>
              <a:pathLst>
                <a:path w="42683" h="52710">
                  <a:moveTo>
                    <a:pt x="0" y="10926"/>
                  </a:moveTo>
                  <a:lnTo>
                    <a:pt x="17997" y="0"/>
                  </a:lnTo>
                  <a:lnTo>
                    <a:pt x="42683" y="41406"/>
                  </a:lnTo>
                  <a:lnTo>
                    <a:pt x="24525" y="527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2486" y="2721003"/>
              <a:ext cx="50993" cy="42178"/>
            </a:xfrm>
            <a:custGeom>
              <a:avLst/>
              <a:pathLst>
                <a:path w="50993" h="42178">
                  <a:moveTo>
                    <a:pt x="10610" y="42178"/>
                  </a:moveTo>
                  <a:lnTo>
                    <a:pt x="0" y="24123"/>
                  </a:lnTo>
                  <a:lnTo>
                    <a:pt x="40631" y="0"/>
                  </a:lnTo>
                  <a:lnTo>
                    <a:pt x="50993" y="176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090079" y="2724841"/>
              <a:ext cx="51294" cy="42641"/>
            </a:xfrm>
            <a:custGeom>
              <a:avLst/>
              <a:pathLst>
                <a:path w="51294" h="42641">
                  <a:moveTo>
                    <a:pt x="0" y="24217"/>
                  </a:moveTo>
                  <a:lnTo>
                    <a:pt x="40383" y="0"/>
                  </a:lnTo>
                  <a:lnTo>
                    <a:pt x="51294" y="18087"/>
                  </a:lnTo>
                  <a:lnTo>
                    <a:pt x="10731" y="42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13631" y="2727762"/>
              <a:ext cx="43707" cy="51820"/>
            </a:xfrm>
            <a:custGeom>
              <a:avLst/>
              <a:pathLst>
                <a:path w="43707" h="51820">
                  <a:moveTo>
                    <a:pt x="43707" y="41690"/>
                  </a:moveTo>
                  <a:lnTo>
                    <a:pt x="24565" y="51820"/>
                  </a:lnTo>
                  <a:lnTo>
                    <a:pt x="0" y="11228"/>
                  </a:lnTo>
                  <a:lnTo>
                    <a:pt x="1847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54353" y="2731617"/>
              <a:ext cx="43187" cy="53141"/>
            </a:xfrm>
            <a:custGeom>
              <a:avLst/>
              <a:pathLst>
                <a:path w="43187" h="53141">
                  <a:moveTo>
                    <a:pt x="37075" y="31384"/>
                  </a:moveTo>
                  <a:lnTo>
                    <a:pt x="43187" y="42357"/>
                  </a:lnTo>
                  <a:lnTo>
                    <a:pt x="24730" y="53141"/>
                  </a:lnTo>
                  <a:lnTo>
                    <a:pt x="0" y="10779"/>
                  </a:lnTo>
                  <a:lnTo>
                    <a:pt x="1856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69366" y="2587427"/>
              <a:ext cx="42928" cy="52644"/>
            </a:xfrm>
            <a:custGeom>
              <a:avLst/>
              <a:pathLst>
                <a:path w="42928" h="52644">
                  <a:moveTo>
                    <a:pt x="24736" y="52644"/>
                  </a:moveTo>
                  <a:lnTo>
                    <a:pt x="0" y="10600"/>
                  </a:lnTo>
                  <a:lnTo>
                    <a:pt x="18670" y="0"/>
                  </a:lnTo>
                  <a:lnTo>
                    <a:pt x="42928" y="413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186194" y="2666396"/>
              <a:ext cx="67332" cy="67649"/>
            </a:xfrm>
            <a:custGeom>
              <a:avLst/>
              <a:pathLst>
                <a:path w="67332" h="67649">
                  <a:moveTo>
                    <a:pt x="46888" y="54691"/>
                  </a:moveTo>
                  <a:lnTo>
                    <a:pt x="25257" y="67649"/>
                  </a:lnTo>
                  <a:lnTo>
                    <a:pt x="0" y="25876"/>
                  </a:lnTo>
                  <a:lnTo>
                    <a:pt x="20631" y="13406"/>
                  </a:lnTo>
                  <a:lnTo>
                    <a:pt x="23798" y="11492"/>
                  </a:lnTo>
                  <a:lnTo>
                    <a:pt x="42457" y="215"/>
                  </a:lnTo>
                  <a:lnTo>
                    <a:pt x="42814" y="0"/>
                  </a:lnTo>
                  <a:lnTo>
                    <a:pt x="53945" y="19269"/>
                  </a:lnTo>
                  <a:lnTo>
                    <a:pt x="66175" y="40442"/>
                  </a:lnTo>
                  <a:lnTo>
                    <a:pt x="67332" y="42445"/>
                  </a:lnTo>
                  <a:lnTo>
                    <a:pt x="54692" y="500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74383" y="2489081"/>
              <a:ext cx="41495" cy="52362"/>
            </a:xfrm>
            <a:custGeom>
              <a:avLst/>
              <a:pathLst>
                <a:path w="41495" h="52362">
                  <a:moveTo>
                    <a:pt x="0" y="10812"/>
                  </a:moveTo>
                  <a:lnTo>
                    <a:pt x="17815" y="0"/>
                  </a:lnTo>
                  <a:lnTo>
                    <a:pt x="41495" y="41594"/>
                  </a:lnTo>
                  <a:lnTo>
                    <a:pt x="23626" y="523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35354" y="2485352"/>
              <a:ext cx="41005" cy="50868"/>
            </a:xfrm>
            <a:custGeom>
              <a:avLst/>
              <a:pathLst>
                <a:path w="41005" h="50868">
                  <a:moveTo>
                    <a:pt x="23464" y="50868"/>
                  </a:moveTo>
                  <a:lnTo>
                    <a:pt x="0" y="10672"/>
                  </a:lnTo>
                  <a:lnTo>
                    <a:pt x="18408" y="0"/>
                  </a:lnTo>
                  <a:lnTo>
                    <a:pt x="41005" y="399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59156" y="2634241"/>
              <a:ext cx="42756" cy="52767"/>
            </a:xfrm>
            <a:custGeom>
              <a:avLst/>
              <a:pathLst>
                <a:path w="42756" h="52767">
                  <a:moveTo>
                    <a:pt x="24469" y="52767"/>
                  </a:moveTo>
                  <a:lnTo>
                    <a:pt x="0" y="11143"/>
                  </a:lnTo>
                  <a:lnTo>
                    <a:pt x="18013" y="0"/>
                  </a:lnTo>
                  <a:lnTo>
                    <a:pt x="42756" y="41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56007" y="2626884"/>
              <a:ext cx="41021" cy="52076"/>
            </a:xfrm>
            <a:custGeom>
              <a:avLst/>
              <a:pathLst>
                <a:path w="41021" h="52076">
                  <a:moveTo>
                    <a:pt x="0" y="10830"/>
                  </a:moveTo>
                  <a:lnTo>
                    <a:pt x="17652" y="0"/>
                  </a:lnTo>
                  <a:lnTo>
                    <a:pt x="41021" y="41784"/>
                  </a:lnTo>
                  <a:lnTo>
                    <a:pt x="23473" y="520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20380" y="2629622"/>
              <a:ext cx="42373" cy="52113"/>
            </a:xfrm>
            <a:custGeom>
              <a:avLst/>
              <a:pathLst>
                <a:path w="42373" h="52113">
                  <a:moveTo>
                    <a:pt x="0" y="10615"/>
                  </a:moveTo>
                  <a:lnTo>
                    <a:pt x="18391" y="0"/>
                  </a:lnTo>
                  <a:lnTo>
                    <a:pt x="42373" y="41124"/>
                  </a:lnTo>
                  <a:lnTo>
                    <a:pt x="23962" y="52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0130" y="2640906"/>
              <a:ext cx="50293" cy="42532"/>
            </a:xfrm>
            <a:custGeom>
              <a:avLst/>
              <a:pathLst>
                <a:path w="50293" h="42532">
                  <a:moveTo>
                    <a:pt x="0" y="24735"/>
                  </a:moveTo>
                  <a:lnTo>
                    <a:pt x="40069" y="0"/>
                  </a:lnTo>
                  <a:lnTo>
                    <a:pt x="50293" y="18805"/>
                  </a:lnTo>
                  <a:lnTo>
                    <a:pt x="10444" y="425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13361" y="2647708"/>
              <a:ext cx="52430" cy="43524"/>
            </a:xfrm>
            <a:custGeom>
              <a:avLst/>
              <a:pathLst>
                <a:path w="52430" h="43524">
                  <a:moveTo>
                    <a:pt x="10745" y="43524"/>
                  </a:moveTo>
                  <a:lnTo>
                    <a:pt x="0" y="24948"/>
                  </a:lnTo>
                  <a:lnTo>
                    <a:pt x="41070" y="0"/>
                  </a:lnTo>
                  <a:lnTo>
                    <a:pt x="52430" y="190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03253" y="2747886"/>
              <a:ext cx="52477" cy="43414"/>
            </a:xfrm>
            <a:custGeom>
              <a:avLst/>
              <a:pathLst>
                <a:path w="52477" h="43414">
                  <a:moveTo>
                    <a:pt x="0" y="25555"/>
                  </a:moveTo>
                  <a:lnTo>
                    <a:pt x="41523" y="0"/>
                  </a:lnTo>
                  <a:lnTo>
                    <a:pt x="51482" y="17090"/>
                  </a:lnTo>
                  <a:lnTo>
                    <a:pt x="52477" y="18859"/>
                  </a:lnTo>
                  <a:lnTo>
                    <a:pt x="10546" y="4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69220" y="2747410"/>
              <a:ext cx="43578" cy="53384"/>
            </a:xfrm>
            <a:custGeom>
              <a:avLst/>
              <a:pathLst>
                <a:path w="43578" h="53384">
                  <a:moveTo>
                    <a:pt x="0" y="10874"/>
                  </a:moveTo>
                  <a:lnTo>
                    <a:pt x="18940" y="0"/>
                  </a:lnTo>
                  <a:lnTo>
                    <a:pt x="43578" y="41292"/>
                  </a:lnTo>
                  <a:lnTo>
                    <a:pt x="24284" y="5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0440" y="2836293"/>
              <a:ext cx="52219" cy="42824"/>
            </a:xfrm>
            <a:custGeom>
              <a:avLst/>
              <a:pathLst>
                <a:path w="52219" h="42824">
                  <a:moveTo>
                    <a:pt x="0" y="24314"/>
                  </a:moveTo>
                  <a:lnTo>
                    <a:pt x="40981" y="0"/>
                  </a:lnTo>
                  <a:lnTo>
                    <a:pt x="52219" y="18458"/>
                  </a:lnTo>
                  <a:lnTo>
                    <a:pt x="10924" y="428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42993" y="2616941"/>
              <a:ext cx="42706" cy="51868"/>
            </a:xfrm>
            <a:custGeom>
              <a:avLst/>
              <a:pathLst>
                <a:path w="42706" h="51868">
                  <a:moveTo>
                    <a:pt x="0" y="10422"/>
                  </a:moveTo>
                  <a:lnTo>
                    <a:pt x="18827" y="0"/>
                  </a:lnTo>
                  <a:lnTo>
                    <a:pt x="42706" y="40429"/>
                  </a:lnTo>
                  <a:lnTo>
                    <a:pt x="24448" y="5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183157" y="2620324"/>
              <a:ext cx="43375" cy="52358"/>
            </a:xfrm>
            <a:custGeom>
              <a:avLst/>
              <a:pathLst>
                <a:path w="43375" h="52358">
                  <a:moveTo>
                    <a:pt x="24604" y="52358"/>
                  </a:moveTo>
                  <a:lnTo>
                    <a:pt x="0" y="11434"/>
                  </a:lnTo>
                  <a:lnTo>
                    <a:pt x="18779" y="0"/>
                  </a:lnTo>
                  <a:lnTo>
                    <a:pt x="43375" y="415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097135" y="2620316"/>
              <a:ext cx="51073" cy="42290"/>
            </a:xfrm>
            <a:custGeom>
              <a:avLst/>
              <a:pathLst>
                <a:path w="51073" h="42290">
                  <a:moveTo>
                    <a:pt x="10725" y="42290"/>
                  </a:moveTo>
                  <a:lnTo>
                    <a:pt x="0" y="24236"/>
                  </a:lnTo>
                  <a:lnTo>
                    <a:pt x="40191" y="0"/>
                  </a:lnTo>
                  <a:lnTo>
                    <a:pt x="51073" y="183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41983" y="2540141"/>
              <a:ext cx="41542" cy="50984"/>
            </a:xfrm>
            <a:custGeom>
              <a:avLst/>
              <a:pathLst>
                <a:path w="41542" h="50984">
                  <a:moveTo>
                    <a:pt x="24165" y="50984"/>
                  </a:moveTo>
                  <a:lnTo>
                    <a:pt x="0" y="10887"/>
                  </a:lnTo>
                  <a:lnTo>
                    <a:pt x="18320" y="0"/>
                  </a:lnTo>
                  <a:lnTo>
                    <a:pt x="41542" y="399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189622" y="2564523"/>
              <a:ext cx="52166" cy="43057"/>
            </a:xfrm>
            <a:custGeom>
              <a:avLst/>
              <a:pathLst>
                <a:path w="52166" h="43057">
                  <a:moveTo>
                    <a:pt x="0" y="24792"/>
                  </a:moveTo>
                  <a:lnTo>
                    <a:pt x="41161" y="0"/>
                  </a:lnTo>
                  <a:lnTo>
                    <a:pt x="52166" y="18425"/>
                  </a:lnTo>
                  <a:lnTo>
                    <a:pt x="10634" y="4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53638" y="2569056"/>
              <a:ext cx="42959" cy="52589"/>
            </a:xfrm>
            <a:custGeom>
              <a:avLst/>
              <a:pathLst>
                <a:path w="42959" h="52589">
                  <a:moveTo>
                    <a:pt x="0" y="11194"/>
                  </a:moveTo>
                  <a:lnTo>
                    <a:pt x="18192" y="0"/>
                  </a:lnTo>
                  <a:lnTo>
                    <a:pt x="42959" y="41607"/>
                  </a:lnTo>
                  <a:lnTo>
                    <a:pt x="24043" y="525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20826" y="2447589"/>
              <a:ext cx="51891" cy="43288"/>
            </a:xfrm>
            <a:custGeom>
              <a:avLst/>
              <a:pathLst>
                <a:path w="51891" h="43288">
                  <a:moveTo>
                    <a:pt x="0" y="24887"/>
                  </a:moveTo>
                  <a:lnTo>
                    <a:pt x="40487" y="0"/>
                  </a:lnTo>
                  <a:lnTo>
                    <a:pt x="51891" y="18616"/>
                  </a:lnTo>
                  <a:lnTo>
                    <a:pt x="11099" y="43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28559" y="2502652"/>
              <a:ext cx="51915" cy="43076"/>
            </a:xfrm>
            <a:custGeom>
              <a:avLst/>
              <a:pathLst>
                <a:path w="51915" h="43076">
                  <a:moveTo>
                    <a:pt x="0" y="24157"/>
                  </a:moveTo>
                  <a:lnTo>
                    <a:pt x="40274" y="0"/>
                  </a:lnTo>
                  <a:lnTo>
                    <a:pt x="51915" y="19281"/>
                  </a:lnTo>
                  <a:lnTo>
                    <a:pt x="10318" y="430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47457" y="2676833"/>
              <a:ext cx="43173" cy="52377"/>
            </a:xfrm>
            <a:custGeom>
              <a:avLst/>
              <a:pathLst>
                <a:path w="43173" h="52377">
                  <a:moveTo>
                    <a:pt x="24502" y="52377"/>
                  </a:moveTo>
                  <a:lnTo>
                    <a:pt x="0" y="11088"/>
                  </a:lnTo>
                  <a:lnTo>
                    <a:pt x="18596" y="0"/>
                  </a:lnTo>
                  <a:lnTo>
                    <a:pt x="43173" y="41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85779" y="2679057"/>
              <a:ext cx="41801" cy="51106"/>
            </a:xfrm>
            <a:custGeom>
              <a:avLst/>
              <a:pathLst>
                <a:path w="41801" h="51106">
                  <a:moveTo>
                    <a:pt x="0" y="10979"/>
                  </a:moveTo>
                  <a:lnTo>
                    <a:pt x="17607" y="0"/>
                  </a:lnTo>
                  <a:lnTo>
                    <a:pt x="41801" y="40324"/>
                  </a:lnTo>
                  <a:lnTo>
                    <a:pt x="23381" y="511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26316" y="2684407"/>
              <a:ext cx="43050" cy="52429"/>
            </a:xfrm>
            <a:custGeom>
              <a:avLst/>
              <a:pathLst>
                <a:path w="43050" h="52429">
                  <a:moveTo>
                    <a:pt x="24321" y="52429"/>
                  </a:moveTo>
                  <a:lnTo>
                    <a:pt x="0" y="11414"/>
                  </a:lnTo>
                  <a:lnTo>
                    <a:pt x="18813" y="0"/>
                  </a:lnTo>
                  <a:lnTo>
                    <a:pt x="43050" y="42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182478" y="2764338"/>
              <a:ext cx="52063" cy="43188"/>
            </a:xfrm>
            <a:custGeom>
              <a:avLst/>
              <a:pathLst>
                <a:path w="52063" h="43188">
                  <a:moveTo>
                    <a:pt x="10545" y="43188"/>
                  </a:moveTo>
                  <a:lnTo>
                    <a:pt x="0" y="25186"/>
                  </a:lnTo>
                  <a:lnTo>
                    <a:pt x="40689" y="0"/>
                  </a:lnTo>
                  <a:lnTo>
                    <a:pt x="52063" y="184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40258" y="2771711"/>
              <a:ext cx="42857" cy="53182"/>
            </a:xfrm>
            <a:custGeom>
              <a:avLst/>
              <a:pathLst>
                <a:path w="42857" h="53182">
                  <a:moveTo>
                    <a:pt x="0" y="10946"/>
                  </a:moveTo>
                  <a:lnTo>
                    <a:pt x="18175" y="0"/>
                  </a:lnTo>
                  <a:lnTo>
                    <a:pt x="42857" y="41940"/>
                  </a:lnTo>
                  <a:lnTo>
                    <a:pt x="23951" y="53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70400" y="2662757"/>
              <a:ext cx="43059" cy="53113"/>
            </a:xfrm>
            <a:custGeom>
              <a:avLst/>
              <a:pathLst>
                <a:path w="43059" h="53113">
                  <a:moveTo>
                    <a:pt x="43059" y="42351"/>
                  </a:moveTo>
                  <a:lnTo>
                    <a:pt x="24494" y="53113"/>
                  </a:lnTo>
                  <a:lnTo>
                    <a:pt x="0" y="11270"/>
                  </a:lnTo>
                  <a:lnTo>
                    <a:pt x="186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24162" y="2841100"/>
              <a:ext cx="42472" cy="51350"/>
            </a:xfrm>
            <a:custGeom>
              <a:avLst/>
              <a:pathLst>
                <a:path w="42472" h="51350">
                  <a:moveTo>
                    <a:pt x="0" y="10375"/>
                  </a:moveTo>
                  <a:lnTo>
                    <a:pt x="18316" y="0"/>
                  </a:lnTo>
                  <a:lnTo>
                    <a:pt x="42472" y="41079"/>
                  </a:lnTo>
                  <a:lnTo>
                    <a:pt x="24388" y="51350"/>
                  </a:lnTo>
                  <a:lnTo>
                    <a:pt x="774" y="11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3996844" y="2779354"/>
              <a:ext cx="51093" cy="42857"/>
            </a:xfrm>
            <a:custGeom>
              <a:avLst/>
              <a:pathLst>
                <a:path w="51093" h="42857">
                  <a:moveTo>
                    <a:pt x="0" y="24281"/>
                  </a:moveTo>
                  <a:lnTo>
                    <a:pt x="40905" y="0"/>
                  </a:lnTo>
                  <a:lnTo>
                    <a:pt x="51093" y="18758"/>
                  </a:lnTo>
                  <a:lnTo>
                    <a:pt x="11137" y="428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094737" y="2785523"/>
              <a:ext cx="51466" cy="42787"/>
            </a:xfrm>
            <a:custGeom>
              <a:avLst/>
              <a:pathLst>
                <a:path w="51466" h="42787">
                  <a:moveTo>
                    <a:pt x="40742" y="0"/>
                  </a:moveTo>
                  <a:lnTo>
                    <a:pt x="51466" y="18073"/>
                  </a:lnTo>
                  <a:lnTo>
                    <a:pt x="10463" y="42787"/>
                  </a:lnTo>
                  <a:lnTo>
                    <a:pt x="0" y="24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0969" y="2803675"/>
              <a:ext cx="51711" cy="42767"/>
            </a:xfrm>
            <a:custGeom>
              <a:avLst/>
              <a:pathLst>
                <a:path w="51711" h="42767">
                  <a:moveTo>
                    <a:pt x="0" y="24207"/>
                  </a:moveTo>
                  <a:lnTo>
                    <a:pt x="40036" y="0"/>
                  </a:lnTo>
                  <a:lnTo>
                    <a:pt x="51711" y="18515"/>
                  </a:lnTo>
                  <a:lnTo>
                    <a:pt x="11024" y="427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07843" y="2807648"/>
              <a:ext cx="51498" cy="43030"/>
            </a:xfrm>
            <a:custGeom>
              <a:avLst/>
              <a:pathLst>
                <a:path w="51498" h="43030">
                  <a:moveTo>
                    <a:pt x="10636" y="43030"/>
                  </a:moveTo>
                  <a:lnTo>
                    <a:pt x="0" y="24773"/>
                  </a:lnTo>
                  <a:lnTo>
                    <a:pt x="40581" y="0"/>
                  </a:lnTo>
                  <a:lnTo>
                    <a:pt x="51498" y="192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47292" y="2813505"/>
              <a:ext cx="51568" cy="42228"/>
            </a:xfrm>
            <a:custGeom>
              <a:avLst/>
              <a:pathLst>
                <a:path w="51568" h="42228">
                  <a:moveTo>
                    <a:pt x="0" y="25112"/>
                  </a:moveTo>
                  <a:lnTo>
                    <a:pt x="41146" y="0"/>
                  </a:lnTo>
                  <a:lnTo>
                    <a:pt x="51568" y="17677"/>
                  </a:lnTo>
                  <a:lnTo>
                    <a:pt x="10810" y="42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45029" y="2753796"/>
              <a:ext cx="62580" cy="63686"/>
            </a:xfrm>
            <a:custGeom>
              <a:avLst/>
              <a:pathLst>
                <a:path w="62580" h="63686">
                  <a:moveTo>
                    <a:pt x="61701" y="42185"/>
                  </a:moveTo>
                  <a:lnTo>
                    <a:pt x="26052" y="63686"/>
                  </a:lnTo>
                  <a:lnTo>
                    <a:pt x="22587" y="63055"/>
                  </a:lnTo>
                  <a:lnTo>
                    <a:pt x="0" y="24844"/>
                  </a:lnTo>
                  <a:lnTo>
                    <a:pt x="514" y="21484"/>
                  </a:lnTo>
                  <a:lnTo>
                    <a:pt x="18201" y="10934"/>
                  </a:lnTo>
                  <a:lnTo>
                    <a:pt x="36531" y="0"/>
                  </a:lnTo>
                  <a:lnTo>
                    <a:pt x="39885" y="669"/>
                  </a:lnTo>
                  <a:lnTo>
                    <a:pt x="54804" y="26308"/>
                  </a:lnTo>
                  <a:lnTo>
                    <a:pt x="62580" y="39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02364" y="2521700"/>
              <a:ext cx="66244" cy="67310"/>
            </a:xfrm>
            <a:custGeom>
              <a:avLst/>
              <a:pathLst>
                <a:path w="66244" h="67310">
                  <a:moveTo>
                    <a:pt x="39611" y="57961"/>
                  </a:moveTo>
                  <a:lnTo>
                    <a:pt x="24194" y="67310"/>
                  </a:lnTo>
                  <a:lnTo>
                    <a:pt x="23200" y="65560"/>
                  </a:lnTo>
                  <a:lnTo>
                    <a:pt x="12769" y="47189"/>
                  </a:lnTo>
                  <a:lnTo>
                    <a:pt x="0" y="24700"/>
                  </a:lnTo>
                  <a:lnTo>
                    <a:pt x="16847" y="14498"/>
                  </a:lnTo>
                  <a:lnTo>
                    <a:pt x="40791" y="0"/>
                  </a:lnTo>
                  <a:lnTo>
                    <a:pt x="41555" y="73"/>
                  </a:lnTo>
                  <a:lnTo>
                    <a:pt x="42174" y="1120"/>
                  </a:lnTo>
                  <a:lnTo>
                    <a:pt x="52807" y="19095"/>
                  </a:lnTo>
                  <a:lnTo>
                    <a:pt x="66244" y="4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68534" y="2570919"/>
              <a:ext cx="52362" cy="42056"/>
            </a:xfrm>
            <a:custGeom>
              <a:avLst/>
              <a:pathLst>
                <a:path w="52362" h="42056">
                  <a:moveTo>
                    <a:pt x="10016" y="42056"/>
                  </a:moveTo>
                  <a:lnTo>
                    <a:pt x="0" y="23763"/>
                  </a:lnTo>
                  <a:lnTo>
                    <a:pt x="40760" y="0"/>
                  </a:lnTo>
                  <a:lnTo>
                    <a:pt x="52362" y="17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38478" y="2341312"/>
              <a:ext cx="52748" cy="43371"/>
            </a:xfrm>
            <a:custGeom>
              <a:avLst/>
              <a:pathLst>
                <a:path w="52748" h="43371">
                  <a:moveTo>
                    <a:pt x="11302" y="43371"/>
                  </a:moveTo>
                  <a:lnTo>
                    <a:pt x="0" y="24255"/>
                  </a:lnTo>
                  <a:lnTo>
                    <a:pt x="41100" y="0"/>
                  </a:lnTo>
                  <a:lnTo>
                    <a:pt x="52748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35940" y="2345439"/>
              <a:ext cx="53051" cy="44014"/>
            </a:xfrm>
            <a:custGeom>
              <a:avLst/>
              <a:pathLst>
                <a:path w="53051" h="44014">
                  <a:moveTo>
                    <a:pt x="11417" y="44014"/>
                  </a:moveTo>
                  <a:lnTo>
                    <a:pt x="0" y="24780"/>
                  </a:lnTo>
                  <a:lnTo>
                    <a:pt x="41749" y="0"/>
                  </a:lnTo>
                  <a:lnTo>
                    <a:pt x="53051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53904" y="2209550"/>
              <a:ext cx="43172" cy="53328"/>
            </a:xfrm>
            <a:custGeom>
              <a:avLst/>
              <a:pathLst>
                <a:path w="43172" h="53328">
                  <a:moveTo>
                    <a:pt x="0" y="10422"/>
                  </a:moveTo>
                  <a:lnTo>
                    <a:pt x="18476" y="0"/>
                  </a:lnTo>
                  <a:lnTo>
                    <a:pt x="43172" y="42590"/>
                  </a:lnTo>
                  <a:lnTo>
                    <a:pt x="25065" y="53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7989" y="2467237"/>
              <a:ext cx="52224" cy="43770"/>
            </a:xfrm>
            <a:custGeom>
              <a:avLst/>
              <a:pathLst>
                <a:path w="52224" h="43770">
                  <a:moveTo>
                    <a:pt x="10670" y="43770"/>
                  </a:moveTo>
                  <a:lnTo>
                    <a:pt x="0" y="24811"/>
                  </a:lnTo>
                  <a:lnTo>
                    <a:pt x="41097" y="0"/>
                  </a:lnTo>
                  <a:lnTo>
                    <a:pt x="52224" y="18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18520" y="2603199"/>
              <a:ext cx="52555" cy="44087"/>
            </a:xfrm>
            <a:custGeom>
              <a:avLst/>
              <a:pathLst>
                <a:path w="52555" h="44087">
                  <a:moveTo>
                    <a:pt x="0" y="23806"/>
                  </a:moveTo>
                  <a:lnTo>
                    <a:pt x="41560" y="0"/>
                  </a:lnTo>
                  <a:lnTo>
                    <a:pt x="52555" y="19247"/>
                  </a:lnTo>
                  <a:lnTo>
                    <a:pt x="10921" y="440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706277" y="2070315"/>
              <a:ext cx="51543" cy="43919"/>
            </a:xfrm>
            <a:custGeom>
              <a:avLst/>
              <a:pathLst>
                <a:path w="51543" h="43919">
                  <a:moveTo>
                    <a:pt x="11066" y="43919"/>
                  </a:moveTo>
                  <a:lnTo>
                    <a:pt x="0" y="24712"/>
                  </a:lnTo>
                  <a:lnTo>
                    <a:pt x="40507" y="0"/>
                  </a:lnTo>
                  <a:lnTo>
                    <a:pt x="51543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6650" y="2397179"/>
              <a:ext cx="51930" cy="42288"/>
            </a:xfrm>
            <a:custGeom>
              <a:avLst/>
              <a:pathLst>
                <a:path w="51930" h="42288">
                  <a:moveTo>
                    <a:pt x="10277" y="42288"/>
                  </a:moveTo>
                  <a:lnTo>
                    <a:pt x="0" y="24410"/>
                  </a:lnTo>
                  <a:lnTo>
                    <a:pt x="40718" y="0"/>
                  </a:lnTo>
                  <a:lnTo>
                    <a:pt x="51930" y="1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2771" y="2406405"/>
              <a:ext cx="51996" cy="42201"/>
            </a:xfrm>
            <a:custGeom>
              <a:avLst/>
              <a:pathLst>
                <a:path w="51996" h="42201">
                  <a:moveTo>
                    <a:pt x="10468" y="42201"/>
                  </a:moveTo>
                  <a:lnTo>
                    <a:pt x="0" y="24019"/>
                  </a:lnTo>
                  <a:lnTo>
                    <a:pt x="41229" y="0"/>
                  </a:lnTo>
                  <a:lnTo>
                    <a:pt x="51996" y="18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58617" y="2112556"/>
              <a:ext cx="43499" cy="52572"/>
            </a:xfrm>
            <a:custGeom>
              <a:avLst/>
              <a:pathLst>
                <a:path w="43499" h="52572">
                  <a:moveTo>
                    <a:pt x="24753" y="52572"/>
                  </a:moveTo>
                  <a:lnTo>
                    <a:pt x="0" y="10235"/>
                  </a:lnTo>
                  <a:lnTo>
                    <a:pt x="18153" y="0"/>
                  </a:lnTo>
                  <a:lnTo>
                    <a:pt x="43499" y="419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612602" y="2125452"/>
              <a:ext cx="52232" cy="44473"/>
            </a:xfrm>
            <a:custGeom>
              <a:avLst/>
              <a:pathLst>
                <a:path w="52232" h="44473">
                  <a:moveTo>
                    <a:pt x="11571" y="44473"/>
                  </a:moveTo>
                  <a:lnTo>
                    <a:pt x="0" y="24840"/>
                  </a:lnTo>
                  <a:lnTo>
                    <a:pt x="41518" y="0"/>
                  </a:lnTo>
                  <a:lnTo>
                    <a:pt x="52232" y="19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70595" y="2141608"/>
              <a:ext cx="42488" cy="52324"/>
            </a:xfrm>
            <a:custGeom>
              <a:avLst/>
              <a:pathLst>
                <a:path w="42488" h="52324">
                  <a:moveTo>
                    <a:pt x="23750" y="52324"/>
                  </a:moveTo>
                  <a:lnTo>
                    <a:pt x="0" y="11327"/>
                  </a:lnTo>
                  <a:lnTo>
                    <a:pt x="18798" y="0"/>
                  </a:lnTo>
                  <a:lnTo>
                    <a:pt x="42488" y="41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17400" y="2260811"/>
              <a:ext cx="52618" cy="44377"/>
            </a:xfrm>
            <a:custGeom>
              <a:avLst/>
              <a:pathLst>
                <a:path w="52618" h="44377">
                  <a:moveTo>
                    <a:pt x="10581" y="44377"/>
                  </a:moveTo>
                  <a:lnTo>
                    <a:pt x="0" y="24870"/>
                  </a:lnTo>
                  <a:lnTo>
                    <a:pt x="41659" y="0"/>
                  </a:lnTo>
                  <a:lnTo>
                    <a:pt x="52618" y="19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33841" y="2280606"/>
              <a:ext cx="52847" cy="42834"/>
            </a:xfrm>
            <a:custGeom>
              <a:avLst/>
              <a:pathLst>
                <a:path w="52847" h="42834">
                  <a:moveTo>
                    <a:pt x="11074" y="42834"/>
                  </a:moveTo>
                  <a:lnTo>
                    <a:pt x="0" y="24528"/>
                  </a:lnTo>
                  <a:lnTo>
                    <a:pt x="41752" y="0"/>
                  </a:lnTo>
                  <a:lnTo>
                    <a:pt x="52847" y="17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49527" y="2147857"/>
              <a:ext cx="42750" cy="54310"/>
            </a:xfrm>
            <a:custGeom>
              <a:avLst/>
              <a:pathLst>
                <a:path w="42750" h="54310">
                  <a:moveTo>
                    <a:pt x="24643" y="54310"/>
                  </a:moveTo>
                  <a:lnTo>
                    <a:pt x="0" y="11765"/>
                  </a:lnTo>
                  <a:lnTo>
                    <a:pt x="17815" y="0"/>
                  </a:lnTo>
                  <a:lnTo>
                    <a:pt x="42750" y="434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80744" y="2252226"/>
              <a:ext cx="53357" cy="42801"/>
            </a:xfrm>
            <a:custGeom>
              <a:avLst/>
              <a:pathLst>
                <a:path w="53357" h="42801">
                  <a:moveTo>
                    <a:pt x="10840" y="42801"/>
                  </a:moveTo>
                  <a:lnTo>
                    <a:pt x="0" y="24156"/>
                  </a:lnTo>
                  <a:lnTo>
                    <a:pt x="42349" y="0"/>
                  </a:lnTo>
                  <a:lnTo>
                    <a:pt x="53357" y="18937"/>
                  </a:lnTo>
                  <a:lnTo>
                    <a:pt x="36336" y="2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19978" y="2257950"/>
              <a:ext cx="53166" cy="42322"/>
            </a:xfrm>
            <a:custGeom>
              <a:avLst/>
              <a:pathLst>
                <a:path w="53166" h="42322">
                  <a:moveTo>
                    <a:pt x="11314" y="42322"/>
                  </a:moveTo>
                  <a:lnTo>
                    <a:pt x="0" y="23979"/>
                  </a:lnTo>
                  <a:lnTo>
                    <a:pt x="41729" y="0"/>
                  </a:lnTo>
                  <a:lnTo>
                    <a:pt x="53166" y="18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0103" y="2533860"/>
              <a:ext cx="43058" cy="52359"/>
            </a:xfrm>
            <a:custGeom>
              <a:avLst/>
              <a:pathLst>
                <a:path w="43058" h="52359">
                  <a:moveTo>
                    <a:pt x="0" y="11287"/>
                  </a:moveTo>
                  <a:lnTo>
                    <a:pt x="18524" y="0"/>
                  </a:lnTo>
                  <a:lnTo>
                    <a:pt x="43058" y="41507"/>
                  </a:lnTo>
                  <a:lnTo>
                    <a:pt x="24226" y="5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4104" y="2578688"/>
              <a:ext cx="52056" cy="43585"/>
            </a:xfrm>
            <a:custGeom>
              <a:avLst/>
              <a:pathLst>
                <a:path w="52056" h="43585">
                  <a:moveTo>
                    <a:pt x="0" y="25143"/>
                  </a:moveTo>
                  <a:lnTo>
                    <a:pt x="41476" y="0"/>
                  </a:lnTo>
                  <a:lnTo>
                    <a:pt x="52056" y="19623"/>
                  </a:lnTo>
                  <a:lnTo>
                    <a:pt x="11100" y="435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42382" y="2093786"/>
              <a:ext cx="42975" cy="53218"/>
            </a:xfrm>
            <a:custGeom>
              <a:avLst/>
              <a:pathLst>
                <a:path w="42975" h="53218">
                  <a:moveTo>
                    <a:pt x="24479" y="53218"/>
                  </a:moveTo>
                  <a:lnTo>
                    <a:pt x="0" y="10120"/>
                  </a:lnTo>
                  <a:lnTo>
                    <a:pt x="17703" y="0"/>
                  </a:lnTo>
                  <a:lnTo>
                    <a:pt x="42975" y="41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83290" y="2097831"/>
              <a:ext cx="43051" cy="52795"/>
            </a:xfrm>
            <a:custGeom>
              <a:avLst/>
              <a:pathLst>
                <a:path w="43051" h="52795">
                  <a:moveTo>
                    <a:pt x="24440" y="52795"/>
                  </a:moveTo>
                  <a:lnTo>
                    <a:pt x="0" y="10998"/>
                  </a:lnTo>
                  <a:lnTo>
                    <a:pt x="18097" y="0"/>
                  </a:lnTo>
                  <a:lnTo>
                    <a:pt x="43051" y="41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19599" y="2106681"/>
              <a:ext cx="42656" cy="52829"/>
            </a:xfrm>
            <a:custGeom>
              <a:avLst/>
              <a:pathLst>
                <a:path w="42656" h="52829">
                  <a:moveTo>
                    <a:pt x="24219" y="52829"/>
                  </a:moveTo>
                  <a:lnTo>
                    <a:pt x="0" y="11057"/>
                  </a:lnTo>
                  <a:lnTo>
                    <a:pt x="18454" y="0"/>
                  </a:lnTo>
                  <a:lnTo>
                    <a:pt x="42656" y="423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48719" y="2155524"/>
              <a:ext cx="40658" cy="51807"/>
            </a:xfrm>
            <a:custGeom>
              <a:avLst/>
              <a:pathLst>
                <a:path w="40658" h="51807">
                  <a:moveTo>
                    <a:pt x="22942" y="51807"/>
                  </a:moveTo>
                  <a:lnTo>
                    <a:pt x="0" y="10350"/>
                  </a:lnTo>
                  <a:lnTo>
                    <a:pt x="17643" y="0"/>
                  </a:lnTo>
                  <a:lnTo>
                    <a:pt x="40658" y="41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27241" y="2162582"/>
              <a:ext cx="41937" cy="52836"/>
            </a:xfrm>
            <a:custGeom>
              <a:avLst/>
              <a:pathLst>
                <a:path w="41937" h="52836">
                  <a:moveTo>
                    <a:pt x="23611" y="52836"/>
                  </a:moveTo>
                  <a:lnTo>
                    <a:pt x="0" y="11011"/>
                  </a:lnTo>
                  <a:lnTo>
                    <a:pt x="17215" y="0"/>
                  </a:lnTo>
                  <a:lnTo>
                    <a:pt x="41937" y="42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73925" y="2187467"/>
              <a:ext cx="52492" cy="42887"/>
            </a:xfrm>
            <a:custGeom>
              <a:avLst/>
              <a:pathLst>
                <a:path w="52492" h="42887">
                  <a:moveTo>
                    <a:pt x="11227" y="42887"/>
                  </a:moveTo>
                  <a:lnTo>
                    <a:pt x="0" y="24381"/>
                  </a:lnTo>
                  <a:lnTo>
                    <a:pt x="41251" y="0"/>
                  </a:lnTo>
                  <a:lnTo>
                    <a:pt x="52492" y="19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42445" y="2504791"/>
              <a:ext cx="82897" cy="71067"/>
            </a:xfrm>
            <a:custGeom>
              <a:avLst/>
              <a:pathLst>
                <a:path w="82897" h="71067">
                  <a:moveTo>
                    <a:pt x="19710" y="71067"/>
                  </a:moveTo>
                  <a:lnTo>
                    <a:pt x="0" y="36227"/>
                  </a:lnTo>
                  <a:lnTo>
                    <a:pt x="63156" y="0"/>
                  </a:lnTo>
                  <a:lnTo>
                    <a:pt x="82897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3305" y="2453988"/>
              <a:ext cx="42859" cy="52906"/>
            </a:xfrm>
            <a:custGeom>
              <a:avLst/>
              <a:pathLst>
                <a:path w="42859" h="52906">
                  <a:moveTo>
                    <a:pt x="24395" y="52906"/>
                  </a:moveTo>
                  <a:lnTo>
                    <a:pt x="0" y="10884"/>
                  </a:lnTo>
                  <a:lnTo>
                    <a:pt x="18903" y="0"/>
                  </a:lnTo>
                  <a:lnTo>
                    <a:pt x="42859" y="42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85985" y="2145495"/>
              <a:ext cx="68845" cy="68255"/>
            </a:xfrm>
            <a:custGeom>
              <a:avLst/>
              <a:pathLst>
                <a:path w="68845" h="68255">
                  <a:moveTo>
                    <a:pt x="24565" y="68255"/>
                  </a:moveTo>
                  <a:lnTo>
                    <a:pt x="0" y="26128"/>
                  </a:lnTo>
                  <a:lnTo>
                    <a:pt x="43555" y="0"/>
                  </a:lnTo>
                  <a:lnTo>
                    <a:pt x="68845" y="43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3310" y="2574686"/>
              <a:ext cx="102929" cy="103550"/>
            </a:xfrm>
            <a:custGeom>
              <a:avLst/>
              <a:pathLst>
                <a:path w="102929" h="103550">
                  <a:moveTo>
                    <a:pt x="64294" y="0"/>
                  </a:moveTo>
                  <a:lnTo>
                    <a:pt x="102929" y="65755"/>
                  </a:lnTo>
                  <a:lnTo>
                    <a:pt x="38424" y="103550"/>
                  </a:lnTo>
                  <a:lnTo>
                    <a:pt x="0" y="37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4079" y="2547610"/>
              <a:ext cx="53211" cy="42341"/>
            </a:xfrm>
            <a:custGeom>
              <a:avLst/>
              <a:pathLst>
                <a:path w="53211" h="42341">
                  <a:moveTo>
                    <a:pt x="11590" y="42341"/>
                  </a:moveTo>
                  <a:lnTo>
                    <a:pt x="0" y="23813"/>
                  </a:lnTo>
                  <a:lnTo>
                    <a:pt x="41537" y="0"/>
                  </a:lnTo>
                  <a:lnTo>
                    <a:pt x="53211" y="18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52234" y="2374321"/>
              <a:ext cx="52907" cy="43118"/>
            </a:xfrm>
            <a:custGeom>
              <a:avLst/>
              <a:pathLst>
                <a:path w="52907" h="43118">
                  <a:moveTo>
                    <a:pt x="11834" y="43118"/>
                  </a:moveTo>
                  <a:lnTo>
                    <a:pt x="0" y="24669"/>
                  </a:lnTo>
                  <a:lnTo>
                    <a:pt x="42151" y="0"/>
                  </a:lnTo>
                  <a:lnTo>
                    <a:pt x="52907" y="19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52159" y="2377524"/>
              <a:ext cx="44209" cy="53092"/>
            </a:xfrm>
            <a:custGeom>
              <a:avLst/>
              <a:pathLst>
                <a:path w="44209" h="53092">
                  <a:moveTo>
                    <a:pt x="25134" y="53092"/>
                  </a:moveTo>
                  <a:lnTo>
                    <a:pt x="0" y="10967"/>
                  </a:lnTo>
                  <a:lnTo>
                    <a:pt x="19202" y="0"/>
                  </a:lnTo>
                  <a:lnTo>
                    <a:pt x="44209" y="42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67835" y="2228442"/>
              <a:ext cx="52720" cy="44348"/>
            </a:xfrm>
            <a:custGeom>
              <a:avLst/>
              <a:pathLst>
                <a:path w="52720" h="44348">
                  <a:moveTo>
                    <a:pt x="11147" y="44348"/>
                  </a:moveTo>
                  <a:lnTo>
                    <a:pt x="0" y="25704"/>
                  </a:lnTo>
                  <a:lnTo>
                    <a:pt x="41561" y="0"/>
                  </a:lnTo>
                  <a:lnTo>
                    <a:pt x="52720" y="18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81783" y="2242043"/>
              <a:ext cx="52225" cy="43899"/>
            </a:xfrm>
            <a:custGeom>
              <a:avLst/>
              <a:pathLst>
                <a:path w="52225" h="43899">
                  <a:moveTo>
                    <a:pt x="10412" y="43899"/>
                  </a:moveTo>
                  <a:lnTo>
                    <a:pt x="0" y="25273"/>
                  </a:lnTo>
                  <a:lnTo>
                    <a:pt x="40844" y="0"/>
                  </a:lnTo>
                  <a:lnTo>
                    <a:pt x="52225" y="18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13263" y="2215077"/>
              <a:ext cx="43201" cy="53347"/>
            </a:xfrm>
            <a:custGeom>
              <a:avLst/>
              <a:pathLst>
                <a:path w="43201" h="53347">
                  <a:moveTo>
                    <a:pt x="24864" y="53347"/>
                  </a:moveTo>
                  <a:lnTo>
                    <a:pt x="0" y="11443"/>
                  </a:lnTo>
                  <a:lnTo>
                    <a:pt x="19108" y="0"/>
                  </a:lnTo>
                  <a:lnTo>
                    <a:pt x="43201" y="42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993" y="2490778"/>
              <a:ext cx="51635" cy="43510"/>
            </a:xfrm>
            <a:custGeom>
              <a:avLst/>
              <a:pathLst>
                <a:path w="51635" h="43510">
                  <a:moveTo>
                    <a:pt x="10121" y="43510"/>
                  </a:moveTo>
                  <a:lnTo>
                    <a:pt x="0" y="24439"/>
                  </a:lnTo>
                  <a:lnTo>
                    <a:pt x="40254" y="0"/>
                  </a:lnTo>
                  <a:lnTo>
                    <a:pt x="51635" y="18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7995" y="2309823"/>
              <a:ext cx="42787" cy="52510"/>
            </a:xfrm>
            <a:custGeom>
              <a:avLst/>
              <a:pathLst>
                <a:path w="42787" h="52510">
                  <a:moveTo>
                    <a:pt x="24565" y="52510"/>
                  </a:moveTo>
                  <a:lnTo>
                    <a:pt x="0" y="10856"/>
                  </a:lnTo>
                  <a:lnTo>
                    <a:pt x="18453" y="0"/>
                  </a:lnTo>
                  <a:lnTo>
                    <a:pt x="42787" y="416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25141" y="2317444"/>
              <a:ext cx="52006" cy="42246"/>
            </a:xfrm>
            <a:custGeom>
              <a:avLst/>
              <a:pathLst>
                <a:path w="52006" h="42246">
                  <a:moveTo>
                    <a:pt x="10725" y="42246"/>
                  </a:moveTo>
                  <a:lnTo>
                    <a:pt x="0" y="24074"/>
                  </a:lnTo>
                  <a:lnTo>
                    <a:pt x="40459" y="0"/>
                  </a:lnTo>
                  <a:lnTo>
                    <a:pt x="52006" y="184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22866" y="2322841"/>
              <a:ext cx="52965" cy="43467"/>
            </a:xfrm>
            <a:custGeom>
              <a:avLst/>
              <a:pathLst>
                <a:path w="52965" h="43467">
                  <a:moveTo>
                    <a:pt x="11216" y="43467"/>
                  </a:moveTo>
                  <a:lnTo>
                    <a:pt x="0" y="24022"/>
                  </a:lnTo>
                  <a:lnTo>
                    <a:pt x="41350" y="0"/>
                  </a:lnTo>
                  <a:lnTo>
                    <a:pt x="52965" y="19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37994" y="2191810"/>
              <a:ext cx="42523" cy="52461"/>
            </a:xfrm>
            <a:custGeom>
              <a:avLst/>
              <a:pathLst>
                <a:path w="42523" h="52461">
                  <a:moveTo>
                    <a:pt x="24166" y="52461"/>
                  </a:moveTo>
                  <a:lnTo>
                    <a:pt x="0" y="11092"/>
                  </a:lnTo>
                  <a:lnTo>
                    <a:pt x="18747" y="0"/>
                  </a:lnTo>
                  <a:lnTo>
                    <a:pt x="42523" y="41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76322" y="2195740"/>
              <a:ext cx="43741" cy="51550"/>
            </a:xfrm>
            <a:custGeom>
              <a:avLst/>
              <a:pathLst>
                <a:path w="43741" h="51550">
                  <a:moveTo>
                    <a:pt x="0" y="11558"/>
                  </a:moveTo>
                  <a:lnTo>
                    <a:pt x="19558" y="0"/>
                  </a:lnTo>
                  <a:lnTo>
                    <a:pt x="43741" y="43104"/>
                  </a:lnTo>
                  <a:lnTo>
                    <a:pt x="29107" y="51550"/>
                  </a:lnTo>
                  <a:lnTo>
                    <a:pt x="23677" y="42242"/>
                  </a:lnTo>
                  <a:lnTo>
                    <a:pt x="20600" y="43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713948" y="2206412"/>
              <a:ext cx="42746" cy="51989"/>
            </a:xfrm>
            <a:custGeom>
              <a:avLst/>
              <a:pathLst>
                <a:path w="42746" h="51989">
                  <a:moveTo>
                    <a:pt x="24031" y="51989"/>
                  </a:moveTo>
                  <a:lnTo>
                    <a:pt x="0" y="10856"/>
                  </a:lnTo>
                  <a:lnTo>
                    <a:pt x="18337" y="0"/>
                  </a:lnTo>
                  <a:lnTo>
                    <a:pt x="42746" y="412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7968" y="2360865"/>
              <a:ext cx="43837" cy="52122"/>
            </a:xfrm>
            <a:custGeom>
              <a:avLst/>
              <a:pathLst>
                <a:path w="43837" h="52122">
                  <a:moveTo>
                    <a:pt x="24774" y="52122"/>
                  </a:moveTo>
                  <a:lnTo>
                    <a:pt x="0" y="11285"/>
                  </a:lnTo>
                  <a:lnTo>
                    <a:pt x="19319" y="0"/>
                  </a:lnTo>
                  <a:lnTo>
                    <a:pt x="43837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89090" y="2373676"/>
              <a:ext cx="53109" cy="43719"/>
            </a:xfrm>
            <a:custGeom>
              <a:avLst/>
              <a:pathLst>
                <a:path w="53109" h="43719">
                  <a:moveTo>
                    <a:pt x="11763" y="43719"/>
                  </a:moveTo>
                  <a:lnTo>
                    <a:pt x="0" y="24012"/>
                  </a:lnTo>
                  <a:lnTo>
                    <a:pt x="41461" y="0"/>
                  </a:lnTo>
                  <a:lnTo>
                    <a:pt x="53109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74968" y="2350749"/>
              <a:ext cx="52994" cy="43578"/>
            </a:xfrm>
            <a:custGeom>
              <a:avLst/>
              <a:pathLst>
                <a:path w="52994" h="43578">
                  <a:moveTo>
                    <a:pt x="11014" y="43578"/>
                  </a:moveTo>
                  <a:lnTo>
                    <a:pt x="0" y="24780"/>
                  </a:lnTo>
                  <a:lnTo>
                    <a:pt x="42095" y="0"/>
                  </a:lnTo>
                  <a:lnTo>
                    <a:pt x="52994" y="187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5060" y="2659047"/>
              <a:ext cx="53026" cy="43383"/>
            </a:xfrm>
            <a:custGeom>
              <a:avLst/>
              <a:pathLst>
                <a:path w="53026" h="43383">
                  <a:moveTo>
                    <a:pt x="41351" y="0"/>
                  </a:moveTo>
                  <a:lnTo>
                    <a:pt x="53026" y="18952"/>
                  </a:lnTo>
                  <a:lnTo>
                    <a:pt x="11298" y="43383"/>
                  </a:lnTo>
                  <a:lnTo>
                    <a:pt x="0" y="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97486" y="2284210"/>
              <a:ext cx="42790" cy="53014"/>
            </a:xfrm>
            <a:custGeom>
              <a:avLst/>
              <a:pathLst>
                <a:path w="42790" h="53014">
                  <a:moveTo>
                    <a:pt x="24799" y="53014"/>
                  </a:moveTo>
                  <a:lnTo>
                    <a:pt x="0" y="11328"/>
                  </a:lnTo>
                  <a:lnTo>
                    <a:pt x="18913" y="0"/>
                  </a:lnTo>
                  <a:lnTo>
                    <a:pt x="42790" y="42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31658" y="2285931"/>
              <a:ext cx="52478" cy="43618"/>
            </a:xfrm>
            <a:custGeom>
              <a:avLst/>
              <a:pathLst>
                <a:path w="52478" h="43618">
                  <a:moveTo>
                    <a:pt x="10820" y="43618"/>
                  </a:moveTo>
                  <a:lnTo>
                    <a:pt x="0" y="24048"/>
                  </a:lnTo>
                  <a:lnTo>
                    <a:pt x="41730" y="0"/>
                  </a:lnTo>
                  <a:lnTo>
                    <a:pt x="52478" y="19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902" y="2430898"/>
              <a:ext cx="52548" cy="43027"/>
            </a:xfrm>
            <a:custGeom>
              <a:avLst/>
              <a:pathLst>
                <a:path w="52548" h="43027">
                  <a:moveTo>
                    <a:pt x="10955" y="43027"/>
                  </a:moveTo>
                  <a:lnTo>
                    <a:pt x="0" y="23925"/>
                  </a:lnTo>
                  <a:lnTo>
                    <a:pt x="40971" y="0"/>
                  </a:lnTo>
                  <a:lnTo>
                    <a:pt x="52548" y="19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20519" y="2469789"/>
              <a:ext cx="81688" cy="66936"/>
            </a:xfrm>
            <a:custGeom>
              <a:avLst/>
              <a:pathLst>
                <a:path w="81688" h="66936">
                  <a:moveTo>
                    <a:pt x="61771" y="0"/>
                  </a:moveTo>
                  <a:lnTo>
                    <a:pt x="81688" y="29416"/>
                  </a:lnTo>
                  <a:lnTo>
                    <a:pt x="18021" y="66936"/>
                  </a:lnTo>
                  <a:lnTo>
                    <a:pt x="0" y="35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0873" y="2646344"/>
              <a:ext cx="18892" cy="23576"/>
            </a:xfrm>
            <a:custGeom>
              <a:avLst/>
              <a:pathLst>
                <a:path w="18892" h="23576">
                  <a:moveTo>
                    <a:pt x="0" y="4734"/>
                  </a:moveTo>
                  <a:lnTo>
                    <a:pt x="8101" y="0"/>
                  </a:lnTo>
                  <a:lnTo>
                    <a:pt x="18892" y="18401"/>
                  </a:lnTo>
                  <a:lnTo>
                    <a:pt x="10433" y="235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1178" y="2607412"/>
              <a:ext cx="43371" cy="53287"/>
            </a:xfrm>
            <a:custGeom>
              <a:avLst/>
              <a:pathLst>
                <a:path w="43371" h="53287">
                  <a:moveTo>
                    <a:pt x="43371" y="43020"/>
                  </a:moveTo>
                  <a:lnTo>
                    <a:pt x="25841" y="53287"/>
                  </a:lnTo>
                  <a:lnTo>
                    <a:pt x="13003" y="31914"/>
                  </a:lnTo>
                  <a:lnTo>
                    <a:pt x="0" y="10265"/>
                  </a:lnTo>
                  <a:lnTo>
                    <a:pt x="17990" y="0"/>
                  </a:lnTo>
                  <a:lnTo>
                    <a:pt x="30694" y="215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0790" y="2652693"/>
              <a:ext cx="18828" cy="23322"/>
            </a:xfrm>
            <a:custGeom>
              <a:avLst/>
              <a:pathLst>
                <a:path w="18828" h="23322">
                  <a:moveTo>
                    <a:pt x="0" y="4868"/>
                  </a:moveTo>
                  <a:lnTo>
                    <a:pt x="8434" y="0"/>
                  </a:lnTo>
                  <a:lnTo>
                    <a:pt x="18828" y="18246"/>
                  </a:lnTo>
                  <a:lnTo>
                    <a:pt x="10245" y="23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70041" y="2299949"/>
              <a:ext cx="49684" cy="57640"/>
            </a:xfrm>
            <a:custGeom>
              <a:avLst/>
              <a:pathLst>
                <a:path w="49684" h="57640">
                  <a:moveTo>
                    <a:pt x="49684" y="43660"/>
                  </a:moveTo>
                  <a:lnTo>
                    <a:pt x="25675" y="57640"/>
                  </a:lnTo>
                  <a:lnTo>
                    <a:pt x="0" y="14542"/>
                  </a:lnTo>
                  <a:lnTo>
                    <a:pt x="244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9269" y="2434447"/>
              <a:ext cx="43275" cy="53127"/>
            </a:xfrm>
            <a:custGeom>
              <a:avLst/>
              <a:pathLst>
                <a:path w="43275" h="53127">
                  <a:moveTo>
                    <a:pt x="0" y="10857"/>
                  </a:moveTo>
                  <a:lnTo>
                    <a:pt x="19451" y="0"/>
                  </a:lnTo>
                  <a:lnTo>
                    <a:pt x="43275" y="40929"/>
                  </a:lnTo>
                  <a:lnTo>
                    <a:pt x="25378" y="53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95278" y="2288650"/>
              <a:ext cx="42994" cy="54429"/>
            </a:xfrm>
            <a:custGeom>
              <a:avLst/>
              <a:pathLst>
                <a:path w="42994" h="54429">
                  <a:moveTo>
                    <a:pt x="25357" y="54429"/>
                  </a:moveTo>
                  <a:lnTo>
                    <a:pt x="0" y="10802"/>
                  </a:lnTo>
                  <a:lnTo>
                    <a:pt x="18126" y="0"/>
                  </a:lnTo>
                  <a:lnTo>
                    <a:pt x="42994" y="44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82993" y="2403196"/>
              <a:ext cx="97985" cy="99761"/>
            </a:xfrm>
            <a:custGeom>
              <a:avLst/>
              <a:pathLst>
                <a:path w="97985" h="99761">
                  <a:moveTo>
                    <a:pt x="97985" y="61006"/>
                  </a:moveTo>
                  <a:lnTo>
                    <a:pt x="34887" y="99761"/>
                  </a:lnTo>
                  <a:lnTo>
                    <a:pt x="6433" y="48281"/>
                  </a:lnTo>
                  <a:lnTo>
                    <a:pt x="0" y="36642"/>
                  </a:lnTo>
                  <a:lnTo>
                    <a:pt x="62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63658" y="2927697"/>
              <a:ext cx="43950" cy="53549"/>
            </a:xfrm>
            <a:custGeom>
              <a:avLst/>
              <a:pathLst>
                <a:path w="43950" h="53549">
                  <a:moveTo>
                    <a:pt x="0" y="10741"/>
                  </a:moveTo>
                  <a:lnTo>
                    <a:pt x="19067" y="0"/>
                  </a:lnTo>
                  <a:lnTo>
                    <a:pt x="43950" y="42062"/>
                  </a:lnTo>
                  <a:lnTo>
                    <a:pt x="23844" y="53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42488" y="3169793"/>
              <a:ext cx="44160" cy="54664"/>
            </a:xfrm>
            <a:custGeom>
              <a:avLst/>
              <a:pathLst>
                <a:path w="44160" h="54664">
                  <a:moveTo>
                    <a:pt x="0" y="11383"/>
                  </a:moveTo>
                  <a:lnTo>
                    <a:pt x="19825" y="0"/>
                  </a:lnTo>
                  <a:lnTo>
                    <a:pt x="44160" y="44003"/>
                  </a:lnTo>
                  <a:lnTo>
                    <a:pt x="25051" y="5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479497" y="3179490"/>
              <a:ext cx="44848" cy="55039"/>
            </a:xfrm>
            <a:custGeom>
              <a:avLst/>
              <a:pathLst>
                <a:path w="44848" h="55039">
                  <a:moveTo>
                    <a:pt x="0" y="10695"/>
                  </a:moveTo>
                  <a:lnTo>
                    <a:pt x="19108" y="0"/>
                  </a:lnTo>
                  <a:lnTo>
                    <a:pt x="44848" y="42782"/>
                  </a:lnTo>
                  <a:lnTo>
                    <a:pt x="24269" y="5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35920" y="3115035"/>
              <a:ext cx="43181" cy="53600"/>
            </a:xfrm>
            <a:custGeom>
              <a:avLst/>
              <a:pathLst>
                <a:path w="43181" h="53600">
                  <a:moveTo>
                    <a:pt x="0" y="11712"/>
                  </a:moveTo>
                  <a:lnTo>
                    <a:pt x="18726" y="0"/>
                  </a:lnTo>
                  <a:lnTo>
                    <a:pt x="43181" y="42894"/>
                  </a:lnTo>
                  <a:lnTo>
                    <a:pt x="24782" y="53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58622" y="2853435"/>
              <a:ext cx="52692" cy="43518"/>
            </a:xfrm>
            <a:custGeom>
              <a:avLst/>
              <a:pathLst>
                <a:path w="52692" h="43518">
                  <a:moveTo>
                    <a:pt x="0" y="24371"/>
                  </a:moveTo>
                  <a:lnTo>
                    <a:pt x="40913" y="0"/>
                  </a:lnTo>
                  <a:lnTo>
                    <a:pt x="52692" y="18767"/>
                  </a:lnTo>
                  <a:lnTo>
                    <a:pt x="11536" y="43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22023" y="2856298"/>
              <a:ext cx="44496" cy="54046"/>
            </a:xfrm>
            <a:custGeom>
              <a:avLst/>
              <a:pathLst>
                <a:path w="44496" h="54046">
                  <a:moveTo>
                    <a:pt x="0" y="11595"/>
                  </a:moveTo>
                  <a:lnTo>
                    <a:pt x="19228" y="0"/>
                  </a:lnTo>
                  <a:lnTo>
                    <a:pt x="44496" y="43547"/>
                  </a:lnTo>
                  <a:lnTo>
                    <a:pt x="25259" y="54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394518" y="3035679"/>
              <a:ext cx="43578" cy="53642"/>
            </a:xfrm>
            <a:custGeom>
              <a:avLst/>
              <a:pathLst>
                <a:path w="43578" h="53642">
                  <a:moveTo>
                    <a:pt x="23835" y="53642"/>
                  </a:moveTo>
                  <a:lnTo>
                    <a:pt x="0" y="10619"/>
                  </a:lnTo>
                  <a:lnTo>
                    <a:pt x="18173" y="0"/>
                  </a:lnTo>
                  <a:lnTo>
                    <a:pt x="43578" y="42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23925" y="2923124"/>
              <a:ext cx="43682" cy="53770"/>
            </a:xfrm>
            <a:custGeom>
              <a:avLst/>
              <a:pathLst>
                <a:path w="43682" h="53770">
                  <a:moveTo>
                    <a:pt x="24068" y="53770"/>
                  </a:moveTo>
                  <a:lnTo>
                    <a:pt x="0" y="11922"/>
                  </a:lnTo>
                  <a:lnTo>
                    <a:pt x="556" y="10035"/>
                  </a:lnTo>
                  <a:lnTo>
                    <a:pt x="18261" y="0"/>
                  </a:lnTo>
                  <a:lnTo>
                    <a:pt x="43682" y="42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06668" y="2992215"/>
              <a:ext cx="43560" cy="53167"/>
            </a:xfrm>
            <a:custGeom>
              <a:avLst/>
              <a:pathLst>
                <a:path w="43560" h="53167">
                  <a:moveTo>
                    <a:pt x="25224" y="53167"/>
                  </a:moveTo>
                  <a:lnTo>
                    <a:pt x="0" y="11205"/>
                  </a:lnTo>
                  <a:lnTo>
                    <a:pt x="19270" y="0"/>
                  </a:lnTo>
                  <a:lnTo>
                    <a:pt x="43560" y="41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71281" y="2823298"/>
              <a:ext cx="46946" cy="56641"/>
            </a:xfrm>
            <a:custGeom>
              <a:avLst/>
              <a:pathLst>
                <a:path w="46946" h="56641">
                  <a:moveTo>
                    <a:pt x="44204" y="45174"/>
                  </a:moveTo>
                  <a:lnTo>
                    <a:pt x="24906" y="56641"/>
                  </a:lnTo>
                  <a:lnTo>
                    <a:pt x="14264" y="38303"/>
                  </a:lnTo>
                  <a:lnTo>
                    <a:pt x="13569" y="37105"/>
                  </a:lnTo>
                  <a:lnTo>
                    <a:pt x="10677" y="32121"/>
                  </a:lnTo>
                  <a:lnTo>
                    <a:pt x="9729" y="30486"/>
                  </a:lnTo>
                  <a:lnTo>
                    <a:pt x="0" y="13721"/>
                  </a:lnTo>
                  <a:lnTo>
                    <a:pt x="17505" y="2528"/>
                  </a:lnTo>
                  <a:lnTo>
                    <a:pt x="21459" y="0"/>
                  </a:lnTo>
                  <a:lnTo>
                    <a:pt x="27160" y="9740"/>
                  </a:lnTo>
                  <a:lnTo>
                    <a:pt x="38025" y="28302"/>
                  </a:lnTo>
                  <a:lnTo>
                    <a:pt x="46946" y="4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47910" y="3071854"/>
              <a:ext cx="44507" cy="54485"/>
            </a:xfrm>
            <a:custGeom>
              <a:avLst/>
              <a:pathLst>
                <a:path w="44507" h="54485">
                  <a:moveTo>
                    <a:pt x="25445" y="54485"/>
                  </a:moveTo>
                  <a:lnTo>
                    <a:pt x="0" y="11734"/>
                  </a:lnTo>
                  <a:lnTo>
                    <a:pt x="19359" y="0"/>
                  </a:lnTo>
                  <a:lnTo>
                    <a:pt x="44507" y="42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62416" y="3072060"/>
              <a:ext cx="53075" cy="44464"/>
            </a:xfrm>
            <a:custGeom>
              <a:avLst/>
              <a:pathLst>
                <a:path w="53075" h="44464">
                  <a:moveTo>
                    <a:pt x="11398" y="44464"/>
                  </a:moveTo>
                  <a:lnTo>
                    <a:pt x="0" y="25835"/>
                  </a:lnTo>
                  <a:lnTo>
                    <a:pt x="41104" y="0"/>
                  </a:lnTo>
                  <a:lnTo>
                    <a:pt x="53075" y="19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23972" y="3086151"/>
              <a:ext cx="45481" cy="54386"/>
            </a:xfrm>
            <a:custGeom>
              <a:avLst/>
              <a:pathLst>
                <a:path w="45481" h="54386">
                  <a:moveTo>
                    <a:pt x="25498" y="54386"/>
                  </a:moveTo>
                  <a:lnTo>
                    <a:pt x="0" y="11338"/>
                  </a:lnTo>
                  <a:lnTo>
                    <a:pt x="19031" y="0"/>
                  </a:lnTo>
                  <a:lnTo>
                    <a:pt x="45481" y="43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485694" y="3082269"/>
              <a:ext cx="42978" cy="51918"/>
            </a:xfrm>
            <a:custGeom>
              <a:avLst/>
              <a:pathLst>
                <a:path w="42978" h="51918">
                  <a:moveTo>
                    <a:pt x="23320" y="51918"/>
                  </a:moveTo>
                  <a:lnTo>
                    <a:pt x="0" y="10165"/>
                  </a:lnTo>
                  <a:lnTo>
                    <a:pt x="17897" y="0"/>
                  </a:lnTo>
                  <a:lnTo>
                    <a:pt x="42978" y="40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378381" y="3100037"/>
              <a:ext cx="52984" cy="44806"/>
            </a:xfrm>
            <a:custGeom>
              <a:avLst/>
              <a:pathLst>
                <a:path w="52984" h="44806">
                  <a:moveTo>
                    <a:pt x="11291" y="44806"/>
                  </a:moveTo>
                  <a:lnTo>
                    <a:pt x="0" y="24662"/>
                  </a:lnTo>
                  <a:lnTo>
                    <a:pt x="41111" y="0"/>
                  </a:lnTo>
                  <a:lnTo>
                    <a:pt x="52984" y="19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40219" y="3161682"/>
              <a:ext cx="52280" cy="43576"/>
            </a:xfrm>
            <a:custGeom>
              <a:avLst/>
              <a:pathLst>
                <a:path w="52280" h="43576">
                  <a:moveTo>
                    <a:pt x="0" y="24765"/>
                  </a:moveTo>
                  <a:lnTo>
                    <a:pt x="41395" y="0"/>
                  </a:lnTo>
                  <a:lnTo>
                    <a:pt x="52280" y="19019"/>
                  </a:lnTo>
                  <a:lnTo>
                    <a:pt x="10877" y="43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03510" y="3165574"/>
              <a:ext cx="44250" cy="54154"/>
            </a:xfrm>
            <a:custGeom>
              <a:avLst/>
              <a:pathLst>
                <a:path w="44250" h="54154">
                  <a:moveTo>
                    <a:pt x="0" y="11064"/>
                  </a:moveTo>
                  <a:lnTo>
                    <a:pt x="19036" y="0"/>
                  </a:lnTo>
                  <a:lnTo>
                    <a:pt x="44250" y="42138"/>
                  </a:lnTo>
                  <a:lnTo>
                    <a:pt x="25103" y="54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289898" y="2736193"/>
              <a:ext cx="54367" cy="44872"/>
            </a:xfrm>
            <a:custGeom>
              <a:avLst/>
              <a:pathLst>
                <a:path w="54367" h="44872">
                  <a:moveTo>
                    <a:pt x="0" y="25934"/>
                  </a:moveTo>
                  <a:lnTo>
                    <a:pt x="42426" y="0"/>
                  </a:lnTo>
                  <a:lnTo>
                    <a:pt x="54367" y="19483"/>
                  </a:lnTo>
                  <a:lnTo>
                    <a:pt x="11718" y="44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60152" y="2861478"/>
              <a:ext cx="44821" cy="54645"/>
            </a:xfrm>
            <a:custGeom>
              <a:avLst/>
              <a:pathLst>
                <a:path w="44821" h="54645">
                  <a:moveTo>
                    <a:pt x="26089" y="54645"/>
                  </a:moveTo>
                  <a:lnTo>
                    <a:pt x="0" y="11376"/>
                  </a:lnTo>
                  <a:lnTo>
                    <a:pt x="19664" y="0"/>
                  </a:lnTo>
                  <a:lnTo>
                    <a:pt x="44821" y="42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298866" y="2871026"/>
              <a:ext cx="43606" cy="54204"/>
            </a:xfrm>
            <a:custGeom>
              <a:avLst/>
              <a:pathLst>
                <a:path w="43606" h="54204">
                  <a:moveTo>
                    <a:pt x="0" y="11496"/>
                  </a:moveTo>
                  <a:lnTo>
                    <a:pt x="18719" y="0"/>
                  </a:lnTo>
                  <a:lnTo>
                    <a:pt x="43606" y="43153"/>
                  </a:lnTo>
                  <a:lnTo>
                    <a:pt x="23825" y="54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08468" y="3068658"/>
              <a:ext cx="42837" cy="52020"/>
            </a:xfrm>
            <a:custGeom>
              <a:avLst/>
              <a:pathLst>
                <a:path w="42837" h="52020">
                  <a:moveTo>
                    <a:pt x="24124" y="52020"/>
                  </a:moveTo>
                  <a:lnTo>
                    <a:pt x="0" y="10956"/>
                  </a:lnTo>
                  <a:lnTo>
                    <a:pt x="17719" y="0"/>
                  </a:lnTo>
                  <a:lnTo>
                    <a:pt x="42837" y="4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295230" y="2956974"/>
              <a:ext cx="50433" cy="40537"/>
            </a:xfrm>
            <a:custGeom>
              <a:avLst/>
              <a:pathLst>
                <a:path w="50433" h="40537">
                  <a:moveTo>
                    <a:pt x="465" y="21789"/>
                  </a:moveTo>
                  <a:lnTo>
                    <a:pt x="39938" y="0"/>
                  </a:lnTo>
                  <a:lnTo>
                    <a:pt x="50433" y="18176"/>
                  </a:lnTo>
                  <a:lnTo>
                    <a:pt x="11576" y="40537"/>
                  </a:lnTo>
                  <a:lnTo>
                    <a:pt x="8510" y="39729"/>
                  </a:lnTo>
                  <a:lnTo>
                    <a:pt x="0" y="24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27032" y="2759577"/>
              <a:ext cx="44119" cy="53312"/>
            </a:xfrm>
            <a:custGeom>
              <a:avLst/>
              <a:pathLst>
                <a:path w="44119" h="53312">
                  <a:moveTo>
                    <a:pt x="19836" y="0"/>
                  </a:moveTo>
                  <a:lnTo>
                    <a:pt x="44119" y="42248"/>
                  </a:lnTo>
                  <a:lnTo>
                    <a:pt x="28814" y="51045"/>
                  </a:lnTo>
                  <a:lnTo>
                    <a:pt x="24527" y="53312"/>
                  </a:lnTo>
                  <a:lnTo>
                    <a:pt x="0" y="1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38565" y="2875726"/>
              <a:ext cx="44130" cy="53662"/>
            </a:xfrm>
            <a:custGeom>
              <a:avLst/>
              <a:pathLst>
                <a:path w="44130" h="53662">
                  <a:moveTo>
                    <a:pt x="24806" y="53662"/>
                  </a:moveTo>
                  <a:lnTo>
                    <a:pt x="0" y="11134"/>
                  </a:lnTo>
                  <a:lnTo>
                    <a:pt x="19072" y="0"/>
                  </a:lnTo>
                  <a:lnTo>
                    <a:pt x="44130" y="42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386044" y="2899918"/>
              <a:ext cx="53662" cy="44218"/>
            </a:xfrm>
            <a:custGeom>
              <a:avLst/>
              <a:pathLst>
                <a:path w="53662" h="44218">
                  <a:moveTo>
                    <a:pt x="0" y="25251"/>
                  </a:moveTo>
                  <a:lnTo>
                    <a:pt x="8482" y="20271"/>
                  </a:lnTo>
                  <a:lnTo>
                    <a:pt x="42402" y="0"/>
                  </a:lnTo>
                  <a:lnTo>
                    <a:pt x="53662" y="19688"/>
                  </a:lnTo>
                  <a:lnTo>
                    <a:pt x="11589" y="44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65620" y="2908559"/>
              <a:ext cx="53047" cy="43248"/>
            </a:xfrm>
            <a:custGeom>
              <a:avLst/>
              <a:pathLst>
                <a:path w="53047" h="43248">
                  <a:moveTo>
                    <a:pt x="0" y="23880"/>
                  </a:moveTo>
                  <a:lnTo>
                    <a:pt x="21085" y="12039"/>
                  </a:lnTo>
                  <a:lnTo>
                    <a:pt x="42089" y="0"/>
                  </a:lnTo>
                  <a:lnTo>
                    <a:pt x="53047" y="19488"/>
                  </a:lnTo>
                  <a:lnTo>
                    <a:pt x="26679" y="34478"/>
                  </a:lnTo>
                  <a:lnTo>
                    <a:pt x="11254" y="4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46100" y="3217289"/>
              <a:ext cx="54099" cy="44034"/>
            </a:xfrm>
            <a:custGeom>
              <a:avLst/>
              <a:pathLst>
                <a:path w="54099" h="44034">
                  <a:moveTo>
                    <a:pt x="0" y="24226"/>
                  </a:moveTo>
                  <a:lnTo>
                    <a:pt x="42693" y="0"/>
                  </a:lnTo>
                  <a:lnTo>
                    <a:pt x="54099" y="18582"/>
                  </a:lnTo>
                  <a:lnTo>
                    <a:pt x="11073" y="44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19832" y="3182872"/>
              <a:ext cx="44718" cy="54176"/>
            </a:xfrm>
            <a:custGeom>
              <a:avLst/>
              <a:pathLst>
                <a:path w="44718" h="54176">
                  <a:moveTo>
                    <a:pt x="0" y="11371"/>
                  </a:moveTo>
                  <a:lnTo>
                    <a:pt x="19665" y="0"/>
                  </a:lnTo>
                  <a:lnTo>
                    <a:pt x="44718" y="43289"/>
                  </a:lnTo>
                  <a:lnTo>
                    <a:pt x="25139" y="5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30002" y="2979444"/>
              <a:ext cx="43723" cy="52773"/>
            </a:xfrm>
            <a:custGeom>
              <a:avLst/>
              <a:pathLst>
                <a:path w="43723" h="52773">
                  <a:moveTo>
                    <a:pt x="24978" y="52773"/>
                  </a:moveTo>
                  <a:lnTo>
                    <a:pt x="0" y="10387"/>
                  </a:lnTo>
                  <a:lnTo>
                    <a:pt x="18643" y="0"/>
                  </a:lnTo>
                  <a:lnTo>
                    <a:pt x="43723" y="41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28115" y="2984636"/>
              <a:ext cx="43690" cy="54122"/>
            </a:xfrm>
            <a:custGeom>
              <a:avLst/>
              <a:pathLst>
                <a:path w="43690" h="54122">
                  <a:moveTo>
                    <a:pt x="0" y="10503"/>
                  </a:moveTo>
                  <a:lnTo>
                    <a:pt x="18329" y="0"/>
                  </a:lnTo>
                  <a:lnTo>
                    <a:pt x="43690" y="42198"/>
                  </a:lnTo>
                  <a:lnTo>
                    <a:pt x="23796" y="54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31074" y="2820154"/>
              <a:ext cx="44953" cy="54306"/>
            </a:xfrm>
            <a:custGeom>
              <a:avLst/>
              <a:pathLst>
                <a:path w="44953" h="54306">
                  <a:moveTo>
                    <a:pt x="0" y="12816"/>
                  </a:moveTo>
                  <a:lnTo>
                    <a:pt x="19921" y="0"/>
                  </a:lnTo>
                  <a:lnTo>
                    <a:pt x="44953" y="42803"/>
                  </a:lnTo>
                  <a:lnTo>
                    <a:pt x="25355" y="5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10869" y="2829283"/>
              <a:ext cx="42637" cy="51689"/>
            </a:xfrm>
            <a:custGeom>
              <a:avLst/>
              <a:pathLst>
                <a:path w="42637" h="51689">
                  <a:moveTo>
                    <a:pt x="0" y="11006"/>
                  </a:moveTo>
                  <a:lnTo>
                    <a:pt x="19012" y="0"/>
                  </a:lnTo>
                  <a:lnTo>
                    <a:pt x="42637" y="41548"/>
                  </a:lnTo>
                  <a:lnTo>
                    <a:pt x="25081" y="5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67029" y="2764130"/>
              <a:ext cx="44324" cy="53440"/>
            </a:xfrm>
            <a:custGeom>
              <a:avLst/>
              <a:pathLst>
                <a:path w="44324" h="53440">
                  <a:moveTo>
                    <a:pt x="0" y="11005"/>
                  </a:moveTo>
                  <a:lnTo>
                    <a:pt x="18750" y="0"/>
                  </a:lnTo>
                  <a:lnTo>
                    <a:pt x="44324" y="41938"/>
                  </a:lnTo>
                  <a:lnTo>
                    <a:pt x="25139" y="53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04027" y="2772858"/>
              <a:ext cx="44889" cy="54760"/>
            </a:xfrm>
            <a:custGeom>
              <a:avLst/>
              <a:pathLst>
                <a:path w="44889" h="54760">
                  <a:moveTo>
                    <a:pt x="0" y="12159"/>
                  </a:moveTo>
                  <a:lnTo>
                    <a:pt x="20887" y="0"/>
                  </a:lnTo>
                  <a:lnTo>
                    <a:pt x="44889" y="41747"/>
                  </a:lnTo>
                  <a:lnTo>
                    <a:pt x="24152" y="54760"/>
                  </a:lnTo>
                  <a:lnTo>
                    <a:pt x="12635" y="3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42801" y="2779009"/>
              <a:ext cx="44566" cy="53111"/>
            </a:xfrm>
            <a:custGeom>
              <a:avLst/>
              <a:pathLst>
                <a:path w="44566" h="53111">
                  <a:moveTo>
                    <a:pt x="0" y="10484"/>
                  </a:moveTo>
                  <a:lnTo>
                    <a:pt x="18645" y="0"/>
                  </a:lnTo>
                  <a:lnTo>
                    <a:pt x="44566" y="40841"/>
                  </a:lnTo>
                  <a:lnTo>
                    <a:pt x="25058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01579" y="2937191"/>
              <a:ext cx="42275" cy="53536"/>
            </a:xfrm>
            <a:custGeom>
              <a:avLst/>
              <a:pathLst>
                <a:path w="42275" h="53536">
                  <a:moveTo>
                    <a:pt x="22570" y="53536"/>
                  </a:moveTo>
                  <a:lnTo>
                    <a:pt x="0" y="12770"/>
                  </a:lnTo>
                  <a:lnTo>
                    <a:pt x="2" y="9501"/>
                  </a:lnTo>
                  <a:lnTo>
                    <a:pt x="16909" y="0"/>
                  </a:lnTo>
                  <a:lnTo>
                    <a:pt x="42275" y="42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38650" y="2941535"/>
              <a:ext cx="44314" cy="54217"/>
            </a:xfrm>
            <a:custGeom>
              <a:avLst/>
              <a:pathLst>
                <a:path w="44314" h="54217">
                  <a:moveTo>
                    <a:pt x="0" y="11243"/>
                  </a:moveTo>
                  <a:lnTo>
                    <a:pt x="19652" y="0"/>
                  </a:lnTo>
                  <a:lnTo>
                    <a:pt x="44314" y="43126"/>
                  </a:lnTo>
                  <a:lnTo>
                    <a:pt x="24999" y="54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35148" y="3040319"/>
              <a:ext cx="43770" cy="53179"/>
            </a:xfrm>
            <a:custGeom>
              <a:avLst/>
              <a:pathLst>
                <a:path w="43770" h="53179">
                  <a:moveTo>
                    <a:pt x="0" y="10401"/>
                  </a:moveTo>
                  <a:lnTo>
                    <a:pt x="18915" y="0"/>
                  </a:lnTo>
                  <a:lnTo>
                    <a:pt x="43770" y="41847"/>
                  </a:lnTo>
                  <a:lnTo>
                    <a:pt x="25050" y="5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471572" y="3045311"/>
              <a:ext cx="53809" cy="43488"/>
            </a:xfrm>
            <a:custGeom>
              <a:avLst/>
              <a:pathLst>
                <a:path w="53809" h="43488">
                  <a:moveTo>
                    <a:pt x="11107" y="43488"/>
                  </a:moveTo>
                  <a:lnTo>
                    <a:pt x="0" y="24820"/>
                  </a:lnTo>
                  <a:lnTo>
                    <a:pt x="41769" y="0"/>
                  </a:lnTo>
                  <a:lnTo>
                    <a:pt x="53809" y="19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51557" y="2971611"/>
              <a:ext cx="43954" cy="53629"/>
            </a:xfrm>
            <a:custGeom>
              <a:avLst/>
              <a:pathLst>
                <a:path w="43954" h="53629">
                  <a:moveTo>
                    <a:pt x="0" y="10776"/>
                  </a:moveTo>
                  <a:lnTo>
                    <a:pt x="17445" y="0"/>
                  </a:lnTo>
                  <a:lnTo>
                    <a:pt x="43954" y="41831"/>
                  </a:lnTo>
                  <a:lnTo>
                    <a:pt x="23751" y="53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55471" y="3016964"/>
              <a:ext cx="53547" cy="44205"/>
            </a:xfrm>
            <a:custGeom>
              <a:avLst/>
              <a:pathLst>
                <a:path w="53547" h="44205">
                  <a:moveTo>
                    <a:pt x="11007" y="44205"/>
                  </a:moveTo>
                  <a:lnTo>
                    <a:pt x="0" y="24880"/>
                  </a:lnTo>
                  <a:lnTo>
                    <a:pt x="41327" y="0"/>
                  </a:lnTo>
                  <a:lnTo>
                    <a:pt x="53547" y="19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18596" y="3021909"/>
              <a:ext cx="43186" cy="51900"/>
            </a:xfrm>
            <a:custGeom>
              <a:avLst/>
              <a:pathLst>
                <a:path w="43186" h="51900">
                  <a:moveTo>
                    <a:pt x="23153" y="51148"/>
                  </a:moveTo>
                  <a:lnTo>
                    <a:pt x="0" y="10140"/>
                  </a:lnTo>
                  <a:lnTo>
                    <a:pt x="17293" y="0"/>
                  </a:lnTo>
                  <a:lnTo>
                    <a:pt x="19422" y="292"/>
                  </a:lnTo>
                  <a:lnTo>
                    <a:pt x="43186" y="41279"/>
                  </a:lnTo>
                  <a:lnTo>
                    <a:pt x="26154" y="5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53272" y="3120031"/>
              <a:ext cx="66767" cy="66785"/>
            </a:xfrm>
            <a:custGeom>
              <a:avLst/>
              <a:pathLst>
                <a:path w="66767" h="66785">
                  <a:moveTo>
                    <a:pt x="24265" y="66785"/>
                  </a:moveTo>
                  <a:lnTo>
                    <a:pt x="0" y="24669"/>
                  </a:lnTo>
                  <a:lnTo>
                    <a:pt x="42179" y="0"/>
                  </a:lnTo>
                  <a:lnTo>
                    <a:pt x="66767" y="42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287649" y="2923857"/>
              <a:ext cx="64888" cy="46369"/>
            </a:xfrm>
            <a:custGeom>
              <a:avLst/>
              <a:pathLst>
                <a:path w="64888" h="46369">
                  <a:moveTo>
                    <a:pt x="0" y="34148"/>
                  </a:moveTo>
                  <a:lnTo>
                    <a:pt x="57329" y="0"/>
                  </a:lnTo>
                  <a:lnTo>
                    <a:pt x="58826" y="435"/>
                  </a:lnTo>
                  <a:lnTo>
                    <a:pt x="60232" y="1118"/>
                  </a:lnTo>
                  <a:lnTo>
                    <a:pt x="61508" y="2029"/>
                  </a:lnTo>
                  <a:lnTo>
                    <a:pt x="62620" y="3144"/>
                  </a:lnTo>
                  <a:lnTo>
                    <a:pt x="63535" y="4432"/>
                  </a:lnTo>
                  <a:lnTo>
                    <a:pt x="64230" y="5857"/>
                  </a:lnTo>
                  <a:lnTo>
                    <a:pt x="64685" y="7380"/>
                  </a:lnTo>
                  <a:lnTo>
                    <a:pt x="64888" y="8958"/>
                  </a:lnTo>
                  <a:lnTo>
                    <a:pt x="64833" y="10550"/>
                  </a:lnTo>
                  <a:lnTo>
                    <a:pt x="64521" y="12110"/>
                  </a:lnTo>
                  <a:lnTo>
                    <a:pt x="12386" y="43552"/>
                  </a:lnTo>
                  <a:lnTo>
                    <a:pt x="6866" y="46369"/>
                  </a:lnTo>
                  <a:lnTo>
                    <a:pt x="6654" y="43923"/>
                  </a:lnTo>
                  <a:lnTo>
                    <a:pt x="6032" y="41551"/>
                  </a:lnTo>
                  <a:lnTo>
                    <a:pt x="5020" y="39325"/>
                  </a:lnTo>
                  <a:lnTo>
                    <a:pt x="3649" y="37310"/>
                  </a:lnTo>
                  <a:lnTo>
                    <a:pt x="1958" y="35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67040" y="2974857"/>
              <a:ext cx="67823" cy="67223"/>
            </a:xfrm>
            <a:custGeom>
              <a:avLst/>
              <a:pathLst>
                <a:path w="67823" h="67223">
                  <a:moveTo>
                    <a:pt x="25315" y="67223"/>
                  </a:moveTo>
                  <a:lnTo>
                    <a:pt x="0" y="25154"/>
                  </a:lnTo>
                  <a:lnTo>
                    <a:pt x="42603" y="0"/>
                  </a:lnTo>
                  <a:lnTo>
                    <a:pt x="67823" y="4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58726" y="3025995"/>
              <a:ext cx="42730" cy="53084"/>
            </a:xfrm>
            <a:custGeom>
              <a:avLst/>
              <a:pathLst>
                <a:path w="42730" h="53084">
                  <a:moveTo>
                    <a:pt x="0" y="10125"/>
                  </a:moveTo>
                  <a:lnTo>
                    <a:pt x="18028" y="0"/>
                  </a:lnTo>
                  <a:lnTo>
                    <a:pt x="42730" y="42138"/>
                  </a:lnTo>
                  <a:lnTo>
                    <a:pt x="23385" y="53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197436" y="2792023"/>
              <a:ext cx="52149" cy="43953"/>
            </a:xfrm>
            <a:custGeom>
              <a:avLst/>
              <a:pathLst>
                <a:path w="52149" h="43953">
                  <a:moveTo>
                    <a:pt x="11923" y="43953"/>
                  </a:moveTo>
                  <a:lnTo>
                    <a:pt x="0" y="24051"/>
                  </a:lnTo>
                  <a:lnTo>
                    <a:pt x="40920" y="0"/>
                  </a:lnTo>
                  <a:lnTo>
                    <a:pt x="52149" y="20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54240" y="2807284"/>
              <a:ext cx="43549" cy="54015"/>
            </a:xfrm>
            <a:custGeom>
              <a:avLst/>
              <a:pathLst>
                <a:path w="43549" h="54015">
                  <a:moveTo>
                    <a:pt x="0" y="10783"/>
                  </a:moveTo>
                  <a:lnTo>
                    <a:pt x="19024" y="0"/>
                  </a:lnTo>
                  <a:lnTo>
                    <a:pt x="25981" y="12220"/>
                  </a:lnTo>
                  <a:lnTo>
                    <a:pt x="43549" y="42901"/>
                  </a:lnTo>
                  <a:lnTo>
                    <a:pt x="25690" y="54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34165" y="2815554"/>
              <a:ext cx="43372" cy="52329"/>
            </a:xfrm>
            <a:custGeom>
              <a:avLst/>
              <a:pathLst>
                <a:path w="43372" h="52329">
                  <a:moveTo>
                    <a:pt x="23747" y="52329"/>
                  </a:moveTo>
                  <a:lnTo>
                    <a:pt x="0" y="11220"/>
                  </a:lnTo>
                  <a:lnTo>
                    <a:pt x="18798" y="0"/>
                  </a:lnTo>
                  <a:lnTo>
                    <a:pt x="43372" y="41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14989" y="3123369"/>
              <a:ext cx="44050" cy="53480"/>
            </a:xfrm>
            <a:custGeom>
              <a:avLst/>
              <a:pathLst>
                <a:path w="44050" h="53480">
                  <a:moveTo>
                    <a:pt x="25133" y="53480"/>
                  </a:moveTo>
                  <a:lnTo>
                    <a:pt x="0" y="11103"/>
                  </a:lnTo>
                  <a:lnTo>
                    <a:pt x="18399" y="0"/>
                  </a:lnTo>
                  <a:lnTo>
                    <a:pt x="44050" y="42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12742" y="3129071"/>
              <a:ext cx="43625" cy="53132"/>
            </a:xfrm>
            <a:custGeom>
              <a:avLst/>
              <a:pathLst>
                <a:path w="43625" h="53132">
                  <a:moveTo>
                    <a:pt x="25256" y="53132"/>
                  </a:moveTo>
                  <a:lnTo>
                    <a:pt x="0" y="11013"/>
                  </a:lnTo>
                  <a:lnTo>
                    <a:pt x="19438" y="0"/>
                  </a:lnTo>
                  <a:lnTo>
                    <a:pt x="43625" y="42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392099" y="3137233"/>
              <a:ext cx="43528" cy="52756"/>
            </a:xfrm>
            <a:custGeom>
              <a:avLst/>
              <a:pathLst>
                <a:path w="43528" h="52756">
                  <a:moveTo>
                    <a:pt x="25083" y="52756"/>
                  </a:moveTo>
                  <a:lnTo>
                    <a:pt x="0" y="11070"/>
                  </a:lnTo>
                  <a:lnTo>
                    <a:pt x="18417" y="0"/>
                  </a:lnTo>
                  <a:lnTo>
                    <a:pt x="43528" y="41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294535" y="2810213"/>
              <a:ext cx="44603" cy="55787"/>
            </a:xfrm>
            <a:custGeom>
              <a:avLst/>
              <a:pathLst>
                <a:path w="44603" h="55787">
                  <a:moveTo>
                    <a:pt x="0" y="12120"/>
                  </a:moveTo>
                  <a:lnTo>
                    <a:pt x="19234" y="0"/>
                  </a:lnTo>
                  <a:lnTo>
                    <a:pt x="44603" y="43768"/>
                  </a:lnTo>
                  <a:lnTo>
                    <a:pt x="25100" y="55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69875" y="4029576"/>
              <a:ext cx="58955" cy="40477"/>
            </a:xfrm>
            <a:custGeom>
              <a:avLst/>
              <a:pathLst>
                <a:path w="58955" h="40477">
                  <a:moveTo>
                    <a:pt x="9097" y="0"/>
                  </a:moveTo>
                  <a:lnTo>
                    <a:pt x="51615" y="20968"/>
                  </a:lnTo>
                  <a:lnTo>
                    <a:pt x="55706" y="23032"/>
                  </a:lnTo>
                  <a:lnTo>
                    <a:pt x="58955" y="24672"/>
                  </a:lnTo>
                  <a:lnTo>
                    <a:pt x="51825" y="40477"/>
                  </a:lnTo>
                  <a:lnTo>
                    <a:pt x="28975" y="28864"/>
                  </a:lnTo>
                  <a:lnTo>
                    <a:pt x="0" y="1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3044703" y="4019920"/>
              <a:ext cx="30770" cy="32891"/>
            </a:xfrm>
            <a:custGeom>
              <a:avLst/>
              <a:pathLst>
                <a:path w="30770" h="32891">
                  <a:moveTo>
                    <a:pt x="0" y="25618"/>
                  </a:moveTo>
                  <a:lnTo>
                    <a:pt x="14499" y="0"/>
                  </a:lnTo>
                  <a:lnTo>
                    <a:pt x="30770" y="8366"/>
                  </a:lnTo>
                  <a:lnTo>
                    <a:pt x="15252" y="3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3028793" y="4008380"/>
              <a:ext cx="27515" cy="35259"/>
            </a:xfrm>
            <a:custGeom>
              <a:avLst/>
              <a:pathLst>
                <a:path w="27515" h="35259">
                  <a:moveTo>
                    <a:pt x="0" y="20860"/>
                  </a:moveTo>
                  <a:lnTo>
                    <a:pt x="1039" y="18751"/>
                  </a:lnTo>
                  <a:lnTo>
                    <a:pt x="11060" y="0"/>
                  </a:lnTo>
                  <a:lnTo>
                    <a:pt x="27515" y="9296"/>
                  </a:lnTo>
                  <a:lnTo>
                    <a:pt x="13465" y="35259"/>
                  </a:lnTo>
                  <a:lnTo>
                    <a:pt x="6995" y="30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96089" y="3986341"/>
              <a:ext cx="16537" cy="12668"/>
            </a:xfrm>
            <a:custGeom>
              <a:avLst/>
              <a:pathLst>
                <a:path w="16537" h="12668">
                  <a:moveTo>
                    <a:pt x="0" y="4946"/>
                  </a:moveTo>
                  <a:lnTo>
                    <a:pt x="2191" y="0"/>
                  </a:lnTo>
                  <a:lnTo>
                    <a:pt x="16537" y="7508"/>
                  </a:lnTo>
                  <a:lnTo>
                    <a:pt x="14187" y="1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74406" y="4064051"/>
              <a:ext cx="43837" cy="67712"/>
            </a:xfrm>
            <a:custGeom>
              <a:avLst/>
              <a:pathLst>
                <a:path w="43837" h="67712">
                  <a:moveTo>
                    <a:pt x="16294" y="67712"/>
                  </a:moveTo>
                  <a:lnTo>
                    <a:pt x="0" y="60123"/>
                  </a:lnTo>
                  <a:lnTo>
                    <a:pt x="17249" y="16923"/>
                  </a:lnTo>
                  <a:lnTo>
                    <a:pt x="21275" y="6841"/>
                  </a:lnTo>
                  <a:lnTo>
                    <a:pt x="24956" y="0"/>
                  </a:lnTo>
                  <a:lnTo>
                    <a:pt x="43837" y="8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3053677" y="4082877"/>
              <a:ext cx="26573" cy="38076"/>
            </a:xfrm>
            <a:custGeom>
              <a:avLst/>
              <a:pathLst>
                <a:path w="26573" h="38076">
                  <a:moveTo>
                    <a:pt x="0" y="30761"/>
                  </a:moveTo>
                  <a:lnTo>
                    <a:pt x="6025" y="6718"/>
                  </a:lnTo>
                  <a:lnTo>
                    <a:pt x="7750" y="0"/>
                  </a:lnTo>
                  <a:lnTo>
                    <a:pt x="12597" y="3033"/>
                  </a:lnTo>
                  <a:lnTo>
                    <a:pt x="14564" y="4263"/>
                  </a:lnTo>
                  <a:lnTo>
                    <a:pt x="26573" y="12776"/>
                  </a:lnTo>
                  <a:lnTo>
                    <a:pt x="16265" y="38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3007365" y="4028637"/>
              <a:ext cx="79786" cy="64956"/>
            </a:xfrm>
            <a:custGeom>
              <a:avLst/>
              <a:pathLst>
                <a:path w="79786" h="64956">
                  <a:moveTo>
                    <a:pt x="73698" y="64956"/>
                  </a:moveTo>
                  <a:lnTo>
                    <a:pt x="0" y="8979"/>
                  </a:lnTo>
                  <a:lnTo>
                    <a:pt x="6029" y="0"/>
                  </a:lnTo>
                  <a:lnTo>
                    <a:pt x="7074" y="741"/>
                  </a:lnTo>
                  <a:lnTo>
                    <a:pt x="20939" y="10574"/>
                  </a:lnTo>
                  <a:lnTo>
                    <a:pt x="35022" y="20939"/>
                  </a:lnTo>
                  <a:lnTo>
                    <a:pt x="40259" y="24681"/>
                  </a:lnTo>
                  <a:lnTo>
                    <a:pt x="42909" y="26575"/>
                  </a:lnTo>
                  <a:lnTo>
                    <a:pt x="45452" y="23780"/>
                  </a:lnTo>
                  <a:lnTo>
                    <a:pt x="53154" y="28610"/>
                  </a:lnTo>
                  <a:lnTo>
                    <a:pt x="56435" y="31159"/>
                  </a:lnTo>
                  <a:lnTo>
                    <a:pt x="60987" y="36594"/>
                  </a:lnTo>
                  <a:lnTo>
                    <a:pt x="79786" y="50222"/>
                  </a:lnTo>
                  <a:lnTo>
                    <a:pt x="76919" y="5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3032321" y="4068481"/>
              <a:ext cx="26521" cy="43866"/>
            </a:xfrm>
            <a:custGeom>
              <a:avLst/>
              <a:pathLst>
                <a:path w="26521" h="43866">
                  <a:moveTo>
                    <a:pt x="0" y="37262"/>
                  </a:moveTo>
                  <a:lnTo>
                    <a:pt x="9596" y="0"/>
                  </a:lnTo>
                  <a:lnTo>
                    <a:pt x="26521" y="12008"/>
                  </a:lnTo>
                  <a:lnTo>
                    <a:pt x="16967" y="43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3012082" y="4054527"/>
              <a:ext cx="25965" cy="50980"/>
            </a:xfrm>
            <a:custGeom>
              <a:avLst/>
              <a:pathLst>
                <a:path w="25965" h="50980">
                  <a:moveTo>
                    <a:pt x="0" y="45198"/>
                  </a:moveTo>
                  <a:lnTo>
                    <a:pt x="12476" y="0"/>
                  </a:lnTo>
                  <a:lnTo>
                    <a:pt x="25965" y="10005"/>
                  </a:lnTo>
                  <a:lnTo>
                    <a:pt x="15336" y="50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91456" y="4041200"/>
              <a:ext cx="29498" cy="57633"/>
            </a:xfrm>
            <a:custGeom>
              <a:avLst/>
              <a:pathLst>
                <a:path w="29498" h="57633">
                  <a:moveTo>
                    <a:pt x="11425" y="10093"/>
                  </a:moveTo>
                  <a:lnTo>
                    <a:pt x="15197" y="0"/>
                  </a:lnTo>
                  <a:lnTo>
                    <a:pt x="29498" y="10644"/>
                  </a:lnTo>
                  <a:lnTo>
                    <a:pt x="16298" y="57633"/>
                  </a:lnTo>
                  <a:lnTo>
                    <a:pt x="0" y="51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76479" y="4015153"/>
              <a:ext cx="31701" cy="30411"/>
            </a:xfrm>
            <a:custGeom>
              <a:avLst/>
              <a:pathLst>
                <a:path w="31701" h="30411">
                  <a:moveTo>
                    <a:pt x="0" y="13899"/>
                  </a:moveTo>
                  <a:lnTo>
                    <a:pt x="4597" y="6279"/>
                  </a:lnTo>
                  <a:lnTo>
                    <a:pt x="9684" y="0"/>
                  </a:lnTo>
                  <a:lnTo>
                    <a:pt x="30966" y="16321"/>
                  </a:lnTo>
                  <a:lnTo>
                    <a:pt x="31701" y="16884"/>
                  </a:lnTo>
                  <a:lnTo>
                    <a:pt x="24179" y="3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62680" y="4047951"/>
              <a:ext cx="32546" cy="28361"/>
            </a:xfrm>
            <a:custGeom>
              <a:avLst/>
              <a:pathLst>
                <a:path w="32546" h="28361">
                  <a:moveTo>
                    <a:pt x="0" y="7483"/>
                  </a:moveTo>
                  <a:lnTo>
                    <a:pt x="4283" y="0"/>
                  </a:lnTo>
                  <a:lnTo>
                    <a:pt x="32546" y="14791"/>
                  </a:lnTo>
                  <a:lnTo>
                    <a:pt x="26651" y="28361"/>
                  </a:lnTo>
                  <a:lnTo>
                    <a:pt x="13809" y="19859"/>
                  </a:lnTo>
                  <a:lnTo>
                    <a:pt x="10212" y="17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69987" y="4031593"/>
              <a:ext cx="29123" cy="25400"/>
            </a:xfrm>
            <a:custGeom>
              <a:avLst/>
              <a:pathLst>
                <a:path w="29123" h="25400">
                  <a:moveTo>
                    <a:pt x="3964" y="0"/>
                  </a:moveTo>
                  <a:lnTo>
                    <a:pt x="29123" y="17475"/>
                  </a:lnTo>
                  <a:lnTo>
                    <a:pt x="25624" y="25400"/>
                  </a:lnTo>
                  <a:lnTo>
                    <a:pt x="11746" y="17413"/>
                  </a:lnTo>
                  <a:lnTo>
                    <a:pt x="4158" y="12640"/>
                  </a:lnTo>
                  <a:lnTo>
                    <a:pt x="0" y="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966857" y="4069384"/>
              <a:ext cx="24509" cy="20276"/>
            </a:xfrm>
            <a:custGeom>
              <a:avLst/>
              <a:pathLst>
                <a:path w="24509" h="20276">
                  <a:moveTo>
                    <a:pt x="15153" y="17643"/>
                  </a:moveTo>
                  <a:lnTo>
                    <a:pt x="13297" y="20276"/>
                  </a:lnTo>
                  <a:lnTo>
                    <a:pt x="0" y="14268"/>
                  </a:lnTo>
                  <a:lnTo>
                    <a:pt x="7852" y="0"/>
                  </a:lnTo>
                  <a:lnTo>
                    <a:pt x="22075" y="5964"/>
                  </a:lnTo>
                  <a:lnTo>
                    <a:pt x="21138" y="7939"/>
                  </a:lnTo>
                  <a:lnTo>
                    <a:pt x="24509" y="9692"/>
                  </a:lnTo>
                  <a:lnTo>
                    <a:pt x="19124" y="19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953973" y="4092278"/>
              <a:ext cx="53564" cy="78590"/>
            </a:xfrm>
            <a:custGeom>
              <a:avLst/>
              <a:pathLst>
                <a:path w="53564" h="78590">
                  <a:moveTo>
                    <a:pt x="34153" y="78590"/>
                  </a:moveTo>
                  <a:lnTo>
                    <a:pt x="23240" y="64359"/>
                  </a:lnTo>
                  <a:lnTo>
                    <a:pt x="18519" y="58379"/>
                  </a:lnTo>
                  <a:lnTo>
                    <a:pt x="11550" y="53089"/>
                  </a:lnTo>
                  <a:lnTo>
                    <a:pt x="5401" y="48555"/>
                  </a:lnTo>
                  <a:lnTo>
                    <a:pt x="0" y="44088"/>
                  </a:lnTo>
                  <a:lnTo>
                    <a:pt x="30008" y="0"/>
                  </a:lnTo>
                  <a:lnTo>
                    <a:pt x="38881" y="4764"/>
                  </a:lnTo>
                  <a:lnTo>
                    <a:pt x="41522" y="6290"/>
                  </a:lnTo>
                  <a:lnTo>
                    <a:pt x="53564" y="10517"/>
                  </a:lnTo>
                  <a:lnTo>
                    <a:pt x="44528" y="45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937339" y="4086528"/>
              <a:ext cx="40094" cy="45543"/>
            </a:xfrm>
            <a:custGeom>
              <a:avLst/>
              <a:pathLst>
                <a:path w="40094" h="45543">
                  <a:moveTo>
                    <a:pt x="0" y="35461"/>
                  </a:moveTo>
                  <a:lnTo>
                    <a:pt x="24583" y="0"/>
                  </a:lnTo>
                  <a:lnTo>
                    <a:pt x="39532" y="6785"/>
                  </a:lnTo>
                  <a:lnTo>
                    <a:pt x="40094" y="8366"/>
                  </a:lnTo>
                  <a:lnTo>
                    <a:pt x="13792" y="45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921467" y="4079299"/>
              <a:ext cx="36301" cy="39664"/>
            </a:xfrm>
            <a:custGeom>
              <a:avLst/>
              <a:pathLst>
                <a:path w="36301" h="39664">
                  <a:moveTo>
                    <a:pt x="0" y="29710"/>
                  </a:moveTo>
                  <a:lnTo>
                    <a:pt x="21525" y="0"/>
                  </a:lnTo>
                  <a:lnTo>
                    <a:pt x="36301" y="5977"/>
                  </a:lnTo>
                  <a:lnTo>
                    <a:pt x="13018" y="39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905361" y="4069988"/>
              <a:ext cx="33592" cy="35039"/>
            </a:xfrm>
            <a:custGeom>
              <a:avLst/>
              <a:pathLst>
                <a:path w="33592" h="35039">
                  <a:moveTo>
                    <a:pt x="0" y="26322"/>
                  </a:moveTo>
                  <a:lnTo>
                    <a:pt x="2712" y="22700"/>
                  </a:lnTo>
                  <a:lnTo>
                    <a:pt x="14835" y="5592"/>
                  </a:lnTo>
                  <a:lnTo>
                    <a:pt x="18976" y="0"/>
                  </a:lnTo>
                  <a:lnTo>
                    <a:pt x="33592" y="6968"/>
                  </a:lnTo>
                  <a:lnTo>
                    <a:pt x="28289" y="14026"/>
                  </a:lnTo>
                  <a:lnTo>
                    <a:pt x="11111" y="35039"/>
                  </a:lnTo>
                  <a:lnTo>
                    <a:pt x="10398" y="34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926679" y="4049301"/>
              <a:ext cx="43342" cy="33352"/>
            </a:xfrm>
            <a:custGeom>
              <a:avLst/>
              <a:pathLst>
                <a:path w="43342" h="33352">
                  <a:moveTo>
                    <a:pt x="0" y="15526"/>
                  </a:moveTo>
                  <a:lnTo>
                    <a:pt x="6744" y="0"/>
                  </a:lnTo>
                  <a:lnTo>
                    <a:pt x="43342" y="18836"/>
                  </a:lnTo>
                  <a:lnTo>
                    <a:pt x="34845" y="33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952567" y="4017559"/>
              <a:ext cx="23764" cy="46736"/>
            </a:xfrm>
            <a:custGeom>
              <a:avLst/>
              <a:pathLst>
                <a:path w="23764" h="46736">
                  <a:moveTo>
                    <a:pt x="18153" y="46736"/>
                  </a:moveTo>
                  <a:lnTo>
                    <a:pt x="0" y="37018"/>
                  </a:lnTo>
                  <a:lnTo>
                    <a:pt x="14155" y="0"/>
                  </a:lnTo>
                  <a:lnTo>
                    <a:pt x="20993" y="5458"/>
                  </a:lnTo>
                  <a:lnTo>
                    <a:pt x="12750" y="23289"/>
                  </a:lnTo>
                  <a:lnTo>
                    <a:pt x="13874" y="25014"/>
                  </a:lnTo>
                  <a:lnTo>
                    <a:pt x="23764" y="34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934812" y="4009422"/>
              <a:ext cx="28145" cy="43811"/>
            </a:xfrm>
            <a:custGeom>
              <a:avLst/>
              <a:pathLst>
                <a:path w="28145" h="43811">
                  <a:moveTo>
                    <a:pt x="0" y="36567"/>
                  </a:moveTo>
                  <a:lnTo>
                    <a:pt x="12955" y="0"/>
                  </a:lnTo>
                  <a:lnTo>
                    <a:pt x="18013" y="1725"/>
                  </a:lnTo>
                  <a:lnTo>
                    <a:pt x="28145" y="9632"/>
                  </a:lnTo>
                  <a:lnTo>
                    <a:pt x="14830" y="4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98172" y="4047926"/>
              <a:ext cx="26173" cy="28175"/>
            </a:xfrm>
            <a:custGeom>
              <a:avLst/>
              <a:pathLst>
                <a:path w="26173" h="28175">
                  <a:moveTo>
                    <a:pt x="16136" y="28175"/>
                  </a:moveTo>
                  <a:lnTo>
                    <a:pt x="0" y="15433"/>
                  </a:lnTo>
                  <a:lnTo>
                    <a:pt x="8499" y="0"/>
                  </a:lnTo>
                  <a:lnTo>
                    <a:pt x="26173" y="15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86087" y="4065974"/>
              <a:ext cx="25643" cy="26058"/>
            </a:xfrm>
            <a:custGeom>
              <a:avLst/>
              <a:pathLst>
                <a:path w="25643" h="26058">
                  <a:moveTo>
                    <a:pt x="25643" y="12399"/>
                  </a:moveTo>
                  <a:lnTo>
                    <a:pt x="15260" y="26058"/>
                  </a:lnTo>
                  <a:lnTo>
                    <a:pt x="0" y="13438"/>
                  </a:lnTo>
                  <a:lnTo>
                    <a:pt x="98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864179" y="4039304"/>
              <a:ext cx="32622" cy="35595"/>
            </a:xfrm>
            <a:custGeom>
              <a:avLst/>
              <a:pathLst>
                <a:path w="32622" h="35595">
                  <a:moveTo>
                    <a:pt x="0" y="26681"/>
                  </a:moveTo>
                  <a:lnTo>
                    <a:pt x="1793" y="23986"/>
                  </a:lnTo>
                  <a:lnTo>
                    <a:pt x="17759" y="0"/>
                  </a:lnTo>
                  <a:lnTo>
                    <a:pt x="32622" y="9055"/>
                  </a:lnTo>
                  <a:lnTo>
                    <a:pt x="15174" y="3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838446" y="4034689"/>
              <a:ext cx="30855" cy="29325"/>
            </a:xfrm>
            <a:custGeom>
              <a:avLst/>
              <a:pathLst>
                <a:path w="30855" h="29325">
                  <a:moveTo>
                    <a:pt x="0" y="15892"/>
                  </a:moveTo>
                  <a:lnTo>
                    <a:pt x="4994" y="8304"/>
                  </a:lnTo>
                  <a:lnTo>
                    <a:pt x="2621" y="6778"/>
                  </a:lnTo>
                  <a:lnTo>
                    <a:pt x="7736" y="0"/>
                  </a:lnTo>
                  <a:lnTo>
                    <a:pt x="30855" y="15959"/>
                  </a:lnTo>
                  <a:lnTo>
                    <a:pt x="21472" y="29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821429" y="4006223"/>
              <a:ext cx="59611" cy="39987"/>
            </a:xfrm>
            <a:custGeom>
              <a:avLst/>
              <a:pathLst>
                <a:path w="59611" h="39987">
                  <a:moveTo>
                    <a:pt x="0" y="35579"/>
                  </a:moveTo>
                  <a:lnTo>
                    <a:pt x="9708" y="27937"/>
                  </a:lnTo>
                  <a:lnTo>
                    <a:pt x="13263" y="24623"/>
                  </a:lnTo>
                  <a:lnTo>
                    <a:pt x="18392" y="20769"/>
                  </a:lnTo>
                  <a:lnTo>
                    <a:pt x="27645" y="15004"/>
                  </a:lnTo>
                  <a:lnTo>
                    <a:pt x="44536" y="5640"/>
                  </a:lnTo>
                  <a:lnTo>
                    <a:pt x="55302" y="0"/>
                  </a:lnTo>
                  <a:lnTo>
                    <a:pt x="59611" y="7184"/>
                  </a:lnTo>
                  <a:lnTo>
                    <a:pt x="26390" y="26001"/>
                  </a:lnTo>
                  <a:lnTo>
                    <a:pt x="25078" y="26745"/>
                  </a:lnTo>
                  <a:lnTo>
                    <a:pt x="22953" y="27849"/>
                  </a:lnTo>
                  <a:lnTo>
                    <a:pt x="17425" y="33959"/>
                  </a:lnTo>
                  <a:lnTo>
                    <a:pt x="10051" y="39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869652" y="4017040"/>
              <a:ext cx="38469" cy="28325"/>
            </a:xfrm>
            <a:custGeom>
              <a:avLst/>
              <a:pathLst>
                <a:path w="38469" h="28325">
                  <a:moveTo>
                    <a:pt x="38469" y="14650"/>
                  </a:moveTo>
                  <a:lnTo>
                    <a:pt x="28936" y="28325"/>
                  </a:lnTo>
                  <a:lnTo>
                    <a:pt x="0" y="8234"/>
                  </a:lnTo>
                  <a:lnTo>
                    <a:pt x="7487" y="2495"/>
                  </a:lnTo>
                  <a:lnTo>
                    <a:pt x="141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87631" y="4004471"/>
              <a:ext cx="35111" cy="24531"/>
            </a:xfrm>
            <a:custGeom>
              <a:avLst/>
              <a:pathLst>
                <a:path w="35111" h="24531">
                  <a:moveTo>
                    <a:pt x="35111" y="10350"/>
                  </a:moveTo>
                  <a:lnTo>
                    <a:pt x="23143" y="24531"/>
                  </a:lnTo>
                  <a:lnTo>
                    <a:pt x="0" y="9833"/>
                  </a:lnTo>
                  <a:lnTo>
                    <a:pt x="14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91205" y="4140740"/>
              <a:ext cx="27238" cy="53599"/>
            </a:xfrm>
            <a:custGeom>
              <a:avLst/>
              <a:pathLst>
                <a:path w="27238" h="53599">
                  <a:moveTo>
                    <a:pt x="0" y="33588"/>
                  </a:moveTo>
                  <a:lnTo>
                    <a:pt x="10266" y="0"/>
                  </a:lnTo>
                  <a:lnTo>
                    <a:pt x="27238" y="4370"/>
                  </a:lnTo>
                  <a:lnTo>
                    <a:pt x="12476" y="53599"/>
                  </a:lnTo>
                  <a:lnTo>
                    <a:pt x="430" y="37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3002080" y="4103454"/>
              <a:ext cx="26218" cy="39275"/>
            </a:xfrm>
            <a:custGeom>
              <a:avLst/>
              <a:pathLst>
                <a:path w="26218" h="39275">
                  <a:moveTo>
                    <a:pt x="0" y="34502"/>
                  </a:moveTo>
                  <a:lnTo>
                    <a:pt x="10116" y="0"/>
                  </a:lnTo>
                  <a:lnTo>
                    <a:pt x="26218" y="5347"/>
                  </a:lnTo>
                  <a:lnTo>
                    <a:pt x="16663" y="39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3018421" y="4149558"/>
              <a:ext cx="45186" cy="17596"/>
            </a:xfrm>
            <a:custGeom>
              <a:avLst/>
              <a:pathLst>
                <a:path w="45186" h="17596">
                  <a:moveTo>
                    <a:pt x="0" y="17596"/>
                  </a:moveTo>
                  <a:lnTo>
                    <a:pt x="4383" y="0"/>
                  </a:lnTo>
                  <a:lnTo>
                    <a:pt x="45186" y="1035"/>
                  </a:lnTo>
                  <a:lnTo>
                    <a:pt x="42151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3026329" y="4110191"/>
              <a:ext cx="22848" cy="35845"/>
            </a:xfrm>
            <a:custGeom>
              <a:avLst/>
              <a:pathLst>
                <a:path w="22848" h="35845">
                  <a:moveTo>
                    <a:pt x="0" y="34351"/>
                  </a:moveTo>
                  <a:lnTo>
                    <a:pt x="6832" y="0"/>
                  </a:lnTo>
                  <a:lnTo>
                    <a:pt x="22848" y="6115"/>
                  </a:lnTo>
                  <a:lnTo>
                    <a:pt x="14305" y="35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3045679" y="4117384"/>
              <a:ext cx="47278" cy="34582"/>
            </a:xfrm>
            <a:custGeom>
              <a:avLst/>
              <a:pathLst>
                <a:path w="47278" h="34582">
                  <a:moveTo>
                    <a:pt x="6958" y="0"/>
                  </a:moveTo>
                  <a:lnTo>
                    <a:pt x="44998" y="18464"/>
                  </a:lnTo>
                  <a:lnTo>
                    <a:pt x="47278" y="19692"/>
                  </a:lnTo>
                  <a:lnTo>
                    <a:pt x="43246" y="34582"/>
                  </a:lnTo>
                  <a:lnTo>
                    <a:pt x="41626" y="33990"/>
                  </a:lnTo>
                  <a:lnTo>
                    <a:pt x="32728" y="31389"/>
                  </a:lnTo>
                  <a:lnTo>
                    <a:pt x="20936" y="27807"/>
                  </a:lnTo>
                  <a:lnTo>
                    <a:pt x="0" y="27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3009429" y="4169138"/>
              <a:ext cx="20658" cy="32820"/>
            </a:xfrm>
            <a:custGeom>
              <a:avLst/>
              <a:pathLst>
                <a:path w="20658" h="32820">
                  <a:moveTo>
                    <a:pt x="9441" y="32820"/>
                  </a:moveTo>
                  <a:lnTo>
                    <a:pt x="0" y="28679"/>
                  </a:lnTo>
                  <a:lnTo>
                    <a:pt x="5395" y="14879"/>
                  </a:lnTo>
                  <a:lnTo>
                    <a:pt x="6215" y="11858"/>
                  </a:lnTo>
                  <a:lnTo>
                    <a:pt x="6042" y="10060"/>
                  </a:lnTo>
                  <a:lnTo>
                    <a:pt x="6132" y="8256"/>
                  </a:lnTo>
                  <a:lnTo>
                    <a:pt x="6480" y="6484"/>
                  </a:lnTo>
                  <a:lnTo>
                    <a:pt x="7081" y="4786"/>
                  </a:lnTo>
                  <a:lnTo>
                    <a:pt x="7514" y="3710"/>
                  </a:lnTo>
                  <a:lnTo>
                    <a:pt x="8120" y="2726"/>
                  </a:lnTo>
                  <a:lnTo>
                    <a:pt x="8879" y="1860"/>
                  </a:lnTo>
                  <a:lnTo>
                    <a:pt x="9626" y="1238"/>
                  </a:lnTo>
                  <a:lnTo>
                    <a:pt x="10453" y="733"/>
                  </a:lnTo>
                  <a:lnTo>
                    <a:pt x="11427" y="325"/>
                  </a:lnTo>
                  <a:lnTo>
                    <a:pt x="12451" y="79"/>
                  </a:lnTo>
                  <a:lnTo>
                    <a:pt x="13500" y="0"/>
                  </a:lnTo>
                  <a:lnTo>
                    <a:pt x="14549" y="89"/>
                  </a:lnTo>
                  <a:lnTo>
                    <a:pt x="15570" y="346"/>
                  </a:lnTo>
                  <a:lnTo>
                    <a:pt x="16774" y="661"/>
                  </a:lnTo>
                  <a:lnTo>
                    <a:pt x="17352" y="812"/>
                  </a:lnTo>
                  <a:lnTo>
                    <a:pt x="18102" y="1130"/>
                  </a:lnTo>
                  <a:lnTo>
                    <a:pt x="18792" y="1569"/>
                  </a:lnTo>
                  <a:lnTo>
                    <a:pt x="19402" y="2117"/>
                  </a:lnTo>
                  <a:lnTo>
                    <a:pt x="19655" y="2407"/>
                  </a:lnTo>
                  <a:lnTo>
                    <a:pt x="20091" y="3038"/>
                  </a:lnTo>
                  <a:lnTo>
                    <a:pt x="20428" y="3729"/>
                  </a:lnTo>
                  <a:lnTo>
                    <a:pt x="20658" y="4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3021654" y="4171804"/>
              <a:ext cx="31906" cy="39013"/>
            </a:xfrm>
            <a:custGeom>
              <a:avLst/>
              <a:pathLst>
                <a:path w="31906" h="39013">
                  <a:moveTo>
                    <a:pt x="7047" y="34739"/>
                  </a:moveTo>
                  <a:lnTo>
                    <a:pt x="0" y="31188"/>
                  </a:lnTo>
                  <a:lnTo>
                    <a:pt x="13338" y="1393"/>
                  </a:lnTo>
                  <a:lnTo>
                    <a:pt x="17469" y="0"/>
                  </a:lnTo>
                  <a:lnTo>
                    <a:pt x="31906" y="360"/>
                  </a:lnTo>
                  <a:lnTo>
                    <a:pt x="15476" y="39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3041169" y="4174271"/>
              <a:ext cx="32372" cy="45509"/>
            </a:xfrm>
            <a:custGeom>
              <a:avLst/>
              <a:pathLst>
                <a:path w="32372" h="45509">
                  <a:moveTo>
                    <a:pt x="0" y="37607"/>
                  </a:moveTo>
                  <a:lnTo>
                    <a:pt x="17197" y="0"/>
                  </a:lnTo>
                  <a:lnTo>
                    <a:pt x="32372" y="6210"/>
                  </a:lnTo>
                  <a:lnTo>
                    <a:pt x="13938" y="45509"/>
                  </a:lnTo>
                  <a:lnTo>
                    <a:pt x="467" y="38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63242" y="4151643"/>
              <a:ext cx="23267" cy="24756"/>
            </a:xfrm>
            <a:custGeom>
              <a:avLst/>
              <a:pathLst>
                <a:path w="23267" h="24756">
                  <a:moveTo>
                    <a:pt x="0" y="19321"/>
                  </a:moveTo>
                  <a:lnTo>
                    <a:pt x="5732" y="0"/>
                  </a:lnTo>
                  <a:lnTo>
                    <a:pt x="11802" y="345"/>
                  </a:lnTo>
                  <a:lnTo>
                    <a:pt x="23267" y="5175"/>
                  </a:lnTo>
                  <a:lnTo>
                    <a:pt x="14833" y="24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908762" y="3999013"/>
              <a:ext cx="35769" cy="60863"/>
            </a:xfrm>
            <a:custGeom>
              <a:avLst/>
              <a:pathLst>
                <a:path w="35769" h="60863">
                  <a:moveTo>
                    <a:pt x="6069" y="36999"/>
                  </a:moveTo>
                  <a:lnTo>
                    <a:pt x="7586" y="34830"/>
                  </a:lnTo>
                  <a:lnTo>
                    <a:pt x="8563" y="33433"/>
                  </a:lnTo>
                  <a:lnTo>
                    <a:pt x="18003" y="19931"/>
                  </a:lnTo>
                  <a:lnTo>
                    <a:pt x="22435" y="13592"/>
                  </a:lnTo>
                  <a:lnTo>
                    <a:pt x="32229" y="0"/>
                  </a:lnTo>
                  <a:lnTo>
                    <a:pt x="35769" y="2415"/>
                  </a:lnTo>
                  <a:lnTo>
                    <a:pt x="30696" y="19021"/>
                  </a:lnTo>
                  <a:lnTo>
                    <a:pt x="28849" y="26262"/>
                  </a:lnTo>
                  <a:lnTo>
                    <a:pt x="23284" y="44351"/>
                  </a:lnTo>
                  <a:lnTo>
                    <a:pt x="22580" y="46546"/>
                  </a:lnTo>
                  <a:lnTo>
                    <a:pt x="21862" y="48787"/>
                  </a:lnTo>
                  <a:lnTo>
                    <a:pt x="20237" y="53669"/>
                  </a:lnTo>
                  <a:lnTo>
                    <a:pt x="16467" y="60863"/>
                  </a:lnTo>
                  <a:lnTo>
                    <a:pt x="0" y="46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856336" y="4028475"/>
              <a:ext cx="22505" cy="17468"/>
            </a:xfrm>
            <a:custGeom>
              <a:avLst/>
              <a:pathLst>
                <a:path w="22505" h="17468">
                  <a:moveTo>
                    <a:pt x="15668" y="17468"/>
                  </a:moveTo>
                  <a:lnTo>
                    <a:pt x="0" y="6726"/>
                  </a:lnTo>
                  <a:lnTo>
                    <a:pt x="10460" y="0"/>
                  </a:lnTo>
                  <a:lnTo>
                    <a:pt x="22505" y="7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92674" y="3994501"/>
              <a:ext cx="44000" cy="32174"/>
            </a:xfrm>
            <a:custGeom>
              <a:avLst/>
              <a:pathLst>
                <a:path w="44000" h="32174">
                  <a:moveTo>
                    <a:pt x="0" y="5386"/>
                  </a:moveTo>
                  <a:lnTo>
                    <a:pt x="2385" y="0"/>
                  </a:lnTo>
                  <a:lnTo>
                    <a:pt x="18131" y="8265"/>
                  </a:lnTo>
                  <a:lnTo>
                    <a:pt x="22548" y="360"/>
                  </a:lnTo>
                  <a:lnTo>
                    <a:pt x="27218" y="2774"/>
                  </a:lnTo>
                  <a:lnTo>
                    <a:pt x="30340" y="4254"/>
                  </a:lnTo>
                  <a:lnTo>
                    <a:pt x="44000" y="11564"/>
                  </a:lnTo>
                  <a:lnTo>
                    <a:pt x="33065" y="32174"/>
                  </a:lnTo>
                  <a:lnTo>
                    <a:pt x="19397" y="21392"/>
                  </a:lnTo>
                  <a:lnTo>
                    <a:pt x="14451" y="1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718277" y="3242631"/>
              <a:ext cx="185502" cy="247873"/>
            </a:xfrm>
            <a:custGeom>
              <a:avLst/>
              <a:pathLst>
                <a:path w="185502" h="247873">
                  <a:moveTo>
                    <a:pt x="16045" y="55917"/>
                  </a:moveTo>
                  <a:lnTo>
                    <a:pt x="104339" y="0"/>
                  </a:lnTo>
                  <a:lnTo>
                    <a:pt x="185502" y="138063"/>
                  </a:lnTo>
                  <a:lnTo>
                    <a:pt x="37101" y="226520"/>
                  </a:lnTo>
                  <a:lnTo>
                    <a:pt x="28775" y="231312"/>
                  </a:lnTo>
                  <a:lnTo>
                    <a:pt x="0" y="2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146141" y="3913373"/>
              <a:ext cx="321119" cy="217064"/>
            </a:xfrm>
            <a:custGeom>
              <a:avLst/>
              <a:pathLst>
                <a:path w="321119" h="217064">
                  <a:moveTo>
                    <a:pt x="94394" y="217064"/>
                  </a:moveTo>
                  <a:lnTo>
                    <a:pt x="7197" y="168588"/>
                  </a:lnTo>
                  <a:lnTo>
                    <a:pt x="0" y="156270"/>
                  </a:lnTo>
                  <a:lnTo>
                    <a:pt x="261626" y="408"/>
                  </a:lnTo>
                  <a:lnTo>
                    <a:pt x="272533" y="0"/>
                  </a:lnTo>
                  <a:lnTo>
                    <a:pt x="321119" y="8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69413" y="3946004"/>
              <a:ext cx="45860" cy="42033"/>
            </a:xfrm>
            <a:custGeom>
              <a:avLst/>
              <a:pathLst>
                <a:path w="45860" h="42033">
                  <a:moveTo>
                    <a:pt x="0" y="15351"/>
                  </a:moveTo>
                  <a:lnTo>
                    <a:pt x="22747" y="0"/>
                  </a:lnTo>
                  <a:lnTo>
                    <a:pt x="45860" y="4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3001587" y="3867689"/>
              <a:ext cx="209811" cy="182032"/>
            </a:xfrm>
            <a:custGeom>
              <a:avLst/>
              <a:pathLst>
                <a:path w="209811" h="182032">
                  <a:moveTo>
                    <a:pt x="0" y="79281"/>
                  </a:moveTo>
                  <a:lnTo>
                    <a:pt x="27774" y="61850"/>
                  </a:lnTo>
                  <a:lnTo>
                    <a:pt x="100879" y="17735"/>
                  </a:lnTo>
                  <a:lnTo>
                    <a:pt x="127734" y="1692"/>
                  </a:lnTo>
                  <a:lnTo>
                    <a:pt x="130567" y="0"/>
                  </a:lnTo>
                  <a:lnTo>
                    <a:pt x="209811" y="134846"/>
                  </a:lnTo>
                  <a:lnTo>
                    <a:pt x="192496" y="144659"/>
                  </a:lnTo>
                  <a:lnTo>
                    <a:pt x="133076" y="182032"/>
                  </a:lnTo>
                  <a:lnTo>
                    <a:pt x="76488" y="155542"/>
                  </a:lnTo>
                  <a:lnTo>
                    <a:pt x="45760" y="137575"/>
                  </a:lnTo>
                  <a:lnTo>
                    <a:pt x="31224" y="130174"/>
                  </a:lnTo>
                  <a:lnTo>
                    <a:pt x="22692" y="121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834869" y="3158068"/>
              <a:ext cx="214214" cy="211566"/>
            </a:xfrm>
            <a:custGeom>
              <a:avLst/>
              <a:pathLst>
                <a:path w="214214" h="211566">
                  <a:moveTo>
                    <a:pt x="0" y="80740"/>
                  </a:moveTo>
                  <a:lnTo>
                    <a:pt x="534" y="77548"/>
                  </a:lnTo>
                  <a:lnTo>
                    <a:pt x="116724" y="10613"/>
                  </a:lnTo>
                  <a:lnTo>
                    <a:pt x="135437" y="0"/>
                  </a:lnTo>
                  <a:lnTo>
                    <a:pt x="145556" y="16824"/>
                  </a:lnTo>
                  <a:lnTo>
                    <a:pt x="214214" y="134081"/>
                  </a:lnTo>
                  <a:lnTo>
                    <a:pt x="83048" y="211566"/>
                  </a:lnTo>
                  <a:lnTo>
                    <a:pt x="78126" y="211178"/>
                  </a:lnTo>
                  <a:lnTo>
                    <a:pt x="45824" y="158050"/>
                  </a:lnTo>
                  <a:lnTo>
                    <a:pt x="43633" y="154273"/>
                  </a:lnTo>
                  <a:lnTo>
                    <a:pt x="31754" y="134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3003406" y="3447159"/>
              <a:ext cx="223032" cy="228620"/>
            </a:xfrm>
            <a:custGeom>
              <a:avLst/>
              <a:pathLst>
                <a:path w="223032" h="228620">
                  <a:moveTo>
                    <a:pt x="0" y="77605"/>
                  </a:moveTo>
                  <a:lnTo>
                    <a:pt x="136185" y="0"/>
                  </a:lnTo>
                  <a:lnTo>
                    <a:pt x="223032" y="150461"/>
                  </a:lnTo>
                  <a:lnTo>
                    <a:pt x="87562" y="22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812832" y="3530113"/>
              <a:ext cx="263901" cy="246355"/>
            </a:xfrm>
            <a:custGeom>
              <a:avLst/>
              <a:pathLst>
                <a:path w="263901" h="246355">
                  <a:moveTo>
                    <a:pt x="30454" y="158386"/>
                  </a:moveTo>
                  <a:lnTo>
                    <a:pt x="79166" y="150142"/>
                  </a:lnTo>
                  <a:lnTo>
                    <a:pt x="77277" y="141858"/>
                  </a:lnTo>
                  <a:lnTo>
                    <a:pt x="27304" y="152104"/>
                  </a:lnTo>
                  <a:lnTo>
                    <a:pt x="0" y="107540"/>
                  </a:lnTo>
                  <a:lnTo>
                    <a:pt x="64561" y="69503"/>
                  </a:lnTo>
                  <a:lnTo>
                    <a:pt x="68366" y="67379"/>
                  </a:lnTo>
                  <a:lnTo>
                    <a:pt x="184618" y="0"/>
                  </a:lnTo>
                  <a:lnTo>
                    <a:pt x="215682" y="53246"/>
                  </a:lnTo>
                  <a:lnTo>
                    <a:pt x="263901" y="138967"/>
                  </a:lnTo>
                  <a:lnTo>
                    <a:pt x="82166" y="246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849780" y="3298227"/>
              <a:ext cx="285984" cy="260426"/>
            </a:xfrm>
            <a:custGeom>
              <a:avLst/>
              <a:pathLst>
                <a:path w="285984" h="260426">
                  <a:moveTo>
                    <a:pt x="80222" y="260426"/>
                  </a:moveTo>
                  <a:lnTo>
                    <a:pt x="76745" y="259506"/>
                  </a:lnTo>
                  <a:lnTo>
                    <a:pt x="0" y="124858"/>
                  </a:lnTo>
                  <a:lnTo>
                    <a:pt x="39327" y="101022"/>
                  </a:lnTo>
                  <a:lnTo>
                    <a:pt x="43594" y="98897"/>
                  </a:lnTo>
                  <a:lnTo>
                    <a:pt x="173224" y="21724"/>
                  </a:lnTo>
                  <a:lnTo>
                    <a:pt x="208031" y="0"/>
                  </a:lnTo>
                  <a:lnTo>
                    <a:pt x="285984" y="139783"/>
                  </a:lnTo>
                  <a:lnTo>
                    <a:pt x="285984" y="142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141582" y="3753074"/>
              <a:ext cx="256707" cy="241891"/>
            </a:xfrm>
            <a:custGeom>
              <a:avLst/>
              <a:pathLst>
                <a:path w="256707" h="241891">
                  <a:moveTo>
                    <a:pt x="78208" y="241891"/>
                  </a:moveTo>
                  <a:lnTo>
                    <a:pt x="71464" y="232115"/>
                  </a:lnTo>
                  <a:lnTo>
                    <a:pt x="0" y="108290"/>
                  </a:lnTo>
                  <a:lnTo>
                    <a:pt x="116956" y="36267"/>
                  </a:lnTo>
                  <a:lnTo>
                    <a:pt x="176178" y="2131"/>
                  </a:lnTo>
                  <a:lnTo>
                    <a:pt x="180203" y="0"/>
                  </a:lnTo>
                  <a:lnTo>
                    <a:pt x="256707" y="131755"/>
                  </a:lnTo>
                  <a:lnTo>
                    <a:pt x="255021" y="139734"/>
                  </a:lnTo>
                  <a:lnTo>
                    <a:pt x="252343" y="141306"/>
                  </a:lnTo>
                  <a:lnTo>
                    <a:pt x="217063" y="162017"/>
                  </a:lnTo>
                  <a:lnTo>
                    <a:pt x="206137" y="168432"/>
                  </a:lnTo>
                  <a:lnTo>
                    <a:pt x="104456" y="22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3057707" y="3609275"/>
              <a:ext cx="260656" cy="244401"/>
            </a:xfrm>
            <a:custGeom>
              <a:avLst/>
              <a:pathLst>
                <a:path w="260656" h="244401">
                  <a:moveTo>
                    <a:pt x="0" y="106391"/>
                  </a:moveTo>
                  <a:lnTo>
                    <a:pt x="181781" y="0"/>
                  </a:lnTo>
                  <a:lnTo>
                    <a:pt x="260656" y="134873"/>
                  </a:lnTo>
                  <a:lnTo>
                    <a:pt x="82953" y="244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456585" y="3432154"/>
              <a:ext cx="459228" cy="264382"/>
            </a:xfrm>
            <a:custGeom>
              <a:avLst/>
              <a:pathLst>
                <a:path w="459228" h="264382">
                  <a:moveTo>
                    <a:pt x="47367" y="59100"/>
                  </a:moveTo>
                  <a:lnTo>
                    <a:pt x="60115" y="39510"/>
                  </a:lnTo>
                  <a:lnTo>
                    <a:pt x="256523" y="146955"/>
                  </a:lnTo>
                  <a:lnTo>
                    <a:pt x="261259" y="71914"/>
                  </a:lnTo>
                  <a:lnTo>
                    <a:pt x="379094" y="0"/>
                  </a:lnTo>
                  <a:lnTo>
                    <a:pt x="383269" y="923"/>
                  </a:lnTo>
                  <a:lnTo>
                    <a:pt x="459228" y="132811"/>
                  </a:lnTo>
                  <a:lnTo>
                    <a:pt x="459197" y="133816"/>
                  </a:lnTo>
                  <a:lnTo>
                    <a:pt x="394415" y="173418"/>
                  </a:lnTo>
                  <a:lnTo>
                    <a:pt x="391838" y="175154"/>
                  </a:lnTo>
                  <a:lnTo>
                    <a:pt x="390126" y="176307"/>
                  </a:lnTo>
                  <a:lnTo>
                    <a:pt x="243802" y="264382"/>
                  </a:lnTo>
                  <a:lnTo>
                    <a:pt x="152081" y="211938"/>
                  </a:lnTo>
                  <a:lnTo>
                    <a:pt x="188371" y="145021"/>
                  </a:lnTo>
                  <a:lnTo>
                    <a:pt x="182189" y="142121"/>
                  </a:lnTo>
                  <a:lnTo>
                    <a:pt x="144325" y="208833"/>
                  </a:lnTo>
                  <a:lnTo>
                    <a:pt x="0" y="125337"/>
                  </a:lnTo>
                  <a:lnTo>
                    <a:pt x="20264" y="108542"/>
                  </a:lnTo>
                  <a:lnTo>
                    <a:pt x="30990" y="93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708444" y="3645729"/>
              <a:ext cx="177800" cy="214169"/>
            </a:xfrm>
            <a:custGeom>
              <a:avLst/>
              <a:pathLst>
                <a:path w="177800" h="214169">
                  <a:moveTo>
                    <a:pt x="1288" y="59940"/>
                  </a:moveTo>
                  <a:lnTo>
                    <a:pt x="0" y="57768"/>
                  </a:lnTo>
                  <a:lnTo>
                    <a:pt x="100025" y="0"/>
                  </a:lnTo>
                  <a:lnTo>
                    <a:pt x="138913" y="68641"/>
                  </a:lnTo>
                  <a:lnTo>
                    <a:pt x="177800" y="137280"/>
                  </a:lnTo>
                  <a:lnTo>
                    <a:pt x="79261" y="195535"/>
                  </a:lnTo>
                  <a:lnTo>
                    <a:pt x="47742" y="214169"/>
                  </a:lnTo>
                  <a:lnTo>
                    <a:pt x="35062" y="150921"/>
                  </a:lnTo>
                  <a:lnTo>
                    <a:pt x="28270" y="117332"/>
                  </a:lnTo>
                  <a:lnTo>
                    <a:pt x="19014" y="71562"/>
                  </a:lnTo>
                  <a:lnTo>
                    <a:pt x="4320" y="62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652016" y="3507752"/>
              <a:ext cx="52380" cy="41272"/>
            </a:xfrm>
            <a:custGeom>
              <a:avLst/>
              <a:pathLst>
                <a:path w="52380" h="41272">
                  <a:moveTo>
                    <a:pt x="0" y="19038"/>
                  </a:moveTo>
                  <a:lnTo>
                    <a:pt x="52331" y="0"/>
                  </a:lnTo>
                  <a:lnTo>
                    <a:pt x="52380" y="41272"/>
                  </a:lnTo>
                  <a:lnTo>
                    <a:pt x="18567" y="2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606099" y="3467948"/>
              <a:ext cx="86785" cy="54493"/>
            </a:xfrm>
            <a:custGeom>
              <a:avLst/>
              <a:pathLst>
                <a:path w="86785" h="54493">
                  <a:moveTo>
                    <a:pt x="0" y="33101"/>
                  </a:moveTo>
                  <a:lnTo>
                    <a:pt x="15316" y="0"/>
                  </a:lnTo>
                  <a:lnTo>
                    <a:pt x="86785" y="37724"/>
                  </a:lnTo>
                  <a:lnTo>
                    <a:pt x="39116" y="5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523033" y="3296778"/>
              <a:ext cx="202861" cy="206566"/>
            </a:xfrm>
            <a:custGeom>
              <a:avLst/>
              <a:pathLst>
                <a:path w="202861" h="206566">
                  <a:moveTo>
                    <a:pt x="183273" y="199665"/>
                  </a:moveTo>
                  <a:lnTo>
                    <a:pt x="174842" y="206566"/>
                  </a:lnTo>
                  <a:lnTo>
                    <a:pt x="143318" y="188542"/>
                  </a:lnTo>
                  <a:lnTo>
                    <a:pt x="159305" y="156123"/>
                  </a:lnTo>
                  <a:lnTo>
                    <a:pt x="161131" y="123489"/>
                  </a:lnTo>
                  <a:lnTo>
                    <a:pt x="113922" y="123489"/>
                  </a:lnTo>
                  <a:lnTo>
                    <a:pt x="97172" y="158770"/>
                  </a:lnTo>
                  <a:lnTo>
                    <a:pt x="92969" y="167623"/>
                  </a:lnTo>
                  <a:lnTo>
                    <a:pt x="77037" y="201095"/>
                  </a:lnTo>
                  <a:lnTo>
                    <a:pt x="13185" y="166874"/>
                  </a:lnTo>
                  <a:lnTo>
                    <a:pt x="0" y="164557"/>
                  </a:lnTo>
                  <a:lnTo>
                    <a:pt x="99873" y="60385"/>
                  </a:lnTo>
                  <a:lnTo>
                    <a:pt x="104519" y="55835"/>
                  </a:lnTo>
                  <a:lnTo>
                    <a:pt x="113639" y="46904"/>
                  </a:lnTo>
                  <a:lnTo>
                    <a:pt x="116575" y="45223"/>
                  </a:lnTo>
                  <a:lnTo>
                    <a:pt x="198324" y="2075"/>
                  </a:lnTo>
                  <a:lnTo>
                    <a:pt x="200627" y="1022"/>
                  </a:lnTo>
                  <a:lnTo>
                    <a:pt x="202861" y="0"/>
                  </a:lnTo>
                  <a:lnTo>
                    <a:pt x="195415" y="62847"/>
                  </a:lnTo>
                  <a:lnTo>
                    <a:pt x="187666" y="154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913397" y="3722243"/>
              <a:ext cx="216790" cy="215096"/>
            </a:xfrm>
            <a:custGeom>
              <a:avLst/>
              <a:pathLst>
                <a:path w="216790" h="215096">
                  <a:moveTo>
                    <a:pt x="0" y="80074"/>
                  </a:moveTo>
                  <a:lnTo>
                    <a:pt x="134750" y="0"/>
                  </a:lnTo>
                  <a:lnTo>
                    <a:pt x="216790" y="136111"/>
                  </a:lnTo>
                  <a:lnTo>
                    <a:pt x="81266" y="2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766040" y="3806776"/>
              <a:ext cx="221816" cy="234407"/>
            </a:xfrm>
            <a:custGeom>
              <a:avLst/>
              <a:pathLst>
                <a:path w="221816" h="234407">
                  <a:moveTo>
                    <a:pt x="48570" y="231083"/>
                  </a:moveTo>
                  <a:lnTo>
                    <a:pt x="32456" y="179876"/>
                  </a:lnTo>
                  <a:lnTo>
                    <a:pt x="0" y="85426"/>
                  </a:lnTo>
                  <a:lnTo>
                    <a:pt x="7075" y="81007"/>
                  </a:lnTo>
                  <a:lnTo>
                    <a:pt x="12960" y="77332"/>
                  </a:lnTo>
                  <a:lnTo>
                    <a:pt x="104579" y="20382"/>
                  </a:lnTo>
                  <a:lnTo>
                    <a:pt x="139329" y="0"/>
                  </a:lnTo>
                  <a:lnTo>
                    <a:pt x="221816" y="134762"/>
                  </a:lnTo>
                  <a:lnTo>
                    <a:pt x="209290" y="142489"/>
                  </a:lnTo>
                  <a:lnTo>
                    <a:pt x="179706" y="159260"/>
                  </a:lnTo>
                  <a:lnTo>
                    <a:pt x="177522" y="163319"/>
                  </a:lnTo>
                  <a:lnTo>
                    <a:pt x="178441" y="163861"/>
                  </a:lnTo>
                  <a:lnTo>
                    <a:pt x="181401" y="165609"/>
                  </a:lnTo>
                  <a:lnTo>
                    <a:pt x="171867" y="184544"/>
                  </a:lnTo>
                  <a:lnTo>
                    <a:pt x="173980" y="185539"/>
                  </a:lnTo>
                  <a:lnTo>
                    <a:pt x="170770" y="191232"/>
                  </a:lnTo>
                  <a:lnTo>
                    <a:pt x="158362" y="204296"/>
                  </a:lnTo>
                  <a:lnTo>
                    <a:pt x="138810" y="194228"/>
                  </a:lnTo>
                  <a:lnTo>
                    <a:pt x="132354" y="199061"/>
                  </a:lnTo>
                  <a:lnTo>
                    <a:pt x="130317" y="197480"/>
                  </a:lnTo>
                  <a:lnTo>
                    <a:pt x="120501" y="203345"/>
                  </a:lnTo>
                  <a:lnTo>
                    <a:pt x="115978" y="206046"/>
                  </a:lnTo>
                  <a:lnTo>
                    <a:pt x="110714" y="197407"/>
                  </a:lnTo>
                  <a:lnTo>
                    <a:pt x="75124" y="217362"/>
                  </a:lnTo>
                  <a:lnTo>
                    <a:pt x="67485" y="222897"/>
                  </a:lnTo>
                  <a:lnTo>
                    <a:pt x="63745" y="226217"/>
                  </a:lnTo>
                  <a:lnTo>
                    <a:pt x="49616" y="234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82685" y="4136985"/>
              <a:ext cx="162043" cy="202369"/>
            </a:xfrm>
            <a:custGeom>
              <a:avLst/>
              <a:pathLst>
                <a:path w="162043" h="202369">
                  <a:moveTo>
                    <a:pt x="29112" y="23634"/>
                  </a:moveTo>
                  <a:lnTo>
                    <a:pt x="70532" y="0"/>
                  </a:lnTo>
                  <a:lnTo>
                    <a:pt x="136975" y="117068"/>
                  </a:lnTo>
                  <a:lnTo>
                    <a:pt x="162043" y="161237"/>
                  </a:lnTo>
                  <a:lnTo>
                    <a:pt x="93880" y="202369"/>
                  </a:lnTo>
                  <a:lnTo>
                    <a:pt x="76452" y="173359"/>
                  </a:lnTo>
                  <a:lnTo>
                    <a:pt x="51274" y="131496"/>
                  </a:lnTo>
                  <a:lnTo>
                    <a:pt x="49085" y="127721"/>
                  </a:lnTo>
                  <a:lnTo>
                    <a:pt x="47820" y="125466"/>
                  </a:lnTo>
                  <a:lnTo>
                    <a:pt x="44771" y="120034"/>
                  </a:lnTo>
                  <a:lnTo>
                    <a:pt x="0" y="40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90651" y="4327336"/>
              <a:ext cx="80511" cy="60123"/>
            </a:xfrm>
            <a:custGeom>
              <a:avLst/>
              <a:pathLst>
                <a:path w="80511" h="60123">
                  <a:moveTo>
                    <a:pt x="0" y="37976"/>
                  </a:moveTo>
                  <a:lnTo>
                    <a:pt x="68267" y="0"/>
                  </a:lnTo>
                  <a:lnTo>
                    <a:pt x="80511" y="21045"/>
                  </a:lnTo>
                  <a:lnTo>
                    <a:pt x="15008" y="59225"/>
                  </a:lnTo>
                  <a:lnTo>
                    <a:pt x="12350" y="60123"/>
                  </a:lnTo>
                  <a:lnTo>
                    <a:pt x="11974" y="59448"/>
                  </a:lnTo>
                  <a:lnTo>
                    <a:pt x="2254" y="42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428400" y="4350263"/>
              <a:ext cx="86636" cy="102473"/>
            </a:xfrm>
            <a:custGeom>
              <a:avLst/>
              <a:pathLst>
                <a:path w="86636" h="102473">
                  <a:moveTo>
                    <a:pt x="0" y="26960"/>
                  </a:moveTo>
                  <a:lnTo>
                    <a:pt x="45539" y="0"/>
                  </a:lnTo>
                  <a:lnTo>
                    <a:pt x="86636" y="76911"/>
                  </a:lnTo>
                  <a:lnTo>
                    <a:pt x="42633" y="1024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319945" y="4398714"/>
              <a:ext cx="142184" cy="85754"/>
            </a:xfrm>
            <a:custGeom>
              <a:avLst/>
              <a:pathLst>
                <a:path w="142184" h="85754">
                  <a:moveTo>
                    <a:pt x="28325" y="0"/>
                  </a:moveTo>
                  <a:lnTo>
                    <a:pt x="29663" y="615"/>
                  </a:lnTo>
                  <a:lnTo>
                    <a:pt x="142184" y="60519"/>
                  </a:lnTo>
                  <a:lnTo>
                    <a:pt x="98844" y="85754"/>
                  </a:lnTo>
                  <a:lnTo>
                    <a:pt x="96083" y="84139"/>
                  </a:lnTo>
                  <a:lnTo>
                    <a:pt x="15982" y="42114"/>
                  </a:lnTo>
                  <a:lnTo>
                    <a:pt x="0" y="15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57171" y="4053388"/>
              <a:ext cx="197387" cy="183038"/>
            </a:xfrm>
            <a:custGeom>
              <a:avLst/>
              <a:pathLst>
                <a:path w="197387" h="183038">
                  <a:moveTo>
                    <a:pt x="197387" y="98108"/>
                  </a:moveTo>
                  <a:lnTo>
                    <a:pt x="126135" y="137231"/>
                  </a:lnTo>
                  <a:lnTo>
                    <a:pt x="82794" y="62332"/>
                  </a:lnTo>
                  <a:lnTo>
                    <a:pt x="77174" y="65783"/>
                  </a:lnTo>
                  <a:lnTo>
                    <a:pt x="144037" y="183038"/>
                  </a:lnTo>
                  <a:lnTo>
                    <a:pt x="52386" y="169519"/>
                  </a:lnTo>
                  <a:lnTo>
                    <a:pt x="0" y="80913"/>
                  </a:lnTo>
                  <a:lnTo>
                    <a:pt x="139694" y="393"/>
                  </a:lnTo>
                  <a:lnTo>
                    <a:pt x="140519" y="0"/>
                  </a:lnTo>
                  <a:lnTo>
                    <a:pt x="189555" y="84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66449" y="4282265"/>
              <a:ext cx="137768" cy="142586"/>
            </a:xfrm>
            <a:custGeom>
              <a:avLst/>
              <a:pathLst>
                <a:path w="137768" h="142586">
                  <a:moveTo>
                    <a:pt x="0" y="43454"/>
                  </a:moveTo>
                  <a:lnTo>
                    <a:pt x="69525" y="2687"/>
                  </a:lnTo>
                  <a:lnTo>
                    <a:pt x="71586" y="1557"/>
                  </a:lnTo>
                  <a:lnTo>
                    <a:pt x="74426" y="0"/>
                  </a:lnTo>
                  <a:lnTo>
                    <a:pt x="84599" y="12667"/>
                  </a:lnTo>
                  <a:lnTo>
                    <a:pt x="90795" y="17898"/>
                  </a:lnTo>
                  <a:lnTo>
                    <a:pt x="97924" y="29270"/>
                  </a:lnTo>
                  <a:lnTo>
                    <a:pt x="119129" y="63094"/>
                  </a:lnTo>
                  <a:lnTo>
                    <a:pt x="137768" y="93577"/>
                  </a:lnTo>
                  <a:lnTo>
                    <a:pt x="52882" y="14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244630" y="4004188"/>
              <a:ext cx="250849" cy="170283"/>
            </a:xfrm>
            <a:custGeom>
              <a:avLst/>
              <a:pathLst>
                <a:path w="250849" h="170283">
                  <a:moveTo>
                    <a:pt x="119696" y="62916"/>
                  </a:moveTo>
                  <a:lnTo>
                    <a:pt x="225971" y="0"/>
                  </a:lnTo>
                  <a:lnTo>
                    <a:pt x="250849" y="45125"/>
                  </a:lnTo>
                  <a:lnTo>
                    <a:pt x="94847" y="135780"/>
                  </a:lnTo>
                  <a:lnTo>
                    <a:pt x="32464" y="170283"/>
                  </a:lnTo>
                  <a:lnTo>
                    <a:pt x="15524" y="149870"/>
                  </a:lnTo>
                  <a:lnTo>
                    <a:pt x="0" y="131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412396" y="4153008"/>
              <a:ext cx="193617" cy="168736"/>
            </a:xfrm>
            <a:custGeom>
              <a:avLst/>
              <a:pathLst>
                <a:path w="193617" h="168736">
                  <a:moveTo>
                    <a:pt x="177479" y="59708"/>
                  </a:moveTo>
                  <a:lnTo>
                    <a:pt x="177611" y="61097"/>
                  </a:lnTo>
                  <a:lnTo>
                    <a:pt x="178121" y="60802"/>
                  </a:lnTo>
                  <a:lnTo>
                    <a:pt x="179559" y="63065"/>
                  </a:lnTo>
                  <a:lnTo>
                    <a:pt x="181465" y="66064"/>
                  </a:lnTo>
                  <a:lnTo>
                    <a:pt x="182964" y="68668"/>
                  </a:lnTo>
                  <a:lnTo>
                    <a:pt x="193617" y="86574"/>
                  </a:lnTo>
                  <a:lnTo>
                    <a:pt x="117893" y="130490"/>
                  </a:lnTo>
                  <a:lnTo>
                    <a:pt x="53193" y="168736"/>
                  </a:lnTo>
                  <a:lnTo>
                    <a:pt x="52021" y="166696"/>
                  </a:lnTo>
                  <a:lnTo>
                    <a:pt x="0" y="76167"/>
                  </a:lnTo>
                  <a:lnTo>
                    <a:pt x="9417" y="76998"/>
                  </a:lnTo>
                  <a:lnTo>
                    <a:pt x="17840" y="78056"/>
                  </a:lnTo>
                  <a:lnTo>
                    <a:pt x="27963" y="79329"/>
                  </a:lnTo>
                  <a:lnTo>
                    <a:pt x="59018" y="130964"/>
                  </a:lnTo>
                  <a:lnTo>
                    <a:pt x="61445" y="129474"/>
                  </a:lnTo>
                  <a:lnTo>
                    <a:pt x="33812" y="81266"/>
                  </a:lnTo>
                  <a:lnTo>
                    <a:pt x="39014" y="82059"/>
                  </a:lnTo>
                  <a:lnTo>
                    <a:pt x="58902" y="84332"/>
                  </a:lnTo>
                  <a:lnTo>
                    <a:pt x="79023" y="118501"/>
                  </a:lnTo>
                  <a:lnTo>
                    <a:pt x="83940" y="115988"/>
                  </a:lnTo>
                  <a:lnTo>
                    <a:pt x="65345" y="87084"/>
                  </a:lnTo>
                  <a:lnTo>
                    <a:pt x="66826" y="85194"/>
                  </a:lnTo>
                  <a:lnTo>
                    <a:pt x="93719" y="89162"/>
                  </a:lnTo>
                  <a:lnTo>
                    <a:pt x="103831" y="105596"/>
                  </a:lnTo>
                  <a:lnTo>
                    <a:pt x="108715" y="102853"/>
                  </a:lnTo>
                  <a:lnTo>
                    <a:pt x="107771" y="101359"/>
                  </a:lnTo>
                  <a:lnTo>
                    <a:pt x="107910" y="99942"/>
                  </a:lnTo>
                  <a:lnTo>
                    <a:pt x="107104" y="100407"/>
                  </a:lnTo>
                  <a:lnTo>
                    <a:pt x="104902" y="96351"/>
                  </a:lnTo>
                  <a:lnTo>
                    <a:pt x="72047" y="39574"/>
                  </a:lnTo>
                  <a:lnTo>
                    <a:pt x="1430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623568" y="3423649"/>
              <a:ext cx="55414" cy="59574"/>
            </a:xfrm>
            <a:custGeom>
              <a:avLst/>
              <a:pathLst>
                <a:path w="55414" h="59574">
                  <a:moveTo>
                    <a:pt x="53728" y="27141"/>
                  </a:moveTo>
                  <a:lnTo>
                    <a:pt x="37317" y="59574"/>
                  </a:lnTo>
                  <a:lnTo>
                    <a:pt x="0" y="39907"/>
                  </a:lnTo>
                  <a:lnTo>
                    <a:pt x="17085" y="460"/>
                  </a:lnTo>
                  <a:lnTo>
                    <a:pt x="554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76855" y="4301072"/>
              <a:ext cx="80952" cy="60663"/>
            </a:xfrm>
            <a:custGeom>
              <a:avLst/>
              <a:pathLst>
                <a:path w="80952" h="60663">
                  <a:moveTo>
                    <a:pt x="0" y="39683"/>
                  </a:moveTo>
                  <a:lnTo>
                    <a:pt x="68914" y="0"/>
                  </a:lnTo>
                  <a:lnTo>
                    <a:pt x="80952" y="21436"/>
                  </a:lnTo>
                  <a:lnTo>
                    <a:pt x="12027" y="6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44067" y="4242587"/>
              <a:ext cx="119678" cy="130989"/>
            </a:xfrm>
            <a:custGeom>
              <a:avLst/>
              <a:pathLst>
                <a:path w="119678" h="130989">
                  <a:moveTo>
                    <a:pt x="26976" y="68248"/>
                  </a:moveTo>
                  <a:lnTo>
                    <a:pt x="15895" y="53402"/>
                  </a:lnTo>
                  <a:lnTo>
                    <a:pt x="13610" y="52583"/>
                  </a:lnTo>
                  <a:lnTo>
                    <a:pt x="10660" y="50642"/>
                  </a:lnTo>
                  <a:lnTo>
                    <a:pt x="6782" y="47148"/>
                  </a:lnTo>
                  <a:lnTo>
                    <a:pt x="3030" y="42706"/>
                  </a:lnTo>
                  <a:lnTo>
                    <a:pt x="1086" y="39453"/>
                  </a:lnTo>
                  <a:lnTo>
                    <a:pt x="0" y="37635"/>
                  </a:lnTo>
                  <a:lnTo>
                    <a:pt x="63525" y="0"/>
                  </a:lnTo>
                  <a:lnTo>
                    <a:pt x="116489" y="92890"/>
                  </a:lnTo>
                  <a:lnTo>
                    <a:pt x="119678" y="98462"/>
                  </a:lnTo>
                  <a:lnTo>
                    <a:pt x="64205" y="130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90203" y="2703745"/>
              <a:ext cx="52343" cy="43060"/>
            </a:xfrm>
            <a:custGeom>
              <a:avLst/>
              <a:pathLst>
                <a:path w="52343" h="43060">
                  <a:moveTo>
                    <a:pt x="0" y="24833"/>
                  </a:moveTo>
                  <a:lnTo>
                    <a:pt x="40962" y="0"/>
                  </a:lnTo>
                  <a:lnTo>
                    <a:pt x="52343" y="19062"/>
                  </a:lnTo>
                  <a:lnTo>
                    <a:pt x="10590" y="43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25662" y="2693710"/>
              <a:ext cx="53629" cy="63231"/>
            </a:xfrm>
            <a:custGeom>
              <a:avLst/>
              <a:pathLst>
                <a:path w="53629" h="63231">
                  <a:moveTo>
                    <a:pt x="0" y="41325"/>
                  </a:moveTo>
                  <a:lnTo>
                    <a:pt x="7532" y="14016"/>
                  </a:lnTo>
                  <a:lnTo>
                    <a:pt x="11099" y="11800"/>
                  </a:lnTo>
                  <a:lnTo>
                    <a:pt x="30128" y="0"/>
                  </a:lnTo>
                  <a:lnTo>
                    <a:pt x="53629" y="39805"/>
                  </a:lnTo>
                  <a:lnTo>
                    <a:pt x="13578" y="632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54299" y="2711098"/>
              <a:ext cx="42167" cy="51917"/>
            </a:xfrm>
            <a:custGeom>
              <a:avLst/>
              <a:pathLst>
                <a:path w="42167" h="51917">
                  <a:moveTo>
                    <a:pt x="641" y="11515"/>
                  </a:moveTo>
                  <a:lnTo>
                    <a:pt x="0" y="10925"/>
                  </a:lnTo>
                  <a:lnTo>
                    <a:pt x="18434" y="0"/>
                  </a:lnTo>
                  <a:lnTo>
                    <a:pt x="42167" y="40649"/>
                  </a:lnTo>
                  <a:lnTo>
                    <a:pt x="24915" y="51455"/>
                  </a:lnTo>
                  <a:lnTo>
                    <a:pt x="24117" y="519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8434" y="2688995"/>
              <a:ext cx="43846" cy="52824"/>
            </a:xfrm>
            <a:custGeom>
              <a:avLst/>
              <a:pathLst>
                <a:path w="43846" h="52824">
                  <a:moveTo>
                    <a:pt x="0" y="11226"/>
                  </a:moveTo>
                  <a:lnTo>
                    <a:pt x="18611" y="0"/>
                  </a:lnTo>
                  <a:lnTo>
                    <a:pt x="43846" y="41057"/>
                  </a:lnTo>
                  <a:lnTo>
                    <a:pt x="23622" y="52824"/>
                  </a:lnTo>
                  <a:lnTo>
                    <a:pt x="485" y="120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76972" y="2697111"/>
              <a:ext cx="42599" cy="52200"/>
            </a:xfrm>
            <a:custGeom>
              <a:avLst/>
              <a:pathLst>
                <a:path w="42599" h="52200">
                  <a:moveTo>
                    <a:pt x="0" y="11040"/>
                  </a:moveTo>
                  <a:lnTo>
                    <a:pt x="17703" y="0"/>
                  </a:lnTo>
                  <a:lnTo>
                    <a:pt x="42599" y="41048"/>
                  </a:lnTo>
                  <a:lnTo>
                    <a:pt x="24584" y="52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5163" y="2702722"/>
              <a:ext cx="42009" cy="52241"/>
            </a:xfrm>
            <a:custGeom>
              <a:avLst/>
              <a:pathLst>
                <a:path w="42009" h="52241">
                  <a:moveTo>
                    <a:pt x="24026" y="52241"/>
                  </a:moveTo>
                  <a:lnTo>
                    <a:pt x="0" y="11054"/>
                  </a:lnTo>
                  <a:lnTo>
                    <a:pt x="18149" y="0"/>
                  </a:lnTo>
                  <a:lnTo>
                    <a:pt x="42009" y="41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704114" y="2740720"/>
              <a:ext cx="41643" cy="52441"/>
            </a:xfrm>
            <a:custGeom>
              <a:avLst/>
              <a:pathLst>
                <a:path w="41643" h="52441">
                  <a:moveTo>
                    <a:pt x="0" y="10724"/>
                  </a:moveTo>
                  <a:lnTo>
                    <a:pt x="17703" y="0"/>
                  </a:lnTo>
                  <a:lnTo>
                    <a:pt x="41643" y="41103"/>
                  </a:lnTo>
                  <a:lnTo>
                    <a:pt x="23510" y="524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6155" y="2739929"/>
              <a:ext cx="41786" cy="51779"/>
            </a:xfrm>
            <a:custGeom>
              <a:avLst/>
              <a:pathLst>
                <a:path w="41786" h="51779">
                  <a:moveTo>
                    <a:pt x="0" y="10485"/>
                  </a:moveTo>
                  <a:lnTo>
                    <a:pt x="17687" y="0"/>
                  </a:lnTo>
                  <a:lnTo>
                    <a:pt x="41786" y="40769"/>
                  </a:lnTo>
                  <a:lnTo>
                    <a:pt x="23719" y="51779"/>
                  </a:lnTo>
                  <a:lnTo>
                    <a:pt x="508" y="11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94594" y="2928592"/>
              <a:ext cx="42449" cy="52363"/>
            </a:xfrm>
            <a:custGeom>
              <a:avLst/>
              <a:pathLst>
                <a:path w="42449" h="52363">
                  <a:moveTo>
                    <a:pt x="0" y="11327"/>
                  </a:moveTo>
                  <a:lnTo>
                    <a:pt x="18632" y="0"/>
                  </a:lnTo>
                  <a:lnTo>
                    <a:pt x="42449" y="41432"/>
                  </a:lnTo>
                  <a:lnTo>
                    <a:pt x="23918" y="52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88415" y="2872764"/>
              <a:ext cx="42017" cy="51765"/>
            </a:xfrm>
            <a:custGeom>
              <a:avLst/>
              <a:pathLst>
                <a:path w="42017" h="51765">
                  <a:moveTo>
                    <a:pt x="0" y="11261"/>
                  </a:moveTo>
                  <a:lnTo>
                    <a:pt x="17927" y="0"/>
                  </a:lnTo>
                  <a:lnTo>
                    <a:pt x="42017" y="41854"/>
                  </a:lnTo>
                  <a:lnTo>
                    <a:pt x="24368" y="51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66062" y="2875033"/>
              <a:ext cx="51182" cy="43514"/>
            </a:xfrm>
            <a:custGeom>
              <a:avLst/>
              <a:pathLst>
                <a:path w="51182" h="43514">
                  <a:moveTo>
                    <a:pt x="0" y="24541"/>
                  </a:moveTo>
                  <a:lnTo>
                    <a:pt x="40203" y="0"/>
                  </a:lnTo>
                  <a:lnTo>
                    <a:pt x="51182" y="18930"/>
                  </a:lnTo>
                  <a:lnTo>
                    <a:pt x="11212" y="43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26181" y="2726430"/>
              <a:ext cx="44129" cy="53386"/>
            </a:xfrm>
            <a:custGeom>
              <a:avLst/>
              <a:pathLst>
                <a:path w="44129" h="53386">
                  <a:moveTo>
                    <a:pt x="0" y="11946"/>
                  </a:moveTo>
                  <a:lnTo>
                    <a:pt x="19148" y="0"/>
                  </a:lnTo>
                  <a:lnTo>
                    <a:pt x="44129" y="41316"/>
                  </a:lnTo>
                  <a:lnTo>
                    <a:pt x="24093" y="533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66675" y="2729904"/>
              <a:ext cx="44371" cy="54398"/>
            </a:xfrm>
            <a:custGeom>
              <a:avLst/>
              <a:pathLst>
                <a:path w="44371" h="54398">
                  <a:moveTo>
                    <a:pt x="0" y="10615"/>
                  </a:moveTo>
                  <a:lnTo>
                    <a:pt x="9878" y="4480"/>
                  </a:lnTo>
                  <a:lnTo>
                    <a:pt x="19394" y="0"/>
                  </a:lnTo>
                  <a:lnTo>
                    <a:pt x="44371" y="43370"/>
                  </a:lnTo>
                  <a:lnTo>
                    <a:pt x="25820" y="543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615553" y="2906235"/>
              <a:ext cx="51004" cy="42037"/>
            </a:xfrm>
            <a:custGeom>
              <a:avLst/>
              <a:pathLst>
                <a:path w="51004" h="42037">
                  <a:moveTo>
                    <a:pt x="0" y="23784"/>
                  </a:moveTo>
                  <a:lnTo>
                    <a:pt x="40446" y="0"/>
                  </a:lnTo>
                  <a:lnTo>
                    <a:pt x="51004" y="18051"/>
                  </a:lnTo>
                  <a:lnTo>
                    <a:pt x="10464" y="42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419208" y="2909953"/>
              <a:ext cx="41542" cy="50768"/>
            </a:xfrm>
            <a:custGeom>
              <a:avLst/>
              <a:pathLst>
                <a:path w="41542" h="50768">
                  <a:moveTo>
                    <a:pt x="0" y="10725"/>
                  </a:moveTo>
                  <a:lnTo>
                    <a:pt x="17724" y="0"/>
                  </a:lnTo>
                  <a:lnTo>
                    <a:pt x="41542" y="40183"/>
                  </a:lnTo>
                  <a:lnTo>
                    <a:pt x="23607" y="507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77648" y="2910701"/>
              <a:ext cx="42546" cy="51899"/>
            </a:xfrm>
            <a:custGeom>
              <a:avLst/>
              <a:pathLst>
                <a:path w="42546" h="51899">
                  <a:moveTo>
                    <a:pt x="0" y="10907"/>
                  </a:moveTo>
                  <a:lnTo>
                    <a:pt x="18773" y="0"/>
                  </a:lnTo>
                  <a:lnTo>
                    <a:pt x="42546" y="41024"/>
                  </a:lnTo>
                  <a:lnTo>
                    <a:pt x="24697" y="518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10350" y="2645085"/>
              <a:ext cx="42695" cy="52294"/>
            </a:xfrm>
            <a:custGeom>
              <a:avLst/>
              <a:pathLst>
                <a:path w="42695" h="52294">
                  <a:moveTo>
                    <a:pt x="0" y="11246"/>
                  </a:moveTo>
                  <a:lnTo>
                    <a:pt x="18058" y="0"/>
                  </a:lnTo>
                  <a:lnTo>
                    <a:pt x="42695" y="42200"/>
                  </a:lnTo>
                  <a:lnTo>
                    <a:pt x="24255" y="522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805112" y="2744789"/>
              <a:ext cx="42320" cy="52036"/>
            </a:xfrm>
            <a:custGeom>
              <a:avLst/>
              <a:pathLst>
                <a:path w="42320" h="52036">
                  <a:moveTo>
                    <a:pt x="0" y="10816"/>
                  </a:moveTo>
                  <a:lnTo>
                    <a:pt x="19041" y="0"/>
                  </a:lnTo>
                  <a:lnTo>
                    <a:pt x="29879" y="19136"/>
                  </a:lnTo>
                  <a:lnTo>
                    <a:pt x="42320" y="41101"/>
                  </a:lnTo>
                  <a:lnTo>
                    <a:pt x="23729" y="520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43552" y="2743279"/>
              <a:ext cx="43044" cy="54923"/>
            </a:xfrm>
            <a:custGeom>
              <a:avLst/>
              <a:pathLst>
                <a:path w="43044" h="54923">
                  <a:moveTo>
                    <a:pt x="0" y="10738"/>
                  </a:moveTo>
                  <a:lnTo>
                    <a:pt x="18177" y="0"/>
                  </a:lnTo>
                  <a:lnTo>
                    <a:pt x="43044" y="43656"/>
                  </a:lnTo>
                  <a:lnTo>
                    <a:pt x="23904" y="54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58226" y="2819472"/>
              <a:ext cx="53336" cy="44170"/>
            </a:xfrm>
            <a:custGeom>
              <a:avLst/>
              <a:pathLst>
                <a:path w="53336" h="44170">
                  <a:moveTo>
                    <a:pt x="0" y="25935"/>
                  </a:moveTo>
                  <a:lnTo>
                    <a:pt x="42208" y="0"/>
                  </a:lnTo>
                  <a:lnTo>
                    <a:pt x="53336" y="18717"/>
                  </a:lnTo>
                  <a:lnTo>
                    <a:pt x="10885" y="441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22737" y="2825538"/>
              <a:ext cx="41784" cy="51918"/>
            </a:xfrm>
            <a:custGeom>
              <a:avLst/>
              <a:pathLst>
                <a:path w="41784" h="51918">
                  <a:moveTo>
                    <a:pt x="0" y="10635"/>
                  </a:moveTo>
                  <a:lnTo>
                    <a:pt x="17834" y="0"/>
                  </a:lnTo>
                  <a:lnTo>
                    <a:pt x="41784" y="40804"/>
                  </a:lnTo>
                  <a:lnTo>
                    <a:pt x="23266" y="51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60483" y="2825312"/>
              <a:ext cx="42426" cy="51824"/>
            </a:xfrm>
            <a:custGeom>
              <a:avLst/>
              <a:pathLst>
                <a:path w="42426" h="51824">
                  <a:moveTo>
                    <a:pt x="0" y="10429"/>
                  </a:moveTo>
                  <a:lnTo>
                    <a:pt x="18119" y="0"/>
                  </a:lnTo>
                  <a:lnTo>
                    <a:pt x="42426" y="40916"/>
                  </a:lnTo>
                  <a:lnTo>
                    <a:pt x="24273" y="518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62309" y="2829945"/>
              <a:ext cx="41647" cy="51736"/>
            </a:xfrm>
            <a:custGeom>
              <a:avLst/>
              <a:pathLst>
                <a:path w="41647" h="51736">
                  <a:moveTo>
                    <a:pt x="0" y="10378"/>
                  </a:moveTo>
                  <a:lnTo>
                    <a:pt x="17573" y="0"/>
                  </a:lnTo>
                  <a:lnTo>
                    <a:pt x="41647" y="41224"/>
                  </a:lnTo>
                  <a:lnTo>
                    <a:pt x="23073" y="51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98961" y="2831549"/>
              <a:ext cx="42115" cy="51437"/>
            </a:xfrm>
            <a:custGeom>
              <a:avLst/>
              <a:pathLst>
                <a:path w="42115" h="51437">
                  <a:moveTo>
                    <a:pt x="0" y="10199"/>
                  </a:moveTo>
                  <a:lnTo>
                    <a:pt x="17953" y="0"/>
                  </a:lnTo>
                  <a:lnTo>
                    <a:pt x="42115" y="40693"/>
                  </a:lnTo>
                  <a:lnTo>
                    <a:pt x="24019" y="51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42832" y="2896270"/>
              <a:ext cx="27834" cy="28464"/>
            </a:xfrm>
            <a:custGeom>
              <a:avLst/>
              <a:pathLst>
                <a:path w="27834" h="28464">
                  <a:moveTo>
                    <a:pt x="0" y="11305"/>
                  </a:moveTo>
                  <a:lnTo>
                    <a:pt x="17754" y="0"/>
                  </a:lnTo>
                  <a:lnTo>
                    <a:pt x="27834" y="18019"/>
                  </a:lnTo>
                  <a:lnTo>
                    <a:pt x="9829" y="284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34181" y="2617836"/>
              <a:ext cx="79010" cy="89522"/>
            </a:xfrm>
            <a:custGeom>
              <a:avLst/>
              <a:pathLst>
                <a:path w="79010" h="89522">
                  <a:moveTo>
                    <a:pt x="38184" y="89522"/>
                  </a:moveTo>
                  <a:lnTo>
                    <a:pt x="0" y="25565"/>
                  </a:lnTo>
                  <a:lnTo>
                    <a:pt x="41555" y="0"/>
                  </a:lnTo>
                  <a:lnTo>
                    <a:pt x="79010" y="646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2537" y="2735248"/>
              <a:ext cx="52593" cy="42472"/>
            </a:xfrm>
            <a:custGeom>
              <a:avLst/>
              <a:pathLst>
                <a:path w="52593" h="42472">
                  <a:moveTo>
                    <a:pt x="0" y="24149"/>
                  </a:moveTo>
                  <a:lnTo>
                    <a:pt x="41090" y="0"/>
                  </a:lnTo>
                  <a:lnTo>
                    <a:pt x="52593" y="18555"/>
                  </a:lnTo>
                  <a:lnTo>
                    <a:pt x="10885" y="4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96395" y="2923538"/>
              <a:ext cx="41656" cy="51388"/>
            </a:xfrm>
            <a:custGeom>
              <a:avLst/>
              <a:pathLst>
                <a:path w="41656" h="51388">
                  <a:moveTo>
                    <a:pt x="0" y="10538"/>
                  </a:moveTo>
                  <a:lnTo>
                    <a:pt x="18007" y="0"/>
                  </a:lnTo>
                  <a:lnTo>
                    <a:pt x="41656" y="40060"/>
                  </a:lnTo>
                  <a:lnTo>
                    <a:pt x="24123" y="51388"/>
                  </a:lnTo>
                  <a:lnTo>
                    <a:pt x="7810" y="2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53932" y="2924957"/>
              <a:ext cx="42831" cy="51666"/>
            </a:xfrm>
            <a:custGeom>
              <a:avLst/>
              <a:pathLst>
                <a:path w="42831" h="51666">
                  <a:moveTo>
                    <a:pt x="0" y="10489"/>
                  </a:moveTo>
                  <a:lnTo>
                    <a:pt x="17991" y="0"/>
                  </a:lnTo>
                  <a:lnTo>
                    <a:pt x="42831" y="41103"/>
                  </a:lnTo>
                  <a:lnTo>
                    <a:pt x="24465" y="51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88969" y="2867702"/>
              <a:ext cx="43466" cy="52569"/>
            </a:xfrm>
            <a:custGeom>
              <a:avLst/>
              <a:pathLst>
                <a:path w="43466" h="52569">
                  <a:moveTo>
                    <a:pt x="0" y="11064"/>
                  </a:moveTo>
                  <a:lnTo>
                    <a:pt x="18300" y="0"/>
                  </a:lnTo>
                  <a:lnTo>
                    <a:pt x="43466" y="41629"/>
                  </a:lnTo>
                  <a:lnTo>
                    <a:pt x="24759" y="52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81782" y="2873283"/>
              <a:ext cx="74842" cy="56330"/>
            </a:xfrm>
            <a:custGeom>
              <a:avLst/>
              <a:pathLst>
                <a:path w="74842" h="56330">
                  <a:moveTo>
                    <a:pt x="0" y="38690"/>
                  </a:moveTo>
                  <a:lnTo>
                    <a:pt x="64705" y="0"/>
                  </a:lnTo>
                  <a:lnTo>
                    <a:pt x="74842" y="17552"/>
                  </a:lnTo>
                  <a:lnTo>
                    <a:pt x="10589" y="563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517418" y="2914703"/>
              <a:ext cx="42783" cy="52765"/>
            </a:xfrm>
            <a:custGeom>
              <a:avLst/>
              <a:pathLst>
                <a:path w="42783" h="52765">
                  <a:moveTo>
                    <a:pt x="0" y="11341"/>
                  </a:moveTo>
                  <a:lnTo>
                    <a:pt x="18873" y="0"/>
                  </a:lnTo>
                  <a:lnTo>
                    <a:pt x="42783" y="41914"/>
                  </a:lnTo>
                  <a:lnTo>
                    <a:pt x="23959" y="52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41069" y="2674761"/>
              <a:ext cx="51255" cy="42757"/>
            </a:xfrm>
            <a:custGeom>
              <a:avLst/>
              <a:pathLst>
                <a:path w="51255" h="42757">
                  <a:moveTo>
                    <a:pt x="0" y="24281"/>
                  </a:moveTo>
                  <a:lnTo>
                    <a:pt x="40904" y="0"/>
                  </a:lnTo>
                  <a:lnTo>
                    <a:pt x="51255" y="18280"/>
                  </a:lnTo>
                  <a:lnTo>
                    <a:pt x="10753" y="42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43123" y="2753790"/>
              <a:ext cx="42168" cy="51446"/>
            </a:xfrm>
            <a:custGeom>
              <a:avLst/>
              <a:pathLst>
                <a:path w="42168" h="51446">
                  <a:moveTo>
                    <a:pt x="0" y="10773"/>
                  </a:moveTo>
                  <a:lnTo>
                    <a:pt x="17768" y="0"/>
                  </a:lnTo>
                  <a:lnTo>
                    <a:pt x="42168" y="40588"/>
                  </a:lnTo>
                  <a:lnTo>
                    <a:pt x="24039" y="51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82006" y="2757718"/>
              <a:ext cx="42499" cy="52198"/>
            </a:xfrm>
            <a:custGeom>
              <a:avLst/>
              <a:pathLst>
                <a:path w="42499" h="52198">
                  <a:moveTo>
                    <a:pt x="0" y="11004"/>
                  </a:moveTo>
                  <a:lnTo>
                    <a:pt x="18283" y="0"/>
                  </a:lnTo>
                  <a:lnTo>
                    <a:pt x="42499" y="41224"/>
                  </a:lnTo>
                  <a:lnTo>
                    <a:pt x="24064" y="52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96024" y="2758484"/>
              <a:ext cx="52686" cy="42959"/>
            </a:xfrm>
            <a:custGeom>
              <a:avLst/>
              <a:pathLst>
                <a:path w="52686" h="42959">
                  <a:moveTo>
                    <a:pt x="41500" y="0"/>
                  </a:moveTo>
                  <a:lnTo>
                    <a:pt x="52686" y="18644"/>
                  </a:lnTo>
                  <a:lnTo>
                    <a:pt x="11408" y="42959"/>
                  </a:lnTo>
                  <a:lnTo>
                    <a:pt x="0" y="23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54355" y="2773451"/>
              <a:ext cx="43085" cy="52292"/>
            </a:xfrm>
            <a:custGeom>
              <a:avLst/>
              <a:pathLst>
                <a:path w="43085" h="52292">
                  <a:moveTo>
                    <a:pt x="0" y="11235"/>
                  </a:moveTo>
                  <a:lnTo>
                    <a:pt x="18234" y="0"/>
                  </a:lnTo>
                  <a:lnTo>
                    <a:pt x="43085" y="41855"/>
                  </a:lnTo>
                  <a:lnTo>
                    <a:pt x="24820" y="522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87345" y="2660550"/>
              <a:ext cx="41962" cy="50686"/>
            </a:xfrm>
            <a:custGeom>
              <a:avLst/>
              <a:pathLst>
                <a:path w="41962" h="50686">
                  <a:moveTo>
                    <a:pt x="0" y="10565"/>
                  </a:moveTo>
                  <a:lnTo>
                    <a:pt x="18252" y="0"/>
                  </a:lnTo>
                  <a:lnTo>
                    <a:pt x="41962" y="40431"/>
                  </a:lnTo>
                  <a:lnTo>
                    <a:pt x="23988" y="506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66796" y="2880944"/>
              <a:ext cx="42251" cy="52574"/>
            </a:xfrm>
            <a:custGeom>
              <a:avLst/>
              <a:pathLst>
                <a:path w="42251" h="52574">
                  <a:moveTo>
                    <a:pt x="0" y="10743"/>
                  </a:moveTo>
                  <a:lnTo>
                    <a:pt x="18007" y="0"/>
                  </a:lnTo>
                  <a:lnTo>
                    <a:pt x="42251" y="41851"/>
                  </a:lnTo>
                  <a:lnTo>
                    <a:pt x="24168" y="52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34987" y="3199971"/>
              <a:ext cx="29387" cy="29296"/>
            </a:xfrm>
            <a:custGeom>
              <a:avLst/>
              <a:pathLst>
                <a:path w="29387" h="29296">
                  <a:moveTo>
                    <a:pt x="0" y="11173"/>
                  </a:moveTo>
                  <a:lnTo>
                    <a:pt x="18609" y="0"/>
                  </a:lnTo>
                  <a:lnTo>
                    <a:pt x="29387" y="18326"/>
                  </a:lnTo>
                  <a:lnTo>
                    <a:pt x="11162" y="29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279744" y="3171441"/>
              <a:ext cx="44386" cy="55163"/>
            </a:xfrm>
            <a:custGeom>
              <a:avLst/>
              <a:pathLst>
                <a:path w="44386" h="55163">
                  <a:moveTo>
                    <a:pt x="25832" y="55163"/>
                  </a:moveTo>
                  <a:lnTo>
                    <a:pt x="0" y="12270"/>
                  </a:lnTo>
                  <a:lnTo>
                    <a:pt x="19754" y="0"/>
                  </a:lnTo>
                  <a:lnTo>
                    <a:pt x="44386" y="43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182898" y="2844832"/>
              <a:ext cx="43508" cy="54607"/>
            </a:xfrm>
            <a:custGeom>
              <a:avLst/>
              <a:pathLst>
                <a:path w="43508" h="54607">
                  <a:moveTo>
                    <a:pt x="24517" y="54607"/>
                  </a:moveTo>
                  <a:lnTo>
                    <a:pt x="0" y="12166"/>
                  </a:lnTo>
                  <a:lnTo>
                    <a:pt x="19220" y="0"/>
                  </a:lnTo>
                  <a:lnTo>
                    <a:pt x="43508" y="41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22298" y="2848338"/>
              <a:ext cx="45413" cy="55675"/>
            </a:xfrm>
            <a:custGeom>
              <a:avLst/>
              <a:pathLst>
                <a:path w="45413" h="55675">
                  <a:moveTo>
                    <a:pt x="26164" y="55675"/>
                  </a:moveTo>
                  <a:lnTo>
                    <a:pt x="0" y="12262"/>
                  </a:lnTo>
                  <a:lnTo>
                    <a:pt x="19956" y="0"/>
                  </a:lnTo>
                  <a:lnTo>
                    <a:pt x="45413" y="44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59683" y="2857395"/>
              <a:ext cx="44112" cy="54780"/>
            </a:xfrm>
            <a:custGeom>
              <a:avLst/>
              <a:pathLst>
                <a:path w="44112" h="54780">
                  <a:moveTo>
                    <a:pt x="25517" y="54780"/>
                  </a:moveTo>
                  <a:lnTo>
                    <a:pt x="0" y="13372"/>
                  </a:lnTo>
                  <a:lnTo>
                    <a:pt x="19966" y="0"/>
                  </a:lnTo>
                  <a:lnTo>
                    <a:pt x="44112" y="4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48555" y="3039721"/>
              <a:ext cx="54272" cy="45955"/>
            </a:xfrm>
            <a:custGeom>
              <a:avLst/>
              <a:pathLst>
                <a:path w="54272" h="45955">
                  <a:moveTo>
                    <a:pt x="54272" y="21403"/>
                  </a:moveTo>
                  <a:lnTo>
                    <a:pt x="11239" y="45955"/>
                  </a:lnTo>
                  <a:lnTo>
                    <a:pt x="0" y="25429"/>
                  </a:lnTo>
                  <a:lnTo>
                    <a:pt x="221" y="25296"/>
                  </a:lnTo>
                  <a:lnTo>
                    <a:pt x="4527" y="22712"/>
                  </a:lnTo>
                  <a:lnTo>
                    <a:pt x="42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25944" y="3288105"/>
              <a:ext cx="53157" cy="44569"/>
            </a:xfrm>
            <a:custGeom>
              <a:avLst/>
              <a:pathLst>
                <a:path w="53157" h="44569">
                  <a:moveTo>
                    <a:pt x="0" y="25490"/>
                  </a:moveTo>
                  <a:lnTo>
                    <a:pt x="42151" y="0"/>
                  </a:lnTo>
                  <a:lnTo>
                    <a:pt x="53157" y="19947"/>
                  </a:lnTo>
                  <a:lnTo>
                    <a:pt x="11510" y="44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21378" y="2993772"/>
              <a:ext cx="53977" cy="44485"/>
            </a:xfrm>
            <a:custGeom>
              <a:avLst/>
              <a:pathLst>
                <a:path w="53977" h="44485">
                  <a:moveTo>
                    <a:pt x="0" y="24354"/>
                  </a:moveTo>
                  <a:lnTo>
                    <a:pt x="42009" y="0"/>
                  </a:lnTo>
                  <a:lnTo>
                    <a:pt x="53977" y="19860"/>
                  </a:lnTo>
                  <a:lnTo>
                    <a:pt x="11921" y="44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276457" y="3269323"/>
              <a:ext cx="57089" cy="76186"/>
            </a:xfrm>
            <a:custGeom>
              <a:avLst/>
              <a:pathLst>
                <a:path w="57089" h="76186">
                  <a:moveTo>
                    <a:pt x="0" y="11153"/>
                  </a:moveTo>
                  <a:lnTo>
                    <a:pt x="17944" y="0"/>
                  </a:lnTo>
                  <a:lnTo>
                    <a:pt x="57089" y="65295"/>
                  </a:lnTo>
                  <a:lnTo>
                    <a:pt x="38044" y="76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11997" y="3107570"/>
              <a:ext cx="43623" cy="54373"/>
            </a:xfrm>
            <a:custGeom>
              <a:avLst/>
              <a:pathLst>
                <a:path w="43623" h="54373">
                  <a:moveTo>
                    <a:pt x="25691" y="54373"/>
                  </a:moveTo>
                  <a:lnTo>
                    <a:pt x="0" y="11119"/>
                  </a:lnTo>
                  <a:lnTo>
                    <a:pt x="18742" y="0"/>
                  </a:lnTo>
                  <a:lnTo>
                    <a:pt x="43623" y="43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47216" y="3228854"/>
              <a:ext cx="29038" cy="29946"/>
            </a:xfrm>
            <a:custGeom>
              <a:avLst/>
              <a:pathLst>
                <a:path w="29038" h="29946">
                  <a:moveTo>
                    <a:pt x="18109" y="0"/>
                  </a:moveTo>
                  <a:lnTo>
                    <a:pt x="29038" y="18613"/>
                  </a:lnTo>
                  <a:lnTo>
                    <a:pt x="10945" y="29946"/>
                  </a:lnTo>
                  <a:lnTo>
                    <a:pt x="0" y="12818"/>
                  </a:lnTo>
                  <a:lnTo>
                    <a:pt x="198" y="10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284616" y="3070333"/>
              <a:ext cx="42897" cy="52711"/>
            </a:xfrm>
            <a:custGeom>
              <a:avLst/>
              <a:pathLst>
                <a:path w="42897" h="52711">
                  <a:moveTo>
                    <a:pt x="0" y="11651"/>
                  </a:moveTo>
                  <a:lnTo>
                    <a:pt x="18635" y="0"/>
                  </a:lnTo>
                  <a:lnTo>
                    <a:pt x="42897" y="42011"/>
                  </a:lnTo>
                  <a:lnTo>
                    <a:pt x="23809" y="52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62906" y="3078162"/>
              <a:ext cx="44821" cy="53530"/>
            </a:xfrm>
            <a:custGeom>
              <a:avLst/>
              <a:pathLst>
                <a:path w="44821" h="53530">
                  <a:moveTo>
                    <a:pt x="0" y="10184"/>
                  </a:moveTo>
                  <a:lnTo>
                    <a:pt x="19671" y="0"/>
                  </a:lnTo>
                  <a:lnTo>
                    <a:pt x="44821" y="42104"/>
                  </a:lnTo>
                  <a:lnTo>
                    <a:pt x="25022" y="53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34193" y="3093853"/>
              <a:ext cx="45370" cy="54230"/>
            </a:xfrm>
            <a:custGeom>
              <a:avLst/>
              <a:pathLst>
                <a:path w="45370" h="54230">
                  <a:moveTo>
                    <a:pt x="25099" y="54230"/>
                  </a:moveTo>
                  <a:lnTo>
                    <a:pt x="0" y="12100"/>
                  </a:lnTo>
                  <a:lnTo>
                    <a:pt x="19045" y="0"/>
                  </a:lnTo>
                  <a:lnTo>
                    <a:pt x="45370" y="42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38893" y="3154017"/>
              <a:ext cx="45303" cy="55295"/>
            </a:xfrm>
            <a:custGeom>
              <a:avLst/>
              <a:pathLst>
                <a:path w="45303" h="55295">
                  <a:moveTo>
                    <a:pt x="25429" y="55295"/>
                  </a:moveTo>
                  <a:lnTo>
                    <a:pt x="0" y="12928"/>
                  </a:lnTo>
                  <a:lnTo>
                    <a:pt x="19839" y="0"/>
                  </a:lnTo>
                  <a:lnTo>
                    <a:pt x="45303" y="43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17533" y="3156997"/>
              <a:ext cx="54544" cy="44434"/>
            </a:xfrm>
            <a:custGeom>
              <a:avLst/>
              <a:pathLst>
                <a:path w="54544" h="44434">
                  <a:moveTo>
                    <a:pt x="0" y="24606"/>
                  </a:moveTo>
                  <a:lnTo>
                    <a:pt x="42000" y="0"/>
                  </a:lnTo>
                  <a:lnTo>
                    <a:pt x="54544" y="19883"/>
                  </a:lnTo>
                  <a:lnTo>
                    <a:pt x="11537" y="44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098853" y="2861722"/>
              <a:ext cx="44159" cy="55890"/>
            </a:xfrm>
            <a:custGeom>
              <a:avLst/>
              <a:pathLst>
                <a:path w="44159" h="55890">
                  <a:moveTo>
                    <a:pt x="24722" y="55890"/>
                  </a:moveTo>
                  <a:lnTo>
                    <a:pt x="0" y="11671"/>
                  </a:lnTo>
                  <a:lnTo>
                    <a:pt x="19182" y="0"/>
                  </a:lnTo>
                  <a:lnTo>
                    <a:pt x="44159" y="44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67345" y="2913057"/>
              <a:ext cx="45067" cy="56347"/>
            </a:xfrm>
            <a:custGeom>
              <a:avLst/>
              <a:pathLst>
                <a:path w="45067" h="56347">
                  <a:moveTo>
                    <a:pt x="0" y="12022"/>
                  </a:moveTo>
                  <a:lnTo>
                    <a:pt x="20090" y="0"/>
                  </a:lnTo>
                  <a:lnTo>
                    <a:pt x="45067" y="44392"/>
                  </a:lnTo>
                  <a:lnTo>
                    <a:pt x="25097" y="56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10842" y="3102457"/>
              <a:ext cx="53102" cy="44019"/>
            </a:xfrm>
            <a:custGeom>
              <a:avLst/>
              <a:pathLst>
                <a:path w="53102" h="44019">
                  <a:moveTo>
                    <a:pt x="11609" y="44019"/>
                  </a:moveTo>
                  <a:lnTo>
                    <a:pt x="0" y="24022"/>
                  </a:lnTo>
                  <a:lnTo>
                    <a:pt x="42628" y="0"/>
                  </a:lnTo>
                  <a:lnTo>
                    <a:pt x="53102" y="19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74403" y="3105042"/>
              <a:ext cx="44178" cy="55498"/>
            </a:xfrm>
            <a:custGeom>
              <a:avLst/>
              <a:pathLst>
                <a:path w="44178" h="55498">
                  <a:moveTo>
                    <a:pt x="24852" y="55498"/>
                  </a:moveTo>
                  <a:lnTo>
                    <a:pt x="0" y="12111"/>
                  </a:lnTo>
                  <a:lnTo>
                    <a:pt x="19944" y="0"/>
                  </a:lnTo>
                  <a:lnTo>
                    <a:pt x="44178" y="43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426484" y="1979406"/>
              <a:ext cx="52267" cy="41671"/>
            </a:xfrm>
            <a:custGeom>
              <a:avLst/>
              <a:pathLst>
                <a:path w="52267" h="41671">
                  <a:moveTo>
                    <a:pt x="10872" y="41671"/>
                  </a:moveTo>
                  <a:lnTo>
                    <a:pt x="0" y="23289"/>
                  </a:lnTo>
                  <a:lnTo>
                    <a:pt x="42235" y="0"/>
                  </a:lnTo>
                  <a:lnTo>
                    <a:pt x="52267" y="16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53474" y="1985324"/>
              <a:ext cx="42359" cy="53404"/>
            </a:xfrm>
            <a:custGeom>
              <a:avLst/>
              <a:pathLst>
                <a:path w="42359" h="53404">
                  <a:moveTo>
                    <a:pt x="24661" y="53404"/>
                  </a:moveTo>
                  <a:lnTo>
                    <a:pt x="0" y="10782"/>
                  </a:lnTo>
                  <a:lnTo>
                    <a:pt x="17787" y="0"/>
                  </a:lnTo>
                  <a:lnTo>
                    <a:pt x="42359" y="428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51361" y="1991186"/>
              <a:ext cx="43303" cy="53043"/>
            </a:xfrm>
            <a:custGeom>
              <a:avLst/>
              <a:pathLst>
                <a:path w="43303" h="53043">
                  <a:moveTo>
                    <a:pt x="0" y="10304"/>
                  </a:moveTo>
                  <a:lnTo>
                    <a:pt x="18293" y="0"/>
                  </a:lnTo>
                  <a:lnTo>
                    <a:pt x="43303" y="42219"/>
                  </a:lnTo>
                  <a:lnTo>
                    <a:pt x="24136" y="53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617778" y="2041567"/>
              <a:ext cx="42351" cy="53334"/>
            </a:xfrm>
            <a:custGeom>
              <a:avLst/>
              <a:pathLst>
                <a:path w="42351" h="53334">
                  <a:moveTo>
                    <a:pt x="24219" y="53334"/>
                  </a:moveTo>
                  <a:lnTo>
                    <a:pt x="0" y="11089"/>
                  </a:lnTo>
                  <a:lnTo>
                    <a:pt x="18247" y="0"/>
                  </a:lnTo>
                  <a:lnTo>
                    <a:pt x="42351" y="42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73154" y="2048523"/>
              <a:ext cx="51919" cy="42534"/>
            </a:xfrm>
            <a:custGeom>
              <a:avLst/>
              <a:pathLst>
                <a:path w="51919" h="42534">
                  <a:moveTo>
                    <a:pt x="41560" y="0"/>
                  </a:moveTo>
                  <a:lnTo>
                    <a:pt x="51919" y="18676"/>
                  </a:lnTo>
                  <a:lnTo>
                    <a:pt x="11171" y="42534"/>
                  </a:lnTo>
                  <a:lnTo>
                    <a:pt x="0" y="237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58532" y="2047084"/>
              <a:ext cx="43097" cy="52695"/>
            </a:xfrm>
            <a:custGeom>
              <a:avLst/>
              <a:pathLst>
                <a:path w="43097" h="52695">
                  <a:moveTo>
                    <a:pt x="0" y="10073"/>
                  </a:moveTo>
                  <a:lnTo>
                    <a:pt x="18312" y="0"/>
                  </a:lnTo>
                  <a:lnTo>
                    <a:pt x="43097" y="41632"/>
                  </a:lnTo>
                  <a:lnTo>
                    <a:pt x="23850" y="52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90330" y="1981079"/>
              <a:ext cx="67889" cy="66905"/>
            </a:xfrm>
            <a:custGeom>
              <a:avLst/>
              <a:pathLst>
                <a:path w="67889" h="66905">
                  <a:moveTo>
                    <a:pt x="24782" y="66905"/>
                  </a:moveTo>
                  <a:lnTo>
                    <a:pt x="0" y="25745"/>
                  </a:lnTo>
                  <a:lnTo>
                    <a:pt x="42936" y="0"/>
                  </a:lnTo>
                  <a:lnTo>
                    <a:pt x="67889" y="428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409707" y="2071187"/>
              <a:ext cx="41914" cy="52555"/>
            </a:xfrm>
            <a:custGeom>
              <a:avLst/>
              <a:pathLst>
                <a:path w="41914" h="52555">
                  <a:moveTo>
                    <a:pt x="24717" y="52555"/>
                  </a:moveTo>
                  <a:lnTo>
                    <a:pt x="0" y="11126"/>
                  </a:lnTo>
                  <a:lnTo>
                    <a:pt x="18209" y="0"/>
                  </a:lnTo>
                  <a:lnTo>
                    <a:pt x="41914" y="42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322063" y="2078995"/>
              <a:ext cx="51906" cy="42869"/>
            </a:xfrm>
            <a:custGeom>
              <a:avLst/>
              <a:pathLst>
                <a:path w="51906" h="42869">
                  <a:moveTo>
                    <a:pt x="11071" y="42869"/>
                  </a:moveTo>
                  <a:lnTo>
                    <a:pt x="0" y="23634"/>
                  </a:lnTo>
                  <a:lnTo>
                    <a:pt x="41353" y="0"/>
                  </a:lnTo>
                  <a:lnTo>
                    <a:pt x="51906" y="178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507026" y="2076105"/>
              <a:ext cx="43919" cy="53721"/>
            </a:xfrm>
            <a:custGeom>
              <a:avLst/>
              <a:pathLst>
                <a:path w="43919" h="53721">
                  <a:moveTo>
                    <a:pt x="0" y="11341"/>
                  </a:moveTo>
                  <a:lnTo>
                    <a:pt x="19163" y="0"/>
                  </a:lnTo>
                  <a:lnTo>
                    <a:pt x="43919" y="42386"/>
                  </a:lnTo>
                  <a:lnTo>
                    <a:pt x="24689" y="53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85162" y="2079259"/>
              <a:ext cx="51755" cy="43155"/>
            </a:xfrm>
            <a:custGeom>
              <a:avLst/>
              <a:pathLst>
                <a:path w="51755" h="43155">
                  <a:moveTo>
                    <a:pt x="9941" y="43155"/>
                  </a:moveTo>
                  <a:lnTo>
                    <a:pt x="0" y="24164"/>
                  </a:lnTo>
                  <a:lnTo>
                    <a:pt x="41436" y="0"/>
                  </a:lnTo>
                  <a:lnTo>
                    <a:pt x="51755" y="18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86570" y="2084786"/>
              <a:ext cx="43044" cy="52889"/>
            </a:xfrm>
            <a:custGeom>
              <a:avLst/>
              <a:pathLst>
                <a:path w="43044" h="52889">
                  <a:moveTo>
                    <a:pt x="0" y="10278"/>
                  </a:moveTo>
                  <a:lnTo>
                    <a:pt x="18518" y="0"/>
                  </a:lnTo>
                  <a:lnTo>
                    <a:pt x="43044" y="41659"/>
                  </a:lnTo>
                  <a:lnTo>
                    <a:pt x="24086" y="52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98480" y="2114991"/>
              <a:ext cx="41013" cy="50609"/>
            </a:xfrm>
            <a:custGeom>
              <a:avLst/>
              <a:pathLst>
                <a:path w="41013" h="50609">
                  <a:moveTo>
                    <a:pt x="24142" y="50609"/>
                  </a:moveTo>
                  <a:lnTo>
                    <a:pt x="0" y="9437"/>
                  </a:lnTo>
                  <a:lnTo>
                    <a:pt x="16951" y="0"/>
                  </a:lnTo>
                  <a:lnTo>
                    <a:pt x="41013" y="41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37657" y="2118547"/>
              <a:ext cx="42122" cy="52620"/>
            </a:xfrm>
            <a:custGeom>
              <a:avLst/>
              <a:pathLst>
                <a:path w="42122" h="52620">
                  <a:moveTo>
                    <a:pt x="0" y="10737"/>
                  </a:moveTo>
                  <a:lnTo>
                    <a:pt x="17760" y="0"/>
                  </a:lnTo>
                  <a:lnTo>
                    <a:pt x="42122" y="42187"/>
                  </a:lnTo>
                  <a:lnTo>
                    <a:pt x="24457" y="52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74039" y="2127500"/>
              <a:ext cx="42200" cy="53309"/>
            </a:xfrm>
            <a:custGeom>
              <a:avLst/>
              <a:pathLst>
                <a:path w="42200" h="53309">
                  <a:moveTo>
                    <a:pt x="24021" y="53309"/>
                  </a:moveTo>
                  <a:lnTo>
                    <a:pt x="0" y="11428"/>
                  </a:lnTo>
                  <a:lnTo>
                    <a:pt x="18616" y="0"/>
                  </a:lnTo>
                  <a:lnTo>
                    <a:pt x="42200" y="42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414817" y="2132357"/>
              <a:ext cx="42140" cy="52704"/>
            </a:xfrm>
            <a:custGeom>
              <a:avLst/>
              <a:pathLst>
                <a:path w="42140" h="52704">
                  <a:moveTo>
                    <a:pt x="0" y="10479"/>
                  </a:moveTo>
                  <a:lnTo>
                    <a:pt x="17687" y="0"/>
                  </a:lnTo>
                  <a:lnTo>
                    <a:pt x="42140" y="42193"/>
                  </a:lnTo>
                  <a:lnTo>
                    <a:pt x="24170" y="52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86847" y="2148698"/>
              <a:ext cx="42389" cy="52589"/>
            </a:xfrm>
            <a:custGeom>
              <a:avLst/>
              <a:pathLst>
                <a:path w="42389" h="52589">
                  <a:moveTo>
                    <a:pt x="18110" y="0"/>
                  </a:moveTo>
                  <a:lnTo>
                    <a:pt x="42389" y="42394"/>
                  </a:lnTo>
                  <a:lnTo>
                    <a:pt x="23708" y="52589"/>
                  </a:lnTo>
                  <a:lnTo>
                    <a:pt x="0" y="108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73315" y="1840886"/>
              <a:ext cx="72279" cy="81303"/>
            </a:xfrm>
            <a:custGeom>
              <a:avLst/>
              <a:pathLst>
                <a:path w="72279" h="81303">
                  <a:moveTo>
                    <a:pt x="0" y="25960"/>
                  </a:moveTo>
                  <a:lnTo>
                    <a:pt x="42556" y="0"/>
                  </a:lnTo>
                  <a:lnTo>
                    <a:pt x="72279" y="53143"/>
                  </a:lnTo>
                  <a:lnTo>
                    <a:pt x="71436" y="57456"/>
                  </a:lnTo>
                  <a:lnTo>
                    <a:pt x="31023" y="81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97992" y="1887963"/>
              <a:ext cx="51193" cy="29751"/>
            </a:xfrm>
            <a:custGeom>
              <a:avLst/>
              <a:pathLst>
                <a:path w="51193" h="29751">
                  <a:moveTo>
                    <a:pt x="0" y="13008"/>
                  </a:moveTo>
                  <a:lnTo>
                    <a:pt x="10515" y="6313"/>
                  </a:lnTo>
                  <a:lnTo>
                    <a:pt x="15270" y="13939"/>
                  </a:lnTo>
                  <a:lnTo>
                    <a:pt x="36431" y="1117"/>
                  </a:lnTo>
                  <a:lnTo>
                    <a:pt x="39314" y="409"/>
                  </a:lnTo>
                  <a:lnTo>
                    <a:pt x="42847" y="0"/>
                  </a:lnTo>
                  <a:lnTo>
                    <a:pt x="46050" y="258"/>
                  </a:lnTo>
                  <a:lnTo>
                    <a:pt x="48242" y="1293"/>
                  </a:lnTo>
                  <a:lnTo>
                    <a:pt x="51193" y="4657"/>
                  </a:lnTo>
                  <a:lnTo>
                    <a:pt x="9735" y="297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57740" y="1884253"/>
              <a:ext cx="29084" cy="29254"/>
            </a:xfrm>
            <a:custGeom>
              <a:avLst/>
              <a:pathLst>
                <a:path w="29084" h="29254">
                  <a:moveTo>
                    <a:pt x="18462" y="0"/>
                  </a:moveTo>
                  <a:lnTo>
                    <a:pt x="29084" y="18027"/>
                  </a:lnTo>
                  <a:lnTo>
                    <a:pt x="10779" y="29254"/>
                  </a:lnTo>
                  <a:lnTo>
                    <a:pt x="0" y="10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510336" y="1898702"/>
              <a:ext cx="50937" cy="42444"/>
            </a:xfrm>
            <a:custGeom>
              <a:avLst/>
              <a:pathLst>
                <a:path w="50937" h="42444">
                  <a:moveTo>
                    <a:pt x="10918" y="42444"/>
                  </a:moveTo>
                  <a:lnTo>
                    <a:pt x="0" y="23648"/>
                  </a:lnTo>
                  <a:lnTo>
                    <a:pt x="40394" y="0"/>
                  </a:lnTo>
                  <a:lnTo>
                    <a:pt x="50937" y="18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609924" y="1907500"/>
              <a:ext cx="53103" cy="42872"/>
            </a:xfrm>
            <a:custGeom>
              <a:avLst/>
              <a:pathLst>
                <a:path w="53103" h="42872">
                  <a:moveTo>
                    <a:pt x="11209" y="42872"/>
                  </a:moveTo>
                  <a:lnTo>
                    <a:pt x="0" y="23447"/>
                  </a:lnTo>
                  <a:lnTo>
                    <a:pt x="18764" y="12449"/>
                  </a:lnTo>
                  <a:lnTo>
                    <a:pt x="41905" y="0"/>
                  </a:lnTo>
                  <a:lnTo>
                    <a:pt x="53103" y="18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70975" y="1906249"/>
              <a:ext cx="29134" cy="29750"/>
            </a:xfrm>
            <a:custGeom>
              <a:avLst/>
              <a:pathLst>
                <a:path w="29134" h="29750">
                  <a:moveTo>
                    <a:pt x="11026" y="29750"/>
                  </a:moveTo>
                  <a:lnTo>
                    <a:pt x="0" y="10695"/>
                  </a:lnTo>
                  <a:lnTo>
                    <a:pt x="17956" y="0"/>
                  </a:lnTo>
                  <a:lnTo>
                    <a:pt x="29134" y="19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523754" y="1920769"/>
              <a:ext cx="50625" cy="43042"/>
            </a:xfrm>
            <a:custGeom>
              <a:avLst/>
              <a:pathLst>
                <a:path w="50625" h="43042">
                  <a:moveTo>
                    <a:pt x="10951" y="43042"/>
                  </a:moveTo>
                  <a:lnTo>
                    <a:pt x="0" y="24295"/>
                  </a:lnTo>
                  <a:lnTo>
                    <a:pt x="41237" y="0"/>
                  </a:lnTo>
                  <a:lnTo>
                    <a:pt x="50625" y="193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86453" y="1924849"/>
              <a:ext cx="43907" cy="52789"/>
            </a:xfrm>
            <a:custGeom>
              <a:avLst/>
              <a:pathLst>
                <a:path w="43907" h="52789">
                  <a:moveTo>
                    <a:pt x="43907" y="40971"/>
                  </a:moveTo>
                  <a:lnTo>
                    <a:pt x="24641" y="52789"/>
                  </a:lnTo>
                  <a:lnTo>
                    <a:pt x="0" y="10638"/>
                  </a:lnTo>
                  <a:lnTo>
                    <a:pt x="186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422909" y="1932741"/>
              <a:ext cx="41239" cy="52131"/>
            </a:xfrm>
            <a:custGeom>
              <a:avLst/>
              <a:pathLst>
                <a:path w="41239" h="52131">
                  <a:moveTo>
                    <a:pt x="0" y="10523"/>
                  </a:moveTo>
                  <a:lnTo>
                    <a:pt x="17408" y="0"/>
                  </a:lnTo>
                  <a:lnTo>
                    <a:pt x="41239" y="41620"/>
                  </a:lnTo>
                  <a:lnTo>
                    <a:pt x="24281" y="521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47089" y="1930732"/>
              <a:ext cx="41870" cy="52045"/>
            </a:xfrm>
            <a:custGeom>
              <a:avLst/>
              <a:pathLst>
                <a:path w="41870" h="52045">
                  <a:moveTo>
                    <a:pt x="23964" y="52045"/>
                  </a:moveTo>
                  <a:lnTo>
                    <a:pt x="0" y="11328"/>
                  </a:lnTo>
                  <a:lnTo>
                    <a:pt x="18914" y="0"/>
                  </a:lnTo>
                  <a:lnTo>
                    <a:pt x="41870" y="413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86957" y="1934073"/>
              <a:ext cx="43726" cy="53653"/>
            </a:xfrm>
            <a:custGeom>
              <a:avLst/>
              <a:pathLst>
                <a:path w="43726" h="53653">
                  <a:moveTo>
                    <a:pt x="24927" y="53653"/>
                  </a:moveTo>
                  <a:lnTo>
                    <a:pt x="0" y="11328"/>
                  </a:lnTo>
                  <a:lnTo>
                    <a:pt x="18222" y="0"/>
                  </a:lnTo>
                  <a:lnTo>
                    <a:pt x="43726" y="42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99852" y="1945654"/>
              <a:ext cx="42684" cy="52458"/>
            </a:xfrm>
            <a:custGeom>
              <a:avLst/>
              <a:pathLst>
                <a:path w="42684" h="52458">
                  <a:moveTo>
                    <a:pt x="10177" y="28799"/>
                  </a:moveTo>
                  <a:lnTo>
                    <a:pt x="0" y="10856"/>
                  </a:lnTo>
                  <a:lnTo>
                    <a:pt x="18337" y="0"/>
                  </a:lnTo>
                  <a:lnTo>
                    <a:pt x="42684" y="42605"/>
                  </a:lnTo>
                  <a:lnTo>
                    <a:pt x="24226" y="524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58982" y="1940766"/>
              <a:ext cx="43485" cy="52964"/>
            </a:xfrm>
            <a:custGeom>
              <a:avLst/>
              <a:pathLst>
                <a:path w="43485" h="52964">
                  <a:moveTo>
                    <a:pt x="23923" y="52964"/>
                  </a:moveTo>
                  <a:lnTo>
                    <a:pt x="0" y="10738"/>
                  </a:lnTo>
                  <a:lnTo>
                    <a:pt x="18222" y="0"/>
                  </a:lnTo>
                  <a:lnTo>
                    <a:pt x="43485" y="41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59427" y="2102001"/>
              <a:ext cx="42256" cy="52273"/>
            </a:xfrm>
            <a:custGeom>
              <a:avLst/>
              <a:pathLst>
                <a:path w="42256" h="52273">
                  <a:moveTo>
                    <a:pt x="24168" y="52273"/>
                  </a:moveTo>
                  <a:lnTo>
                    <a:pt x="0" y="10600"/>
                  </a:lnTo>
                  <a:lnTo>
                    <a:pt x="17886" y="0"/>
                  </a:lnTo>
                  <a:lnTo>
                    <a:pt x="42256" y="41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34924" y="2110006"/>
              <a:ext cx="51424" cy="42801"/>
            </a:xfrm>
            <a:custGeom>
              <a:avLst/>
              <a:pathLst>
                <a:path w="51424" h="42801">
                  <a:moveTo>
                    <a:pt x="10264" y="42801"/>
                  </a:moveTo>
                  <a:lnTo>
                    <a:pt x="0" y="23464"/>
                  </a:lnTo>
                  <a:lnTo>
                    <a:pt x="40691" y="0"/>
                  </a:lnTo>
                  <a:lnTo>
                    <a:pt x="51424" y="18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336142" y="2115550"/>
              <a:ext cx="42969" cy="52594"/>
            </a:xfrm>
            <a:custGeom>
              <a:avLst/>
              <a:pathLst>
                <a:path w="42969" h="52594">
                  <a:moveTo>
                    <a:pt x="24169" y="52594"/>
                  </a:moveTo>
                  <a:lnTo>
                    <a:pt x="0" y="10529"/>
                  </a:lnTo>
                  <a:lnTo>
                    <a:pt x="18433" y="0"/>
                  </a:lnTo>
                  <a:lnTo>
                    <a:pt x="42969" y="41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64029" y="2162413"/>
              <a:ext cx="42165" cy="52557"/>
            </a:xfrm>
            <a:custGeom>
              <a:avLst/>
              <a:pathLst>
                <a:path w="42165" h="52557">
                  <a:moveTo>
                    <a:pt x="24006" y="52557"/>
                  </a:moveTo>
                  <a:lnTo>
                    <a:pt x="0" y="10868"/>
                  </a:lnTo>
                  <a:lnTo>
                    <a:pt x="18335" y="0"/>
                  </a:lnTo>
                  <a:lnTo>
                    <a:pt x="42165" y="41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41511" y="2164846"/>
              <a:ext cx="52267" cy="42810"/>
            </a:xfrm>
            <a:custGeom>
              <a:avLst/>
              <a:pathLst>
                <a:path w="52267" h="42810">
                  <a:moveTo>
                    <a:pt x="10985" y="42810"/>
                  </a:moveTo>
                  <a:lnTo>
                    <a:pt x="0" y="23651"/>
                  </a:lnTo>
                  <a:lnTo>
                    <a:pt x="41088" y="0"/>
                  </a:lnTo>
                  <a:lnTo>
                    <a:pt x="52267" y="185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48696" y="1871629"/>
              <a:ext cx="22835" cy="19588"/>
            </a:xfrm>
            <a:custGeom>
              <a:avLst/>
              <a:pathLst>
                <a:path w="22835" h="19588">
                  <a:moveTo>
                    <a:pt x="0" y="10266"/>
                  </a:moveTo>
                  <a:lnTo>
                    <a:pt x="16954" y="0"/>
                  </a:lnTo>
                  <a:lnTo>
                    <a:pt x="22835" y="9912"/>
                  </a:lnTo>
                  <a:lnTo>
                    <a:pt x="5536" y="195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46544" y="1902211"/>
              <a:ext cx="55859" cy="44052"/>
            </a:xfrm>
            <a:custGeom>
              <a:avLst/>
              <a:pathLst>
                <a:path w="55859" h="44052">
                  <a:moveTo>
                    <a:pt x="0" y="27258"/>
                  </a:moveTo>
                  <a:lnTo>
                    <a:pt x="31485" y="8378"/>
                  </a:lnTo>
                  <a:lnTo>
                    <a:pt x="45325" y="0"/>
                  </a:lnTo>
                  <a:lnTo>
                    <a:pt x="55859" y="17318"/>
                  </a:lnTo>
                  <a:lnTo>
                    <a:pt x="10135" y="44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29400" y="1993561"/>
              <a:ext cx="51592" cy="43790"/>
            </a:xfrm>
            <a:custGeom>
              <a:avLst/>
              <a:pathLst>
                <a:path w="51592" h="43790">
                  <a:moveTo>
                    <a:pt x="0" y="24122"/>
                  </a:moveTo>
                  <a:lnTo>
                    <a:pt x="40737" y="0"/>
                  </a:lnTo>
                  <a:lnTo>
                    <a:pt x="51592" y="18904"/>
                  </a:lnTo>
                  <a:lnTo>
                    <a:pt x="10512" y="437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65800" y="1992689"/>
              <a:ext cx="52853" cy="43461"/>
            </a:xfrm>
            <a:custGeom>
              <a:avLst/>
              <a:pathLst>
                <a:path w="52853" h="43461">
                  <a:moveTo>
                    <a:pt x="11180" y="43461"/>
                  </a:moveTo>
                  <a:lnTo>
                    <a:pt x="0" y="24704"/>
                  </a:lnTo>
                  <a:lnTo>
                    <a:pt x="41556" y="0"/>
                  </a:lnTo>
                  <a:lnTo>
                    <a:pt x="52853" y="192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31239" y="1999211"/>
              <a:ext cx="42197" cy="52585"/>
            </a:xfrm>
            <a:custGeom>
              <a:avLst/>
              <a:pathLst>
                <a:path w="42197" h="52585">
                  <a:moveTo>
                    <a:pt x="24146" y="52585"/>
                  </a:moveTo>
                  <a:lnTo>
                    <a:pt x="0" y="10887"/>
                  </a:lnTo>
                  <a:lnTo>
                    <a:pt x="17654" y="0"/>
                  </a:lnTo>
                  <a:lnTo>
                    <a:pt x="42197" y="42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47205" y="3449840"/>
              <a:ext cx="44222" cy="54038"/>
            </a:xfrm>
            <a:custGeom>
              <a:avLst/>
              <a:pathLst>
                <a:path w="44222" h="54038">
                  <a:moveTo>
                    <a:pt x="44222" y="42602"/>
                  </a:moveTo>
                  <a:lnTo>
                    <a:pt x="25223" y="54038"/>
                  </a:lnTo>
                  <a:lnTo>
                    <a:pt x="0" y="11571"/>
                  </a:lnTo>
                  <a:lnTo>
                    <a:pt x="195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52642" y="3563238"/>
              <a:ext cx="32298" cy="31569"/>
            </a:xfrm>
            <a:custGeom>
              <a:avLst/>
              <a:pathLst>
                <a:path w="32298" h="31569">
                  <a:moveTo>
                    <a:pt x="20665" y="0"/>
                  </a:moveTo>
                  <a:lnTo>
                    <a:pt x="32298" y="19551"/>
                  </a:lnTo>
                  <a:lnTo>
                    <a:pt x="11448" y="31569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463033" y="3317732"/>
              <a:ext cx="43459" cy="53133"/>
            </a:xfrm>
            <a:custGeom>
              <a:avLst/>
              <a:pathLst>
                <a:path w="43459" h="53133">
                  <a:moveTo>
                    <a:pt x="0" y="11270"/>
                  </a:moveTo>
                  <a:lnTo>
                    <a:pt x="19333" y="0"/>
                  </a:lnTo>
                  <a:lnTo>
                    <a:pt x="43459" y="41905"/>
                  </a:lnTo>
                  <a:lnTo>
                    <a:pt x="24600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03945" y="3321859"/>
              <a:ext cx="43718" cy="53334"/>
            </a:xfrm>
            <a:custGeom>
              <a:avLst/>
              <a:pathLst>
                <a:path w="43718" h="53334">
                  <a:moveTo>
                    <a:pt x="0" y="10667"/>
                  </a:moveTo>
                  <a:lnTo>
                    <a:pt x="18415" y="0"/>
                  </a:lnTo>
                  <a:lnTo>
                    <a:pt x="43718" y="42366"/>
                  </a:lnTo>
                  <a:lnTo>
                    <a:pt x="25011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34141" y="3348514"/>
              <a:ext cx="54091" cy="44781"/>
            </a:xfrm>
            <a:custGeom>
              <a:avLst/>
              <a:pathLst>
                <a:path w="54091" h="44781">
                  <a:moveTo>
                    <a:pt x="54091" y="19423"/>
                  </a:moveTo>
                  <a:lnTo>
                    <a:pt x="11499" y="44781"/>
                  </a:lnTo>
                  <a:lnTo>
                    <a:pt x="0" y="25596"/>
                  </a:lnTo>
                  <a:lnTo>
                    <a:pt x="429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560381" y="3352849"/>
              <a:ext cx="216687" cy="217429"/>
            </a:xfrm>
            <a:custGeom>
              <a:avLst/>
              <a:pathLst>
                <a:path w="216687" h="217429">
                  <a:moveTo>
                    <a:pt x="80945" y="217429"/>
                  </a:moveTo>
                  <a:lnTo>
                    <a:pt x="0" y="80638"/>
                  </a:lnTo>
                  <a:lnTo>
                    <a:pt x="134896" y="0"/>
                  </a:lnTo>
                  <a:lnTo>
                    <a:pt x="216687" y="135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26322" y="3294677"/>
              <a:ext cx="53459" cy="43068"/>
            </a:xfrm>
            <a:custGeom>
              <a:avLst/>
              <a:pathLst>
                <a:path w="53459" h="43068">
                  <a:moveTo>
                    <a:pt x="0" y="24060"/>
                  </a:moveTo>
                  <a:lnTo>
                    <a:pt x="41824" y="0"/>
                  </a:lnTo>
                  <a:lnTo>
                    <a:pt x="53459" y="18919"/>
                  </a:lnTo>
                  <a:lnTo>
                    <a:pt x="28070" y="33705"/>
                  </a:lnTo>
                  <a:lnTo>
                    <a:pt x="11106" y="4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39845" y="3331420"/>
              <a:ext cx="43933" cy="53013"/>
            </a:xfrm>
            <a:custGeom>
              <a:avLst/>
              <a:pathLst>
                <a:path w="43933" h="53013">
                  <a:moveTo>
                    <a:pt x="0" y="11043"/>
                  </a:moveTo>
                  <a:lnTo>
                    <a:pt x="19024" y="0"/>
                  </a:lnTo>
                  <a:lnTo>
                    <a:pt x="43933" y="42031"/>
                  </a:lnTo>
                  <a:lnTo>
                    <a:pt x="25149" y="53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379581" y="3336485"/>
              <a:ext cx="42990" cy="53111"/>
            </a:xfrm>
            <a:custGeom>
              <a:avLst/>
              <a:pathLst>
                <a:path w="42990" h="53111">
                  <a:moveTo>
                    <a:pt x="0" y="10556"/>
                  </a:moveTo>
                  <a:lnTo>
                    <a:pt x="17719" y="0"/>
                  </a:lnTo>
                  <a:lnTo>
                    <a:pt x="42990" y="42373"/>
                  </a:lnTo>
                  <a:lnTo>
                    <a:pt x="24998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490038" y="3363836"/>
              <a:ext cx="44966" cy="55082"/>
            </a:xfrm>
            <a:custGeom>
              <a:avLst/>
              <a:pathLst>
                <a:path w="44966" h="55082">
                  <a:moveTo>
                    <a:pt x="25706" y="55082"/>
                  </a:moveTo>
                  <a:lnTo>
                    <a:pt x="0" y="11615"/>
                  </a:lnTo>
                  <a:lnTo>
                    <a:pt x="19670" y="0"/>
                  </a:lnTo>
                  <a:lnTo>
                    <a:pt x="44966" y="4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370719" y="3372433"/>
              <a:ext cx="43312" cy="53529"/>
            </a:xfrm>
            <a:custGeom>
              <a:avLst/>
              <a:pathLst>
                <a:path w="43312" h="53529">
                  <a:moveTo>
                    <a:pt x="0" y="11302"/>
                  </a:moveTo>
                  <a:lnTo>
                    <a:pt x="18922" y="0"/>
                  </a:lnTo>
                  <a:lnTo>
                    <a:pt x="43312" y="42780"/>
                  </a:lnTo>
                  <a:lnTo>
                    <a:pt x="25047" y="53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58169" y="3415361"/>
              <a:ext cx="44401" cy="54162"/>
            </a:xfrm>
            <a:custGeom>
              <a:avLst/>
              <a:pathLst>
                <a:path w="44401" h="54162">
                  <a:moveTo>
                    <a:pt x="25372" y="54162"/>
                  </a:moveTo>
                  <a:lnTo>
                    <a:pt x="0" y="10856"/>
                  </a:lnTo>
                  <a:lnTo>
                    <a:pt x="19028" y="0"/>
                  </a:lnTo>
                  <a:lnTo>
                    <a:pt x="44401" y="42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295849" y="3416200"/>
              <a:ext cx="43945" cy="54259"/>
            </a:xfrm>
            <a:custGeom>
              <a:avLst/>
              <a:pathLst>
                <a:path w="43945" h="54259">
                  <a:moveTo>
                    <a:pt x="0" y="11264"/>
                  </a:moveTo>
                  <a:lnTo>
                    <a:pt x="19292" y="0"/>
                  </a:lnTo>
                  <a:lnTo>
                    <a:pt x="43945" y="43130"/>
                  </a:lnTo>
                  <a:lnTo>
                    <a:pt x="24930" y="54259"/>
                  </a:lnTo>
                  <a:lnTo>
                    <a:pt x="23575" y="5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35384" y="3421544"/>
              <a:ext cx="44109" cy="53422"/>
            </a:xfrm>
            <a:custGeom>
              <a:avLst/>
              <a:pathLst>
                <a:path w="44109" h="53422">
                  <a:moveTo>
                    <a:pt x="0" y="11302"/>
                  </a:moveTo>
                  <a:lnTo>
                    <a:pt x="19727" y="0"/>
                  </a:lnTo>
                  <a:lnTo>
                    <a:pt x="44109" y="41685"/>
                  </a:lnTo>
                  <a:lnTo>
                    <a:pt x="24742" y="53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397903" y="3419685"/>
              <a:ext cx="43724" cy="53631"/>
            </a:xfrm>
            <a:custGeom>
              <a:avLst/>
              <a:pathLst>
                <a:path w="43724" h="53631">
                  <a:moveTo>
                    <a:pt x="0" y="10897"/>
                  </a:moveTo>
                  <a:lnTo>
                    <a:pt x="18371" y="0"/>
                  </a:lnTo>
                  <a:lnTo>
                    <a:pt x="43724" y="42676"/>
                  </a:lnTo>
                  <a:lnTo>
                    <a:pt x="25346" y="5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34377" y="3428852"/>
              <a:ext cx="44456" cy="54081"/>
            </a:xfrm>
            <a:custGeom>
              <a:avLst/>
              <a:pathLst>
                <a:path w="44456" h="54081">
                  <a:moveTo>
                    <a:pt x="25050" y="54081"/>
                  </a:moveTo>
                  <a:lnTo>
                    <a:pt x="0" y="11403"/>
                  </a:lnTo>
                  <a:lnTo>
                    <a:pt x="19334" y="0"/>
                  </a:lnTo>
                  <a:lnTo>
                    <a:pt x="44456" y="42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184873" y="3435159"/>
              <a:ext cx="55321" cy="46143"/>
            </a:xfrm>
            <a:custGeom>
              <a:avLst/>
              <a:pathLst>
                <a:path w="55321" h="46143">
                  <a:moveTo>
                    <a:pt x="0" y="25412"/>
                  </a:moveTo>
                  <a:lnTo>
                    <a:pt x="42712" y="368"/>
                  </a:lnTo>
                  <a:lnTo>
                    <a:pt x="43575" y="0"/>
                  </a:lnTo>
                  <a:lnTo>
                    <a:pt x="55321" y="20126"/>
                  </a:lnTo>
                  <a:lnTo>
                    <a:pt x="52986" y="21533"/>
                  </a:lnTo>
                  <a:lnTo>
                    <a:pt x="47312" y="25083"/>
                  </a:lnTo>
                  <a:lnTo>
                    <a:pt x="15921" y="44275"/>
                  </a:lnTo>
                  <a:lnTo>
                    <a:pt x="14459" y="45137"/>
                  </a:lnTo>
                  <a:lnTo>
                    <a:pt x="12460" y="46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375566" y="3433755"/>
              <a:ext cx="43191" cy="53404"/>
            </a:xfrm>
            <a:custGeom>
              <a:avLst/>
              <a:pathLst>
                <a:path w="43191" h="53404">
                  <a:moveTo>
                    <a:pt x="0" y="10748"/>
                  </a:moveTo>
                  <a:lnTo>
                    <a:pt x="18120" y="0"/>
                  </a:lnTo>
                  <a:lnTo>
                    <a:pt x="43191" y="42233"/>
                  </a:lnTo>
                  <a:lnTo>
                    <a:pt x="24921" y="53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30070" y="3575869"/>
              <a:ext cx="32091" cy="32864"/>
            </a:xfrm>
            <a:custGeom>
              <a:avLst/>
              <a:pathLst>
                <a:path w="32091" h="32864">
                  <a:moveTo>
                    <a:pt x="32091" y="20759"/>
                  </a:moveTo>
                  <a:lnTo>
                    <a:pt x="11661" y="32864"/>
                  </a:lnTo>
                  <a:lnTo>
                    <a:pt x="0" y="11875"/>
                  </a:lnTo>
                  <a:lnTo>
                    <a:pt x="20100" y="0"/>
                  </a:lnTo>
                  <a:lnTo>
                    <a:pt x="25883" y="10012"/>
                  </a:lnTo>
                  <a:lnTo>
                    <a:pt x="26500" y="1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282909" y="3380229"/>
              <a:ext cx="54260" cy="43638"/>
            </a:xfrm>
            <a:custGeom>
              <a:avLst/>
              <a:pathLst>
                <a:path w="54260" h="43638">
                  <a:moveTo>
                    <a:pt x="54260" y="18687"/>
                  </a:moveTo>
                  <a:lnTo>
                    <a:pt x="11269" y="43638"/>
                  </a:lnTo>
                  <a:lnTo>
                    <a:pt x="0" y="24599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466679" y="3377177"/>
              <a:ext cx="44809" cy="54774"/>
            </a:xfrm>
            <a:custGeom>
              <a:avLst/>
              <a:pathLst>
                <a:path w="44809" h="54774">
                  <a:moveTo>
                    <a:pt x="0" y="11614"/>
                  </a:moveTo>
                  <a:lnTo>
                    <a:pt x="19536" y="0"/>
                  </a:lnTo>
                  <a:lnTo>
                    <a:pt x="44809" y="43864"/>
                  </a:lnTo>
                  <a:lnTo>
                    <a:pt x="26038" y="5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47768" y="3386040"/>
              <a:ext cx="43614" cy="53809"/>
            </a:xfrm>
            <a:custGeom>
              <a:avLst/>
              <a:pathLst>
                <a:path w="43614" h="53809">
                  <a:moveTo>
                    <a:pt x="0" y="11327"/>
                  </a:moveTo>
                  <a:lnTo>
                    <a:pt x="19260" y="0"/>
                  </a:lnTo>
                  <a:lnTo>
                    <a:pt x="43614" y="42940"/>
                  </a:lnTo>
                  <a:lnTo>
                    <a:pt x="24984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51935" y="3496540"/>
              <a:ext cx="52256" cy="44153"/>
            </a:xfrm>
            <a:custGeom>
              <a:avLst/>
              <a:pathLst>
                <a:path w="52256" h="44153">
                  <a:moveTo>
                    <a:pt x="0" y="25095"/>
                  </a:moveTo>
                  <a:lnTo>
                    <a:pt x="41388" y="0"/>
                  </a:lnTo>
                  <a:lnTo>
                    <a:pt x="52256" y="19369"/>
                  </a:lnTo>
                  <a:lnTo>
                    <a:pt x="11087" y="44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11717" y="3502957"/>
              <a:ext cx="43076" cy="53474"/>
            </a:xfrm>
            <a:custGeom>
              <a:avLst/>
              <a:pathLst>
                <a:path w="43076" h="53474">
                  <a:moveTo>
                    <a:pt x="0" y="10971"/>
                  </a:moveTo>
                  <a:lnTo>
                    <a:pt x="18149" y="0"/>
                  </a:lnTo>
                  <a:lnTo>
                    <a:pt x="43076" y="42736"/>
                  </a:lnTo>
                  <a:lnTo>
                    <a:pt x="24968" y="53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50163" y="3503369"/>
              <a:ext cx="44102" cy="52588"/>
            </a:xfrm>
            <a:custGeom>
              <a:avLst/>
              <a:pathLst>
                <a:path w="44102" h="52588">
                  <a:moveTo>
                    <a:pt x="24546" y="52588"/>
                  </a:moveTo>
                  <a:lnTo>
                    <a:pt x="0" y="11074"/>
                  </a:lnTo>
                  <a:lnTo>
                    <a:pt x="19030" y="0"/>
                  </a:lnTo>
                  <a:lnTo>
                    <a:pt x="44102" y="41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089019" y="3506809"/>
              <a:ext cx="44091" cy="53349"/>
            </a:xfrm>
            <a:custGeom>
              <a:avLst/>
              <a:pathLst>
                <a:path w="44091" h="53349">
                  <a:moveTo>
                    <a:pt x="0" y="10818"/>
                  </a:moveTo>
                  <a:lnTo>
                    <a:pt x="18727" y="0"/>
                  </a:lnTo>
                  <a:lnTo>
                    <a:pt x="44091" y="42381"/>
                  </a:lnTo>
                  <a:lnTo>
                    <a:pt x="25209" y="53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493846" y="3410807"/>
              <a:ext cx="54205" cy="45077"/>
            </a:xfrm>
            <a:custGeom>
              <a:avLst/>
              <a:pathLst>
                <a:path w="54205" h="45077">
                  <a:moveTo>
                    <a:pt x="11879" y="45077"/>
                  </a:moveTo>
                  <a:lnTo>
                    <a:pt x="0" y="24780"/>
                  </a:lnTo>
                  <a:lnTo>
                    <a:pt x="42441" y="0"/>
                  </a:lnTo>
                  <a:lnTo>
                    <a:pt x="54205" y="19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01600" y="3535427"/>
              <a:ext cx="45152" cy="54005"/>
            </a:xfrm>
            <a:custGeom>
              <a:avLst/>
              <a:pathLst>
                <a:path w="45152" h="54005">
                  <a:moveTo>
                    <a:pt x="0" y="11183"/>
                  </a:moveTo>
                  <a:lnTo>
                    <a:pt x="19674" y="0"/>
                  </a:lnTo>
                  <a:lnTo>
                    <a:pt x="45152" y="42664"/>
                  </a:lnTo>
                  <a:lnTo>
                    <a:pt x="25796" y="5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16849" y="3540232"/>
              <a:ext cx="54525" cy="45111"/>
            </a:xfrm>
            <a:custGeom>
              <a:avLst/>
              <a:pathLst>
                <a:path w="54525" h="45111">
                  <a:moveTo>
                    <a:pt x="33657" y="32061"/>
                  </a:moveTo>
                  <a:lnTo>
                    <a:pt x="11296" y="45111"/>
                  </a:lnTo>
                  <a:lnTo>
                    <a:pt x="618" y="26279"/>
                  </a:lnTo>
                  <a:lnTo>
                    <a:pt x="0" y="25201"/>
                  </a:lnTo>
                  <a:lnTo>
                    <a:pt x="43008" y="0"/>
                  </a:lnTo>
                  <a:lnTo>
                    <a:pt x="47082" y="6397"/>
                  </a:lnTo>
                  <a:lnTo>
                    <a:pt x="53958" y="18936"/>
                  </a:lnTo>
                  <a:lnTo>
                    <a:pt x="54525" y="19883"/>
                  </a:lnTo>
                  <a:lnTo>
                    <a:pt x="53489" y="20487"/>
                  </a:lnTo>
                  <a:lnTo>
                    <a:pt x="47718" y="23855"/>
                  </a:lnTo>
                  <a:lnTo>
                    <a:pt x="42575" y="26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81287" y="3544554"/>
              <a:ext cx="42937" cy="51798"/>
            </a:xfrm>
            <a:custGeom>
              <a:avLst/>
              <a:pathLst>
                <a:path w="42937" h="51798">
                  <a:moveTo>
                    <a:pt x="42937" y="40638"/>
                  </a:moveTo>
                  <a:lnTo>
                    <a:pt x="24056" y="51798"/>
                  </a:lnTo>
                  <a:lnTo>
                    <a:pt x="0" y="10737"/>
                  </a:lnTo>
                  <a:lnTo>
                    <a:pt x="186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78145" y="3549199"/>
              <a:ext cx="46001" cy="54329"/>
            </a:xfrm>
            <a:custGeom>
              <a:avLst/>
              <a:pathLst>
                <a:path w="46001" h="54329">
                  <a:moveTo>
                    <a:pt x="25180" y="54329"/>
                  </a:moveTo>
                  <a:lnTo>
                    <a:pt x="0" y="11929"/>
                  </a:lnTo>
                  <a:lnTo>
                    <a:pt x="19654" y="0"/>
                  </a:lnTo>
                  <a:lnTo>
                    <a:pt x="46001" y="42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85175" y="3604737"/>
              <a:ext cx="43173" cy="53443"/>
            </a:xfrm>
            <a:custGeom>
              <a:avLst/>
              <a:pathLst>
                <a:path w="43173" h="53443">
                  <a:moveTo>
                    <a:pt x="43173" y="42604"/>
                  </a:moveTo>
                  <a:lnTo>
                    <a:pt x="24928" y="53443"/>
                  </a:lnTo>
                  <a:lnTo>
                    <a:pt x="0" y="10266"/>
                  </a:lnTo>
                  <a:lnTo>
                    <a:pt x="17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07213" y="3581824"/>
              <a:ext cx="52445" cy="44170"/>
            </a:xfrm>
            <a:custGeom>
              <a:avLst/>
              <a:pathLst>
                <a:path w="52445" h="44170">
                  <a:moveTo>
                    <a:pt x="0" y="24482"/>
                  </a:moveTo>
                  <a:lnTo>
                    <a:pt x="41400" y="0"/>
                  </a:lnTo>
                  <a:lnTo>
                    <a:pt x="52445" y="19038"/>
                  </a:lnTo>
                  <a:lnTo>
                    <a:pt x="11497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68754" y="3587610"/>
              <a:ext cx="43442" cy="52423"/>
            </a:xfrm>
            <a:custGeom>
              <a:avLst/>
              <a:pathLst>
                <a:path w="43442" h="52423">
                  <a:moveTo>
                    <a:pt x="0" y="10724"/>
                  </a:moveTo>
                  <a:lnTo>
                    <a:pt x="18656" y="0"/>
                  </a:lnTo>
                  <a:lnTo>
                    <a:pt x="43442" y="41475"/>
                  </a:lnTo>
                  <a:lnTo>
                    <a:pt x="24604" y="52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07908" y="3591165"/>
              <a:ext cx="43704" cy="53331"/>
            </a:xfrm>
            <a:custGeom>
              <a:avLst/>
              <a:pathLst>
                <a:path w="43704" h="53331">
                  <a:moveTo>
                    <a:pt x="43704" y="42205"/>
                  </a:moveTo>
                  <a:lnTo>
                    <a:pt x="25178" y="53331"/>
                  </a:lnTo>
                  <a:lnTo>
                    <a:pt x="0" y="10738"/>
                  </a:lnTo>
                  <a:lnTo>
                    <a:pt x="187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59901" y="3469763"/>
              <a:ext cx="46111" cy="55215"/>
            </a:xfrm>
            <a:custGeom>
              <a:avLst/>
              <a:pathLst>
                <a:path w="46111" h="55215">
                  <a:moveTo>
                    <a:pt x="25602" y="55215"/>
                  </a:moveTo>
                  <a:lnTo>
                    <a:pt x="0" y="11908"/>
                  </a:lnTo>
                  <a:lnTo>
                    <a:pt x="20550" y="0"/>
                  </a:lnTo>
                  <a:lnTo>
                    <a:pt x="22046" y="2498"/>
                  </a:lnTo>
                  <a:lnTo>
                    <a:pt x="27567" y="11716"/>
                  </a:lnTo>
                  <a:lnTo>
                    <a:pt x="31250" y="17865"/>
                  </a:lnTo>
                  <a:lnTo>
                    <a:pt x="36545" y="26707"/>
                  </a:lnTo>
                  <a:lnTo>
                    <a:pt x="42202" y="36152"/>
                  </a:lnTo>
                  <a:lnTo>
                    <a:pt x="44098" y="39319"/>
                  </a:lnTo>
                  <a:lnTo>
                    <a:pt x="44784" y="40464"/>
                  </a:lnTo>
                  <a:lnTo>
                    <a:pt x="45689" y="41975"/>
                  </a:lnTo>
                  <a:lnTo>
                    <a:pt x="46111" y="42680"/>
                  </a:lnTo>
                  <a:lnTo>
                    <a:pt x="37784" y="47770"/>
                  </a:lnTo>
                  <a:lnTo>
                    <a:pt x="33986" y="50091"/>
                  </a:lnTo>
                  <a:lnTo>
                    <a:pt x="27525" y="5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283805" y="3453987"/>
              <a:ext cx="45692" cy="54739"/>
            </a:xfrm>
            <a:custGeom>
              <a:avLst/>
              <a:pathLst>
                <a:path w="45692" h="54739">
                  <a:moveTo>
                    <a:pt x="0" y="12068"/>
                  </a:moveTo>
                  <a:lnTo>
                    <a:pt x="20741" y="0"/>
                  </a:lnTo>
                  <a:lnTo>
                    <a:pt x="45692" y="42200"/>
                  </a:lnTo>
                  <a:lnTo>
                    <a:pt x="25218" y="54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73035" y="3488200"/>
              <a:ext cx="45564" cy="54071"/>
            </a:xfrm>
            <a:custGeom>
              <a:avLst/>
              <a:pathLst>
                <a:path w="45564" h="54071">
                  <a:moveTo>
                    <a:pt x="0" y="12499"/>
                  </a:moveTo>
                  <a:lnTo>
                    <a:pt x="20525" y="0"/>
                  </a:lnTo>
                  <a:lnTo>
                    <a:pt x="45564" y="42271"/>
                  </a:lnTo>
                  <a:lnTo>
                    <a:pt x="24805" y="54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13941" y="3493175"/>
              <a:ext cx="43364" cy="52574"/>
            </a:xfrm>
            <a:custGeom>
              <a:avLst/>
              <a:pathLst>
                <a:path w="43364" h="52574">
                  <a:moveTo>
                    <a:pt x="0" y="10951"/>
                  </a:moveTo>
                  <a:lnTo>
                    <a:pt x="18523" y="0"/>
                  </a:lnTo>
                  <a:lnTo>
                    <a:pt x="43364" y="41590"/>
                  </a:lnTo>
                  <a:lnTo>
                    <a:pt x="24614" y="52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50658" y="3506369"/>
              <a:ext cx="43387" cy="53583"/>
            </a:xfrm>
            <a:custGeom>
              <a:avLst/>
              <a:pathLst>
                <a:path w="43387" h="53583">
                  <a:moveTo>
                    <a:pt x="0" y="11385"/>
                  </a:moveTo>
                  <a:lnTo>
                    <a:pt x="18771" y="0"/>
                  </a:lnTo>
                  <a:lnTo>
                    <a:pt x="43387" y="42495"/>
                  </a:lnTo>
                  <a:lnTo>
                    <a:pt x="24374" y="53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899066" y="4862187"/>
              <a:ext cx="50101" cy="67506"/>
            </a:xfrm>
            <a:custGeom>
              <a:avLst/>
              <a:pathLst>
                <a:path w="50101" h="67506">
                  <a:moveTo>
                    <a:pt x="0" y="10470"/>
                  </a:moveTo>
                  <a:lnTo>
                    <a:pt x="17531" y="0"/>
                  </a:lnTo>
                  <a:lnTo>
                    <a:pt x="50101" y="57485"/>
                  </a:lnTo>
                  <a:lnTo>
                    <a:pt x="33081" y="67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085476" y="4862389"/>
              <a:ext cx="43337" cy="58057"/>
            </a:xfrm>
            <a:custGeom>
              <a:avLst/>
              <a:pathLst>
                <a:path w="43337" h="58057">
                  <a:moveTo>
                    <a:pt x="16767" y="0"/>
                  </a:moveTo>
                  <a:lnTo>
                    <a:pt x="43337" y="44975"/>
                  </a:lnTo>
                  <a:lnTo>
                    <a:pt x="28232" y="58057"/>
                  </a:lnTo>
                  <a:lnTo>
                    <a:pt x="0" y="10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4942350" y="4868198"/>
              <a:ext cx="66146" cy="50397"/>
            </a:xfrm>
            <a:custGeom>
              <a:avLst/>
              <a:pathLst>
                <a:path w="66146" h="50397">
                  <a:moveTo>
                    <a:pt x="0" y="33701"/>
                  </a:moveTo>
                  <a:lnTo>
                    <a:pt x="56201" y="0"/>
                  </a:lnTo>
                  <a:lnTo>
                    <a:pt x="66146" y="16897"/>
                  </a:lnTo>
                  <a:lnTo>
                    <a:pt x="9551" y="50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875995" y="4959158"/>
              <a:ext cx="54693" cy="73441"/>
            </a:xfrm>
            <a:custGeom>
              <a:avLst/>
              <a:pathLst>
                <a:path w="54693" h="73441">
                  <a:moveTo>
                    <a:pt x="0" y="9941"/>
                  </a:moveTo>
                  <a:lnTo>
                    <a:pt x="17324" y="0"/>
                  </a:lnTo>
                  <a:lnTo>
                    <a:pt x="54693" y="62832"/>
                  </a:lnTo>
                  <a:lnTo>
                    <a:pt x="36736" y="73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879364" y="4874608"/>
              <a:ext cx="49426" cy="67475"/>
            </a:xfrm>
            <a:custGeom>
              <a:avLst/>
              <a:pathLst>
                <a:path w="49426" h="67475">
                  <a:moveTo>
                    <a:pt x="0" y="9997"/>
                  </a:moveTo>
                  <a:lnTo>
                    <a:pt x="16407" y="0"/>
                  </a:lnTo>
                  <a:lnTo>
                    <a:pt x="49426" y="57209"/>
                  </a:lnTo>
                  <a:lnTo>
                    <a:pt x="32242" y="6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380538" y="4652916"/>
              <a:ext cx="30578" cy="32658"/>
            </a:xfrm>
            <a:custGeom>
              <a:avLst/>
              <a:pathLst>
                <a:path w="30578" h="32658">
                  <a:moveTo>
                    <a:pt x="22077" y="27568"/>
                  </a:moveTo>
                  <a:lnTo>
                    <a:pt x="13577" y="32658"/>
                  </a:lnTo>
                  <a:lnTo>
                    <a:pt x="6511" y="20876"/>
                  </a:lnTo>
                  <a:lnTo>
                    <a:pt x="5456" y="19117"/>
                  </a:lnTo>
                  <a:lnTo>
                    <a:pt x="0" y="10020"/>
                  </a:lnTo>
                  <a:lnTo>
                    <a:pt x="3906" y="7790"/>
                  </a:lnTo>
                  <a:lnTo>
                    <a:pt x="6252" y="6450"/>
                  </a:lnTo>
                  <a:lnTo>
                    <a:pt x="11901" y="3225"/>
                  </a:lnTo>
                  <a:lnTo>
                    <a:pt x="17550" y="0"/>
                  </a:lnTo>
                  <a:lnTo>
                    <a:pt x="22914" y="9256"/>
                  </a:lnTo>
                  <a:lnTo>
                    <a:pt x="24110" y="11318"/>
                  </a:lnTo>
                  <a:lnTo>
                    <a:pt x="30578" y="22478"/>
                  </a:lnTo>
                  <a:lnTo>
                    <a:pt x="23967" y="26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00230" y="4911771"/>
              <a:ext cx="39320" cy="33431"/>
            </a:xfrm>
            <a:custGeom>
              <a:avLst/>
              <a:pathLst>
                <a:path w="39320" h="33431">
                  <a:moveTo>
                    <a:pt x="0" y="17143"/>
                  </a:moveTo>
                  <a:lnTo>
                    <a:pt x="30387" y="0"/>
                  </a:lnTo>
                  <a:lnTo>
                    <a:pt x="39320" y="15818"/>
                  </a:lnTo>
                  <a:lnTo>
                    <a:pt x="8658" y="33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4969267" y="4939254"/>
              <a:ext cx="18699" cy="19076"/>
            </a:xfrm>
            <a:custGeom>
              <a:avLst/>
              <a:pathLst>
                <a:path w="18699" h="19076">
                  <a:moveTo>
                    <a:pt x="0" y="7293"/>
                  </a:moveTo>
                  <a:lnTo>
                    <a:pt x="11688" y="0"/>
                  </a:lnTo>
                  <a:lnTo>
                    <a:pt x="18699" y="11783"/>
                  </a:lnTo>
                  <a:lnTo>
                    <a:pt x="6896" y="19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4941335" y="4979628"/>
              <a:ext cx="27795" cy="29523"/>
            </a:xfrm>
            <a:custGeom>
              <a:avLst/>
              <a:pathLst>
                <a:path w="27795" h="29523">
                  <a:moveTo>
                    <a:pt x="0" y="9746"/>
                  </a:moveTo>
                  <a:lnTo>
                    <a:pt x="16523" y="0"/>
                  </a:lnTo>
                  <a:lnTo>
                    <a:pt x="27795" y="19827"/>
                  </a:lnTo>
                  <a:lnTo>
                    <a:pt x="11552" y="29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053867" y="4856708"/>
              <a:ext cx="25076" cy="26332"/>
            </a:xfrm>
            <a:custGeom>
              <a:avLst/>
              <a:pathLst>
                <a:path w="25076" h="26332">
                  <a:moveTo>
                    <a:pt x="0" y="8948"/>
                  </a:moveTo>
                  <a:lnTo>
                    <a:pt x="15527" y="0"/>
                  </a:lnTo>
                  <a:lnTo>
                    <a:pt x="25076" y="15996"/>
                  </a:lnTo>
                  <a:lnTo>
                    <a:pt x="18613" y="21315"/>
                  </a:lnTo>
                  <a:lnTo>
                    <a:pt x="9708" y="2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029031" y="4866584"/>
              <a:ext cx="32803" cy="31095"/>
            </a:xfrm>
            <a:custGeom>
              <a:avLst/>
              <a:pathLst>
                <a:path w="32803" h="31095">
                  <a:moveTo>
                    <a:pt x="0" y="13415"/>
                  </a:moveTo>
                  <a:lnTo>
                    <a:pt x="23024" y="0"/>
                  </a:lnTo>
                  <a:lnTo>
                    <a:pt x="32803" y="17941"/>
                  </a:lnTo>
                  <a:lnTo>
                    <a:pt x="10221" y="31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03200" y="4917384"/>
              <a:ext cx="79873" cy="73614"/>
            </a:xfrm>
            <a:custGeom>
              <a:avLst/>
              <a:pathLst>
                <a:path w="79873" h="73614">
                  <a:moveTo>
                    <a:pt x="22673" y="73614"/>
                  </a:moveTo>
                  <a:lnTo>
                    <a:pt x="0" y="32722"/>
                  </a:lnTo>
                  <a:lnTo>
                    <a:pt x="55741" y="0"/>
                  </a:lnTo>
                  <a:lnTo>
                    <a:pt x="79873" y="28753"/>
                  </a:lnTo>
                  <a:lnTo>
                    <a:pt x="35613" y="65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037384" y="4812767"/>
              <a:ext cx="19175" cy="22361"/>
            </a:xfrm>
            <a:custGeom>
              <a:avLst/>
              <a:pathLst>
                <a:path w="19175" h="22361">
                  <a:moveTo>
                    <a:pt x="19175" y="16872"/>
                  </a:moveTo>
                  <a:lnTo>
                    <a:pt x="10048" y="22361"/>
                  </a:lnTo>
                  <a:lnTo>
                    <a:pt x="6267" y="15999"/>
                  </a:lnTo>
                  <a:lnTo>
                    <a:pt x="3911" y="12035"/>
                  </a:lnTo>
                  <a:lnTo>
                    <a:pt x="0" y="5454"/>
                  </a:lnTo>
                  <a:lnTo>
                    <a:pt x="9242" y="0"/>
                  </a:lnTo>
                  <a:lnTo>
                    <a:pt x="13157" y="6651"/>
                  </a:lnTo>
                  <a:lnTo>
                    <a:pt x="15362" y="10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070329" y="4789844"/>
              <a:ext cx="20874" cy="18035"/>
            </a:xfrm>
            <a:custGeom>
              <a:avLst/>
              <a:pathLst>
                <a:path w="20874" h="18035">
                  <a:moveTo>
                    <a:pt x="20874" y="9070"/>
                  </a:moveTo>
                  <a:lnTo>
                    <a:pt x="5203" y="18035"/>
                  </a:lnTo>
                  <a:lnTo>
                    <a:pt x="4665" y="17119"/>
                  </a:lnTo>
                  <a:lnTo>
                    <a:pt x="174" y="9473"/>
                  </a:lnTo>
                  <a:lnTo>
                    <a:pt x="0" y="9176"/>
                  </a:lnTo>
                  <a:lnTo>
                    <a:pt x="1168" y="8483"/>
                  </a:lnTo>
                  <a:lnTo>
                    <a:pt x="15479" y="0"/>
                  </a:lnTo>
                  <a:lnTo>
                    <a:pt x="16005" y="884"/>
                  </a:lnTo>
                  <a:lnTo>
                    <a:pt x="20158" y="7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4930852" y="4876696"/>
              <a:ext cx="18675" cy="22196"/>
            </a:xfrm>
            <a:custGeom>
              <a:avLst/>
              <a:pathLst>
                <a:path w="18675" h="22196">
                  <a:moveTo>
                    <a:pt x="0" y="5018"/>
                  </a:moveTo>
                  <a:lnTo>
                    <a:pt x="8461" y="0"/>
                  </a:lnTo>
                  <a:lnTo>
                    <a:pt x="18675" y="17411"/>
                  </a:lnTo>
                  <a:lnTo>
                    <a:pt x="10315" y="22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27267" y="5001861"/>
              <a:ext cx="23444" cy="19016"/>
            </a:xfrm>
            <a:custGeom>
              <a:avLst/>
              <a:pathLst>
                <a:path w="23444" h="19016">
                  <a:moveTo>
                    <a:pt x="0" y="10465"/>
                  </a:moveTo>
                  <a:lnTo>
                    <a:pt x="17872" y="0"/>
                  </a:lnTo>
                  <a:lnTo>
                    <a:pt x="23444" y="8704"/>
                  </a:lnTo>
                  <a:lnTo>
                    <a:pt x="5135" y="19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27036" y="4940962"/>
              <a:ext cx="47479" cy="53276"/>
            </a:xfrm>
            <a:custGeom>
              <a:avLst/>
              <a:pathLst>
                <a:path w="47479" h="53276">
                  <a:moveTo>
                    <a:pt x="28074" y="0"/>
                  </a:moveTo>
                  <a:lnTo>
                    <a:pt x="47479" y="13805"/>
                  </a:lnTo>
                  <a:lnTo>
                    <a:pt x="18074" y="53276"/>
                  </a:lnTo>
                  <a:lnTo>
                    <a:pt x="0" y="405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670587" y="4923578"/>
              <a:ext cx="64339" cy="55065"/>
            </a:xfrm>
            <a:custGeom>
              <a:avLst/>
              <a:pathLst>
                <a:path w="64339" h="55065">
                  <a:moveTo>
                    <a:pt x="51323" y="55065"/>
                  </a:moveTo>
                  <a:lnTo>
                    <a:pt x="0" y="17527"/>
                  </a:lnTo>
                  <a:lnTo>
                    <a:pt x="12948" y="0"/>
                  </a:lnTo>
                  <a:lnTo>
                    <a:pt x="64339" y="37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686571" y="4901979"/>
              <a:ext cx="64069" cy="55134"/>
            </a:xfrm>
            <a:custGeom>
              <a:avLst/>
              <a:pathLst>
                <a:path w="64069" h="55134">
                  <a:moveTo>
                    <a:pt x="12813" y="0"/>
                  </a:moveTo>
                  <a:lnTo>
                    <a:pt x="64069" y="36986"/>
                  </a:lnTo>
                  <a:lnTo>
                    <a:pt x="51727" y="55134"/>
                  </a:lnTo>
                  <a:lnTo>
                    <a:pt x="0" y="18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649747" y="4886945"/>
              <a:ext cx="45793" cy="52089"/>
            </a:xfrm>
            <a:custGeom>
              <a:avLst/>
              <a:pathLst>
                <a:path w="45793" h="52089">
                  <a:moveTo>
                    <a:pt x="28035" y="0"/>
                  </a:moveTo>
                  <a:lnTo>
                    <a:pt x="45793" y="12618"/>
                  </a:lnTo>
                  <a:lnTo>
                    <a:pt x="17602" y="52089"/>
                  </a:lnTo>
                  <a:lnTo>
                    <a:pt x="0" y="39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91182" y="2195226"/>
              <a:ext cx="51395" cy="43188"/>
            </a:xfrm>
            <a:custGeom>
              <a:avLst/>
              <a:pathLst>
                <a:path w="51395" h="43188">
                  <a:moveTo>
                    <a:pt x="15960" y="14218"/>
                  </a:moveTo>
                  <a:lnTo>
                    <a:pt x="41026" y="0"/>
                  </a:lnTo>
                  <a:lnTo>
                    <a:pt x="51395" y="18415"/>
                  </a:lnTo>
                  <a:lnTo>
                    <a:pt x="10363" y="43188"/>
                  </a:lnTo>
                  <a:lnTo>
                    <a:pt x="0" y="24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59493" y="2088998"/>
              <a:ext cx="54870" cy="45685"/>
            </a:xfrm>
            <a:custGeom>
              <a:avLst/>
              <a:pathLst>
                <a:path w="54870" h="45685">
                  <a:moveTo>
                    <a:pt x="0" y="25567"/>
                  </a:moveTo>
                  <a:lnTo>
                    <a:pt x="42211" y="0"/>
                  </a:lnTo>
                  <a:lnTo>
                    <a:pt x="54870" y="20155"/>
                  </a:lnTo>
                  <a:lnTo>
                    <a:pt x="11955" y="45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502840" y="2017039"/>
              <a:ext cx="42136" cy="51419"/>
            </a:xfrm>
            <a:custGeom>
              <a:avLst/>
              <a:pathLst>
                <a:path w="42136" h="51419">
                  <a:moveTo>
                    <a:pt x="24098" y="51419"/>
                  </a:moveTo>
                  <a:lnTo>
                    <a:pt x="0" y="9866"/>
                  </a:lnTo>
                  <a:lnTo>
                    <a:pt x="18004" y="0"/>
                  </a:lnTo>
                  <a:lnTo>
                    <a:pt x="42136" y="407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43174" y="2020040"/>
              <a:ext cx="42805" cy="52419"/>
            </a:xfrm>
            <a:custGeom>
              <a:avLst/>
              <a:pathLst>
                <a:path w="42805" h="52419">
                  <a:moveTo>
                    <a:pt x="24198" y="52419"/>
                  </a:moveTo>
                  <a:lnTo>
                    <a:pt x="0" y="11270"/>
                  </a:lnTo>
                  <a:lnTo>
                    <a:pt x="18189" y="0"/>
                  </a:lnTo>
                  <a:lnTo>
                    <a:pt x="42805" y="41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78542" y="2022922"/>
              <a:ext cx="52014" cy="44171"/>
            </a:xfrm>
            <a:custGeom>
              <a:avLst/>
              <a:pathLst>
                <a:path w="52014" h="44171">
                  <a:moveTo>
                    <a:pt x="11145" y="44171"/>
                  </a:moveTo>
                  <a:lnTo>
                    <a:pt x="0" y="23881"/>
                  </a:lnTo>
                  <a:lnTo>
                    <a:pt x="40711" y="0"/>
                  </a:lnTo>
                  <a:lnTo>
                    <a:pt x="52014" y="197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41696" y="2027898"/>
              <a:ext cx="43555" cy="53075"/>
            </a:xfrm>
            <a:custGeom>
              <a:avLst/>
              <a:pathLst>
                <a:path w="43555" h="53075">
                  <a:moveTo>
                    <a:pt x="24486" y="53075"/>
                  </a:moveTo>
                  <a:lnTo>
                    <a:pt x="0" y="10310"/>
                  </a:lnTo>
                  <a:lnTo>
                    <a:pt x="18802" y="0"/>
                  </a:lnTo>
                  <a:lnTo>
                    <a:pt x="43555" y="42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79524" y="2029252"/>
              <a:ext cx="42874" cy="52806"/>
            </a:xfrm>
            <a:custGeom>
              <a:avLst/>
              <a:pathLst>
                <a:path w="42874" h="52806">
                  <a:moveTo>
                    <a:pt x="21178" y="47309"/>
                  </a:moveTo>
                  <a:lnTo>
                    <a:pt x="0" y="10396"/>
                  </a:lnTo>
                  <a:lnTo>
                    <a:pt x="18690" y="0"/>
                  </a:lnTo>
                  <a:lnTo>
                    <a:pt x="31686" y="22857"/>
                  </a:lnTo>
                  <a:lnTo>
                    <a:pt x="42874" y="41729"/>
                  </a:lnTo>
                  <a:lnTo>
                    <a:pt x="24720" y="52806"/>
                  </a:lnTo>
                  <a:lnTo>
                    <a:pt x="21367" y="47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81300" y="2033283"/>
              <a:ext cx="42584" cy="52736"/>
            </a:xfrm>
            <a:custGeom>
              <a:avLst/>
              <a:pathLst>
                <a:path w="42584" h="52736">
                  <a:moveTo>
                    <a:pt x="0" y="10132"/>
                  </a:moveTo>
                  <a:lnTo>
                    <a:pt x="18867" y="0"/>
                  </a:lnTo>
                  <a:lnTo>
                    <a:pt x="42584" y="41747"/>
                  </a:lnTo>
                  <a:lnTo>
                    <a:pt x="24749" y="52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419210" y="2035398"/>
              <a:ext cx="42378" cy="51725"/>
            </a:xfrm>
            <a:custGeom>
              <a:avLst/>
              <a:pathLst>
                <a:path w="42378" h="51725">
                  <a:moveTo>
                    <a:pt x="23874" y="51725"/>
                  </a:moveTo>
                  <a:lnTo>
                    <a:pt x="0" y="10589"/>
                  </a:lnTo>
                  <a:lnTo>
                    <a:pt x="17965" y="0"/>
                  </a:lnTo>
                  <a:lnTo>
                    <a:pt x="42378" y="397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23934" y="1944485"/>
              <a:ext cx="42713" cy="51801"/>
            </a:xfrm>
            <a:custGeom>
              <a:avLst/>
              <a:pathLst>
                <a:path w="42713" h="51801">
                  <a:moveTo>
                    <a:pt x="0" y="10571"/>
                  </a:moveTo>
                  <a:lnTo>
                    <a:pt x="18207" y="0"/>
                  </a:lnTo>
                  <a:lnTo>
                    <a:pt x="42713" y="41393"/>
                  </a:lnTo>
                  <a:lnTo>
                    <a:pt x="24166" y="51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24941" y="1946865"/>
              <a:ext cx="42943" cy="53225"/>
            </a:xfrm>
            <a:custGeom>
              <a:avLst/>
              <a:pathLst>
                <a:path w="42943" h="53225">
                  <a:moveTo>
                    <a:pt x="0" y="11091"/>
                  </a:moveTo>
                  <a:lnTo>
                    <a:pt x="19029" y="0"/>
                  </a:lnTo>
                  <a:lnTo>
                    <a:pt x="42943" y="42923"/>
                  </a:lnTo>
                  <a:lnTo>
                    <a:pt x="24298" y="53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63409" y="1949068"/>
              <a:ext cx="42488" cy="52945"/>
            </a:xfrm>
            <a:custGeom>
              <a:avLst/>
              <a:pathLst>
                <a:path w="42488" h="52945">
                  <a:moveTo>
                    <a:pt x="24383" y="52945"/>
                  </a:moveTo>
                  <a:lnTo>
                    <a:pt x="0" y="10737"/>
                  </a:lnTo>
                  <a:lnTo>
                    <a:pt x="17645" y="0"/>
                  </a:lnTo>
                  <a:lnTo>
                    <a:pt x="42488" y="415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331040" y="1961386"/>
              <a:ext cx="100669" cy="100712"/>
            </a:xfrm>
            <a:custGeom>
              <a:avLst/>
              <a:pathLst>
                <a:path w="100669" h="100712">
                  <a:moveTo>
                    <a:pt x="0" y="36410"/>
                  </a:moveTo>
                  <a:lnTo>
                    <a:pt x="61251" y="0"/>
                  </a:lnTo>
                  <a:lnTo>
                    <a:pt x="100669" y="62133"/>
                  </a:lnTo>
                  <a:lnTo>
                    <a:pt x="36370" y="100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30194" y="2063208"/>
              <a:ext cx="42716" cy="52543"/>
            </a:xfrm>
            <a:custGeom>
              <a:avLst/>
              <a:pathLst>
                <a:path w="42716" h="52543">
                  <a:moveTo>
                    <a:pt x="0" y="10856"/>
                  </a:moveTo>
                  <a:lnTo>
                    <a:pt x="17991" y="0"/>
                  </a:lnTo>
                  <a:lnTo>
                    <a:pt x="42716" y="42124"/>
                  </a:lnTo>
                  <a:lnTo>
                    <a:pt x="24532" y="52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514966" y="1880541"/>
              <a:ext cx="19970" cy="15793"/>
            </a:xfrm>
            <a:custGeom>
              <a:avLst/>
              <a:pathLst>
                <a:path w="19970" h="15793">
                  <a:moveTo>
                    <a:pt x="0" y="9101"/>
                  </a:moveTo>
                  <a:lnTo>
                    <a:pt x="17180" y="0"/>
                  </a:lnTo>
                  <a:lnTo>
                    <a:pt x="19970" y="6335"/>
                  </a:lnTo>
                  <a:lnTo>
                    <a:pt x="2964" y="157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46683" y="2067211"/>
              <a:ext cx="54431" cy="46254"/>
            </a:xfrm>
            <a:custGeom>
              <a:avLst/>
              <a:pathLst>
                <a:path w="54431" h="46254">
                  <a:moveTo>
                    <a:pt x="46450" y="7371"/>
                  </a:moveTo>
                  <a:lnTo>
                    <a:pt x="49000" y="11572"/>
                  </a:lnTo>
                  <a:lnTo>
                    <a:pt x="54431" y="20837"/>
                  </a:lnTo>
                  <a:lnTo>
                    <a:pt x="12575" y="46254"/>
                  </a:lnTo>
                  <a:lnTo>
                    <a:pt x="8399" y="39084"/>
                  </a:lnTo>
                  <a:lnTo>
                    <a:pt x="5020" y="32799"/>
                  </a:lnTo>
                  <a:lnTo>
                    <a:pt x="0" y="24654"/>
                  </a:lnTo>
                  <a:lnTo>
                    <a:pt x="4222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9" y="2330168"/>
              <a:ext cx="52247" cy="42561"/>
            </a:xfrm>
            <a:custGeom>
              <a:avLst/>
              <a:pathLst>
                <a:path w="52247" h="42561">
                  <a:moveTo>
                    <a:pt x="10618" y="42561"/>
                  </a:moveTo>
                  <a:lnTo>
                    <a:pt x="0" y="23989"/>
                  </a:lnTo>
                  <a:lnTo>
                    <a:pt x="41122" y="0"/>
                  </a:lnTo>
                  <a:lnTo>
                    <a:pt x="52247" y="19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84335" y="2345134"/>
              <a:ext cx="42923" cy="53083"/>
            </a:xfrm>
            <a:custGeom>
              <a:avLst/>
              <a:pathLst>
                <a:path w="42923" h="53083">
                  <a:moveTo>
                    <a:pt x="42923" y="42754"/>
                  </a:moveTo>
                  <a:lnTo>
                    <a:pt x="23692" y="53083"/>
                  </a:lnTo>
                  <a:lnTo>
                    <a:pt x="0" y="10326"/>
                  </a:lnTo>
                  <a:lnTo>
                    <a:pt x="179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9110" y="1983642"/>
              <a:ext cx="54588" cy="45407"/>
            </a:xfrm>
            <a:custGeom>
              <a:avLst/>
              <a:pathLst>
                <a:path w="54588" h="45407">
                  <a:moveTo>
                    <a:pt x="0" y="25672"/>
                  </a:moveTo>
                  <a:lnTo>
                    <a:pt x="41603" y="872"/>
                  </a:lnTo>
                  <a:lnTo>
                    <a:pt x="43066" y="0"/>
                  </a:lnTo>
                  <a:lnTo>
                    <a:pt x="54588" y="19120"/>
                  </a:lnTo>
                  <a:lnTo>
                    <a:pt x="11333" y="45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56439" y="2039497"/>
              <a:ext cx="53303" cy="43363"/>
            </a:xfrm>
            <a:custGeom>
              <a:avLst/>
              <a:pathLst>
                <a:path w="53303" h="43363">
                  <a:moveTo>
                    <a:pt x="0" y="24126"/>
                  </a:moveTo>
                  <a:lnTo>
                    <a:pt x="42160" y="0"/>
                  </a:lnTo>
                  <a:lnTo>
                    <a:pt x="53303" y="19117"/>
                  </a:lnTo>
                  <a:lnTo>
                    <a:pt x="10816" y="43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91758" y="2068971"/>
              <a:ext cx="42667" cy="52815"/>
            </a:xfrm>
            <a:custGeom>
              <a:avLst/>
              <a:pathLst>
                <a:path w="42667" h="52815">
                  <a:moveTo>
                    <a:pt x="0" y="11193"/>
                  </a:moveTo>
                  <a:lnTo>
                    <a:pt x="19311" y="0"/>
                  </a:lnTo>
                  <a:lnTo>
                    <a:pt x="42667" y="41452"/>
                  </a:lnTo>
                  <a:lnTo>
                    <a:pt x="23553" y="52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70055" y="2076608"/>
              <a:ext cx="44443" cy="53270"/>
            </a:xfrm>
            <a:custGeom>
              <a:avLst/>
              <a:pathLst>
                <a:path w="44443" h="53270">
                  <a:moveTo>
                    <a:pt x="19220" y="0"/>
                  </a:moveTo>
                  <a:lnTo>
                    <a:pt x="44443" y="41750"/>
                  </a:lnTo>
                  <a:lnTo>
                    <a:pt x="24740" y="53270"/>
                  </a:lnTo>
                  <a:lnTo>
                    <a:pt x="24613" y="53054"/>
                  </a:lnTo>
                  <a:lnTo>
                    <a:pt x="0" y="1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0889" y="2395267"/>
              <a:ext cx="43366" cy="52757"/>
            </a:xfrm>
            <a:custGeom>
              <a:avLst/>
              <a:pathLst>
                <a:path w="43366" h="52757">
                  <a:moveTo>
                    <a:pt x="24795" y="52757"/>
                  </a:moveTo>
                  <a:lnTo>
                    <a:pt x="0" y="11195"/>
                  </a:lnTo>
                  <a:lnTo>
                    <a:pt x="19150" y="0"/>
                  </a:lnTo>
                  <a:lnTo>
                    <a:pt x="43366" y="4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0642" y="2399848"/>
              <a:ext cx="44729" cy="53350"/>
            </a:xfrm>
            <a:custGeom>
              <a:avLst/>
              <a:pathLst>
                <a:path w="44729" h="53350">
                  <a:moveTo>
                    <a:pt x="0" y="11448"/>
                  </a:moveTo>
                  <a:lnTo>
                    <a:pt x="19888" y="0"/>
                  </a:lnTo>
                  <a:lnTo>
                    <a:pt x="44729" y="41862"/>
                  </a:lnTo>
                  <a:lnTo>
                    <a:pt x="43131" y="42939"/>
                  </a:lnTo>
                  <a:lnTo>
                    <a:pt x="24669" y="53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28121" y="2409451"/>
              <a:ext cx="44118" cy="52592"/>
            </a:xfrm>
            <a:custGeom>
              <a:avLst/>
              <a:pathLst>
                <a:path w="44118" h="52592">
                  <a:moveTo>
                    <a:pt x="0" y="11219"/>
                  </a:moveTo>
                  <a:lnTo>
                    <a:pt x="17927" y="785"/>
                  </a:lnTo>
                  <a:lnTo>
                    <a:pt x="19277" y="0"/>
                  </a:lnTo>
                  <a:lnTo>
                    <a:pt x="44118" y="41517"/>
                  </a:lnTo>
                  <a:lnTo>
                    <a:pt x="24140" y="5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7524" y="2120445"/>
              <a:ext cx="43419" cy="53452"/>
            </a:xfrm>
            <a:custGeom>
              <a:avLst/>
              <a:pathLst>
                <a:path w="43419" h="53452">
                  <a:moveTo>
                    <a:pt x="23955" y="53452"/>
                  </a:moveTo>
                  <a:lnTo>
                    <a:pt x="0" y="10695"/>
                  </a:lnTo>
                  <a:lnTo>
                    <a:pt x="19136" y="0"/>
                  </a:lnTo>
                  <a:lnTo>
                    <a:pt x="43419" y="41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98141" y="2124899"/>
              <a:ext cx="43707" cy="52352"/>
            </a:xfrm>
            <a:custGeom>
              <a:avLst/>
              <a:pathLst>
                <a:path w="43707" h="52352">
                  <a:moveTo>
                    <a:pt x="0" y="11010"/>
                  </a:moveTo>
                  <a:lnTo>
                    <a:pt x="19140" y="0"/>
                  </a:lnTo>
                  <a:lnTo>
                    <a:pt x="43707" y="41029"/>
                  </a:lnTo>
                  <a:lnTo>
                    <a:pt x="24293" y="5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181" y="2129098"/>
              <a:ext cx="53510" cy="44638"/>
            </a:xfrm>
            <a:custGeom>
              <a:avLst/>
              <a:pathLst>
                <a:path w="53510" h="44638">
                  <a:moveTo>
                    <a:pt x="0" y="25265"/>
                  </a:moveTo>
                  <a:lnTo>
                    <a:pt x="42607" y="0"/>
                  </a:lnTo>
                  <a:lnTo>
                    <a:pt x="53510" y="18861"/>
                  </a:lnTo>
                  <a:lnTo>
                    <a:pt x="11054" y="44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2289" y="2264516"/>
              <a:ext cx="43460" cy="53674"/>
            </a:xfrm>
            <a:custGeom>
              <a:avLst/>
              <a:pathLst>
                <a:path w="43460" h="53674">
                  <a:moveTo>
                    <a:pt x="23883" y="53674"/>
                  </a:moveTo>
                  <a:lnTo>
                    <a:pt x="0" y="10718"/>
                  </a:lnTo>
                  <a:lnTo>
                    <a:pt x="18064" y="0"/>
                  </a:lnTo>
                  <a:lnTo>
                    <a:pt x="43460" y="4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3359" y="2269337"/>
              <a:ext cx="42896" cy="52396"/>
            </a:xfrm>
            <a:custGeom>
              <a:avLst/>
              <a:pathLst>
                <a:path w="42896" h="52396">
                  <a:moveTo>
                    <a:pt x="0" y="11327"/>
                  </a:moveTo>
                  <a:lnTo>
                    <a:pt x="18657" y="0"/>
                  </a:lnTo>
                  <a:lnTo>
                    <a:pt x="42896" y="41430"/>
                  </a:lnTo>
                  <a:lnTo>
                    <a:pt x="24041" y="52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19430" y="2274815"/>
              <a:ext cx="52147" cy="43540"/>
            </a:xfrm>
            <a:custGeom>
              <a:avLst/>
              <a:pathLst>
                <a:path w="52147" h="43540">
                  <a:moveTo>
                    <a:pt x="52147" y="19091"/>
                  </a:moveTo>
                  <a:lnTo>
                    <a:pt x="10369" y="43540"/>
                  </a:lnTo>
                  <a:lnTo>
                    <a:pt x="0" y="24547"/>
                  </a:lnTo>
                  <a:lnTo>
                    <a:pt x="414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3091" y="2245917"/>
              <a:ext cx="53503" cy="43702"/>
            </a:xfrm>
            <a:custGeom>
              <a:avLst/>
              <a:pathLst>
                <a:path w="53503" h="43702">
                  <a:moveTo>
                    <a:pt x="782" y="25391"/>
                  </a:moveTo>
                  <a:lnTo>
                    <a:pt x="0" y="24036"/>
                  </a:lnTo>
                  <a:lnTo>
                    <a:pt x="41701" y="0"/>
                  </a:lnTo>
                  <a:lnTo>
                    <a:pt x="53503" y="19206"/>
                  </a:lnTo>
                  <a:lnTo>
                    <a:pt x="11352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6294" y="2250115"/>
              <a:ext cx="43315" cy="53465"/>
            </a:xfrm>
            <a:custGeom>
              <a:avLst/>
              <a:pathLst>
                <a:path w="43315" h="53465">
                  <a:moveTo>
                    <a:pt x="0" y="11573"/>
                  </a:moveTo>
                  <a:lnTo>
                    <a:pt x="19289" y="0"/>
                  </a:lnTo>
                  <a:lnTo>
                    <a:pt x="43315" y="41661"/>
                  </a:lnTo>
                  <a:lnTo>
                    <a:pt x="24284" y="53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5614" y="2255513"/>
              <a:ext cx="43346" cy="52679"/>
            </a:xfrm>
            <a:custGeom>
              <a:avLst/>
              <a:pathLst>
                <a:path w="43346" h="52679">
                  <a:moveTo>
                    <a:pt x="0" y="11183"/>
                  </a:moveTo>
                  <a:lnTo>
                    <a:pt x="18492" y="0"/>
                  </a:lnTo>
                  <a:lnTo>
                    <a:pt x="43346" y="41730"/>
                  </a:lnTo>
                  <a:lnTo>
                    <a:pt x="24721" y="52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976" y="2101862"/>
              <a:ext cx="51692" cy="43106"/>
            </a:xfrm>
            <a:custGeom>
              <a:avLst/>
              <a:pathLst>
                <a:path w="51692" h="43106">
                  <a:moveTo>
                    <a:pt x="51692" y="19097"/>
                  </a:moveTo>
                  <a:lnTo>
                    <a:pt x="10342" y="43106"/>
                  </a:lnTo>
                  <a:lnTo>
                    <a:pt x="0" y="24358"/>
                  </a:lnTo>
                  <a:lnTo>
                    <a:pt x="404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82424" y="2106914"/>
              <a:ext cx="41744" cy="51493"/>
            </a:xfrm>
            <a:custGeom>
              <a:avLst/>
              <a:pathLst>
                <a:path w="41744" h="51493">
                  <a:moveTo>
                    <a:pt x="23406" y="51493"/>
                  </a:moveTo>
                  <a:lnTo>
                    <a:pt x="0" y="10148"/>
                  </a:lnTo>
                  <a:lnTo>
                    <a:pt x="18107" y="0"/>
                  </a:lnTo>
                  <a:lnTo>
                    <a:pt x="41744" y="4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21365" y="2111472"/>
              <a:ext cx="42229" cy="51793"/>
            </a:xfrm>
            <a:custGeom>
              <a:avLst/>
              <a:pathLst>
                <a:path w="42229" h="51793">
                  <a:moveTo>
                    <a:pt x="23992" y="51793"/>
                  </a:moveTo>
                  <a:lnTo>
                    <a:pt x="0" y="10692"/>
                  </a:lnTo>
                  <a:lnTo>
                    <a:pt x="18643" y="0"/>
                  </a:lnTo>
                  <a:lnTo>
                    <a:pt x="42229" y="41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0743" y="2153106"/>
              <a:ext cx="43515" cy="52510"/>
            </a:xfrm>
            <a:custGeom>
              <a:avLst/>
              <a:pathLst>
                <a:path w="43515" h="52510">
                  <a:moveTo>
                    <a:pt x="43515" y="41772"/>
                  </a:moveTo>
                  <a:lnTo>
                    <a:pt x="25638" y="52510"/>
                  </a:lnTo>
                  <a:lnTo>
                    <a:pt x="0" y="10997"/>
                  </a:lnTo>
                  <a:lnTo>
                    <a:pt x="188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24661" y="2156852"/>
              <a:ext cx="52773" cy="43306"/>
            </a:xfrm>
            <a:custGeom>
              <a:avLst/>
              <a:pathLst>
                <a:path w="52773" h="43306">
                  <a:moveTo>
                    <a:pt x="11520" y="43306"/>
                  </a:moveTo>
                  <a:lnTo>
                    <a:pt x="0" y="24258"/>
                  </a:lnTo>
                  <a:lnTo>
                    <a:pt x="41603" y="0"/>
                  </a:lnTo>
                  <a:lnTo>
                    <a:pt x="52773" y="19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1220" y="2157033"/>
              <a:ext cx="43668" cy="52745"/>
            </a:xfrm>
            <a:custGeom>
              <a:avLst/>
              <a:pathLst>
                <a:path w="43668" h="52745">
                  <a:moveTo>
                    <a:pt x="24672" y="52745"/>
                  </a:moveTo>
                  <a:lnTo>
                    <a:pt x="7940" y="24320"/>
                  </a:lnTo>
                  <a:lnTo>
                    <a:pt x="0" y="11270"/>
                  </a:lnTo>
                  <a:lnTo>
                    <a:pt x="18715" y="0"/>
                  </a:lnTo>
                  <a:lnTo>
                    <a:pt x="43668" y="42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8150" y="2166676"/>
              <a:ext cx="43361" cy="52982"/>
            </a:xfrm>
            <a:custGeom>
              <a:avLst/>
              <a:pathLst>
                <a:path w="43361" h="52982">
                  <a:moveTo>
                    <a:pt x="24447" y="52982"/>
                  </a:moveTo>
                  <a:lnTo>
                    <a:pt x="0" y="11137"/>
                  </a:lnTo>
                  <a:lnTo>
                    <a:pt x="18680" y="0"/>
                  </a:lnTo>
                  <a:lnTo>
                    <a:pt x="43361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7924" y="2172240"/>
              <a:ext cx="42758" cy="52731"/>
            </a:xfrm>
            <a:custGeom>
              <a:avLst/>
              <a:pathLst>
                <a:path w="42758" h="52731">
                  <a:moveTo>
                    <a:pt x="24183" y="52731"/>
                  </a:moveTo>
                  <a:lnTo>
                    <a:pt x="0" y="10765"/>
                  </a:lnTo>
                  <a:lnTo>
                    <a:pt x="18254" y="0"/>
                  </a:lnTo>
                  <a:lnTo>
                    <a:pt x="42758" y="4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41574" y="2184474"/>
              <a:ext cx="54227" cy="45184"/>
            </a:xfrm>
            <a:custGeom>
              <a:avLst/>
              <a:pathLst>
                <a:path w="54227" h="45184">
                  <a:moveTo>
                    <a:pt x="294" y="25429"/>
                  </a:moveTo>
                  <a:lnTo>
                    <a:pt x="0" y="24985"/>
                  </a:lnTo>
                  <a:lnTo>
                    <a:pt x="42313" y="0"/>
                  </a:lnTo>
                  <a:lnTo>
                    <a:pt x="54227" y="19551"/>
                  </a:lnTo>
                  <a:lnTo>
                    <a:pt x="11845" y="45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5081" y="2445391"/>
              <a:ext cx="53216" cy="44083"/>
            </a:xfrm>
            <a:custGeom>
              <a:avLst/>
              <a:pathLst>
                <a:path w="53216" h="44083">
                  <a:moveTo>
                    <a:pt x="0" y="25106"/>
                  </a:moveTo>
                  <a:lnTo>
                    <a:pt x="42875" y="0"/>
                  </a:lnTo>
                  <a:lnTo>
                    <a:pt x="53216" y="19091"/>
                  </a:lnTo>
                  <a:lnTo>
                    <a:pt x="11396" y="4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60607" y="2357946"/>
              <a:ext cx="43650" cy="53070"/>
            </a:xfrm>
            <a:custGeom>
              <a:avLst/>
              <a:pathLst>
                <a:path w="43650" h="53070">
                  <a:moveTo>
                    <a:pt x="24725" y="53070"/>
                  </a:moveTo>
                  <a:lnTo>
                    <a:pt x="0" y="11328"/>
                  </a:lnTo>
                  <a:lnTo>
                    <a:pt x="18798" y="0"/>
                  </a:lnTo>
                  <a:lnTo>
                    <a:pt x="43650" y="42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3999292" y="2361932"/>
              <a:ext cx="45160" cy="54988"/>
            </a:xfrm>
            <a:custGeom>
              <a:avLst/>
              <a:pathLst>
                <a:path w="45160" h="54988">
                  <a:moveTo>
                    <a:pt x="0" y="11788"/>
                  </a:moveTo>
                  <a:lnTo>
                    <a:pt x="19951" y="0"/>
                  </a:lnTo>
                  <a:lnTo>
                    <a:pt x="45160" y="42610"/>
                  </a:lnTo>
                  <a:lnTo>
                    <a:pt x="25220" y="54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87575" y="2392451"/>
              <a:ext cx="53222" cy="41908"/>
            </a:xfrm>
            <a:custGeom>
              <a:avLst/>
              <a:pathLst>
                <a:path w="53222" h="41908">
                  <a:moveTo>
                    <a:pt x="53222" y="17688"/>
                  </a:moveTo>
                  <a:lnTo>
                    <a:pt x="11344" y="41908"/>
                  </a:lnTo>
                  <a:lnTo>
                    <a:pt x="0" y="22461"/>
                  </a:lnTo>
                  <a:lnTo>
                    <a:pt x="424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2999" y="2353110"/>
              <a:ext cx="43046" cy="52602"/>
            </a:xfrm>
            <a:custGeom>
              <a:avLst/>
              <a:pathLst>
                <a:path w="43046" h="52602">
                  <a:moveTo>
                    <a:pt x="0" y="10947"/>
                  </a:moveTo>
                  <a:lnTo>
                    <a:pt x="18725" y="0"/>
                  </a:lnTo>
                  <a:lnTo>
                    <a:pt x="43046" y="41661"/>
                  </a:lnTo>
                  <a:lnTo>
                    <a:pt x="24565" y="52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55765" y="2298283"/>
              <a:ext cx="42702" cy="51984"/>
            </a:xfrm>
            <a:custGeom>
              <a:avLst/>
              <a:pathLst>
                <a:path w="42702" h="51984">
                  <a:moveTo>
                    <a:pt x="42702" y="41285"/>
                  </a:moveTo>
                  <a:lnTo>
                    <a:pt x="24546" y="51984"/>
                  </a:lnTo>
                  <a:lnTo>
                    <a:pt x="0" y="10868"/>
                  </a:lnTo>
                  <a:lnTo>
                    <a:pt x="185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9685" y="2301544"/>
              <a:ext cx="52542" cy="43491"/>
            </a:xfrm>
            <a:custGeom>
              <a:avLst/>
              <a:pathLst>
                <a:path w="52542" h="43491">
                  <a:moveTo>
                    <a:pt x="11148" y="43491"/>
                  </a:moveTo>
                  <a:lnTo>
                    <a:pt x="0" y="23529"/>
                  </a:lnTo>
                  <a:lnTo>
                    <a:pt x="41584" y="0"/>
                  </a:lnTo>
                  <a:lnTo>
                    <a:pt x="52542" y="18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3996933" y="2302305"/>
              <a:ext cx="42685" cy="52573"/>
            </a:xfrm>
            <a:custGeom>
              <a:avLst/>
              <a:pathLst>
                <a:path w="42685" h="52573">
                  <a:moveTo>
                    <a:pt x="24172" y="52573"/>
                  </a:moveTo>
                  <a:lnTo>
                    <a:pt x="0" y="11428"/>
                  </a:lnTo>
                  <a:lnTo>
                    <a:pt x="18616" y="0"/>
                  </a:lnTo>
                  <a:lnTo>
                    <a:pt x="42685" y="41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5690" y="2213382"/>
              <a:ext cx="43064" cy="52746"/>
            </a:xfrm>
            <a:custGeom>
              <a:avLst/>
              <a:pathLst>
                <a:path w="43064" h="52746">
                  <a:moveTo>
                    <a:pt x="25182" y="52746"/>
                  </a:moveTo>
                  <a:lnTo>
                    <a:pt x="0" y="11285"/>
                  </a:lnTo>
                  <a:lnTo>
                    <a:pt x="18546" y="0"/>
                  </a:lnTo>
                  <a:lnTo>
                    <a:pt x="43064" y="4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55042" y="2222228"/>
              <a:ext cx="42959" cy="51839"/>
            </a:xfrm>
            <a:custGeom>
              <a:avLst/>
              <a:pathLst>
                <a:path w="42959" h="51839">
                  <a:moveTo>
                    <a:pt x="24390" y="51839"/>
                  </a:moveTo>
                  <a:lnTo>
                    <a:pt x="0" y="10523"/>
                  </a:lnTo>
                  <a:lnTo>
                    <a:pt x="18855" y="0"/>
                  </a:lnTo>
                  <a:lnTo>
                    <a:pt x="42959" y="41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33367" y="2311616"/>
              <a:ext cx="42481" cy="52418"/>
            </a:xfrm>
            <a:custGeom>
              <a:avLst/>
              <a:pathLst>
                <a:path w="42481" h="52418">
                  <a:moveTo>
                    <a:pt x="24099" y="52418"/>
                  </a:moveTo>
                  <a:lnTo>
                    <a:pt x="0" y="11327"/>
                  </a:lnTo>
                  <a:lnTo>
                    <a:pt x="18567" y="0"/>
                  </a:lnTo>
                  <a:lnTo>
                    <a:pt x="42481" y="41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3004" y="2317242"/>
              <a:ext cx="42188" cy="51465"/>
            </a:xfrm>
            <a:custGeom>
              <a:avLst/>
              <a:pathLst>
                <a:path w="42188" h="51465">
                  <a:moveTo>
                    <a:pt x="23641" y="51465"/>
                  </a:moveTo>
                  <a:lnTo>
                    <a:pt x="0" y="10819"/>
                  </a:lnTo>
                  <a:lnTo>
                    <a:pt x="18174" y="0"/>
                  </a:lnTo>
                  <a:lnTo>
                    <a:pt x="42188" y="4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3999207" y="2200218"/>
              <a:ext cx="42721" cy="52640"/>
            </a:xfrm>
            <a:custGeom>
              <a:avLst/>
              <a:pathLst>
                <a:path w="42721" h="52640">
                  <a:moveTo>
                    <a:pt x="42721" y="41371"/>
                  </a:moveTo>
                  <a:lnTo>
                    <a:pt x="24600" y="52640"/>
                  </a:lnTo>
                  <a:lnTo>
                    <a:pt x="0" y="10523"/>
                  </a:lnTo>
                  <a:lnTo>
                    <a:pt x="17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7933" y="2208801"/>
              <a:ext cx="43106" cy="52553"/>
            </a:xfrm>
            <a:custGeom>
              <a:avLst/>
              <a:pathLst>
                <a:path w="43106" h="52553">
                  <a:moveTo>
                    <a:pt x="23845" y="52553"/>
                  </a:moveTo>
                  <a:lnTo>
                    <a:pt x="0" y="10695"/>
                  </a:lnTo>
                  <a:lnTo>
                    <a:pt x="18602" y="0"/>
                  </a:lnTo>
                  <a:lnTo>
                    <a:pt x="43106" y="4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0095" y="2366621"/>
              <a:ext cx="42976" cy="52146"/>
            </a:xfrm>
            <a:custGeom>
              <a:avLst/>
              <a:pathLst>
                <a:path w="42976" h="52146">
                  <a:moveTo>
                    <a:pt x="18753" y="0"/>
                  </a:moveTo>
                  <a:lnTo>
                    <a:pt x="42976" y="41463"/>
                  </a:lnTo>
                  <a:lnTo>
                    <a:pt x="24129" y="52146"/>
                  </a:lnTo>
                  <a:lnTo>
                    <a:pt x="0" y="10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68144" y="2413189"/>
              <a:ext cx="44184" cy="53657"/>
            </a:xfrm>
            <a:custGeom>
              <a:avLst/>
              <a:pathLst>
                <a:path w="44184" h="53657">
                  <a:moveTo>
                    <a:pt x="0" y="11586"/>
                  </a:moveTo>
                  <a:lnTo>
                    <a:pt x="19006" y="0"/>
                  </a:lnTo>
                  <a:lnTo>
                    <a:pt x="44184" y="41632"/>
                  </a:lnTo>
                  <a:lnTo>
                    <a:pt x="24408" y="53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6395" y="2008225"/>
              <a:ext cx="42935" cy="52308"/>
            </a:xfrm>
            <a:custGeom>
              <a:avLst/>
              <a:pathLst>
                <a:path w="42935" h="52308">
                  <a:moveTo>
                    <a:pt x="0" y="11023"/>
                  </a:moveTo>
                  <a:lnTo>
                    <a:pt x="17541" y="764"/>
                  </a:lnTo>
                  <a:lnTo>
                    <a:pt x="18848" y="0"/>
                  </a:lnTo>
                  <a:lnTo>
                    <a:pt x="42935" y="41301"/>
                  </a:lnTo>
                  <a:lnTo>
                    <a:pt x="24972" y="52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26295" y="2012720"/>
              <a:ext cx="42907" cy="52508"/>
            </a:xfrm>
            <a:custGeom>
              <a:avLst/>
              <a:pathLst>
                <a:path w="42907" h="52508">
                  <a:moveTo>
                    <a:pt x="24916" y="52508"/>
                  </a:moveTo>
                  <a:lnTo>
                    <a:pt x="0" y="10856"/>
                  </a:lnTo>
                  <a:lnTo>
                    <a:pt x="18106" y="0"/>
                  </a:lnTo>
                  <a:lnTo>
                    <a:pt x="42907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63625" y="2021821"/>
              <a:ext cx="42513" cy="53103"/>
            </a:xfrm>
            <a:custGeom>
              <a:avLst/>
              <a:pathLst>
                <a:path w="42513" h="53103">
                  <a:moveTo>
                    <a:pt x="23670" y="53103"/>
                  </a:moveTo>
                  <a:lnTo>
                    <a:pt x="0" y="11213"/>
                  </a:lnTo>
                  <a:lnTo>
                    <a:pt x="18153" y="0"/>
                  </a:lnTo>
                  <a:lnTo>
                    <a:pt x="42513" y="42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802466" y="2026682"/>
              <a:ext cx="42825" cy="52673"/>
            </a:xfrm>
            <a:custGeom>
              <a:avLst/>
              <a:pathLst>
                <a:path w="42825" h="52673">
                  <a:moveTo>
                    <a:pt x="23695" y="52673"/>
                  </a:moveTo>
                  <a:lnTo>
                    <a:pt x="0" y="10695"/>
                  </a:lnTo>
                  <a:lnTo>
                    <a:pt x="18209" y="0"/>
                  </a:lnTo>
                  <a:lnTo>
                    <a:pt x="42825" y="41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979" y="2055753"/>
              <a:ext cx="41913" cy="51963"/>
            </a:xfrm>
            <a:custGeom>
              <a:avLst/>
              <a:pathLst>
                <a:path w="41913" h="51963">
                  <a:moveTo>
                    <a:pt x="0" y="10951"/>
                  </a:moveTo>
                  <a:lnTo>
                    <a:pt x="17936" y="0"/>
                  </a:lnTo>
                  <a:lnTo>
                    <a:pt x="41913" y="41651"/>
                  </a:lnTo>
                  <a:lnTo>
                    <a:pt x="24000" y="51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94002" y="2063723"/>
              <a:ext cx="42284" cy="51892"/>
            </a:xfrm>
            <a:custGeom>
              <a:avLst/>
              <a:pathLst>
                <a:path w="42284" h="51892">
                  <a:moveTo>
                    <a:pt x="0" y="10354"/>
                  </a:moveTo>
                  <a:lnTo>
                    <a:pt x="18635" y="0"/>
                  </a:lnTo>
                  <a:lnTo>
                    <a:pt x="42284" y="41721"/>
                  </a:lnTo>
                  <a:lnTo>
                    <a:pt x="23657" y="51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4447" y="2202929"/>
              <a:ext cx="68730" cy="69347"/>
            </a:xfrm>
            <a:custGeom>
              <a:avLst/>
              <a:pathLst>
                <a:path w="68730" h="69347">
                  <a:moveTo>
                    <a:pt x="0" y="26041"/>
                  </a:moveTo>
                  <a:lnTo>
                    <a:pt x="43239" y="0"/>
                  </a:lnTo>
                  <a:lnTo>
                    <a:pt x="68730" y="43219"/>
                  </a:lnTo>
                  <a:lnTo>
                    <a:pt x="25487" y="69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2546" y="2347556"/>
              <a:ext cx="45362" cy="54946"/>
            </a:xfrm>
            <a:custGeom>
              <a:avLst/>
              <a:pathLst>
                <a:path w="45362" h="54946">
                  <a:moveTo>
                    <a:pt x="0" y="12435"/>
                  </a:moveTo>
                  <a:lnTo>
                    <a:pt x="20373" y="0"/>
                  </a:lnTo>
                  <a:lnTo>
                    <a:pt x="45362" y="42807"/>
                  </a:lnTo>
                  <a:lnTo>
                    <a:pt x="24772" y="549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32291" y="2061123"/>
              <a:ext cx="65507" cy="64470"/>
            </a:xfrm>
            <a:custGeom>
              <a:avLst/>
              <a:pathLst>
                <a:path w="65507" h="64470">
                  <a:moveTo>
                    <a:pt x="0" y="24386"/>
                  </a:moveTo>
                  <a:lnTo>
                    <a:pt x="40711" y="0"/>
                  </a:lnTo>
                  <a:lnTo>
                    <a:pt x="65507" y="40592"/>
                  </a:lnTo>
                  <a:lnTo>
                    <a:pt x="23527" y="6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956172" y="4260028"/>
              <a:ext cx="460344" cy="252837"/>
            </a:xfrm>
            <a:custGeom>
              <a:avLst/>
              <a:pathLst>
                <a:path w="460344" h="252837">
                  <a:moveTo>
                    <a:pt x="44892" y="8647"/>
                  </a:moveTo>
                  <a:lnTo>
                    <a:pt x="213892" y="89511"/>
                  </a:lnTo>
                  <a:lnTo>
                    <a:pt x="197931" y="117171"/>
                  </a:lnTo>
                  <a:lnTo>
                    <a:pt x="190443" y="130213"/>
                  </a:lnTo>
                  <a:lnTo>
                    <a:pt x="196002" y="134193"/>
                  </a:lnTo>
                  <a:lnTo>
                    <a:pt x="203326" y="119701"/>
                  </a:lnTo>
                  <a:lnTo>
                    <a:pt x="234646" y="132879"/>
                  </a:lnTo>
                  <a:lnTo>
                    <a:pt x="239511" y="135115"/>
                  </a:lnTo>
                  <a:lnTo>
                    <a:pt x="260553" y="144786"/>
                  </a:lnTo>
                  <a:lnTo>
                    <a:pt x="289052" y="156457"/>
                  </a:lnTo>
                  <a:lnTo>
                    <a:pt x="324036" y="94292"/>
                  </a:lnTo>
                  <a:lnTo>
                    <a:pt x="324533" y="93408"/>
                  </a:lnTo>
                  <a:lnTo>
                    <a:pt x="328889" y="100021"/>
                  </a:lnTo>
                  <a:lnTo>
                    <a:pt x="335774" y="110947"/>
                  </a:lnTo>
                  <a:lnTo>
                    <a:pt x="352791" y="140841"/>
                  </a:lnTo>
                  <a:lnTo>
                    <a:pt x="373991" y="178083"/>
                  </a:lnTo>
                  <a:lnTo>
                    <a:pt x="377082" y="182970"/>
                  </a:lnTo>
                  <a:lnTo>
                    <a:pt x="391694" y="192459"/>
                  </a:lnTo>
                  <a:lnTo>
                    <a:pt x="395909" y="193752"/>
                  </a:lnTo>
                  <a:lnTo>
                    <a:pt x="382777" y="215531"/>
                  </a:lnTo>
                  <a:lnTo>
                    <a:pt x="385054" y="216825"/>
                  </a:lnTo>
                  <a:lnTo>
                    <a:pt x="396483" y="198581"/>
                  </a:lnTo>
                  <a:lnTo>
                    <a:pt x="399018" y="194338"/>
                  </a:lnTo>
                  <a:lnTo>
                    <a:pt x="399281" y="193896"/>
                  </a:lnTo>
                  <a:lnTo>
                    <a:pt x="427514" y="208958"/>
                  </a:lnTo>
                  <a:lnTo>
                    <a:pt x="453769" y="222964"/>
                  </a:lnTo>
                  <a:lnTo>
                    <a:pt x="459923" y="226070"/>
                  </a:lnTo>
                  <a:lnTo>
                    <a:pt x="460344" y="228571"/>
                  </a:lnTo>
                  <a:lnTo>
                    <a:pt x="436885" y="243129"/>
                  </a:lnTo>
                  <a:lnTo>
                    <a:pt x="423590" y="251166"/>
                  </a:lnTo>
                  <a:lnTo>
                    <a:pt x="420826" y="252837"/>
                  </a:lnTo>
                  <a:lnTo>
                    <a:pt x="367276" y="226487"/>
                  </a:lnTo>
                  <a:lnTo>
                    <a:pt x="308686" y="199029"/>
                  </a:lnTo>
                  <a:lnTo>
                    <a:pt x="265833" y="179909"/>
                  </a:lnTo>
                  <a:lnTo>
                    <a:pt x="191366" y="146413"/>
                  </a:lnTo>
                  <a:lnTo>
                    <a:pt x="181530" y="138650"/>
                  </a:lnTo>
                  <a:lnTo>
                    <a:pt x="150058" y="122980"/>
                  </a:lnTo>
                  <a:lnTo>
                    <a:pt x="101724" y="101703"/>
                  </a:lnTo>
                  <a:lnTo>
                    <a:pt x="117742" y="69645"/>
                  </a:lnTo>
                  <a:lnTo>
                    <a:pt x="112543" y="67201"/>
                  </a:lnTo>
                  <a:lnTo>
                    <a:pt x="97790" y="100553"/>
                  </a:lnTo>
                  <a:lnTo>
                    <a:pt x="92030" y="98109"/>
                  </a:lnTo>
                  <a:lnTo>
                    <a:pt x="22340" y="64469"/>
                  </a:lnTo>
                  <a:lnTo>
                    <a:pt x="0" y="55700"/>
                  </a:lnTo>
                  <a:lnTo>
                    <a:pt x="5339" y="45349"/>
                  </a:lnTo>
                  <a:lnTo>
                    <a:pt x="10256" y="37874"/>
                  </a:lnTo>
                  <a:lnTo>
                    <a:pt x="15641" y="27019"/>
                  </a:lnTo>
                  <a:lnTo>
                    <a:pt x="52050" y="44002"/>
                  </a:lnTo>
                  <a:lnTo>
                    <a:pt x="56061" y="39455"/>
                  </a:lnTo>
                  <a:lnTo>
                    <a:pt x="19249" y="21773"/>
                  </a:lnTo>
                  <a:lnTo>
                    <a:pt x="274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352421" y="3581512"/>
              <a:ext cx="166130" cy="188494"/>
            </a:xfrm>
            <a:custGeom>
              <a:avLst/>
              <a:pathLst>
                <a:path w="166130" h="188494">
                  <a:moveTo>
                    <a:pt x="45004" y="29497"/>
                  </a:moveTo>
                  <a:lnTo>
                    <a:pt x="53840" y="19892"/>
                  </a:lnTo>
                  <a:lnTo>
                    <a:pt x="61596" y="22308"/>
                  </a:lnTo>
                  <a:lnTo>
                    <a:pt x="68354" y="24412"/>
                  </a:lnTo>
                  <a:lnTo>
                    <a:pt x="80530" y="31535"/>
                  </a:lnTo>
                  <a:lnTo>
                    <a:pt x="95466" y="47591"/>
                  </a:lnTo>
                  <a:lnTo>
                    <a:pt x="97435" y="46509"/>
                  </a:lnTo>
                  <a:lnTo>
                    <a:pt x="88427" y="33435"/>
                  </a:lnTo>
                  <a:lnTo>
                    <a:pt x="78610" y="19185"/>
                  </a:lnTo>
                  <a:lnTo>
                    <a:pt x="73355" y="22969"/>
                  </a:lnTo>
                  <a:lnTo>
                    <a:pt x="71375" y="22078"/>
                  </a:lnTo>
                  <a:lnTo>
                    <a:pt x="65802" y="20652"/>
                  </a:lnTo>
                  <a:lnTo>
                    <a:pt x="58882" y="15068"/>
                  </a:lnTo>
                  <a:lnTo>
                    <a:pt x="75369" y="2343"/>
                  </a:lnTo>
                  <a:lnTo>
                    <a:pt x="76816" y="1336"/>
                  </a:lnTo>
                  <a:lnTo>
                    <a:pt x="78738" y="0"/>
                  </a:lnTo>
                  <a:lnTo>
                    <a:pt x="79145" y="560"/>
                  </a:lnTo>
                  <a:lnTo>
                    <a:pt x="116028" y="59142"/>
                  </a:lnTo>
                  <a:lnTo>
                    <a:pt x="163603" y="129730"/>
                  </a:lnTo>
                  <a:lnTo>
                    <a:pt x="166130" y="133290"/>
                  </a:lnTo>
                  <a:lnTo>
                    <a:pt x="80704" y="188494"/>
                  </a:lnTo>
                  <a:lnTo>
                    <a:pt x="3000" y="78723"/>
                  </a:lnTo>
                  <a:lnTo>
                    <a:pt x="1581" y="76697"/>
                  </a:lnTo>
                  <a:lnTo>
                    <a:pt x="0" y="7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535300" y="3651239"/>
              <a:ext cx="205533" cy="224840"/>
            </a:xfrm>
            <a:custGeom>
              <a:avLst/>
              <a:pathLst>
                <a:path w="205533" h="224840">
                  <a:moveTo>
                    <a:pt x="156012" y="48306"/>
                  </a:moveTo>
                  <a:lnTo>
                    <a:pt x="189854" y="66952"/>
                  </a:lnTo>
                  <a:lnTo>
                    <a:pt x="202534" y="141108"/>
                  </a:lnTo>
                  <a:lnTo>
                    <a:pt x="202859" y="143257"/>
                  </a:lnTo>
                  <a:lnTo>
                    <a:pt x="205533" y="181476"/>
                  </a:lnTo>
                  <a:lnTo>
                    <a:pt x="179579" y="197397"/>
                  </a:lnTo>
                  <a:lnTo>
                    <a:pt x="163153" y="207474"/>
                  </a:lnTo>
                  <a:lnTo>
                    <a:pt x="160273" y="202155"/>
                  </a:lnTo>
                  <a:lnTo>
                    <a:pt x="153140" y="206641"/>
                  </a:lnTo>
                  <a:lnTo>
                    <a:pt x="146253" y="210973"/>
                  </a:lnTo>
                  <a:lnTo>
                    <a:pt x="124205" y="224840"/>
                  </a:lnTo>
                  <a:lnTo>
                    <a:pt x="0" y="61529"/>
                  </a:lnTo>
                  <a:lnTo>
                    <a:pt x="68284" y="0"/>
                  </a:lnTo>
                  <a:lnTo>
                    <a:pt x="151359" y="4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309420" y="3661482"/>
              <a:ext cx="118998" cy="137664"/>
            </a:xfrm>
            <a:custGeom>
              <a:avLst/>
              <a:pathLst>
                <a:path w="118998" h="137664">
                  <a:moveTo>
                    <a:pt x="0" y="37753"/>
                  </a:moveTo>
                  <a:lnTo>
                    <a:pt x="38292" y="0"/>
                  </a:lnTo>
                  <a:lnTo>
                    <a:pt x="118998" y="112477"/>
                  </a:lnTo>
                  <a:lnTo>
                    <a:pt x="73474" y="1376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85145" y="4183878"/>
              <a:ext cx="42000" cy="41541"/>
            </a:xfrm>
            <a:custGeom>
              <a:avLst/>
              <a:pathLst>
                <a:path w="42000" h="41541">
                  <a:moveTo>
                    <a:pt x="0" y="28237"/>
                  </a:moveTo>
                  <a:lnTo>
                    <a:pt x="29312" y="0"/>
                  </a:lnTo>
                  <a:lnTo>
                    <a:pt x="42000" y="11752"/>
                  </a:lnTo>
                  <a:lnTo>
                    <a:pt x="12554" y="41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361174" y="3972187"/>
              <a:ext cx="192625" cy="188921"/>
            </a:xfrm>
            <a:custGeom>
              <a:avLst/>
              <a:pathLst>
                <a:path w="192625" h="188921">
                  <a:moveTo>
                    <a:pt x="96148" y="6953"/>
                  </a:moveTo>
                  <a:lnTo>
                    <a:pt x="113751" y="24381"/>
                  </a:lnTo>
                  <a:lnTo>
                    <a:pt x="128926" y="40137"/>
                  </a:lnTo>
                  <a:lnTo>
                    <a:pt x="156396" y="74096"/>
                  </a:lnTo>
                  <a:lnTo>
                    <a:pt x="160125" y="78212"/>
                  </a:lnTo>
                  <a:lnTo>
                    <a:pt x="162567" y="77900"/>
                  </a:lnTo>
                  <a:lnTo>
                    <a:pt x="165745" y="77493"/>
                  </a:lnTo>
                  <a:lnTo>
                    <a:pt x="192625" y="112843"/>
                  </a:lnTo>
                  <a:lnTo>
                    <a:pt x="90498" y="188921"/>
                  </a:lnTo>
                  <a:lnTo>
                    <a:pt x="40725" y="125031"/>
                  </a:lnTo>
                  <a:lnTo>
                    <a:pt x="2269" y="72380"/>
                  </a:lnTo>
                  <a:lnTo>
                    <a:pt x="1585" y="71363"/>
                  </a:lnTo>
                  <a:lnTo>
                    <a:pt x="0" y="69004"/>
                  </a:lnTo>
                  <a:lnTo>
                    <a:pt x="88910" y="0"/>
                  </a:lnTo>
                  <a:lnTo>
                    <a:pt x="90309" y="1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298741" y="4050266"/>
              <a:ext cx="115249" cy="117111"/>
            </a:xfrm>
            <a:custGeom>
              <a:avLst/>
              <a:pathLst>
                <a:path w="115249" h="117111">
                  <a:moveTo>
                    <a:pt x="20016" y="74375"/>
                  </a:moveTo>
                  <a:lnTo>
                    <a:pt x="0" y="54858"/>
                  </a:lnTo>
                  <a:lnTo>
                    <a:pt x="58337" y="0"/>
                  </a:lnTo>
                  <a:lnTo>
                    <a:pt x="115249" y="69856"/>
                  </a:lnTo>
                  <a:lnTo>
                    <a:pt x="60440" y="1171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613985" y="3895337"/>
              <a:ext cx="153563" cy="168339"/>
            </a:xfrm>
            <a:custGeom>
              <a:avLst/>
              <a:pathLst>
                <a:path w="153563" h="168339">
                  <a:moveTo>
                    <a:pt x="54648" y="102621"/>
                  </a:moveTo>
                  <a:lnTo>
                    <a:pt x="22621" y="56050"/>
                  </a:lnTo>
                  <a:lnTo>
                    <a:pt x="8936" y="34183"/>
                  </a:lnTo>
                  <a:lnTo>
                    <a:pt x="0" y="20110"/>
                  </a:lnTo>
                  <a:lnTo>
                    <a:pt x="17326" y="11154"/>
                  </a:lnTo>
                  <a:lnTo>
                    <a:pt x="38905" y="0"/>
                  </a:lnTo>
                  <a:lnTo>
                    <a:pt x="62671" y="35267"/>
                  </a:lnTo>
                  <a:lnTo>
                    <a:pt x="153563" y="164869"/>
                  </a:lnTo>
                  <a:lnTo>
                    <a:pt x="150137" y="165059"/>
                  </a:lnTo>
                  <a:lnTo>
                    <a:pt x="146872" y="165241"/>
                  </a:lnTo>
                  <a:lnTo>
                    <a:pt x="102519" y="1683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515176" y="3949734"/>
              <a:ext cx="140026" cy="117909"/>
            </a:xfrm>
            <a:custGeom>
              <a:avLst/>
              <a:pathLst>
                <a:path w="140026" h="117909">
                  <a:moveTo>
                    <a:pt x="140026" y="114579"/>
                  </a:moveTo>
                  <a:lnTo>
                    <a:pt x="80685" y="117909"/>
                  </a:lnTo>
                  <a:lnTo>
                    <a:pt x="0" y="31411"/>
                  </a:lnTo>
                  <a:lnTo>
                    <a:pt x="5408" y="27683"/>
                  </a:lnTo>
                  <a:lnTo>
                    <a:pt x="36344" y="4875"/>
                  </a:lnTo>
                  <a:lnTo>
                    <a:pt x="42572" y="0"/>
                  </a:lnTo>
                  <a:lnTo>
                    <a:pt x="102930" y="72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561340" y="4068922"/>
              <a:ext cx="124750" cy="151243"/>
            </a:xfrm>
            <a:custGeom>
              <a:avLst/>
              <a:pathLst>
                <a:path w="124750" h="151243">
                  <a:moveTo>
                    <a:pt x="0" y="17509"/>
                  </a:moveTo>
                  <a:lnTo>
                    <a:pt x="25787" y="0"/>
                  </a:lnTo>
                  <a:lnTo>
                    <a:pt x="81328" y="60450"/>
                  </a:lnTo>
                  <a:lnTo>
                    <a:pt x="81278" y="60641"/>
                  </a:lnTo>
                  <a:lnTo>
                    <a:pt x="124750" y="111910"/>
                  </a:lnTo>
                  <a:lnTo>
                    <a:pt x="124346" y="116182"/>
                  </a:lnTo>
                  <a:lnTo>
                    <a:pt x="123715" y="119999"/>
                  </a:lnTo>
                  <a:lnTo>
                    <a:pt x="122833" y="123763"/>
                  </a:lnTo>
                  <a:lnTo>
                    <a:pt x="121706" y="127459"/>
                  </a:lnTo>
                  <a:lnTo>
                    <a:pt x="120314" y="131123"/>
                  </a:lnTo>
                  <a:lnTo>
                    <a:pt x="118680" y="134682"/>
                  </a:lnTo>
                  <a:lnTo>
                    <a:pt x="116674" y="138351"/>
                  </a:lnTo>
                  <a:lnTo>
                    <a:pt x="114410" y="141861"/>
                  </a:lnTo>
                  <a:lnTo>
                    <a:pt x="111901" y="145191"/>
                  </a:lnTo>
                  <a:lnTo>
                    <a:pt x="109161" y="148324"/>
                  </a:lnTo>
                  <a:lnTo>
                    <a:pt x="106203" y="151243"/>
                  </a:lnTo>
                  <a:lnTo>
                    <a:pt x="61923" y="95727"/>
                  </a:lnTo>
                  <a:lnTo>
                    <a:pt x="61134" y="94354"/>
                  </a:lnTo>
                  <a:lnTo>
                    <a:pt x="58954" y="92075"/>
                  </a:lnTo>
                  <a:lnTo>
                    <a:pt x="33697" y="591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455180" y="4089471"/>
              <a:ext cx="230146" cy="270616"/>
            </a:xfrm>
            <a:custGeom>
              <a:avLst/>
              <a:pathLst>
                <a:path w="230146" h="270616">
                  <a:moveTo>
                    <a:pt x="135394" y="113023"/>
                  </a:moveTo>
                  <a:lnTo>
                    <a:pt x="139019" y="117457"/>
                  </a:lnTo>
                  <a:lnTo>
                    <a:pt x="142368" y="122112"/>
                  </a:lnTo>
                  <a:lnTo>
                    <a:pt x="145429" y="126970"/>
                  </a:lnTo>
                  <a:lnTo>
                    <a:pt x="148188" y="132014"/>
                  </a:lnTo>
                  <a:lnTo>
                    <a:pt x="150637" y="137223"/>
                  </a:lnTo>
                  <a:lnTo>
                    <a:pt x="152765" y="142578"/>
                  </a:lnTo>
                  <a:lnTo>
                    <a:pt x="154564" y="148057"/>
                  </a:lnTo>
                  <a:lnTo>
                    <a:pt x="164548" y="178075"/>
                  </a:lnTo>
                  <a:lnTo>
                    <a:pt x="208586" y="237468"/>
                  </a:lnTo>
                  <a:lnTo>
                    <a:pt x="230146" y="270616"/>
                  </a:lnTo>
                  <a:lnTo>
                    <a:pt x="198673" y="261415"/>
                  </a:lnTo>
                  <a:lnTo>
                    <a:pt x="151014" y="241174"/>
                  </a:lnTo>
                  <a:lnTo>
                    <a:pt x="118193" y="216792"/>
                  </a:lnTo>
                  <a:lnTo>
                    <a:pt x="71883" y="169869"/>
                  </a:lnTo>
                  <a:lnTo>
                    <a:pt x="61541" y="156988"/>
                  </a:lnTo>
                  <a:lnTo>
                    <a:pt x="0" y="76243"/>
                  </a:lnTo>
                  <a:lnTo>
                    <a:pt x="93012" y="6285"/>
                  </a:lnTo>
                  <a:lnTo>
                    <a:pt x="97322" y="3103"/>
                  </a:lnTo>
                  <a:lnTo>
                    <a:pt x="101528" y="0"/>
                  </a:lnTo>
                  <a:lnTo>
                    <a:pt x="150177" y="61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362826" y="4124216"/>
              <a:ext cx="205471" cy="227083"/>
            </a:xfrm>
            <a:custGeom>
              <a:avLst/>
              <a:pathLst>
                <a:path w="205471" h="227083">
                  <a:moveTo>
                    <a:pt x="0" y="47881"/>
                  </a:moveTo>
                  <a:lnTo>
                    <a:pt x="52578" y="0"/>
                  </a:lnTo>
                  <a:lnTo>
                    <a:pt x="99081" y="57176"/>
                  </a:lnTo>
                  <a:lnTo>
                    <a:pt x="128643" y="97659"/>
                  </a:lnTo>
                  <a:lnTo>
                    <a:pt x="143031" y="116636"/>
                  </a:lnTo>
                  <a:lnTo>
                    <a:pt x="161690" y="136072"/>
                  </a:lnTo>
                  <a:lnTo>
                    <a:pt x="182259" y="158728"/>
                  </a:lnTo>
                  <a:lnTo>
                    <a:pt x="205471" y="185482"/>
                  </a:lnTo>
                  <a:lnTo>
                    <a:pt x="204042" y="187405"/>
                  </a:lnTo>
                  <a:lnTo>
                    <a:pt x="164251" y="227083"/>
                  </a:lnTo>
                  <a:lnTo>
                    <a:pt x="154500" y="216096"/>
                  </a:lnTo>
                  <a:lnTo>
                    <a:pt x="117889" y="174891"/>
                  </a:lnTo>
                  <a:lnTo>
                    <a:pt x="115131" y="171879"/>
                  </a:lnTo>
                  <a:lnTo>
                    <a:pt x="98270" y="151177"/>
                  </a:lnTo>
                  <a:lnTo>
                    <a:pt x="86131" y="137031"/>
                  </a:lnTo>
                  <a:lnTo>
                    <a:pt x="76014" y="127026"/>
                  </a:lnTo>
                  <a:lnTo>
                    <a:pt x="66573" y="118055"/>
                  </a:lnTo>
                  <a:lnTo>
                    <a:pt x="57131" y="110465"/>
                  </a:lnTo>
                  <a:lnTo>
                    <a:pt x="44654" y="98044"/>
                  </a:lnTo>
                  <a:lnTo>
                    <a:pt x="42517" y="95857"/>
                  </a:lnTo>
                  <a:lnTo>
                    <a:pt x="44257" y="94461"/>
                  </a:lnTo>
                  <a:lnTo>
                    <a:pt x="28310" y="77857"/>
                  </a:lnTo>
                  <a:lnTo>
                    <a:pt x="27397" y="78360"/>
                  </a:lnTo>
                  <a:lnTo>
                    <a:pt x="14521" y="65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669802" y="4069910"/>
              <a:ext cx="80897" cy="69659"/>
            </a:xfrm>
            <a:custGeom>
              <a:avLst/>
              <a:pathLst>
                <a:path w="80897" h="69659">
                  <a:moveTo>
                    <a:pt x="0" y="4179"/>
                  </a:moveTo>
                  <a:lnTo>
                    <a:pt x="5116" y="3798"/>
                  </a:lnTo>
                  <a:lnTo>
                    <a:pt x="40989" y="0"/>
                  </a:lnTo>
                  <a:lnTo>
                    <a:pt x="60268" y="24488"/>
                  </a:lnTo>
                  <a:lnTo>
                    <a:pt x="80897" y="48566"/>
                  </a:lnTo>
                  <a:lnTo>
                    <a:pt x="54532" y="69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601150" y="4156268"/>
              <a:ext cx="64866" cy="108700"/>
            </a:xfrm>
            <a:custGeom>
              <a:avLst/>
              <a:pathLst>
                <a:path w="64866" h="108700">
                  <a:moveTo>
                    <a:pt x="957" y="36917"/>
                  </a:moveTo>
                  <a:lnTo>
                    <a:pt x="1886" y="29421"/>
                  </a:lnTo>
                  <a:lnTo>
                    <a:pt x="3165" y="21979"/>
                  </a:lnTo>
                  <a:lnTo>
                    <a:pt x="4791" y="14608"/>
                  </a:lnTo>
                  <a:lnTo>
                    <a:pt x="6759" y="7325"/>
                  </a:lnTo>
                  <a:lnTo>
                    <a:pt x="9066" y="147"/>
                  </a:lnTo>
                  <a:lnTo>
                    <a:pt x="9849" y="9"/>
                  </a:lnTo>
                  <a:lnTo>
                    <a:pt x="10643" y="0"/>
                  </a:lnTo>
                  <a:lnTo>
                    <a:pt x="11428" y="118"/>
                  </a:lnTo>
                  <a:lnTo>
                    <a:pt x="64866" y="71461"/>
                  </a:lnTo>
                  <a:lnTo>
                    <a:pt x="48377" y="108338"/>
                  </a:lnTo>
                  <a:lnTo>
                    <a:pt x="39873" y="108700"/>
                  </a:lnTo>
                  <a:lnTo>
                    <a:pt x="29045" y="107928"/>
                  </a:lnTo>
                  <a:lnTo>
                    <a:pt x="15379" y="88116"/>
                  </a:lnTo>
                  <a:lnTo>
                    <a:pt x="12384" y="81542"/>
                  </a:lnTo>
                  <a:lnTo>
                    <a:pt x="9700" y="74828"/>
                  </a:lnTo>
                  <a:lnTo>
                    <a:pt x="7335" y="67990"/>
                  </a:lnTo>
                  <a:lnTo>
                    <a:pt x="5294" y="61043"/>
                  </a:lnTo>
                  <a:lnTo>
                    <a:pt x="3603" y="58583"/>
                  </a:lnTo>
                  <a:lnTo>
                    <a:pt x="2212" y="55933"/>
                  </a:lnTo>
                  <a:lnTo>
                    <a:pt x="1144" y="53131"/>
                  </a:lnTo>
                  <a:lnTo>
                    <a:pt x="413" y="50217"/>
                  </a:lnTo>
                  <a:lnTo>
                    <a:pt x="29" y="47235"/>
                  </a:lnTo>
                  <a:lnTo>
                    <a:pt x="0" y="44228"/>
                  </a:lnTo>
                  <a:lnTo>
                    <a:pt x="323" y="41238"/>
                  </a:lnTo>
                  <a:lnTo>
                    <a:pt x="997" y="3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657540" y="4118529"/>
              <a:ext cx="154610" cy="244730"/>
            </a:xfrm>
            <a:custGeom>
              <a:avLst/>
              <a:pathLst>
                <a:path w="154610" h="244730">
                  <a:moveTo>
                    <a:pt x="17394" y="190439"/>
                  </a:moveTo>
                  <a:lnTo>
                    <a:pt x="0" y="167723"/>
                  </a:lnTo>
                  <a:lnTo>
                    <a:pt x="7617" y="146541"/>
                  </a:lnTo>
                  <a:lnTo>
                    <a:pt x="15524" y="125471"/>
                  </a:lnTo>
                  <a:lnTo>
                    <a:pt x="23719" y="104516"/>
                  </a:lnTo>
                  <a:lnTo>
                    <a:pt x="32202" y="83681"/>
                  </a:lnTo>
                  <a:lnTo>
                    <a:pt x="40969" y="62971"/>
                  </a:lnTo>
                  <a:lnTo>
                    <a:pt x="100003" y="0"/>
                  </a:lnTo>
                  <a:lnTo>
                    <a:pt x="154610" y="58005"/>
                  </a:lnTo>
                  <a:lnTo>
                    <a:pt x="134714" y="79339"/>
                  </a:lnTo>
                  <a:lnTo>
                    <a:pt x="115662" y="59040"/>
                  </a:lnTo>
                  <a:lnTo>
                    <a:pt x="107423" y="68428"/>
                  </a:lnTo>
                  <a:lnTo>
                    <a:pt x="107120" y="72151"/>
                  </a:lnTo>
                  <a:lnTo>
                    <a:pt x="124532" y="92256"/>
                  </a:lnTo>
                  <a:lnTo>
                    <a:pt x="114627" y="103254"/>
                  </a:lnTo>
                  <a:lnTo>
                    <a:pt x="112307" y="106278"/>
                  </a:lnTo>
                  <a:lnTo>
                    <a:pt x="95563" y="131682"/>
                  </a:lnTo>
                  <a:lnTo>
                    <a:pt x="88295" y="142710"/>
                  </a:lnTo>
                  <a:lnTo>
                    <a:pt x="81492" y="151277"/>
                  </a:lnTo>
                  <a:lnTo>
                    <a:pt x="74298" y="163698"/>
                  </a:lnTo>
                  <a:lnTo>
                    <a:pt x="71600" y="171978"/>
                  </a:lnTo>
                  <a:lnTo>
                    <a:pt x="70626" y="182943"/>
                  </a:lnTo>
                  <a:lnTo>
                    <a:pt x="73844" y="193286"/>
                  </a:lnTo>
                  <a:lnTo>
                    <a:pt x="76996" y="198660"/>
                  </a:lnTo>
                  <a:lnTo>
                    <a:pt x="83740" y="213381"/>
                  </a:lnTo>
                  <a:lnTo>
                    <a:pt x="89279" y="220138"/>
                  </a:lnTo>
                  <a:lnTo>
                    <a:pt x="95761" y="228404"/>
                  </a:lnTo>
                  <a:lnTo>
                    <a:pt x="106308" y="239670"/>
                  </a:lnTo>
                  <a:lnTo>
                    <a:pt x="106397" y="241373"/>
                  </a:lnTo>
                  <a:lnTo>
                    <a:pt x="106247" y="243072"/>
                  </a:lnTo>
                  <a:lnTo>
                    <a:pt x="105858" y="244730"/>
                  </a:lnTo>
                  <a:lnTo>
                    <a:pt x="102037" y="244730"/>
                  </a:lnTo>
                  <a:lnTo>
                    <a:pt x="83715" y="241280"/>
                  </a:lnTo>
                  <a:lnTo>
                    <a:pt x="68653" y="235415"/>
                  </a:lnTo>
                  <a:lnTo>
                    <a:pt x="50219" y="229549"/>
                  </a:lnTo>
                  <a:lnTo>
                    <a:pt x="40714" y="219363"/>
                  </a:lnTo>
                  <a:lnTo>
                    <a:pt x="22320" y="1957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773117" y="4072156"/>
              <a:ext cx="78365" cy="96421"/>
            </a:xfrm>
            <a:custGeom>
              <a:avLst/>
              <a:pathLst>
                <a:path w="78365" h="96421">
                  <a:moveTo>
                    <a:pt x="0" y="43307"/>
                  </a:moveTo>
                  <a:lnTo>
                    <a:pt x="43907" y="0"/>
                  </a:lnTo>
                  <a:lnTo>
                    <a:pt x="78365" y="66496"/>
                  </a:lnTo>
                  <a:lnTo>
                    <a:pt x="46863" y="96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825903" y="4056451"/>
              <a:ext cx="48565" cy="75042"/>
            </a:xfrm>
            <a:custGeom>
              <a:avLst/>
              <a:pathLst>
                <a:path w="48565" h="75042">
                  <a:moveTo>
                    <a:pt x="33370" y="75042"/>
                  </a:moveTo>
                  <a:lnTo>
                    <a:pt x="27574" y="71089"/>
                  </a:lnTo>
                  <a:lnTo>
                    <a:pt x="20724" y="52580"/>
                  </a:lnTo>
                  <a:lnTo>
                    <a:pt x="3680" y="18807"/>
                  </a:lnTo>
                  <a:lnTo>
                    <a:pt x="0" y="12456"/>
                  </a:lnTo>
                  <a:lnTo>
                    <a:pt x="1571" y="6348"/>
                  </a:lnTo>
                  <a:lnTo>
                    <a:pt x="6582" y="0"/>
                  </a:lnTo>
                  <a:lnTo>
                    <a:pt x="9391" y="1785"/>
                  </a:lnTo>
                  <a:lnTo>
                    <a:pt x="34431" y="15853"/>
                  </a:lnTo>
                  <a:lnTo>
                    <a:pt x="37774" y="17078"/>
                  </a:lnTo>
                  <a:lnTo>
                    <a:pt x="48565" y="24669"/>
                  </a:lnTo>
                  <a:lnTo>
                    <a:pt x="40268" y="67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873079" y="4103474"/>
              <a:ext cx="42170" cy="42053"/>
            </a:xfrm>
            <a:custGeom>
              <a:avLst/>
              <a:pathLst>
                <a:path w="42170" h="42053">
                  <a:moveTo>
                    <a:pt x="0" y="26451"/>
                  </a:moveTo>
                  <a:lnTo>
                    <a:pt x="24728" y="0"/>
                  </a:lnTo>
                  <a:lnTo>
                    <a:pt x="42170" y="16439"/>
                  </a:lnTo>
                  <a:lnTo>
                    <a:pt x="14608" y="42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94192" y="4135213"/>
              <a:ext cx="86727" cy="84775"/>
            </a:xfrm>
            <a:custGeom>
              <a:avLst/>
              <a:pathLst>
                <a:path w="86727" h="84775">
                  <a:moveTo>
                    <a:pt x="68180" y="33210"/>
                  </a:moveTo>
                  <a:lnTo>
                    <a:pt x="16661" y="84775"/>
                  </a:lnTo>
                  <a:lnTo>
                    <a:pt x="0" y="68934"/>
                  </a:lnTo>
                  <a:lnTo>
                    <a:pt x="52219" y="17454"/>
                  </a:lnTo>
                  <a:lnTo>
                    <a:pt x="70516" y="0"/>
                  </a:lnTo>
                  <a:lnTo>
                    <a:pt x="86727" y="153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289856" y="3838139"/>
              <a:ext cx="156234" cy="165894"/>
            </a:xfrm>
            <a:custGeom>
              <a:avLst/>
              <a:pathLst>
                <a:path w="156234" h="165894">
                  <a:moveTo>
                    <a:pt x="0" y="31159"/>
                  </a:moveTo>
                  <a:lnTo>
                    <a:pt x="15905" y="19323"/>
                  </a:lnTo>
                  <a:lnTo>
                    <a:pt x="41872" y="0"/>
                  </a:lnTo>
                  <a:lnTo>
                    <a:pt x="43234" y="1408"/>
                  </a:lnTo>
                  <a:lnTo>
                    <a:pt x="46226" y="4503"/>
                  </a:lnTo>
                  <a:lnTo>
                    <a:pt x="84731" y="51313"/>
                  </a:lnTo>
                  <a:lnTo>
                    <a:pt x="127641" y="98452"/>
                  </a:lnTo>
                  <a:lnTo>
                    <a:pt x="156234" y="129587"/>
                  </a:lnTo>
                  <a:lnTo>
                    <a:pt x="108629" y="1658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236593" y="3863719"/>
              <a:ext cx="156748" cy="174935"/>
            </a:xfrm>
            <a:custGeom>
              <a:avLst/>
              <a:pathLst>
                <a:path w="156748" h="174935">
                  <a:moveTo>
                    <a:pt x="0" y="26914"/>
                  </a:moveTo>
                  <a:lnTo>
                    <a:pt x="39634" y="0"/>
                  </a:lnTo>
                  <a:lnTo>
                    <a:pt x="68819" y="36782"/>
                  </a:lnTo>
                  <a:lnTo>
                    <a:pt x="100209" y="72590"/>
                  </a:lnTo>
                  <a:lnTo>
                    <a:pt x="124825" y="103527"/>
                  </a:lnTo>
                  <a:lnTo>
                    <a:pt x="147418" y="132739"/>
                  </a:lnTo>
                  <a:lnTo>
                    <a:pt x="156748" y="145275"/>
                  </a:lnTo>
                  <a:lnTo>
                    <a:pt x="141855" y="156613"/>
                  </a:lnTo>
                  <a:lnTo>
                    <a:pt x="125815" y="169600"/>
                  </a:lnTo>
                  <a:lnTo>
                    <a:pt x="119925" y="173979"/>
                  </a:lnTo>
                  <a:lnTo>
                    <a:pt x="118639" y="174935"/>
                  </a:lnTo>
                  <a:lnTo>
                    <a:pt x="102575" y="155659"/>
                  </a:lnTo>
                  <a:lnTo>
                    <a:pt x="101298" y="154304"/>
                  </a:lnTo>
                  <a:lnTo>
                    <a:pt x="51946" y="85241"/>
                  </a:lnTo>
                  <a:lnTo>
                    <a:pt x="33680" y="62239"/>
                  </a:lnTo>
                  <a:lnTo>
                    <a:pt x="29355" y="580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488865" y="3986813"/>
              <a:ext cx="91488" cy="93696"/>
            </a:xfrm>
            <a:custGeom>
              <a:avLst/>
              <a:pathLst>
                <a:path w="91488" h="93696">
                  <a:moveTo>
                    <a:pt x="0" y="15581"/>
                  </a:moveTo>
                  <a:lnTo>
                    <a:pt x="21403" y="0"/>
                  </a:lnTo>
                  <a:lnTo>
                    <a:pt x="54393" y="34356"/>
                  </a:lnTo>
                  <a:lnTo>
                    <a:pt x="91488" y="76878"/>
                  </a:lnTo>
                  <a:lnTo>
                    <a:pt x="70302" y="9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3054698" y="4240564"/>
              <a:ext cx="141794" cy="106534"/>
            </a:xfrm>
            <a:custGeom>
              <a:avLst/>
              <a:pathLst>
                <a:path w="141794" h="106534">
                  <a:moveTo>
                    <a:pt x="22050" y="0"/>
                  </a:moveTo>
                  <a:lnTo>
                    <a:pt x="62695" y="20231"/>
                  </a:lnTo>
                  <a:lnTo>
                    <a:pt x="141794" y="59037"/>
                  </a:lnTo>
                  <a:lnTo>
                    <a:pt x="116588" y="106534"/>
                  </a:lnTo>
                  <a:lnTo>
                    <a:pt x="2512" y="47119"/>
                  </a:lnTo>
                  <a:lnTo>
                    <a:pt x="0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87411" y="4121294"/>
              <a:ext cx="46639" cy="43910"/>
            </a:xfrm>
            <a:custGeom>
              <a:avLst/>
              <a:pathLst>
                <a:path w="46639" h="43910">
                  <a:moveTo>
                    <a:pt x="15174" y="43910"/>
                  </a:moveTo>
                  <a:lnTo>
                    <a:pt x="0" y="28384"/>
                  </a:lnTo>
                  <a:lnTo>
                    <a:pt x="31464" y="0"/>
                  </a:lnTo>
                  <a:lnTo>
                    <a:pt x="46639" y="13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534612" y="4314967"/>
              <a:ext cx="1163079" cy="661003"/>
            </a:xfrm>
            <a:custGeom>
              <a:avLst/>
              <a:pathLst>
                <a:path w="1163079" h="661003">
                  <a:moveTo>
                    <a:pt x="1163079" y="607936"/>
                  </a:moveTo>
                  <a:lnTo>
                    <a:pt x="1134972" y="661003"/>
                  </a:lnTo>
                  <a:lnTo>
                    <a:pt x="1133805" y="660499"/>
                  </a:lnTo>
                  <a:lnTo>
                    <a:pt x="1030527" y="612228"/>
                  </a:lnTo>
                  <a:lnTo>
                    <a:pt x="880890" y="533879"/>
                  </a:lnTo>
                  <a:lnTo>
                    <a:pt x="768487" y="475296"/>
                  </a:lnTo>
                  <a:lnTo>
                    <a:pt x="665777" y="415923"/>
                  </a:lnTo>
                  <a:lnTo>
                    <a:pt x="247491" y="198736"/>
                  </a:lnTo>
                  <a:lnTo>
                    <a:pt x="109788" y="121799"/>
                  </a:lnTo>
                  <a:lnTo>
                    <a:pt x="46241" y="82622"/>
                  </a:lnTo>
                  <a:lnTo>
                    <a:pt x="26058" y="66692"/>
                  </a:lnTo>
                  <a:lnTo>
                    <a:pt x="14641" y="57252"/>
                  </a:lnTo>
                  <a:lnTo>
                    <a:pt x="0" y="43241"/>
                  </a:lnTo>
                  <a:lnTo>
                    <a:pt x="41593" y="0"/>
                  </a:lnTo>
                  <a:lnTo>
                    <a:pt x="46241" y="4505"/>
                  </a:lnTo>
                  <a:lnTo>
                    <a:pt x="62503" y="17249"/>
                  </a:lnTo>
                  <a:lnTo>
                    <a:pt x="66423" y="19845"/>
                  </a:lnTo>
                  <a:lnTo>
                    <a:pt x="98254" y="42619"/>
                  </a:lnTo>
                  <a:lnTo>
                    <a:pt x="115439" y="53594"/>
                  </a:lnTo>
                  <a:lnTo>
                    <a:pt x="116246" y="54774"/>
                  </a:lnTo>
                  <a:lnTo>
                    <a:pt x="243126" y="120317"/>
                  </a:lnTo>
                  <a:lnTo>
                    <a:pt x="329957" y="165746"/>
                  </a:lnTo>
                  <a:lnTo>
                    <a:pt x="445733" y="227562"/>
                  </a:lnTo>
                  <a:lnTo>
                    <a:pt x="529473" y="269540"/>
                  </a:lnTo>
                  <a:lnTo>
                    <a:pt x="640187" y="336824"/>
                  </a:lnTo>
                  <a:lnTo>
                    <a:pt x="796458" y="420108"/>
                  </a:lnTo>
                  <a:lnTo>
                    <a:pt x="854150" y="450656"/>
                  </a:lnTo>
                  <a:lnTo>
                    <a:pt x="844989" y="460834"/>
                  </a:lnTo>
                  <a:lnTo>
                    <a:pt x="805817" y="451519"/>
                  </a:lnTo>
                  <a:lnTo>
                    <a:pt x="782774" y="451231"/>
                  </a:lnTo>
                  <a:lnTo>
                    <a:pt x="782212" y="454969"/>
                  </a:lnTo>
                  <a:lnTo>
                    <a:pt x="808908" y="457384"/>
                  </a:lnTo>
                  <a:lnTo>
                    <a:pt x="828129" y="463595"/>
                  </a:lnTo>
                  <a:lnTo>
                    <a:pt x="846844" y="468482"/>
                  </a:lnTo>
                  <a:lnTo>
                    <a:pt x="856117" y="475383"/>
                  </a:lnTo>
                  <a:lnTo>
                    <a:pt x="872978" y="490852"/>
                  </a:lnTo>
                  <a:lnTo>
                    <a:pt x="876631" y="486884"/>
                  </a:lnTo>
                  <a:lnTo>
                    <a:pt x="866796" y="478546"/>
                  </a:lnTo>
                  <a:lnTo>
                    <a:pt x="856398" y="467332"/>
                  </a:lnTo>
                  <a:lnTo>
                    <a:pt x="858084" y="462157"/>
                  </a:lnTo>
                  <a:lnTo>
                    <a:pt x="877474" y="461007"/>
                  </a:lnTo>
                  <a:lnTo>
                    <a:pt x="914230" y="460988"/>
                  </a:lnTo>
                  <a:lnTo>
                    <a:pt x="1005389" y="506531"/>
                  </a:lnTo>
                  <a:lnTo>
                    <a:pt x="1027869" y="5405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72782" y="4924331"/>
              <a:ext cx="316236" cy="204557"/>
            </a:xfrm>
            <a:custGeom>
              <a:avLst/>
              <a:pathLst>
                <a:path w="316236" h="204557">
                  <a:moveTo>
                    <a:pt x="215641" y="167176"/>
                  </a:moveTo>
                  <a:lnTo>
                    <a:pt x="188928" y="153600"/>
                  </a:lnTo>
                  <a:lnTo>
                    <a:pt x="184957" y="151655"/>
                  </a:lnTo>
                  <a:lnTo>
                    <a:pt x="55245" y="80525"/>
                  </a:lnTo>
                  <a:lnTo>
                    <a:pt x="25751" y="65211"/>
                  </a:lnTo>
                  <a:lnTo>
                    <a:pt x="0" y="53175"/>
                  </a:lnTo>
                  <a:lnTo>
                    <a:pt x="16591" y="21332"/>
                  </a:lnTo>
                  <a:lnTo>
                    <a:pt x="27775" y="0"/>
                  </a:lnTo>
                  <a:lnTo>
                    <a:pt x="154812" y="63290"/>
                  </a:lnTo>
                  <a:lnTo>
                    <a:pt x="217591" y="95636"/>
                  </a:lnTo>
                  <a:lnTo>
                    <a:pt x="245711" y="108285"/>
                  </a:lnTo>
                  <a:lnTo>
                    <a:pt x="266110" y="118436"/>
                  </a:lnTo>
                  <a:lnTo>
                    <a:pt x="287858" y="129256"/>
                  </a:lnTo>
                  <a:lnTo>
                    <a:pt x="303693" y="137135"/>
                  </a:lnTo>
                  <a:lnTo>
                    <a:pt x="316236" y="141959"/>
                  </a:lnTo>
                  <a:lnTo>
                    <a:pt x="310946" y="152654"/>
                  </a:lnTo>
                  <a:lnTo>
                    <a:pt x="284494" y="204557"/>
                  </a:lnTo>
                  <a:lnTo>
                    <a:pt x="274663" y="199316"/>
                  </a:lnTo>
                  <a:lnTo>
                    <a:pt x="270999" y="197399"/>
                  </a:lnTo>
                  <a:lnTo>
                    <a:pt x="243932" y="183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266219" y="3703661"/>
              <a:ext cx="110395" cy="123863"/>
            </a:xfrm>
            <a:custGeom>
              <a:avLst/>
              <a:pathLst>
                <a:path w="110395" h="123863">
                  <a:moveTo>
                    <a:pt x="70604" y="123863"/>
                  </a:moveTo>
                  <a:lnTo>
                    <a:pt x="0" y="35979"/>
                  </a:lnTo>
                  <a:lnTo>
                    <a:pt x="37221" y="0"/>
                  </a:lnTo>
                  <a:lnTo>
                    <a:pt x="110395" y="101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488321" y="3715666"/>
              <a:ext cx="167518" cy="196557"/>
            </a:xfrm>
            <a:custGeom>
              <a:avLst/>
              <a:pathLst>
                <a:path w="167518" h="196557">
                  <a:moveTo>
                    <a:pt x="0" y="27611"/>
                  </a:moveTo>
                  <a:lnTo>
                    <a:pt x="42325" y="0"/>
                  </a:lnTo>
                  <a:lnTo>
                    <a:pt x="106724" y="86307"/>
                  </a:lnTo>
                  <a:lnTo>
                    <a:pt x="167518" y="165160"/>
                  </a:lnTo>
                  <a:lnTo>
                    <a:pt x="166675" y="169300"/>
                  </a:lnTo>
                  <a:lnTo>
                    <a:pt x="120983" y="196557"/>
                  </a:lnTo>
                  <a:lnTo>
                    <a:pt x="64277" y="115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67982" y="5083144"/>
              <a:ext cx="39103" cy="54792"/>
            </a:xfrm>
            <a:custGeom>
              <a:avLst/>
              <a:pathLst>
                <a:path w="39103" h="54792">
                  <a:moveTo>
                    <a:pt x="0" y="47068"/>
                  </a:moveTo>
                  <a:lnTo>
                    <a:pt x="26037" y="0"/>
                  </a:lnTo>
                  <a:lnTo>
                    <a:pt x="39103" y="7303"/>
                  </a:lnTo>
                  <a:lnTo>
                    <a:pt x="14658" y="547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5676" y="5093055"/>
              <a:ext cx="39889" cy="53840"/>
            </a:xfrm>
            <a:custGeom>
              <a:avLst/>
              <a:pathLst>
                <a:path w="39889" h="53840">
                  <a:moveTo>
                    <a:pt x="0" y="45756"/>
                  </a:moveTo>
                  <a:lnTo>
                    <a:pt x="24433" y="0"/>
                  </a:lnTo>
                  <a:lnTo>
                    <a:pt x="39889" y="8223"/>
                  </a:lnTo>
                  <a:lnTo>
                    <a:pt x="16162" y="53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2727" y="5109185"/>
              <a:ext cx="39992" cy="57561"/>
            </a:xfrm>
            <a:custGeom>
              <a:avLst/>
              <a:pathLst>
                <a:path w="39992" h="57561">
                  <a:moveTo>
                    <a:pt x="0" y="49510"/>
                  </a:moveTo>
                  <a:lnTo>
                    <a:pt x="25106" y="0"/>
                  </a:lnTo>
                  <a:lnTo>
                    <a:pt x="39992" y="7922"/>
                  </a:lnTo>
                  <a:lnTo>
                    <a:pt x="15455" y="57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0977" y="5117487"/>
              <a:ext cx="38373" cy="57672"/>
            </a:xfrm>
            <a:custGeom>
              <a:avLst/>
              <a:pathLst>
                <a:path w="38373" h="57672">
                  <a:moveTo>
                    <a:pt x="0" y="51236"/>
                  </a:moveTo>
                  <a:lnTo>
                    <a:pt x="23688" y="0"/>
                  </a:lnTo>
                  <a:lnTo>
                    <a:pt x="38373" y="6562"/>
                  </a:lnTo>
                  <a:lnTo>
                    <a:pt x="1287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436765" y="3747393"/>
              <a:ext cx="168162" cy="195840"/>
            </a:xfrm>
            <a:custGeom>
              <a:avLst/>
              <a:pathLst>
                <a:path w="168162" h="195840">
                  <a:moveTo>
                    <a:pt x="0" y="29467"/>
                  </a:moveTo>
                  <a:lnTo>
                    <a:pt x="45334" y="0"/>
                  </a:lnTo>
                  <a:lnTo>
                    <a:pt x="168162" y="167800"/>
                  </a:lnTo>
                  <a:lnTo>
                    <a:pt x="152639" y="176782"/>
                  </a:lnTo>
                  <a:lnTo>
                    <a:pt x="124275" y="195840"/>
                  </a:lnTo>
                  <a:lnTo>
                    <a:pt x="123134" y="194396"/>
                  </a:lnTo>
                  <a:lnTo>
                    <a:pt x="108021" y="175284"/>
                  </a:lnTo>
                  <a:lnTo>
                    <a:pt x="91926" y="153645"/>
                  </a:lnTo>
                  <a:lnTo>
                    <a:pt x="75580" y="133529"/>
                  </a:lnTo>
                  <a:lnTo>
                    <a:pt x="75080" y="132852"/>
                  </a:lnTo>
                  <a:lnTo>
                    <a:pt x="42390" y="84081"/>
                  </a:lnTo>
                  <a:lnTo>
                    <a:pt x="11198" y="45025"/>
                  </a:lnTo>
                  <a:lnTo>
                    <a:pt x="1622" y="318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221657" y="3744064"/>
              <a:ext cx="106736" cy="119424"/>
            </a:xfrm>
            <a:custGeom>
              <a:avLst/>
              <a:pathLst>
                <a:path w="106736" h="119424">
                  <a:moveTo>
                    <a:pt x="0" y="36816"/>
                  </a:moveTo>
                  <a:lnTo>
                    <a:pt x="37481" y="0"/>
                  </a:lnTo>
                  <a:lnTo>
                    <a:pt x="106736" y="89038"/>
                  </a:lnTo>
                  <a:lnTo>
                    <a:pt x="64258" y="119424"/>
                  </a:lnTo>
                  <a:lnTo>
                    <a:pt x="38866" y="85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436132" y="3564099"/>
              <a:ext cx="162342" cy="146730"/>
            </a:xfrm>
            <a:custGeom>
              <a:avLst/>
              <a:pathLst>
                <a:path w="162342" h="146730">
                  <a:moveTo>
                    <a:pt x="96579" y="49424"/>
                  </a:moveTo>
                  <a:lnTo>
                    <a:pt x="162342" y="86252"/>
                  </a:lnTo>
                  <a:lnTo>
                    <a:pt x="89360" y="146730"/>
                  </a:lnTo>
                  <a:lnTo>
                    <a:pt x="0" y="14261"/>
                  </a:lnTo>
                  <a:lnTo>
                    <a:pt x="130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2096499" y="3829180"/>
              <a:ext cx="254803" cy="269060"/>
            </a:xfrm>
            <a:custGeom>
              <a:avLst/>
              <a:pathLst>
                <a:path w="254803" h="269060">
                  <a:moveTo>
                    <a:pt x="163946" y="237089"/>
                  </a:moveTo>
                  <a:lnTo>
                    <a:pt x="121683" y="194766"/>
                  </a:lnTo>
                  <a:lnTo>
                    <a:pt x="57111" y="129718"/>
                  </a:lnTo>
                  <a:lnTo>
                    <a:pt x="60527" y="125518"/>
                  </a:lnTo>
                  <a:lnTo>
                    <a:pt x="38046" y="101258"/>
                  </a:lnTo>
                  <a:lnTo>
                    <a:pt x="76860" y="64240"/>
                  </a:lnTo>
                  <a:lnTo>
                    <a:pt x="98989" y="87960"/>
                  </a:lnTo>
                  <a:lnTo>
                    <a:pt x="102151" y="85085"/>
                  </a:lnTo>
                  <a:lnTo>
                    <a:pt x="82832" y="63701"/>
                  </a:lnTo>
                  <a:lnTo>
                    <a:pt x="83710" y="57052"/>
                  </a:lnTo>
                  <a:lnTo>
                    <a:pt x="80900" y="54896"/>
                  </a:lnTo>
                  <a:lnTo>
                    <a:pt x="30745" y="103156"/>
                  </a:lnTo>
                  <a:lnTo>
                    <a:pt x="0" y="72184"/>
                  </a:lnTo>
                  <a:lnTo>
                    <a:pt x="74150" y="2374"/>
                  </a:lnTo>
                  <a:lnTo>
                    <a:pt x="76672" y="0"/>
                  </a:lnTo>
                  <a:lnTo>
                    <a:pt x="100277" y="25876"/>
                  </a:lnTo>
                  <a:lnTo>
                    <a:pt x="138389" y="72960"/>
                  </a:lnTo>
                  <a:lnTo>
                    <a:pt x="143231" y="78280"/>
                  </a:lnTo>
                  <a:lnTo>
                    <a:pt x="172954" y="106588"/>
                  </a:lnTo>
                  <a:lnTo>
                    <a:pt x="234543" y="188826"/>
                  </a:lnTo>
                  <a:lnTo>
                    <a:pt x="254803" y="212707"/>
                  </a:lnTo>
                  <a:lnTo>
                    <a:pt x="195792" y="269060"/>
                  </a:lnTo>
                  <a:lnTo>
                    <a:pt x="192662" y="265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93100" y="4263886"/>
              <a:ext cx="85285" cy="138110"/>
            </a:xfrm>
            <a:custGeom>
              <a:avLst/>
              <a:pathLst>
                <a:path w="85285" h="138110">
                  <a:moveTo>
                    <a:pt x="85036" y="87084"/>
                  </a:moveTo>
                  <a:lnTo>
                    <a:pt x="56201" y="138110"/>
                  </a:lnTo>
                  <a:lnTo>
                    <a:pt x="36938" y="110407"/>
                  </a:lnTo>
                  <a:lnTo>
                    <a:pt x="0" y="58007"/>
                  </a:lnTo>
                  <a:lnTo>
                    <a:pt x="31933" y="1436"/>
                  </a:lnTo>
                  <a:lnTo>
                    <a:pt x="32744" y="0"/>
                  </a:lnTo>
                  <a:lnTo>
                    <a:pt x="54530" y="34799"/>
                  </a:lnTo>
                  <a:lnTo>
                    <a:pt x="83343" y="83369"/>
                  </a:lnTo>
                  <a:lnTo>
                    <a:pt x="85285" y="866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64485" y="4325975"/>
              <a:ext cx="79013" cy="81912"/>
            </a:xfrm>
            <a:custGeom>
              <a:avLst/>
              <a:pathLst>
                <a:path w="79013" h="81912">
                  <a:moveTo>
                    <a:pt x="219" y="46489"/>
                  </a:moveTo>
                  <a:lnTo>
                    <a:pt x="25404" y="0"/>
                  </a:lnTo>
                  <a:lnTo>
                    <a:pt x="79013" y="77886"/>
                  </a:lnTo>
                  <a:lnTo>
                    <a:pt x="76653" y="81912"/>
                  </a:lnTo>
                  <a:lnTo>
                    <a:pt x="0" y="47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385947" y="3779805"/>
              <a:ext cx="171273" cy="196189"/>
            </a:xfrm>
            <a:custGeom>
              <a:avLst/>
              <a:pathLst>
                <a:path w="171273" h="196189">
                  <a:moveTo>
                    <a:pt x="0" y="28019"/>
                  </a:moveTo>
                  <a:lnTo>
                    <a:pt x="46565" y="0"/>
                  </a:lnTo>
                  <a:lnTo>
                    <a:pt x="96271" y="72453"/>
                  </a:lnTo>
                  <a:lnTo>
                    <a:pt x="132715" y="116939"/>
                  </a:lnTo>
                  <a:lnTo>
                    <a:pt x="171273" y="165097"/>
                  </a:lnTo>
                  <a:lnTo>
                    <a:pt x="125216" y="196189"/>
                  </a:lnTo>
                  <a:lnTo>
                    <a:pt x="64238" y="118243"/>
                  </a:lnTo>
                  <a:lnTo>
                    <a:pt x="31866" y="72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177334" y="3785945"/>
              <a:ext cx="95100" cy="101436"/>
            </a:xfrm>
            <a:custGeom>
              <a:avLst/>
              <a:pathLst>
                <a:path w="95100" h="101436">
                  <a:moveTo>
                    <a:pt x="58286" y="98557"/>
                  </a:moveTo>
                  <a:lnTo>
                    <a:pt x="55674" y="100439"/>
                  </a:lnTo>
                  <a:lnTo>
                    <a:pt x="54290" y="101436"/>
                  </a:lnTo>
                  <a:lnTo>
                    <a:pt x="0" y="41632"/>
                  </a:lnTo>
                  <a:lnTo>
                    <a:pt x="1159" y="40467"/>
                  </a:lnTo>
                  <a:lnTo>
                    <a:pt x="7661" y="33937"/>
                  </a:lnTo>
                  <a:lnTo>
                    <a:pt x="42179" y="0"/>
                  </a:lnTo>
                  <a:lnTo>
                    <a:pt x="85962" y="58846"/>
                  </a:lnTo>
                  <a:lnTo>
                    <a:pt x="89047" y="62992"/>
                  </a:lnTo>
                  <a:lnTo>
                    <a:pt x="95100" y="71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339362" y="3808878"/>
              <a:ext cx="166753" cy="186777"/>
            </a:xfrm>
            <a:custGeom>
              <a:avLst/>
              <a:pathLst>
                <a:path w="166753" h="186777">
                  <a:moveTo>
                    <a:pt x="35290" y="69267"/>
                  </a:moveTo>
                  <a:lnTo>
                    <a:pt x="0" y="24780"/>
                  </a:lnTo>
                  <a:lnTo>
                    <a:pt x="42210" y="0"/>
                  </a:lnTo>
                  <a:lnTo>
                    <a:pt x="119020" y="107617"/>
                  </a:lnTo>
                  <a:lnTo>
                    <a:pt x="166753" y="169223"/>
                  </a:lnTo>
                  <a:lnTo>
                    <a:pt x="143359" y="186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664278" y="3842218"/>
              <a:ext cx="145378" cy="217263"/>
            </a:xfrm>
            <a:custGeom>
              <a:avLst/>
              <a:pathLst>
                <a:path w="145378" h="217263">
                  <a:moveTo>
                    <a:pt x="14806" y="34076"/>
                  </a:moveTo>
                  <a:lnTo>
                    <a:pt x="42526" y="15834"/>
                  </a:lnTo>
                  <a:lnTo>
                    <a:pt x="70263" y="2221"/>
                  </a:lnTo>
                  <a:lnTo>
                    <a:pt x="73061" y="862"/>
                  </a:lnTo>
                  <a:lnTo>
                    <a:pt x="76855" y="0"/>
                  </a:lnTo>
                  <a:lnTo>
                    <a:pt x="80508" y="431"/>
                  </a:lnTo>
                  <a:lnTo>
                    <a:pt x="82512" y="9662"/>
                  </a:lnTo>
                  <a:lnTo>
                    <a:pt x="110308" y="108889"/>
                  </a:lnTo>
                  <a:lnTo>
                    <a:pt x="145378" y="213776"/>
                  </a:lnTo>
                  <a:lnTo>
                    <a:pt x="110765" y="217263"/>
                  </a:lnTo>
                  <a:lnTo>
                    <a:pt x="68565" y="158567"/>
                  </a:lnTo>
                  <a:lnTo>
                    <a:pt x="43696" y="121333"/>
                  </a:lnTo>
                  <a:lnTo>
                    <a:pt x="0" y="47296"/>
                  </a:lnTo>
                  <a:lnTo>
                    <a:pt x="1873" y="46221"/>
                  </a:lnTo>
                  <a:lnTo>
                    <a:pt x="17281" y="373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49754" y="5095959"/>
              <a:ext cx="37056" cy="24266"/>
            </a:xfrm>
            <a:custGeom>
              <a:avLst/>
              <a:pathLst>
                <a:path w="37056" h="24266">
                  <a:moveTo>
                    <a:pt x="0" y="4940"/>
                  </a:moveTo>
                  <a:lnTo>
                    <a:pt x="843" y="3423"/>
                  </a:lnTo>
                  <a:lnTo>
                    <a:pt x="2350" y="0"/>
                  </a:lnTo>
                  <a:lnTo>
                    <a:pt x="37056" y="16680"/>
                  </a:lnTo>
                  <a:lnTo>
                    <a:pt x="32137" y="24266"/>
                  </a:lnTo>
                  <a:lnTo>
                    <a:pt x="3827" y="10580"/>
                  </a:lnTo>
                  <a:lnTo>
                    <a:pt x="5563" y="77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61826" y="4206732"/>
              <a:ext cx="51119" cy="36360"/>
            </a:xfrm>
            <a:custGeom>
              <a:avLst/>
              <a:pathLst>
                <a:path w="51119" h="36360">
                  <a:moveTo>
                    <a:pt x="0" y="14562"/>
                  </a:moveTo>
                  <a:lnTo>
                    <a:pt x="6556" y="0"/>
                  </a:lnTo>
                  <a:lnTo>
                    <a:pt x="51119" y="21440"/>
                  </a:lnTo>
                  <a:lnTo>
                    <a:pt x="43449" y="363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71052" y="4190200"/>
              <a:ext cx="51400" cy="34485"/>
            </a:xfrm>
            <a:custGeom>
              <a:avLst/>
              <a:pathLst>
                <a:path w="51400" h="34485">
                  <a:moveTo>
                    <a:pt x="47528" y="27454"/>
                  </a:moveTo>
                  <a:lnTo>
                    <a:pt x="43686" y="34485"/>
                  </a:lnTo>
                  <a:lnTo>
                    <a:pt x="0" y="13225"/>
                  </a:lnTo>
                  <a:lnTo>
                    <a:pt x="5479" y="0"/>
                  </a:lnTo>
                  <a:lnTo>
                    <a:pt x="50999" y="20191"/>
                  </a:lnTo>
                  <a:lnTo>
                    <a:pt x="51400" y="203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77684" y="4172028"/>
              <a:ext cx="52926" cy="35189"/>
            </a:xfrm>
            <a:custGeom>
              <a:avLst/>
              <a:pathLst>
                <a:path w="52926" h="35189">
                  <a:moveTo>
                    <a:pt x="52926" y="21109"/>
                  </a:moveTo>
                  <a:lnTo>
                    <a:pt x="46600" y="35189"/>
                  </a:lnTo>
                  <a:lnTo>
                    <a:pt x="46011" y="34921"/>
                  </a:lnTo>
                  <a:lnTo>
                    <a:pt x="0" y="13973"/>
                  </a:lnTo>
                  <a:lnTo>
                    <a:pt x="6322" y="0"/>
                  </a:lnTo>
                  <a:lnTo>
                    <a:pt x="52667" y="20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84928" y="4156329"/>
              <a:ext cx="53806" cy="34727"/>
            </a:xfrm>
            <a:custGeom>
              <a:avLst/>
              <a:pathLst>
                <a:path w="53806" h="34727">
                  <a:moveTo>
                    <a:pt x="53806" y="20799"/>
                  </a:moveTo>
                  <a:lnTo>
                    <a:pt x="46854" y="34727"/>
                  </a:lnTo>
                  <a:lnTo>
                    <a:pt x="46448" y="34545"/>
                  </a:lnTo>
                  <a:lnTo>
                    <a:pt x="0" y="13649"/>
                  </a:lnTo>
                  <a:lnTo>
                    <a:pt x="5951" y="0"/>
                  </a:lnTo>
                  <a:lnTo>
                    <a:pt x="53152" y="20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940678" y="4184987"/>
              <a:ext cx="34178" cy="35022"/>
            </a:xfrm>
            <a:custGeom>
              <a:avLst/>
              <a:pathLst>
                <a:path w="34178" h="35022">
                  <a:moveTo>
                    <a:pt x="34178" y="19163"/>
                  </a:moveTo>
                  <a:lnTo>
                    <a:pt x="18675" y="35022"/>
                  </a:lnTo>
                  <a:lnTo>
                    <a:pt x="0" y="15641"/>
                  </a:lnTo>
                  <a:lnTo>
                    <a:pt x="160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87077" y="5065959"/>
              <a:ext cx="27362" cy="19863"/>
            </a:xfrm>
            <a:custGeom>
              <a:avLst/>
              <a:pathLst>
                <a:path w="27362" h="19863">
                  <a:moveTo>
                    <a:pt x="0" y="8692"/>
                  </a:moveTo>
                  <a:lnTo>
                    <a:pt x="4252" y="0"/>
                  </a:lnTo>
                  <a:lnTo>
                    <a:pt x="27362" y="11765"/>
                  </a:lnTo>
                  <a:lnTo>
                    <a:pt x="22707" y="1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3884" y="5104613"/>
              <a:ext cx="39228" cy="52388"/>
            </a:xfrm>
            <a:custGeom>
              <a:avLst/>
              <a:pathLst>
                <a:path w="39228" h="52388">
                  <a:moveTo>
                    <a:pt x="0" y="44479"/>
                  </a:moveTo>
                  <a:lnTo>
                    <a:pt x="24547" y="0"/>
                  </a:lnTo>
                  <a:lnTo>
                    <a:pt x="29862" y="2772"/>
                  </a:lnTo>
                  <a:lnTo>
                    <a:pt x="39228" y="6296"/>
                  </a:lnTo>
                  <a:lnTo>
                    <a:pt x="14959" y="523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857246" y="4154724"/>
              <a:ext cx="40394" cy="40392"/>
            </a:xfrm>
            <a:custGeom>
              <a:avLst/>
              <a:pathLst>
                <a:path w="40394" h="40392">
                  <a:moveTo>
                    <a:pt x="1524" y="27474"/>
                  </a:moveTo>
                  <a:lnTo>
                    <a:pt x="7585" y="21017"/>
                  </a:lnTo>
                  <a:lnTo>
                    <a:pt x="29264" y="0"/>
                  </a:lnTo>
                  <a:lnTo>
                    <a:pt x="39381" y="10350"/>
                  </a:lnTo>
                  <a:lnTo>
                    <a:pt x="40394" y="11899"/>
                  </a:lnTo>
                  <a:lnTo>
                    <a:pt x="23008" y="29462"/>
                  </a:lnTo>
                  <a:lnTo>
                    <a:pt x="13526" y="38755"/>
                  </a:lnTo>
                  <a:lnTo>
                    <a:pt x="11689" y="40392"/>
                  </a:lnTo>
                  <a:lnTo>
                    <a:pt x="0" y="29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826756" y="4185689"/>
              <a:ext cx="36894" cy="36035"/>
            </a:xfrm>
            <a:custGeom>
              <a:avLst/>
              <a:pathLst>
                <a:path w="36894" h="36035">
                  <a:moveTo>
                    <a:pt x="36894" y="14713"/>
                  </a:moveTo>
                  <a:lnTo>
                    <a:pt x="12811" y="36035"/>
                  </a:lnTo>
                  <a:lnTo>
                    <a:pt x="0" y="23106"/>
                  </a:lnTo>
                  <a:lnTo>
                    <a:pt x="228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900002" y="4215270"/>
              <a:ext cx="46052" cy="43389"/>
            </a:xfrm>
            <a:custGeom>
              <a:avLst/>
              <a:pathLst>
                <a:path w="46052" h="43389">
                  <a:moveTo>
                    <a:pt x="46052" y="29446"/>
                  </a:moveTo>
                  <a:lnTo>
                    <a:pt x="32634" y="43389"/>
                  </a:lnTo>
                  <a:lnTo>
                    <a:pt x="0" y="16628"/>
                  </a:lnTo>
                  <a:lnTo>
                    <a:pt x="1452" y="14862"/>
                  </a:lnTo>
                  <a:lnTo>
                    <a:pt x="1578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906962" y="4136470"/>
              <a:ext cx="46888" cy="46233"/>
            </a:xfrm>
            <a:custGeom>
              <a:avLst/>
              <a:pathLst>
                <a:path w="46888" h="46233">
                  <a:moveTo>
                    <a:pt x="46888" y="12075"/>
                  </a:moveTo>
                  <a:lnTo>
                    <a:pt x="14010" y="46233"/>
                  </a:lnTo>
                  <a:lnTo>
                    <a:pt x="0" y="33412"/>
                  </a:lnTo>
                  <a:lnTo>
                    <a:pt x="338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923063" y="4151306"/>
              <a:ext cx="44138" cy="44598"/>
            </a:xfrm>
            <a:custGeom>
              <a:avLst/>
              <a:pathLst>
                <a:path w="44138" h="44598">
                  <a:moveTo>
                    <a:pt x="44138" y="12180"/>
                  </a:moveTo>
                  <a:lnTo>
                    <a:pt x="9995" y="44598"/>
                  </a:lnTo>
                  <a:lnTo>
                    <a:pt x="0" y="34348"/>
                  </a:lnTo>
                  <a:lnTo>
                    <a:pt x="32557" y="0"/>
                  </a:lnTo>
                  <a:lnTo>
                    <a:pt x="38021" y="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72573" y="4181139"/>
              <a:ext cx="30188" cy="37974"/>
            </a:xfrm>
            <a:custGeom>
              <a:avLst/>
              <a:pathLst>
                <a:path w="30188" h="37974">
                  <a:moveTo>
                    <a:pt x="0" y="14212"/>
                  </a:moveTo>
                  <a:lnTo>
                    <a:pt x="14618" y="0"/>
                  </a:lnTo>
                  <a:lnTo>
                    <a:pt x="30188" y="20775"/>
                  </a:lnTo>
                  <a:lnTo>
                    <a:pt x="29404" y="24475"/>
                  </a:lnTo>
                  <a:lnTo>
                    <a:pt x="23485" y="37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918278" y="4202106"/>
              <a:ext cx="41590" cy="40622"/>
            </a:xfrm>
            <a:custGeom>
              <a:avLst/>
              <a:pathLst>
                <a:path w="41590" h="40622">
                  <a:moveTo>
                    <a:pt x="41590" y="28094"/>
                  </a:moveTo>
                  <a:lnTo>
                    <a:pt x="28806" y="40622"/>
                  </a:lnTo>
                  <a:lnTo>
                    <a:pt x="0" y="12222"/>
                  </a:lnTo>
                  <a:lnTo>
                    <a:pt x="1183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869679" y="4234449"/>
              <a:ext cx="39158" cy="35596"/>
            </a:xfrm>
            <a:custGeom>
              <a:avLst/>
              <a:pathLst>
                <a:path w="39158" h="35596">
                  <a:moveTo>
                    <a:pt x="39158" y="9939"/>
                  </a:moveTo>
                  <a:lnTo>
                    <a:pt x="23566" y="26291"/>
                  </a:lnTo>
                  <a:lnTo>
                    <a:pt x="12346" y="35596"/>
                  </a:lnTo>
                  <a:lnTo>
                    <a:pt x="0" y="25197"/>
                  </a:lnTo>
                  <a:lnTo>
                    <a:pt x="268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84144" y="4261244"/>
              <a:ext cx="63998" cy="38588"/>
            </a:xfrm>
            <a:custGeom>
              <a:avLst/>
              <a:pathLst>
                <a:path w="63998" h="38588">
                  <a:moveTo>
                    <a:pt x="14949" y="0"/>
                  </a:moveTo>
                  <a:lnTo>
                    <a:pt x="41794" y="17752"/>
                  </a:lnTo>
                  <a:lnTo>
                    <a:pt x="49839" y="4385"/>
                  </a:lnTo>
                  <a:lnTo>
                    <a:pt x="63998" y="15470"/>
                  </a:lnTo>
                  <a:lnTo>
                    <a:pt x="51797" y="38588"/>
                  </a:lnTo>
                  <a:lnTo>
                    <a:pt x="34794" y="29384"/>
                  </a:lnTo>
                  <a:lnTo>
                    <a:pt x="0" y="113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939554" y="4278462"/>
              <a:ext cx="21075" cy="28182"/>
            </a:xfrm>
            <a:custGeom>
              <a:avLst/>
              <a:pathLst>
                <a:path w="21075" h="28182">
                  <a:moveTo>
                    <a:pt x="0" y="22760"/>
                  </a:moveTo>
                  <a:lnTo>
                    <a:pt x="11173" y="0"/>
                  </a:lnTo>
                  <a:lnTo>
                    <a:pt x="21075" y="7936"/>
                  </a:lnTo>
                  <a:lnTo>
                    <a:pt x="10140" y="28182"/>
                  </a:lnTo>
                  <a:lnTo>
                    <a:pt x="2064" y="23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870948" y="4168645"/>
              <a:ext cx="39980" cy="39939"/>
            </a:xfrm>
            <a:custGeom>
              <a:avLst/>
              <a:pathLst>
                <a:path w="39980" h="39939">
                  <a:moveTo>
                    <a:pt x="39980" y="11883"/>
                  </a:moveTo>
                  <a:lnTo>
                    <a:pt x="11033" y="39939"/>
                  </a:lnTo>
                  <a:lnTo>
                    <a:pt x="0" y="28593"/>
                  </a:lnTo>
                  <a:lnTo>
                    <a:pt x="282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852003" y="4215958"/>
              <a:ext cx="40117" cy="39865"/>
            </a:xfrm>
            <a:custGeom>
              <a:avLst/>
              <a:pathLst>
                <a:path w="40117" h="39865">
                  <a:moveTo>
                    <a:pt x="0" y="25100"/>
                  </a:moveTo>
                  <a:lnTo>
                    <a:pt x="27904" y="0"/>
                  </a:lnTo>
                  <a:lnTo>
                    <a:pt x="40117" y="12925"/>
                  </a:lnTo>
                  <a:lnTo>
                    <a:pt x="13236" y="398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86340" y="4208183"/>
              <a:ext cx="89487" cy="77563"/>
            </a:xfrm>
            <a:custGeom>
              <a:avLst/>
              <a:pathLst>
                <a:path w="89487" h="77563">
                  <a:moveTo>
                    <a:pt x="67756" y="77563"/>
                  </a:moveTo>
                  <a:lnTo>
                    <a:pt x="0" y="45668"/>
                  </a:lnTo>
                  <a:lnTo>
                    <a:pt x="1310" y="42956"/>
                  </a:lnTo>
                  <a:lnTo>
                    <a:pt x="2961" y="39543"/>
                  </a:lnTo>
                  <a:lnTo>
                    <a:pt x="22568" y="0"/>
                  </a:lnTo>
                  <a:lnTo>
                    <a:pt x="89487" y="31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58612" y="5076245"/>
              <a:ext cx="529629" cy="368528"/>
            </a:xfrm>
            <a:custGeom>
              <a:avLst/>
              <a:pathLst>
                <a:path w="529629" h="368528">
                  <a:moveTo>
                    <a:pt x="471417" y="368072"/>
                  </a:moveTo>
                  <a:lnTo>
                    <a:pt x="401772" y="314759"/>
                  </a:lnTo>
                  <a:lnTo>
                    <a:pt x="380345" y="301101"/>
                  </a:lnTo>
                  <a:lnTo>
                    <a:pt x="363661" y="293915"/>
                  </a:lnTo>
                  <a:lnTo>
                    <a:pt x="265493" y="243189"/>
                  </a:lnTo>
                  <a:lnTo>
                    <a:pt x="188112" y="203204"/>
                  </a:lnTo>
                  <a:lnTo>
                    <a:pt x="178785" y="198384"/>
                  </a:lnTo>
                  <a:lnTo>
                    <a:pt x="83812" y="151461"/>
                  </a:lnTo>
                  <a:lnTo>
                    <a:pt x="4336" y="103670"/>
                  </a:lnTo>
                  <a:lnTo>
                    <a:pt x="0" y="101321"/>
                  </a:lnTo>
                  <a:lnTo>
                    <a:pt x="53110" y="0"/>
                  </a:lnTo>
                  <a:lnTo>
                    <a:pt x="137863" y="39008"/>
                  </a:lnTo>
                  <a:lnTo>
                    <a:pt x="125007" y="64777"/>
                  </a:lnTo>
                  <a:lnTo>
                    <a:pt x="145192" y="68383"/>
                  </a:lnTo>
                  <a:lnTo>
                    <a:pt x="175139" y="75269"/>
                  </a:lnTo>
                  <a:lnTo>
                    <a:pt x="226313" y="101669"/>
                  </a:lnTo>
                  <a:lnTo>
                    <a:pt x="231206" y="104211"/>
                  </a:lnTo>
                  <a:lnTo>
                    <a:pt x="232678" y="104975"/>
                  </a:lnTo>
                  <a:lnTo>
                    <a:pt x="219995" y="131824"/>
                  </a:lnTo>
                  <a:lnTo>
                    <a:pt x="285684" y="166236"/>
                  </a:lnTo>
                  <a:lnTo>
                    <a:pt x="304965" y="172163"/>
                  </a:lnTo>
                  <a:lnTo>
                    <a:pt x="374374" y="204077"/>
                  </a:lnTo>
                  <a:lnTo>
                    <a:pt x="372954" y="210558"/>
                  </a:lnTo>
                  <a:lnTo>
                    <a:pt x="374093" y="221041"/>
                  </a:lnTo>
                  <a:lnTo>
                    <a:pt x="406689" y="239442"/>
                  </a:lnTo>
                  <a:lnTo>
                    <a:pt x="458114" y="264169"/>
                  </a:lnTo>
                  <a:lnTo>
                    <a:pt x="529629" y="287480"/>
                  </a:lnTo>
                  <a:lnTo>
                    <a:pt x="471954" y="368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68856" y="5010110"/>
              <a:ext cx="90327" cy="63188"/>
            </a:xfrm>
            <a:custGeom>
              <a:avLst/>
              <a:pathLst>
                <a:path w="90327" h="63188">
                  <a:moveTo>
                    <a:pt x="90327" y="55850"/>
                  </a:moveTo>
                  <a:lnTo>
                    <a:pt x="85511" y="63188"/>
                  </a:lnTo>
                  <a:lnTo>
                    <a:pt x="69992" y="52428"/>
                  </a:lnTo>
                  <a:lnTo>
                    <a:pt x="67727" y="50857"/>
                  </a:lnTo>
                  <a:lnTo>
                    <a:pt x="63540" y="47954"/>
                  </a:lnTo>
                  <a:lnTo>
                    <a:pt x="28925" y="25772"/>
                  </a:lnTo>
                  <a:lnTo>
                    <a:pt x="26009" y="23903"/>
                  </a:lnTo>
                  <a:lnTo>
                    <a:pt x="19642" y="19823"/>
                  </a:lnTo>
                  <a:lnTo>
                    <a:pt x="4267" y="8005"/>
                  </a:lnTo>
                  <a:lnTo>
                    <a:pt x="204" y="4882"/>
                  </a:lnTo>
                  <a:lnTo>
                    <a:pt x="0" y="4725"/>
                  </a:lnTo>
                  <a:lnTo>
                    <a:pt x="177" y="4420"/>
                  </a:lnTo>
                  <a:lnTo>
                    <a:pt x="2172" y="996"/>
                  </a:lnTo>
                  <a:lnTo>
                    <a:pt x="2753" y="0"/>
                  </a:lnTo>
                  <a:lnTo>
                    <a:pt x="3631" y="599"/>
                  </a:lnTo>
                  <a:lnTo>
                    <a:pt x="15108" y="8426"/>
                  </a:lnTo>
                  <a:lnTo>
                    <a:pt x="17238" y="10013"/>
                  </a:lnTo>
                  <a:lnTo>
                    <a:pt x="33792" y="22340"/>
                  </a:lnTo>
                  <a:lnTo>
                    <a:pt x="74778" y="46689"/>
                  </a:lnTo>
                  <a:lnTo>
                    <a:pt x="75409" y="47064"/>
                  </a:lnTo>
                  <a:lnTo>
                    <a:pt x="89115" y="5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188458" y="5010676"/>
              <a:ext cx="136801" cy="80759"/>
            </a:xfrm>
            <a:custGeom>
              <a:avLst/>
              <a:pathLst>
                <a:path w="136801" h="80759">
                  <a:moveTo>
                    <a:pt x="0" y="7090"/>
                  </a:moveTo>
                  <a:lnTo>
                    <a:pt x="6686" y="0"/>
                  </a:lnTo>
                  <a:lnTo>
                    <a:pt x="17514" y="7813"/>
                  </a:lnTo>
                  <a:lnTo>
                    <a:pt x="20871" y="9684"/>
                  </a:lnTo>
                  <a:lnTo>
                    <a:pt x="38166" y="19324"/>
                  </a:lnTo>
                  <a:lnTo>
                    <a:pt x="56913" y="29773"/>
                  </a:lnTo>
                  <a:lnTo>
                    <a:pt x="82424" y="43993"/>
                  </a:lnTo>
                  <a:lnTo>
                    <a:pt x="101037" y="54368"/>
                  </a:lnTo>
                  <a:lnTo>
                    <a:pt x="118222" y="63947"/>
                  </a:lnTo>
                  <a:lnTo>
                    <a:pt x="127230" y="68968"/>
                  </a:lnTo>
                  <a:lnTo>
                    <a:pt x="136801" y="74303"/>
                  </a:lnTo>
                  <a:lnTo>
                    <a:pt x="133188" y="80759"/>
                  </a:lnTo>
                  <a:lnTo>
                    <a:pt x="130880" y="79516"/>
                  </a:lnTo>
                  <a:lnTo>
                    <a:pt x="127325" y="77603"/>
                  </a:lnTo>
                  <a:lnTo>
                    <a:pt x="125689" y="76722"/>
                  </a:lnTo>
                  <a:lnTo>
                    <a:pt x="106074" y="71184"/>
                  </a:lnTo>
                  <a:lnTo>
                    <a:pt x="90522" y="62543"/>
                  </a:lnTo>
                  <a:lnTo>
                    <a:pt x="78351" y="55781"/>
                  </a:lnTo>
                  <a:lnTo>
                    <a:pt x="74063" y="53399"/>
                  </a:lnTo>
                  <a:lnTo>
                    <a:pt x="66172" y="49015"/>
                  </a:lnTo>
                  <a:lnTo>
                    <a:pt x="54999" y="42203"/>
                  </a:lnTo>
                  <a:lnTo>
                    <a:pt x="36581" y="30974"/>
                  </a:lnTo>
                  <a:lnTo>
                    <a:pt x="30716" y="27398"/>
                  </a:lnTo>
                  <a:lnTo>
                    <a:pt x="16950" y="19006"/>
                  </a:lnTo>
                  <a:lnTo>
                    <a:pt x="8458" y="13829"/>
                  </a:lnTo>
                  <a:lnTo>
                    <a:pt x="5465" y="12004"/>
                  </a:lnTo>
                  <a:lnTo>
                    <a:pt x="1154" y="81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49364" y="5016361"/>
              <a:ext cx="63137" cy="45935"/>
            </a:xfrm>
            <a:custGeom>
              <a:avLst/>
              <a:pathLst>
                <a:path w="63137" h="45935">
                  <a:moveTo>
                    <a:pt x="6422" y="0"/>
                  </a:moveTo>
                  <a:lnTo>
                    <a:pt x="8446" y="1341"/>
                  </a:lnTo>
                  <a:lnTo>
                    <a:pt x="52514" y="30559"/>
                  </a:lnTo>
                  <a:lnTo>
                    <a:pt x="63137" y="38449"/>
                  </a:lnTo>
                  <a:lnTo>
                    <a:pt x="57371" y="45935"/>
                  </a:lnTo>
                  <a:lnTo>
                    <a:pt x="21502" y="23600"/>
                  </a:lnTo>
                  <a:lnTo>
                    <a:pt x="16577" y="20533"/>
                  </a:lnTo>
                  <a:lnTo>
                    <a:pt x="6684" y="14373"/>
                  </a:lnTo>
                  <a:lnTo>
                    <a:pt x="757" y="11372"/>
                  </a:lnTo>
                  <a:lnTo>
                    <a:pt x="0" y="109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08854" y="5057947"/>
              <a:ext cx="24786" cy="20636"/>
            </a:xfrm>
            <a:custGeom>
              <a:avLst/>
              <a:pathLst>
                <a:path w="24786" h="20636">
                  <a:moveTo>
                    <a:pt x="4957" y="0"/>
                  </a:moveTo>
                  <a:lnTo>
                    <a:pt x="24786" y="12746"/>
                  </a:lnTo>
                  <a:lnTo>
                    <a:pt x="20537" y="20636"/>
                  </a:lnTo>
                  <a:lnTo>
                    <a:pt x="0" y="8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197685" y="5003231"/>
              <a:ext cx="108235" cy="65743"/>
            </a:xfrm>
            <a:custGeom>
              <a:avLst/>
              <a:pathLst>
                <a:path w="108235" h="65743">
                  <a:moveTo>
                    <a:pt x="0" y="5801"/>
                  </a:moveTo>
                  <a:lnTo>
                    <a:pt x="3629" y="0"/>
                  </a:lnTo>
                  <a:lnTo>
                    <a:pt x="45003" y="25683"/>
                  </a:lnTo>
                  <a:lnTo>
                    <a:pt x="46116" y="26152"/>
                  </a:lnTo>
                  <a:lnTo>
                    <a:pt x="47284" y="26644"/>
                  </a:lnTo>
                  <a:lnTo>
                    <a:pt x="55323" y="30032"/>
                  </a:lnTo>
                  <a:lnTo>
                    <a:pt x="108235" y="62101"/>
                  </a:lnTo>
                  <a:lnTo>
                    <a:pt x="106010" y="65743"/>
                  </a:lnTo>
                  <a:lnTo>
                    <a:pt x="51984" y="35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902676" y="4248526"/>
              <a:ext cx="29700" cy="26168"/>
            </a:xfrm>
            <a:custGeom>
              <a:avLst/>
              <a:pathLst>
                <a:path w="29700" h="26168">
                  <a:moveTo>
                    <a:pt x="22219" y="26168"/>
                  </a:moveTo>
                  <a:lnTo>
                    <a:pt x="0" y="10965"/>
                  </a:lnTo>
                  <a:lnTo>
                    <a:pt x="10316" y="0"/>
                  </a:lnTo>
                  <a:lnTo>
                    <a:pt x="29700" y="15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842364" y="4202501"/>
              <a:ext cx="30642" cy="29554"/>
            </a:xfrm>
            <a:custGeom>
              <a:avLst/>
              <a:pathLst>
                <a:path w="30642" h="29554">
                  <a:moveTo>
                    <a:pt x="7441" y="29554"/>
                  </a:moveTo>
                  <a:lnTo>
                    <a:pt x="0" y="22045"/>
                  </a:lnTo>
                  <a:lnTo>
                    <a:pt x="23283" y="0"/>
                  </a:lnTo>
                  <a:lnTo>
                    <a:pt x="30642" y="7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566627" y="3920191"/>
              <a:ext cx="140884" cy="146245"/>
            </a:xfrm>
            <a:custGeom>
              <a:avLst/>
              <a:pathLst>
                <a:path w="140884" h="146245">
                  <a:moveTo>
                    <a:pt x="64920" y="34214"/>
                  </a:moveTo>
                  <a:lnTo>
                    <a:pt x="96105" y="79779"/>
                  </a:lnTo>
                  <a:lnTo>
                    <a:pt x="140884" y="143916"/>
                  </a:lnTo>
                  <a:lnTo>
                    <a:pt x="97272" y="146245"/>
                  </a:lnTo>
                  <a:lnTo>
                    <a:pt x="75874" y="122089"/>
                  </a:lnTo>
                  <a:lnTo>
                    <a:pt x="29878" y="66957"/>
                  </a:lnTo>
                  <a:lnTo>
                    <a:pt x="0" y="28614"/>
                  </a:lnTo>
                  <a:lnTo>
                    <a:pt x="3820" y="26195"/>
                  </a:lnTo>
                  <a:lnTo>
                    <a:pt x="41035" y="0"/>
                  </a:lnTo>
                  <a:lnTo>
                    <a:pt x="42325" y="1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936763" y="4248573"/>
              <a:ext cx="33532" cy="34159"/>
            </a:xfrm>
            <a:custGeom>
              <a:avLst/>
              <a:pathLst>
                <a:path w="33532" h="34159">
                  <a:moveTo>
                    <a:pt x="0" y="13470"/>
                  </a:moveTo>
                  <a:lnTo>
                    <a:pt x="13255" y="0"/>
                  </a:lnTo>
                  <a:lnTo>
                    <a:pt x="33532" y="19725"/>
                  </a:lnTo>
                  <a:lnTo>
                    <a:pt x="26451" y="31177"/>
                  </a:lnTo>
                  <a:lnTo>
                    <a:pt x="25228" y="34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949600" y="4232594"/>
              <a:ext cx="30931" cy="34327"/>
            </a:xfrm>
            <a:custGeom>
              <a:avLst/>
              <a:pathLst>
                <a:path w="30931" h="34327">
                  <a:moveTo>
                    <a:pt x="0" y="12614"/>
                  </a:moveTo>
                  <a:lnTo>
                    <a:pt x="12354" y="0"/>
                  </a:lnTo>
                  <a:lnTo>
                    <a:pt x="30931" y="17768"/>
                  </a:lnTo>
                  <a:lnTo>
                    <a:pt x="22023" y="343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959163" y="4164867"/>
              <a:ext cx="26752" cy="29071"/>
            </a:xfrm>
            <a:custGeom>
              <a:avLst/>
              <a:pathLst>
                <a:path w="26752" h="29071">
                  <a:moveTo>
                    <a:pt x="26752" y="14570"/>
                  </a:moveTo>
                  <a:lnTo>
                    <a:pt x="12013" y="29071"/>
                  </a:lnTo>
                  <a:lnTo>
                    <a:pt x="0" y="16916"/>
                  </a:lnTo>
                  <a:lnTo>
                    <a:pt x="1583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961992" y="4207882"/>
              <a:ext cx="28592" cy="36251"/>
            </a:xfrm>
            <a:custGeom>
              <a:avLst/>
              <a:pathLst>
                <a:path w="28592" h="36251">
                  <a:moveTo>
                    <a:pt x="0" y="14867"/>
                  </a:moveTo>
                  <a:lnTo>
                    <a:pt x="16388" y="0"/>
                  </a:lnTo>
                  <a:lnTo>
                    <a:pt x="24096" y="8157"/>
                  </a:lnTo>
                  <a:lnTo>
                    <a:pt x="28592" y="17013"/>
                  </a:lnTo>
                  <a:lnTo>
                    <a:pt x="28592" y="24833"/>
                  </a:lnTo>
                  <a:lnTo>
                    <a:pt x="27693" y="27479"/>
                  </a:lnTo>
                  <a:lnTo>
                    <a:pt x="20604" y="36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607154" y="4069029"/>
              <a:ext cx="115460" cy="107106"/>
            </a:xfrm>
            <a:custGeom>
              <a:avLst/>
              <a:pathLst>
                <a:path w="115460" h="107106">
                  <a:moveTo>
                    <a:pt x="0" y="3569"/>
                  </a:moveTo>
                  <a:lnTo>
                    <a:pt x="53447" y="0"/>
                  </a:lnTo>
                  <a:lnTo>
                    <a:pt x="60350" y="5899"/>
                  </a:lnTo>
                  <a:lnTo>
                    <a:pt x="70138" y="18433"/>
                  </a:lnTo>
                  <a:lnTo>
                    <a:pt x="70718" y="19057"/>
                  </a:lnTo>
                  <a:lnTo>
                    <a:pt x="115460" y="73420"/>
                  </a:lnTo>
                  <a:lnTo>
                    <a:pt x="109923" y="80575"/>
                  </a:lnTo>
                  <a:lnTo>
                    <a:pt x="87253" y="107106"/>
                  </a:lnTo>
                  <a:lnTo>
                    <a:pt x="41654" y="5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57473" y="5067263"/>
              <a:ext cx="56959" cy="30030"/>
            </a:xfrm>
            <a:custGeom>
              <a:avLst/>
              <a:pathLst>
                <a:path w="56959" h="30030">
                  <a:moveTo>
                    <a:pt x="0" y="8189"/>
                  </a:moveTo>
                  <a:lnTo>
                    <a:pt x="4167" y="0"/>
                  </a:lnTo>
                  <a:lnTo>
                    <a:pt x="21882" y="9391"/>
                  </a:lnTo>
                  <a:lnTo>
                    <a:pt x="38493" y="18197"/>
                  </a:lnTo>
                  <a:lnTo>
                    <a:pt x="46894" y="20351"/>
                  </a:lnTo>
                  <a:lnTo>
                    <a:pt x="56959" y="22932"/>
                  </a:lnTo>
                  <a:lnTo>
                    <a:pt x="55066" y="30030"/>
                  </a:lnTo>
                  <a:lnTo>
                    <a:pt x="47009" y="29377"/>
                  </a:lnTo>
                  <a:lnTo>
                    <a:pt x="29698" y="240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66508" y="4995101"/>
              <a:ext cx="27468" cy="21813"/>
            </a:xfrm>
            <a:custGeom>
              <a:avLst/>
              <a:pathLst>
                <a:path w="27468" h="21813">
                  <a:moveTo>
                    <a:pt x="27468" y="14731"/>
                  </a:moveTo>
                  <a:lnTo>
                    <a:pt x="21003" y="21813"/>
                  </a:lnTo>
                  <a:lnTo>
                    <a:pt x="1025" y="3853"/>
                  </a:lnTo>
                  <a:lnTo>
                    <a:pt x="0" y="2931"/>
                  </a:lnTo>
                  <a:lnTo>
                    <a:pt x="263" y="2365"/>
                  </a:lnTo>
                  <a:lnTo>
                    <a:pt x="1387" y="0"/>
                  </a:lnTo>
                  <a:lnTo>
                    <a:pt x="10938" y="5213"/>
                  </a:lnTo>
                  <a:lnTo>
                    <a:pt x="24652" y="12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68227" y="4986224"/>
              <a:ext cx="31270" cy="21616"/>
            </a:xfrm>
            <a:custGeom>
              <a:avLst/>
              <a:pathLst>
                <a:path w="31270" h="21616">
                  <a:moveTo>
                    <a:pt x="31270" y="15879"/>
                  </a:moveTo>
                  <a:lnTo>
                    <a:pt x="27384" y="21616"/>
                  </a:lnTo>
                  <a:lnTo>
                    <a:pt x="0" y="5867"/>
                  </a:lnTo>
                  <a:lnTo>
                    <a:pt x="5058" y="0"/>
                  </a:lnTo>
                  <a:lnTo>
                    <a:pt x="29152" y="14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0640" y="5079383"/>
              <a:ext cx="29100" cy="47973"/>
            </a:xfrm>
            <a:custGeom>
              <a:avLst/>
              <a:pathLst>
                <a:path w="29100" h="47973">
                  <a:moveTo>
                    <a:pt x="0" y="45056"/>
                  </a:moveTo>
                  <a:lnTo>
                    <a:pt x="23068" y="0"/>
                  </a:lnTo>
                  <a:lnTo>
                    <a:pt x="29100" y="3497"/>
                  </a:lnTo>
                  <a:lnTo>
                    <a:pt x="8420" y="43363"/>
                  </a:lnTo>
                  <a:lnTo>
                    <a:pt x="6038" y="47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16853" y="3911441"/>
              <a:ext cx="68678" cy="69119"/>
            </a:xfrm>
            <a:custGeom>
              <a:avLst/>
              <a:pathLst>
                <a:path w="68678" h="69119">
                  <a:moveTo>
                    <a:pt x="46348" y="56505"/>
                  </a:moveTo>
                  <a:lnTo>
                    <a:pt x="25290" y="69119"/>
                  </a:lnTo>
                  <a:lnTo>
                    <a:pt x="10173" y="42927"/>
                  </a:lnTo>
                  <a:lnTo>
                    <a:pt x="9359" y="41517"/>
                  </a:lnTo>
                  <a:lnTo>
                    <a:pt x="969" y="26981"/>
                  </a:lnTo>
                  <a:lnTo>
                    <a:pt x="0" y="25301"/>
                  </a:lnTo>
                  <a:lnTo>
                    <a:pt x="20939" y="13122"/>
                  </a:lnTo>
                  <a:lnTo>
                    <a:pt x="22212" y="12381"/>
                  </a:lnTo>
                  <a:lnTo>
                    <a:pt x="43499" y="0"/>
                  </a:lnTo>
                  <a:lnTo>
                    <a:pt x="53059" y="16375"/>
                  </a:lnTo>
                  <a:lnTo>
                    <a:pt x="53712" y="17493"/>
                  </a:lnTo>
                  <a:lnTo>
                    <a:pt x="68678" y="43127"/>
                  </a:lnTo>
                  <a:lnTo>
                    <a:pt x="66831" y="44234"/>
                  </a:lnTo>
                  <a:lnTo>
                    <a:pt x="47813" y="55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36461" y="3968683"/>
              <a:ext cx="43023" cy="53207"/>
            </a:xfrm>
            <a:custGeom>
              <a:avLst/>
              <a:pathLst>
                <a:path w="43023" h="53207">
                  <a:moveTo>
                    <a:pt x="43023" y="41760"/>
                  </a:moveTo>
                  <a:lnTo>
                    <a:pt x="24026" y="53207"/>
                  </a:lnTo>
                  <a:lnTo>
                    <a:pt x="0" y="11459"/>
                  </a:lnTo>
                  <a:lnTo>
                    <a:pt x="193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509712" y="3898692"/>
              <a:ext cx="66542" cy="66244"/>
            </a:xfrm>
            <a:custGeom>
              <a:avLst/>
              <a:pathLst>
                <a:path w="66542" h="66244">
                  <a:moveTo>
                    <a:pt x="48099" y="51913"/>
                  </a:moveTo>
                  <a:lnTo>
                    <a:pt x="23492" y="66244"/>
                  </a:lnTo>
                  <a:lnTo>
                    <a:pt x="13932" y="49116"/>
                  </a:lnTo>
                  <a:lnTo>
                    <a:pt x="13219" y="47838"/>
                  </a:lnTo>
                  <a:lnTo>
                    <a:pt x="0" y="24151"/>
                  </a:lnTo>
                  <a:lnTo>
                    <a:pt x="18907" y="13318"/>
                  </a:lnTo>
                  <a:lnTo>
                    <a:pt x="19771" y="12823"/>
                  </a:lnTo>
                  <a:lnTo>
                    <a:pt x="42151" y="0"/>
                  </a:lnTo>
                  <a:lnTo>
                    <a:pt x="52735" y="17866"/>
                  </a:lnTo>
                  <a:lnTo>
                    <a:pt x="53298" y="18817"/>
                  </a:lnTo>
                  <a:lnTo>
                    <a:pt x="66542" y="41172"/>
                  </a:lnTo>
                  <a:lnTo>
                    <a:pt x="48970" y="51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67608" y="4033721"/>
              <a:ext cx="41736" cy="36722"/>
            </a:xfrm>
            <a:custGeom>
              <a:avLst/>
              <a:pathLst>
                <a:path w="41736" h="36722">
                  <a:moveTo>
                    <a:pt x="41736" y="18199"/>
                  </a:moveTo>
                  <a:lnTo>
                    <a:pt x="11043" y="36722"/>
                  </a:lnTo>
                  <a:lnTo>
                    <a:pt x="0" y="18479"/>
                  </a:lnTo>
                  <a:lnTo>
                    <a:pt x="309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521362" y="4036984"/>
              <a:ext cx="43204" cy="53881"/>
            </a:xfrm>
            <a:custGeom>
              <a:avLst/>
              <a:pathLst>
                <a:path w="43204" h="53881">
                  <a:moveTo>
                    <a:pt x="43204" y="42955"/>
                  </a:moveTo>
                  <a:lnTo>
                    <a:pt x="24166" y="53881"/>
                  </a:lnTo>
                  <a:lnTo>
                    <a:pt x="23193" y="52159"/>
                  </a:lnTo>
                  <a:lnTo>
                    <a:pt x="0" y="11141"/>
                  </a:lnTo>
                  <a:lnTo>
                    <a:pt x="17075" y="632"/>
                  </a:lnTo>
                  <a:lnTo>
                    <a:pt x="18125" y="0"/>
                  </a:lnTo>
                  <a:lnTo>
                    <a:pt x="18335" y="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612655" y="4126394"/>
              <a:ext cx="53110" cy="43271"/>
            </a:xfrm>
            <a:custGeom>
              <a:avLst/>
              <a:pathLst>
                <a:path w="53110" h="43271">
                  <a:moveTo>
                    <a:pt x="51135" y="19901"/>
                  </a:moveTo>
                  <a:lnTo>
                    <a:pt x="10678" y="43271"/>
                  </a:lnTo>
                  <a:lnTo>
                    <a:pt x="0" y="24539"/>
                  </a:lnTo>
                  <a:lnTo>
                    <a:pt x="42572" y="0"/>
                  </a:lnTo>
                  <a:lnTo>
                    <a:pt x="53110" y="18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76654" y="4131298"/>
              <a:ext cx="42310" cy="52614"/>
            </a:xfrm>
            <a:custGeom>
              <a:avLst/>
              <a:pathLst>
                <a:path w="42310" h="52614">
                  <a:moveTo>
                    <a:pt x="42310" y="41710"/>
                  </a:moveTo>
                  <a:lnTo>
                    <a:pt x="23684" y="52614"/>
                  </a:lnTo>
                  <a:lnTo>
                    <a:pt x="0" y="11328"/>
                  </a:lnTo>
                  <a:lnTo>
                    <a:pt x="184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73922" y="3953709"/>
              <a:ext cx="52300" cy="43631"/>
            </a:xfrm>
            <a:custGeom>
              <a:avLst/>
              <a:pathLst>
                <a:path w="52300" h="43631">
                  <a:moveTo>
                    <a:pt x="52300" y="18789"/>
                  </a:moveTo>
                  <a:lnTo>
                    <a:pt x="10486" y="43631"/>
                  </a:lnTo>
                  <a:lnTo>
                    <a:pt x="0" y="25039"/>
                  </a:lnTo>
                  <a:lnTo>
                    <a:pt x="413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85361" y="3963330"/>
              <a:ext cx="53499" cy="43198"/>
            </a:xfrm>
            <a:custGeom>
              <a:avLst/>
              <a:pathLst>
                <a:path w="53499" h="43198">
                  <a:moveTo>
                    <a:pt x="53499" y="18401"/>
                  </a:moveTo>
                  <a:lnTo>
                    <a:pt x="10840" y="43198"/>
                  </a:lnTo>
                  <a:lnTo>
                    <a:pt x="0" y="24554"/>
                  </a:lnTo>
                  <a:lnTo>
                    <a:pt x="431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82451" y="3968240"/>
              <a:ext cx="52858" cy="43237"/>
            </a:xfrm>
            <a:custGeom>
              <a:avLst/>
              <a:pathLst>
                <a:path w="52858" h="43237">
                  <a:moveTo>
                    <a:pt x="52858" y="18828"/>
                  </a:moveTo>
                  <a:lnTo>
                    <a:pt x="11240" y="43237"/>
                  </a:lnTo>
                  <a:lnTo>
                    <a:pt x="0" y="24556"/>
                  </a:lnTo>
                  <a:lnTo>
                    <a:pt x="416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55036" y="4039286"/>
              <a:ext cx="52395" cy="43650"/>
            </a:xfrm>
            <a:custGeom>
              <a:avLst/>
              <a:pathLst>
                <a:path w="52395" h="43650">
                  <a:moveTo>
                    <a:pt x="52395" y="19901"/>
                  </a:moveTo>
                  <a:lnTo>
                    <a:pt x="10637" y="43650"/>
                  </a:lnTo>
                  <a:lnTo>
                    <a:pt x="0" y="25229"/>
                  </a:lnTo>
                  <a:lnTo>
                    <a:pt x="410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48924" y="4070137"/>
              <a:ext cx="52033" cy="43418"/>
            </a:xfrm>
            <a:custGeom>
              <a:avLst/>
              <a:pathLst>
                <a:path w="52033" h="43418">
                  <a:moveTo>
                    <a:pt x="52033" y="18806"/>
                  </a:moveTo>
                  <a:lnTo>
                    <a:pt x="10463" y="43418"/>
                  </a:lnTo>
                  <a:lnTo>
                    <a:pt x="9672" y="42058"/>
                  </a:lnTo>
                  <a:lnTo>
                    <a:pt x="0" y="25044"/>
                  </a:lnTo>
                  <a:lnTo>
                    <a:pt x="41440" y="0"/>
                  </a:lnTo>
                  <a:lnTo>
                    <a:pt x="51509" y="17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43220" y="4041713"/>
              <a:ext cx="74382" cy="53121"/>
            </a:xfrm>
            <a:custGeom>
              <a:avLst/>
              <a:pathLst>
                <a:path w="74382" h="53121">
                  <a:moveTo>
                    <a:pt x="74382" y="14959"/>
                  </a:moveTo>
                  <a:lnTo>
                    <a:pt x="8921" y="53121"/>
                  </a:lnTo>
                  <a:lnTo>
                    <a:pt x="0" y="38019"/>
                  </a:lnTo>
                  <a:lnTo>
                    <a:pt x="650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94269" y="4042936"/>
              <a:ext cx="66807" cy="67647"/>
            </a:xfrm>
            <a:custGeom>
              <a:avLst/>
              <a:pathLst>
                <a:path w="66807" h="67647">
                  <a:moveTo>
                    <a:pt x="50415" y="53042"/>
                  </a:moveTo>
                  <a:lnTo>
                    <a:pt x="25721" y="67647"/>
                  </a:lnTo>
                  <a:lnTo>
                    <a:pt x="0" y="24772"/>
                  </a:lnTo>
                  <a:lnTo>
                    <a:pt x="41640" y="0"/>
                  </a:lnTo>
                  <a:lnTo>
                    <a:pt x="52108" y="18323"/>
                  </a:lnTo>
                  <a:lnTo>
                    <a:pt x="53304" y="20415"/>
                  </a:lnTo>
                  <a:lnTo>
                    <a:pt x="55537" y="24574"/>
                  </a:lnTo>
                  <a:lnTo>
                    <a:pt x="55713" y="24895"/>
                  </a:lnTo>
                  <a:lnTo>
                    <a:pt x="66807" y="43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91173" y="4062811"/>
              <a:ext cx="43291" cy="53314"/>
            </a:xfrm>
            <a:custGeom>
              <a:avLst/>
              <a:pathLst>
                <a:path w="43291" h="53314">
                  <a:moveTo>
                    <a:pt x="28343" y="50933"/>
                  </a:moveTo>
                  <a:lnTo>
                    <a:pt x="24082" y="53314"/>
                  </a:lnTo>
                  <a:lnTo>
                    <a:pt x="0" y="10861"/>
                  </a:lnTo>
                  <a:lnTo>
                    <a:pt x="18761" y="0"/>
                  </a:lnTo>
                  <a:lnTo>
                    <a:pt x="43291" y="42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33265" y="4023133"/>
              <a:ext cx="73202" cy="53119"/>
            </a:xfrm>
            <a:custGeom>
              <a:avLst/>
              <a:pathLst>
                <a:path w="73202" h="53119">
                  <a:moveTo>
                    <a:pt x="73202" y="14016"/>
                  </a:moveTo>
                  <a:lnTo>
                    <a:pt x="8289" y="53119"/>
                  </a:lnTo>
                  <a:lnTo>
                    <a:pt x="0" y="38311"/>
                  </a:lnTo>
                  <a:lnTo>
                    <a:pt x="649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606833" y="3918028"/>
              <a:ext cx="43239" cy="52759"/>
            </a:xfrm>
            <a:custGeom>
              <a:avLst/>
              <a:pathLst>
                <a:path w="43239" h="52759">
                  <a:moveTo>
                    <a:pt x="43239" y="41520"/>
                  </a:moveTo>
                  <a:lnTo>
                    <a:pt x="24236" y="52759"/>
                  </a:lnTo>
                  <a:lnTo>
                    <a:pt x="0" y="11141"/>
                  </a:lnTo>
                  <a:lnTo>
                    <a:pt x="184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73483" y="3920927"/>
              <a:ext cx="123422" cy="138646"/>
            </a:xfrm>
            <a:custGeom>
              <a:avLst/>
              <a:pathLst>
                <a:path w="123422" h="138646">
                  <a:moveTo>
                    <a:pt x="123422" y="99844"/>
                  </a:moveTo>
                  <a:lnTo>
                    <a:pt x="58580" y="138646"/>
                  </a:lnTo>
                  <a:lnTo>
                    <a:pt x="51555" y="126499"/>
                  </a:lnTo>
                  <a:lnTo>
                    <a:pt x="0" y="38029"/>
                  </a:lnTo>
                  <a:lnTo>
                    <a:pt x="64650" y="0"/>
                  </a:lnTo>
                  <a:lnTo>
                    <a:pt x="122898" y="98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5282" y="3931655"/>
              <a:ext cx="43499" cy="52889"/>
            </a:xfrm>
            <a:custGeom>
              <a:avLst/>
              <a:pathLst>
                <a:path w="43499" h="52889">
                  <a:moveTo>
                    <a:pt x="43499" y="42194"/>
                  </a:moveTo>
                  <a:lnTo>
                    <a:pt x="24194" y="52889"/>
                  </a:lnTo>
                  <a:lnTo>
                    <a:pt x="0" y="11400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60968" y="3931785"/>
              <a:ext cx="51977" cy="41618"/>
            </a:xfrm>
            <a:custGeom>
              <a:avLst/>
              <a:pathLst>
                <a:path w="51977" h="41618">
                  <a:moveTo>
                    <a:pt x="51977" y="18073"/>
                  </a:moveTo>
                  <a:lnTo>
                    <a:pt x="10537" y="41618"/>
                  </a:lnTo>
                  <a:lnTo>
                    <a:pt x="0" y="23576"/>
                  </a:lnTo>
                  <a:lnTo>
                    <a:pt x="414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76693" y="3948574"/>
              <a:ext cx="52827" cy="44424"/>
            </a:xfrm>
            <a:custGeom>
              <a:avLst/>
              <a:pathLst>
                <a:path w="52827" h="44424">
                  <a:moveTo>
                    <a:pt x="52827" y="19023"/>
                  </a:moveTo>
                  <a:lnTo>
                    <a:pt x="10889" y="44424"/>
                  </a:lnTo>
                  <a:lnTo>
                    <a:pt x="0" y="25591"/>
                  </a:lnTo>
                  <a:lnTo>
                    <a:pt x="417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70447" y="3938278"/>
              <a:ext cx="54301" cy="43650"/>
            </a:xfrm>
            <a:custGeom>
              <a:avLst/>
              <a:pathLst>
                <a:path w="54301" h="43650">
                  <a:moveTo>
                    <a:pt x="54301" y="18401"/>
                  </a:moveTo>
                  <a:lnTo>
                    <a:pt x="11071" y="43650"/>
                  </a:lnTo>
                  <a:lnTo>
                    <a:pt x="0" y="24533"/>
                  </a:lnTo>
                  <a:lnTo>
                    <a:pt x="435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9326" y="3944708"/>
              <a:ext cx="52213" cy="43634"/>
            </a:xfrm>
            <a:custGeom>
              <a:avLst/>
              <a:pathLst>
                <a:path w="52213" h="43634">
                  <a:moveTo>
                    <a:pt x="52213" y="19012"/>
                  </a:moveTo>
                  <a:lnTo>
                    <a:pt x="10922" y="43634"/>
                  </a:lnTo>
                  <a:lnTo>
                    <a:pt x="0" y="24303"/>
                  </a:lnTo>
                  <a:lnTo>
                    <a:pt x="412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514039" y="3958453"/>
              <a:ext cx="52126" cy="42840"/>
            </a:xfrm>
            <a:custGeom>
              <a:avLst/>
              <a:pathLst>
                <a:path w="52126" h="42840">
                  <a:moveTo>
                    <a:pt x="52126" y="18257"/>
                  </a:moveTo>
                  <a:lnTo>
                    <a:pt x="9905" y="42840"/>
                  </a:lnTo>
                  <a:lnTo>
                    <a:pt x="961" y="26550"/>
                  </a:lnTo>
                  <a:lnTo>
                    <a:pt x="0" y="24798"/>
                  </a:lnTo>
                  <a:lnTo>
                    <a:pt x="41448" y="0"/>
                  </a:lnTo>
                  <a:lnTo>
                    <a:pt x="51631" y="17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21712" y="3972878"/>
              <a:ext cx="53152" cy="44052"/>
            </a:xfrm>
            <a:custGeom>
              <a:avLst/>
              <a:pathLst>
                <a:path w="53152" h="44052">
                  <a:moveTo>
                    <a:pt x="53152" y="18861"/>
                  </a:moveTo>
                  <a:lnTo>
                    <a:pt x="10890" y="44052"/>
                  </a:lnTo>
                  <a:lnTo>
                    <a:pt x="0" y="25104"/>
                  </a:lnTo>
                  <a:lnTo>
                    <a:pt x="4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526317" y="3980304"/>
              <a:ext cx="53618" cy="44846"/>
            </a:xfrm>
            <a:custGeom>
              <a:avLst/>
              <a:pathLst>
                <a:path w="53618" h="44846">
                  <a:moveTo>
                    <a:pt x="51755" y="20779"/>
                  </a:moveTo>
                  <a:lnTo>
                    <a:pt x="10549" y="44846"/>
                  </a:lnTo>
                  <a:lnTo>
                    <a:pt x="0" y="25145"/>
                  </a:lnTo>
                  <a:lnTo>
                    <a:pt x="40993" y="548"/>
                  </a:lnTo>
                  <a:lnTo>
                    <a:pt x="42167" y="0"/>
                  </a:lnTo>
                  <a:lnTo>
                    <a:pt x="53618" y="19551"/>
                  </a:lnTo>
                  <a:lnTo>
                    <a:pt x="52856" y="20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90505" y="3986408"/>
              <a:ext cx="41748" cy="53573"/>
            </a:xfrm>
            <a:custGeom>
              <a:avLst/>
              <a:pathLst>
                <a:path w="41748" h="53573">
                  <a:moveTo>
                    <a:pt x="41748" y="42244"/>
                  </a:moveTo>
                  <a:lnTo>
                    <a:pt x="24219" y="53573"/>
                  </a:lnTo>
                  <a:lnTo>
                    <a:pt x="0" y="11328"/>
                  </a:lnTo>
                  <a:lnTo>
                    <a:pt x="182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90583" y="3981904"/>
              <a:ext cx="52031" cy="43869"/>
            </a:xfrm>
            <a:custGeom>
              <a:avLst/>
              <a:pathLst>
                <a:path w="52031" h="43869">
                  <a:moveTo>
                    <a:pt x="52031" y="19286"/>
                  </a:moveTo>
                  <a:lnTo>
                    <a:pt x="10723" y="43869"/>
                  </a:lnTo>
                  <a:lnTo>
                    <a:pt x="0" y="24565"/>
                  </a:lnTo>
                  <a:lnTo>
                    <a:pt x="410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34164" y="3994842"/>
              <a:ext cx="53255" cy="45092"/>
            </a:xfrm>
            <a:custGeom>
              <a:avLst/>
              <a:pathLst>
                <a:path w="53255" h="45092">
                  <a:moveTo>
                    <a:pt x="53255" y="20701"/>
                  </a:moveTo>
                  <a:lnTo>
                    <a:pt x="11896" y="45092"/>
                  </a:lnTo>
                  <a:lnTo>
                    <a:pt x="0" y="24805"/>
                  </a:lnTo>
                  <a:lnTo>
                    <a:pt x="406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98189" y="3999114"/>
              <a:ext cx="44136" cy="54067"/>
            </a:xfrm>
            <a:custGeom>
              <a:avLst/>
              <a:pathLst>
                <a:path w="44136" h="54067">
                  <a:moveTo>
                    <a:pt x="44136" y="42898"/>
                  </a:moveTo>
                  <a:lnTo>
                    <a:pt x="25142" y="54067"/>
                  </a:lnTo>
                  <a:lnTo>
                    <a:pt x="0" y="11350"/>
                  </a:lnTo>
                  <a:lnTo>
                    <a:pt x="192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43283" y="4009742"/>
              <a:ext cx="52910" cy="43817"/>
            </a:xfrm>
            <a:custGeom>
              <a:avLst/>
              <a:pathLst>
                <a:path w="52910" h="43817">
                  <a:moveTo>
                    <a:pt x="52910" y="19407"/>
                  </a:moveTo>
                  <a:lnTo>
                    <a:pt x="11012" y="43817"/>
                  </a:lnTo>
                  <a:lnTo>
                    <a:pt x="10724" y="43339"/>
                  </a:lnTo>
                  <a:lnTo>
                    <a:pt x="0" y="24781"/>
                  </a:lnTo>
                  <a:lnTo>
                    <a:pt x="40764" y="595"/>
                  </a:lnTo>
                  <a:lnTo>
                    <a:pt x="41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604125" y="4005675"/>
              <a:ext cx="52737" cy="42752"/>
            </a:xfrm>
            <a:custGeom>
              <a:avLst/>
              <a:pathLst>
                <a:path w="52737" h="42752">
                  <a:moveTo>
                    <a:pt x="52737" y="19148"/>
                  </a:moveTo>
                  <a:lnTo>
                    <a:pt x="10657" y="42752"/>
                  </a:lnTo>
                  <a:lnTo>
                    <a:pt x="0" y="25158"/>
                  </a:lnTo>
                  <a:lnTo>
                    <a:pt x="412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40660" y="4015649"/>
              <a:ext cx="51679" cy="42684"/>
            </a:xfrm>
            <a:custGeom>
              <a:avLst/>
              <a:pathLst>
                <a:path w="51679" h="42684">
                  <a:moveTo>
                    <a:pt x="51679" y="18605"/>
                  </a:moveTo>
                  <a:lnTo>
                    <a:pt x="10230" y="42684"/>
                  </a:lnTo>
                  <a:lnTo>
                    <a:pt x="0" y="24465"/>
                  </a:lnTo>
                  <a:lnTo>
                    <a:pt x="404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61246" y="4076505"/>
              <a:ext cx="36187" cy="33574"/>
            </a:xfrm>
            <a:custGeom>
              <a:avLst/>
              <a:pathLst>
                <a:path w="36187" h="33574">
                  <a:moveTo>
                    <a:pt x="36187" y="18655"/>
                  </a:moveTo>
                  <a:lnTo>
                    <a:pt x="10921" y="33574"/>
                  </a:lnTo>
                  <a:lnTo>
                    <a:pt x="0" y="15296"/>
                  </a:lnTo>
                  <a:lnTo>
                    <a:pt x="252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62796" y="4094515"/>
              <a:ext cx="52436" cy="43003"/>
            </a:xfrm>
            <a:custGeom>
              <a:avLst/>
              <a:pathLst>
                <a:path w="52436" h="43003">
                  <a:moveTo>
                    <a:pt x="52436" y="18507"/>
                  </a:moveTo>
                  <a:lnTo>
                    <a:pt x="10959" y="43003"/>
                  </a:lnTo>
                  <a:lnTo>
                    <a:pt x="0" y="24372"/>
                  </a:lnTo>
                  <a:lnTo>
                    <a:pt x="41219" y="0"/>
                  </a:lnTo>
                  <a:lnTo>
                    <a:pt x="49392" y="13327"/>
                  </a:lnTo>
                  <a:lnTo>
                    <a:pt x="51928" y="17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8316" y="3908257"/>
              <a:ext cx="52731" cy="43768"/>
            </a:xfrm>
            <a:custGeom>
              <a:avLst/>
              <a:pathLst>
                <a:path w="52731" h="43768">
                  <a:moveTo>
                    <a:pt x="52731" y="19358"/>
                  </a:moveTo>
                  <a:lnTo>
                    <a:pt x="11886" y="43768"/>
                  </a:lnTo>
                  <a:lnTo>
                    <a:pt x="0" y="24145"/>
                  </a:lnTo>
                  <a:lnTo>
                    <a:pt x="417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61940" y="3924578"/>
              <a:ext cx="53141" cy="43908"/>
            </a:xfrm>
            <a:custGeom>
              <a:avLst/>
              <a:pathLst>
                <a:path w="53141" h="43908">
                  <a:moveTo>
                    <a:pt x="53141" y="18976"/>
                  </a:moveTo>
                  <a:lnTo>
                    <a:pt x="11029" y="43908"/>
                  </a:lnTo>
                  <a:lnTo>
                    <a:pt x="0" y="24788"/>
                  </a:lnTo>
                  <a:lnTo>
                    <a:pt x="4226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99565" y="4103709"/>
              <a:ext cx="52058" cy="42703"/>
            </a:xfrm>
            <a:custGeom>
              <a:avLst/>
              <a:pathLst>
                <a:path w="52058" h="42703">
                  <a:moveTo>
                    <a:pt x="52058" y="19003"/>
                  </a:moveTo>
                  <a:lnTo>
                    <a:pt x="10336" y="42703"/>
                  </a:lnTo>
                  <a:lnTo>
                    <a:pt x="0" y="25038"/>
                  </a:lnTo>
                  <a:lnTo>
                    <a:pt x="41293" y="0"/>
                  </a:lnTo>
                  <a:lnTo>
                    <a:pt x="50752" y="16610"/>
                  </a:lnTo>
                  <a:lnTo>
                    <a:pt x="51565" y="1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81383" y="4099849"/>
              <a:ext cx="29987" cy="29695"/>
            </a:xfrm>
            <a:custGeom>
              <a:avLst/>
              <a:pathLst>
                <a:path w="29987" h="29695">
                  <a:moveTo>
                    <a:pt x="29987" y="18835"/>
                  </a:moveTo>
                  <a:lnTo>
                    <a:pt x="10954" y="29695"/>
                  </a:lnTo>
                  <a:lnTo>
                    <a:pt x="0" y="10575"/>
                  </a:lnTo>
                  <a:lnTo>
                    <a:pt x="187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519909" y="3860449"/>
              <a:ext cx="52468" cy="43105"/>
            </a:xfrm>
            <a:custGeom>
              <a:avLst/>
              <a:pathLst>
                <a:path w="52468" h="43105">
                  <a:moveTo>
                    <a:pt x="52468" y="18688"/>
                  </a:moveTo>
                  <a:lnTo>
                    <a:pt x="10706" y="43105"/>
                  </a:lnTo>
                  <a:lnTo>
                    <a:pt x="0" y="24073"/>
                  </a:lnTo>
                  <a:lnTo>
                    <a:pt x="415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55938" y="3869649"/>
              <a:ext cx="52407" cy="43702"/>
            </a:xfrm>
            <a:custGeom>
              <a:avLst/>
              <a:pathLst>
                <a:path w="52407" h="43702">
                  <a:moveTo>
                    <a:pt x="52407" y="19335"/>
                  </a:moveTo>
                  <a:lnTo>
                    <a:pt x="10537" y="43702"/>
                  </a:lnTo>
                  <a:lnTo>
                    <a:pt x="0" y="25373"/>
                  </a:lnTo>
                  <a:lnTo>
                    <a:pt x="413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9131" y="3874817"/>
              <a:ext cx="51723" cy="42788"/>
            </a:xfrm>
            <a:custGeom>
              <a:avLst/>
              <a:pathLst>
                <a:path w="51723" h="42788">
                  <a:moveTo>
                    <a:pt x="51723" y="18538"/>
                  </a:moveTo>
                  <a:lnTo>
                    <a:pt x="10725" y="42788"/>
                  </a:lnTo>
                  <a:lnTo>
                    <a:pt x="0" y="24616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35035" y="3890351"/>
              <a:ext cx="43836" cy="54096"/>
            </a:xfrm>
            <a:custGeom>
              <a:avLst/>
              <a:pathLst>
                <a:path w="43836" h="54096">
                  <a:moveTo>
                    <a:pt x="43836" y="42840"/>
                  </a:moveTo>
                  <a:lnTo>
                    <a:pt x="24751" y="54096"/>
                  </a:lnTo>
                  <a:lnTo>
                    <a:pt x="0" y="11887"/>
                  </a:lnTo>
                  <a:lnTo>
                    <a:pt x="200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73111" y="3888301"/>
              <a:ext cx="52152" cy="43165"/>
            </a:xfrm>
            <a:custGeom>
              <a:avLst/>
              <a:pathLst>
                <a:path w="52152" h="43165">
                  <a:moveTo>
                    <a:pt x="52152" y="18813"/>
                  </a:moveTo>
                  <a:lnTo>
                    <a:pt x="10116" y="43165"/>
                  </a:lnTo>
                  <a:lnTo>
                    <a:pt x="0" y="24476"/>
                  </a:lnTo>
                  <a:lnTo>
                    <a:pt x="410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67452" y="3878497"/>
              <a:ext cx="53498" cy="43743"/>
            </a:xfrm>
            <a:custGeom>
              <a:avLst/>
              <a:pathLst>
                <a:path w="53498" h="43743">
                  <a:moveTo>
                    <a:pt x="53498" y="19011"/>
                  </a:moveTo>
                  <a:lnTo>
                    <a:pt x="10875" y="43743"/>
                  </a:lnTo>
                  <a:lnTo>
                    <a:pt x="0" y="25370"/>
                  </a:lnTo>
                  <a:lnTo>
                    <a:pt x="42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4505" y="3883993"/>
              <a:ext cx="52659" cy="43343"/>
            </a:xfrm>
            <a:custGeom>
              <a:avLst/>
              <a:pathLst>
                <a:path w="52659" h="43343">
                  <a:moveTo>
                    <a:pt x="52001" y="19218"/>
                  </a:moveTo>
                  <a:lnTo>
                    <a:pt x="10859" y="43343"/>
                  </a:lnTo>
                  <a:lnTo>
                    <a:pt x="0" y="24963"/>
                  </a:lnTo>
                  <a:lnTo>
                    <a:pt x="41770" y="0"/>
                  </a:lnTo>
                  <a:lnTo>
                    <a:pt x="52659" y="1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70260" y="3894592"/>
              <a:ext cx="52206" cy="43199"/>
            </a:xfrm>
            <a:custGeom>
              <a:avLst/>
              <a:pathLst>
                <a:path w="52206" h="43199">
                  <a:moveTo>
                    <a:pt x="52206" y="18401"/>
                  </a:moveTo>
                  <a:lnTo>
                    <a:pt x="10898" y="43199"/>
                  </a:lnTo>
                  <a:lnTo>
                    <a:pt x="0" y="23954"/>
                  </a:lnTo>
                  <a:lnTo>
                    <a:pt x="414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81278" y="3902164"/>
              <a:ext cx="53069" cy="43796"/>
            </a:xfrm>
            <a:custGeom>
              <a:avLst/>
              <a:pathLst>
                <a:path w="53069" h="43796">
                  <a:moveTo>
                    <a:pt x="53069" y="18116"/>
                  </a:moveTo>
                  <a:lnTo>
                    <a:pt x="10032" y="43796"/>
                  </a:lnTo>
                  <a:lnTo>
                    <a:pt x="0" y="25165"/>
                  </a:lnTo>
                  <a:lnTo>
                    <a:pt x="424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44410" y="3906146"/>
              <a:ext cx="43527" cy="53050"/>
            </a:xfrm>
            <a:custGeom>
              <a:avLst/>
              <a:pathLst>
                <a:path w="43527" h="53050">
                  <a:moveTo>
                    <a:pt x="43527" y="42316"/>
                  </a:moveTo>
                  <a:lnTo>
                    <a:pt x="24670" y="53050"/>
                  </a:lnTo>
                  <a:lnTo>
                    <a:pt x="0" y="10939"/>
                  </a:lnTo>
                  <a:lnTo>
                    <a:pt x="190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52102" y="3823805"/>
              <a:ext cx="43556" cy="53452"/>
            </a:xfrm>
            <a:custGeom>
              <a:avLst/>
              <a:pathLst>
                <a:path w="43556" h="53452">
                  <a:moveTo>
                    <a:pt x="43556" y="42354"/>
                  </a:moveTo>
                  <a:lnTo>
                    <a:pt x="24335" y="53452"/>
                  </a:lnTo>
                  <a:lnTo>
                    <a:pt x="0" y="11647"/>
                  </a:lnTo>
                  <a:lnTo>
                    <a:pt x="193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506472" y="3836657"/>
              <a:ext cx="52206" cy="43412"/>
            </a:xfrm>
            <a:custGeom>
              <a:avLst/>
              <a:pathLst>
                <a:path w="52206" h="43412">
                  <a:moveTo>
                    <a:pt x="52206" y="19335"/>
                  </a:moveTo>
                  <a:lnTo>
                    <a:pt x="10394" y="43412"/>
                  </a:lnTo>
                  <a:lnTo>
                    <a:pt x="0" y="24895"/>
                  </a:lnTo>
                  <a:lnTo>
                    <a:pt x="41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9621" y="3837177"/>
              <a:ext cx="43726" cy="53825"/>
            </a:xfrm>
            <a:custGeom>
              <a:avLst/>
              <a:pathLst>
                <a:path w="43726" h="53825">
                  <a:moveTo>
                    <a:pt x="43726" y="42869"/>
                  </a:moveTo>
                  <a:lnTo>
                    <a:pt x="25210" y="53825"/>
                  </a:lnTo>
                  <a:lnTo>
                    <a:pt x="0" y="11681"/>
                  </a:lnTo>
                  <a:lnTo>
                    <a:pt x="17109" y="1314"/>
                  </a:lnTo>
                  <a:lnTo>
                    <a:pt x="192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14507" y="3850497"/>
              <a:ext cx="53042" cy="43796"/>
            </a:xfrm>
            <a:custGeom>
              <a:avLst/>
              <a:pathLst>
                <a:path w="53042" h="43796">
                  <a:moveTo>
                    <a:pt x="53042" y="19710"/>
                  </a:moveTo>
                  <a:lnTo>
                    <a:pt x="11535" y="43796"/>
                  </a:lnTo>
                  <a:lnTo>
                    <a:pt x="0" y="24949"/>
                  </a:lnTo>
                  <a:lnTo>
                    <a:pt x="417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59014" y="3864115"/>
              <a:ext cx="53157" cy="44557"/>
            </a:xfrm>
            <a:custGeom>
              <a:avLst/>
              <a:pathLst>
                <a:path w="53157" h="44557">
                  <a:moveTo>
                    <a:pt x="53157" y="19766"/>
                  </a:moveTo>
                  <a:lnTo>
                    <a:pt x="10800" y="44557"/>
                  </a:lnTo>
                  <a:lnTo>
                    <a:pt x="0" y="24165"/>
                  </a:lnTo>
                  <a:lnTo>
                    <a:pt x="41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57712" y="4053020"/>
              <a:ext cx="19760" cy="23332"/>
            </a:xfrm>
            <a:custGeom>
              <a:avLst/>
              <a:pathLst>
                <a:path w="19760" h="23332">
                  <a:moveTo>
                    <a:pt x="19760" y="17854"/>
                  </a:moveTo>
                  <a:lnTo>
                    <a:pt x="10781" y="23332"/>
                  </a:lnTo>
                  <a:lnTo>
                    <a:pt x="0" y="5394"/>
                  </a:lnTo>
                  <a:lnTo>
                    <a:pt x="90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4416" y="3919630"/>
              <a:ext cx="37573" cy="48810"/>
            </a:xfrm>
            <a:custGeom>
              <a:avLst/>
              <a:pathLst>
                <a:path w="37573" h="48810">
                  <a:moveTo>
                    <a:pt x="27106" y="48810"/>
                  </a:moveTo>
                  <a:lnTo>
                    <a:pt x="25349" y="48810"/>
                  </a:lnTo>
                  <a:lnTo>
                    <a:pt x="24085" y="48235"/>
                  </a:lnTo>
                  <a:lnTo>
                    <a:pt x="22539" y="46582"/>
                  </a:lnTo>
                  <a:lnTo>
                    <a:pt x="16519" y="36658"/>
                  </a:lnTo>
                  <a:lnTo>
                    <a:pt x="14952" y="34075"/>
                  </a:lnTo>
                  <a:lnTo>
                    <a:pt x="11808" y="28573"/>
                  </a:lnTo>
                  <a:lnTo>
                    <a:pt x="10340" y="26006"/>
                  </a:lnTo>
                  <a:lnTo>
                    <a:pt x="992" y="9651"/>
                  </a:lnTo>
                  <a:lnTo>
                    <a:pt x="0" y="7915"/>
                  </a:lnTo>
                  <a:lnTo>
                    <a:pt x="121" y="6847"/>
                  </a:lnTo>
                  <a:lnTo>
                    <a:pt x="1230" y="4614"/>
                  </a:lnTo>
                  <a:lnTo>
                    <a:pt x="3464" y="2458"/>
                  </a:lnTo>
                  <a:lnTo>
                    <a:pt x="6288" y="1207"/>
                  </a:lnTo>
                  <a:lnTo>
                    <a:pt x="9492" y="431"/>
                  </a:lnTo>
                  <a:lnTo>
                    <a:pt x="12526" y="0"/>
                  </a:lnTo>
                  <a:lnTo>
                    <a:pt x="14309" y="57"/>
                  </a:lnTo>
                  <a:lnTo>
                    <a:pt x="14676" y="112"/>
                  </a:lnTo>
                  <a:lnTo>
                    <a:pt x="15504" y="1519"/>
                  </a:lnTo>
                  <a:lnTo>
                    <a:pt x="18366" y="6382"/>
                  </a:lnTo>
                  <a:lnTo>
                    <a:pt x="23213" y="14620"/>
                  </a:lnTo>
                  <a:lnTo>
                    <a:pt x="25258" y="18094"/>
                  </a:lnTo>
                  <a:lnTo>
                    <a:pt x="26250" y="19776"/>
                  </a:lnTo>
                  <a:lnTo>
                    <a:pt x="27195" y="21378"/>
                  </a:lnTo>
                  <a:lnTo>
                    <a:pt x="29365" y="25057"/>
                  </a:lnTo>
                  <a:lnTo>
                    <a:pt x="30820" y="27524"/>
                  </a:lnTo>
                  <a:lnTo>
                    <a:pt x="36168" y="36590"/>
                  </a:lnTo>
                  <a:lnTo>
                    <a:pt x="37503" y="38962"/>
                  </a:lnTo>
                  <a:lnTo>
                    <a:pt x="37573" y="40113"/>
                  </a:lnTo>
                  <a:lnTo>
                    <a:pt x="37222" y="42413"/>
                  </a:lnTo>
                  <a:lnTo>
                    <a:pt x="35321" y="43735"/>
                  </a:lnTo>
                  <a:lnTo>
                    <a:pt x="33709" y="44857"/>
                  </a:lnTo>
                  <a:lnTo>
                    <a:pt x="33135" y="45219"/>
                  </a:lnTo>
                  <a:lnTo>
                    <a:pt x="28581" y="48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59486" y="4113701"/>
              <a:ext cx="29084" cy="29672"/>
            </a:xfrm>
            <a:custGeom>
              <a:avLst/>
              <a:pathLst>
                <a:path w="29084" h="29672">
                  <a:moveTo>
                    <a:pt x="29084" y="18803"/>
                  </a:moveTo>
                  <a:lnTo>
                    <a:pt x="10959" y="29672"/>
                  </a:lnTo>
                  <a:lnTo>
                    <a:pt x="0" y="10609"/>
                  </a:lnTo>
                  <a:lnTo>
                    <a:pt x="177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45823" y="4094004"/>
              <a:ext cx="22770" cy="26020"/>
            </a:xfrm>
            <a:custGeom>
              <a:avLst/>
              <a:pathLst>
                <a:path w="22770" h="26020">
                  <a:moveTo>
                    <a:pt x="22770" y="19479"/>
                  </a:moveTo>
                  <a:lnTo>
                    <a:pt x="11600" y="26020"/>
                  </a:lnTo>
                  <a:lnTo>
                    <a:pt x="0" y="6804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16533" y="4653346"/>
              <a:ext cx="34329" cy="33974"/>
            </a:xfrm>
            <a:custGeom>
              <a:avLst/>
              <a:pathLst>
                <a:path w="34329" h="33974">
                  <a:moveTo>
                    <a:pt x="0" y="12493"/>
                  </a:moveTo>
                  <a:lnTo>
                    <a:pt x="3297" y="10365"/>
                  </a:lnTo>
                  <a:lnTo>
                    <a:pt x="19363" y="0"/>
                  </a:lnTo>
                  <a:lnTo>
                    <a:pt x="23225" y="4672"/>
                  </a:lnTo>
                  <a:lnTo>
                    <a:pt x="26766" y="8381"/>
                  </a:lnTo>
                  <a:lnTo>
                    <a:pt x="34329" y="16104"/>
                  </a:lnTo>
                  <a:lnTo>
                    <a:pt x="20641" y="33974"/>
                  </a:lnTo>
                  <a:lnTo>
                    <a:pt x="13422" y="28180"/>
                  </a:lnTo>
                  <a:lnTo>
                    <a:pt x="11129" y="26299"/>
                  </a:lnTo>
                  <a:lnTo>
                    <a:pt x="5567" y="20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55646" y="4602672"/>
              <a:ext cx="27131" cy="24289"/>
            </a:xfrm>
            <a:custGeom>
              <a:avLst/>
              <a:pathLst>
                <a:path w="27131" h="24289">
                  <a:moveTo>
                    <a:pt x="0" y="11886"/>
                  </a:moveTo>
                  <a:lnTo>
                    <a:pt x="20036" y="0"/>
                  </a:lnTo>
                  <a:lnTo>
                    <a:pt x="27131" y="13225"/>
                  </a:lnTo>
                  <a:lnTo>
                    <a:pt x="6903" y="24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20872" y="4693492"/>
              <a:ext cx="28064" cy="26360"/>
            </a:xfrm>
            <a:custGeom>
              <a:avLst/>
              <a:pathLst>
                <a:path w="28064" h="26360">
                  <a:moveTo>
                    <a:pt x="0" y="15865"/>
                  </a:moveTo>
                  <a:lnTo>
                    <a:pt x="16294" y="0"/>
                  </a:lnTo>
                  <a:lnTo>
                    <a:pt x="28064" y="9276"/>
                  </a:lnTo>
                  <a:lnTo>
                    <a:pt x="15968" y="2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38178" y="4703900"/>
              <a:ext cx="49672" cy="44372"/>
            </a:xfrm>
            <a:custGeom>
              <a:avLst/>
              <a:pathLst>
                <a:path w="49672" h="44372">
                  <a:moveTo>
                    <a:pt x="21858" y="6169"/>
                  </a:moveTo>
                  <a:lnTo>
                    <a:pt x="49672" y="25815"/>
                  </a:lnTo>
                  <a:lnTo>
                    <a:pt x="35540" y="44372"/>
                  </a:lnTo>
                  <a:lnTo>
                    <a:pt x="33799" y="43069"/>
                  </a:lnTo>
                  <a:lnTo>
                    <a:pt x="25705" y="36998"/>
                  </a:lnTo>
                  <a:lnTo>
                    <a:pt x="8744" y="24276"/>
                  </a:lnTo>
                  <a:lnTo>
                    <a:pt x="5915" y="22155"/>
                  </a:lnTo>
                  <a:lnTo>
                    <a:pt x="0" y="17366"/>
                  </a:lnTo>
                  <a:lnTo>
                    <a:pt x="12448" y="0"/>
                  </a:lnTo>
                  <a:lnTo>
                    <a:pt x="14189" y="1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53675" y="4608117"/>
              <a:ext cx="71727" cy="64217"/>
            </a:xfrm>
            <a:custGeom>
              <a:avLst/>
              <a:pathLst>
                <a:path w="71727" h="64217">
                  <a:moveTo>
                    <a:pt x="0" y="11170"/>
                  </a:moveTo>
                  <a:lnTo>
                    <a:pt x="19445" y="0"/>
                  </a:lnTo>
                  <a:lnTo>
                    <a:pt x="28747" y="14505"/>
                  </a:lnTo>
                  <a:lnTo>
                    <a:pt x="32681" y="18300"/>
                  </a:lnTo>
                  <a:lnTo>
                    <a:pt x="40661" y="24856"/>
                  </a:lnTo>
                  <a:lnTo>
                    <a:pt x="70680" y="45331"/>
                  </a:lnTo>
                  <a:lnTo>
                    <a:pt x="71727" y="46031"/>
                  </a:lnTo>
                  <a:lnTo>
                    <a:pt x="59011" y="64217"/>
                  </a:lnTo>
                  <a:lnTo>
                    <a:pt x="20864" y="37190"/>
                  </a:lnTo>
                  <a:lnTo>
                    <a:pt x="15595" y="32734"/>
                  </a:lnTo>
                  <a:lnTo>
                    <a:pt x="12153" y="29068"/>
                  </a:lnTo>
                  <a:lnTo>
                    <a:pt x="10045" y="26264"/>
                  </a:lnTo>
                  <a:lnTo>
                    <a:pt x="7306" y="22958"/>
                  </a:lnTo>
                  <a:lnTo>
                    <a:pt x="1545" y="138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66970" y="4567743"/>
              <a:ext cx="43246" cy="52846"/>
            </a:xfrm>
            <a:custGeom>
              <a:avLst/>
              <a:pathLst>
                <a:path w="43246" h="52846">
                  <a:moveTo>
                    <a:pt x="43246" y="41045"/>
                  </a:moveTo>
                  <a:lnTo>
                    <a:pt x="23063" y="52846"/>
                  </a:lnTo>
                  <a:lnTo>
                    <a:pt x="0" y="11515"/>
                  </a:lnTo>
                  <a:lnTo>
                    <a:pt x="1964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05499" y="4430853"/>
              <a:ext cx="24261" cy="26912"/>
            </a:xfrm>
            <a:custGeom>
              <a:avLst/>
              <a:pathLst>
                <a:path w="24261" h="26912">
                  <a:moveTo>
                    <a:pt x="0" y="8510"/>
                  </a:moveTo>
                  <a:lnTo>
                    <a:pt x="13825" y="0"/>
                  </a:lnTo>
                  <a:lnTo>
                    <a:pt x="24261" y="8561"/>
                  </a:lnTo>
                  <a:lnTo>
                    <a:pt x="12231" y="2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466043" y="4424864"/>
              <a:ext cx="50778" cy="69694"/>
            </a:xfrm>
            <a:custGeom>
              <a:avLst/>
              <a:pathLst>
                <a:path w="50778" h="69694">
                  <a:moveTo>
                    <a:pt x="0" y="9746"/>
                  </a:moveTo>
                  <a:lnTo>
                    <a:pt x="17703" y="0"/>
                  </a:lnTo>
                  <a:lnTo>
                    <a:pt x="50778" y="59344"/>
                  </a:lnTo>
                  <a:lnTo>
                    <a:pt x="32315" y="69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53249" y="4345449"/>
              <a:ext cx="64119" cy="45571"/>
            </a:xfrm>
            <a:custGeom>
              <a:avLst/>
              <a:pathLst>
                <a:path w="64119" h="45571">
                  <a:moveTo>
                    <a:pt x="0" y="31853"/>
                  </a:moveTo>
                  <a:lnTo>
                    <a:pt x="53300" y="0"/>
                  </a:lnTo>
                  <a:lnTo>
                    <a:pt x="64119" y="18113"/>
                  </a:lnTo>
                  <a:lnTo>
                    <a:pt x="17471" y="45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39737" y="4639170"/>
              <a:ext cx="68042" cy="56008"/>
            </a:xfrm>
            <a:custGeom>
              <a:avLst/>
              <a:pathLst>
                <a:path w="68042" h="56008">
                  <a:moveTo>
                    <a:pt x="0" y="12305"/>
                  </a:moveTo>
                  <a:lnTo>
                    <a:pt x="18996" y="0"/>
                  </a:lnTo>
                  <a:lnTo>
                    <a:pt x="25740" y="6785"/>
                  </a:lnTo>
                  <a:lnTo>
                    <a:pt x="31922" y="11845"/>
                  </a:lnTo>
                  <a:lnTo>
                    <a:pt x="68042" y="38435"/>
                  </a:lnTo>
                  <a:lnTo>
                    <a:pt x="53841" y="56008"/>
                  </a:lnTo>
                  <a:lnTo>
                    <a:pt x="13009" y="2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53353" y="4680826"/>
              <a:ext cx="37718" cy="35580"/>
            </a:xfrm>
            <a:custGeom>
              <a:avLst/>
              <a:pathLst>
                <a:path w="37718" h="35580">
                  <a:moveTo>
                    <a:pt x="0" y="19048"/>
                  </a:moveTo>
                  <a:lnTo>
                    <a:pt x="13488" y="0"/>
                  </a:lnTo>
                  <a:lnTo>
                    <a:pt x="37718" y="17962"/>
                  </a:lnTo>
                  <a:lnTo>
                    <a:pt x="24307" y="35580"/>
                  </a:lnTo>
                  <a:lnTo>
                    <a:pt x="9413" y="260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38964" y="4670612"/>
              <a:ext cx="26351" cy="27745"/>
            </a:xfrm>
            <a:custGeom>
              <a:avLst/>
              <a:pathLst>
                <a:path w="26351" h="27745">
                  <a:moveTo>
                    <a:pt x="0" y="17351"/>
                  </a:moveTo>
                  <a:lnTo>
                    <a:pt x="13229" y="0"/>
                  </a:lnTo>
                  <a:lnTo>
                    <a:pt x="26351" y="9126"/>
                  </a:lnTo>
                  <a:lnTo>
                    <a:pt x="13313" y="27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089437" y="4554244"/>
              <a:ext cx="44031" cy="52389"/>
            </a:xfrm>
            <a:custGeom>
              <a:avLst/>
              <a:pathLst>
                <a:path w="44031" h="52389">
                  <a:moveTo>
                    <a:pt x="44031" y="40588"/>
                  </a:moveTo>
                  <a:lnTo>
                    <a:pt x="23618" y="52389"/>
                  </a:lnTo>
                  <a:lnTo>
                    <a:pt x="0" y="11860"/>
                  </a:lnTo>
                  <a:lnTo>
                    <a:pt x="1947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29139" y="4558291"/>
              <a:ext cx="44049" cy="53534"/>
            </a:xfrm>
            <a:custGeom>
              <a:avLst/>
              <a:pathLst>
                <a:path w="44049" h="53534">
                  <a:moveTo>
                    <a:pt x="0" y="11614"/>
                  </a:moveTo>
                  <a:lnTo>
                    <a:pt x="19205" y="0"/>
                  </a:lnTo>
                  <a:lnTo>
                    <a:pt x="44049" y="42079"/>
                  </a:lnTo>
                  <a:lnTo>
                    <a:pt x="25475" y="53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294264" y="4548927"/>
              <a:ext cx="30558" cy="30546"/>
            </a:xfrm>
            <a:custGeom>
              <a:avLst/>
              <a:pathLst>
                <a:path w="30558" h="30546">
                  <a:moveTo>
                    <a:pt x="14934" y="0"/>
                  </a:moveTo>
                  <a:lnTo>
                    <a:pt x="30558" y="11845"/>
                  </a:lnTo>
                  <a:lnTo>
                    <a:pt x="17916" y="30546"/>
                  </a:lnTo>
                  <a:lnTo>
                    <a:pt x="0" y="17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00328" y="4379592"/>
              <a:ext cx="114313" cy="90708"/>
            </a:xfrm>
            <a:custGeom>
              <a:avLst/>
              <a:pathLst>
                <a:path w="114313" h="90708">
                  <a:moveTo>
                    <a:pt x="10565" y="39530"/>
                  </a:moveTo>
                  <a:lnTo>
                    <a:pt x="0" y="29524"/>
                  </a:lnTo>
                  <a:lnTo>
                    <a:pt x="48642" y="0"/>
                  </a:lnTo>
                  <a:lnTo>
                    <a:pt x="114313" y="46775"/>
                  </a:lnTo>
                  <a:lnTo>
                    <a:pt x="82391" y="90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14348" y="4409913"/>
              <a:ext cx="43050" cy="53708"/>
            </a:xfrm>
            <a:custGeom>
              <a:avLst/>
              <a:pathLst>
                <a:path w="43050" h="53708">
                  <a:moveTo>
                    <a:pt x="30348" y="47038"/>
                  </a:moveTo>
                  <a:lnTo>
                    <a:pt x="20906" y="53708"/>
                  </a:lnTo>
                  <a:lnTo>
                    <a:pt x="0" y="16676"/>
                  </a:lnTo>
                  <a:lnTo>
                    <a:pt x="26864" y="0"/>
                  </a:lnTo>
                  <a:lnTo>
                    <a:pt x="43050" y="28751"/>
                  </a:lnTo>
                  <a:lnTo>
                    <a:pt x="38104" y="35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53784" y="4550883"/>
              <a:ext cx="34253" cy="32041"/>
            </a:xfrm>
            <a:custGeom>
              <a:avLst/>
              <a:pathLst>
                <a:path w="34253" h="32041">
                  <a:moveTo>
                    <a:pt x="0" y="14491"/>
                  </a:moveTo>
                  <a:lnTo>
                    <a:pt x="17619" y="0"/>
                  </a:lnTo>
                  <a:lnTo>
                    <a:pt x="26879" y="9169"/>
                  </a:lnTo>
                  <a:lnTo>
                    <a:pt x="34253" y="15342"/>
                  </a:lnTo>
                  <a:lnTo>
                    <a:pt x="17932" y="32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74972" y="4568651"/>
              <a:ext cx="34672" cy="34801"/>
            </a:xfrm>
            <a:custGeom>
              <a:avLst/>
              <a:pathLst>
                <a:path w="34672" h="34801">
                  <a:moveTo>
                    <a:pt x="0" y="17423"/>
                  </a:moveTo>
                  <a:lnTo>
                    <a:pt x="15343" y="0"/>
                  </a:lnTo>
                  <a:lnTo>
                    <a:pt x="34672" y="14912"/>
                  </a:lnTo>
                  <a:lnTo>
                    <a:pt x="20691" y="348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40974" y="4572990"/>
              <a:ext cx="52386" cy="42004"/>
            </a:xfrm>
            <a:custGeom>
              <a:avLst/>
              <a:pathLst>
                <a:path w="52386" h="42004">
                  <a:moveTo>
                    <a:pt x="0" y="25319"/>
                  </a:moveTo>
                  <a:lnTo>
                    <a:pt x="42269" y="0"/>
                  </a:lnTo>
                  <a:lnTo>
                    <a:pt x="52386" y="17423"/>
                  </a:lnTo>
                  <a:lnTo>
                    <a:pt x="10202" y="420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383366" y="4381820"/>
              <a:ext cx="23604" cy="25876"/>
            </a:xfrm>
            <a:custGeom>
              <a:avLst/>
              <a:pathLst>
                <a:path w="23604" h="25876">
                  <a:moveTo>
                    <a:pt x="0" y="8338"/>
                  </a:moveTo>
                  <a:lnTo>
                    <a:pt x="12926" y="0"/>
                  </a:lnTo>
                  <a:lnTo>
                    <a:pt x="23604" y="17969"/>
                  </a:lnTo>
                  <a:lnTo>
                    <a:pt x="9554" y="258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495240" y="4428430"/>
              <a:ext cx="38217" cy="51063"/>
            </a:xfrm>
            <a:custGeom>
              <a:avLst/>
              <a:pathLst>
                <a:path w="38217" h="51063">
                  <a:moveTo>
                    <a:pt x="0" y="8280"/>
                  </a:moveTo>
                  <a:lnTo>
                    <a:pt x="14837" y="0"/>
                  </a:lnTo>
                  <a:lnTo>
                    <a:pt x="38217" y="41632"/>
                  </a:lnTo>
                  <a:lnTo>
                    <a:pt x="22930" y="51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094791" y="4601778"/>
              <a:ext cx="50369" cy="40711"/>
            </a:xfrm>
            <a:custGeom>
              <a:avLst/>
              <a:pathLst>
                <a:path w="50369" h="40711">
                  <a:moveTo>
                    <a:pt x="0" y="23587"/>
                  </a:moveTo>
                  <a:lnTo>
                    <a:pt x="40463" y="0"/>
                  </a:lnTo>
                  <a:lnTo>
                    <a:pt x="50369" y="16604"/>
                  </a:lnTo>
                  <a:lnTo>
                    <a:pt x="10203" y="407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52768" y="4384256"/>
              <a:ext cx="66598" cy="46732"/>
            </a:xfrm>
            <a:custGeom>
              <a:avLst/>
              <a:pathLst>
                <a:path w="66598" h="46732">
                  <a:moveTo>
                    <a:pt x="47799" y="0"/>
                  </a:moveTo>
                  <a:lnTo>
                    <a:pt x="66598" y="14232"/>
                  </a:lnTo>
                  <a:lnTo>
                    <a:pt x="11067" y="46732"/>
                  </a:lnTo>
                  <a:lnTo>
                    <a:pt x="0" y="273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05490" y="4620814"/>
              <a:ext cx="51485" cy="41013"/>
            </a:xfrm>
            <a:custGeom>
              <a:avLst/>
              <a:pathLst>
                <a:path w="51485" h="41013">
                  <a:moveTo>
                    <a:pt x="0" y="25963"/>
                  </a:moveTo>
                  <a:lnTo>
                    <a:pt x="41898" y="0"/>
                  </a:lnTo>
                  <a:lnTo>
                    <a:pt x="51485" y="14940"/>
                  </a:lnTo>
                  <a:lnTo>
                    <a:pt x="9267" y="41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70736" y="4627684"/>
              <a:ext cx="63086" cy="80462"/>
            </a:xfrm>
            <a:custGeom>
              <a:avLst/>
              <a:pathLst>
                <a:path w="63086" h="80462">
                  <a:moveTo>
                    <a:pt x="37947" y="72206"/>
                  </a:moveTo>
                  <a:lnTo>
                    <a:pt x="36137" y="70456"/>
                  </a:lnTo>
                  <a:lnTo>
                    <a:pt x="34870" y="68771"/>
                  </a:lnTo>
                  <a:lnTo>
                    <a:pt x="31175" y="63399"/>
                  </a:lnTo>
                  <a:lnTo>
                    <a:pt x="1489" y="13201"/>
                  </a:lnTo>
                  <a:lnTo>
                    <a:pt x="0" y="10868"/>
                  </a:lnTo>
                  <a:lnTo>
                    <a:pt x="19305" y="0"/>
                  </a:lnTo>
                  <a:lnTo>
                    <a:pt x="31276" y="20873"/>
                  </a:lnTo>
                  <a:lnTo>
                    <a:pt x="35109" y="27651"/>
                  </a:lnTo>
                  <a:lnTo>
                    <a:pt x="46913" y="47323"/>
                  </a:lnTo>
                  <a:lnTo>
                    <a:pt x="51297" y="52961"/>
                  </a:lnTo>
                  <a:lnTo>
                    <a:pt x="55850" y="57788"/>
                  </a:lnTo>
                  <a:lnTo>
                    <a:pt x="63086" y="64073"/>
                  </a:lnTo>
                  <a:lnTo>
                    <a:pt x="62463" y="64801"/>
                  </a:lnTo>
                  <a:lnTo>
                    <a:pt x="62088" y="65239"/>
                  </a:lnTo>
                  <a:lnTo>
                    <a:pt x="47796" y="80462"/>
                  </a:lnTo>
                  <a:lnTo>
                    <a:pt x="43976" y="77531"/>
                  </a:lnTo>
                  <a:lnTo>
                    <a:pt x="39581" y="73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17243" y="4635121"/>
              <a:ext cx="44777" cy="52423"/>
            </a:xfrm>
            <a:custGeom>
              <a:avLst/>
              <a:pathLst>
                <a:path w="44777" h="52423">
                  <a:moveTo>
                    <a:pt x="0" y="39338"/>
                  </a:moveTo>
                  <a:lnTo>
                    <a:pt x="27561" y="0"/>
                  </a:lnTo>
                  <a:lnTo>
                    <a:pt x="44777" y="12901"/>
                  </a:lnTo>
                  <a:lnTo>
                    <a:pt x="16778" y="524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189665" y="4558580"/>
              <a:ext cx="47986" cy="48753"/>
            </a:xfrm>
            <a:custGeom>
              <a:avLst/>
              <a:pathLst>
                <a:path w="47986" h="48753">
                  <a:moveTo>
                    <a:pt x="47986" y="30842"/>
                  </a:moveTo>
                  <a:lnTo>
                    <a:pt x="26724" y="48753"/>
                  </a:lnTo>
                  <a:lnTo>
                    <a:pt x="21339" y="44122"/>
                  </a:lnTo>
                  <a:lnTo>
                    <a:pt x="18294" y="40968"/>
                  </a:lnTo>
                  <a:lnTo>
                    <a:pt x="16496" y="38286"/>
                  </a:lnTo>
                  <a:lnTo>
                    <a:pt x="8853" y="26123"/>
                  </a:lnTo>
                  <a:lnTo>
                    <a:pt x="0" y="10866"/>
                  </a:lnTo>
                  <a:lnTo>
                    <a:pt x="2518" y="9438"/>
                  </a:lnTo>
                  <a:lnTo>
                    <a:pt x="19146" y="0"/>
                  </a:lnTo>
                  <a:lnTo>
                    <a:pt x="27036" y="12621"/>
                  </a:lnTo>
                  <a:lnTo>
                    <a:pt x="31602" y="9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486002" y="4417895"/>
              <a:ext cx="13989" cy="16474"/>
            </a:xfrm>
            <a:custGeom>
              <a:avLst/>
              <a:pathLst>
                <a:path w="13989" h="16474">
                  <a:moveTo>
                    <a:pt x="0" y="3953"/>
                  </a:moveTo>
                  <a:lnTo>
                    <a:pt x="6992" y="0"/>
                  </a:lnTo>
                  <a:lnTo>
                    <a:pt x="13989" y="12420"/>
                  </a:lnTo>
                  <a:lnTo>
                    <a:pt x="7160" y="1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494020" y="4411524"/>
              <a:ext cx="15944" cy="17556"/>
            </a:xfrm>
            <a:custGeom>
              <a:avLst/>
              <a:pathLst>
                <a:path w="15944" h="17556">
                  <a:moveTo>
                    <a:pt x="0" y="5336"/>
                  </a:moveTo>
                  <a:lnTo>
                    <a:pt x="8751" y="0"/>
                  </a:lnTo>
                  <a:lnTo>
                    <a:pt x="15944" y="12535"/>
                  </a:lnTo>
                  <a:lnTo>
                    <a:pt x="7109" y="175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1710" y="4576126"/>
              <a:ext cx="25008" cy="39174"/>
            </a:xfrm>
            <a:custGeom>
              <a:avLst/>
              <a:pathLst>
                <a:path w="25008" h="39174">
                  <a:moveTo>
                    <a:pt x="0" y="1177"/>
                  </a:moveTo>
                  <a:lnTo>
                    <a:pt x="2228" y="0"/>
                  </a:lnTo>
                  <a:lnTo>
                    <a:pt x="20375" y="29708"/>
                  </a:lnTo>
                  <a:lnTo>
                    <a:pt x="25008" y="37291"/>
                  </a:lnTo>
                  <a:lnTo>
                    <a:pt x="24844" y="37414"/>
                  </a:lnTo>
                  <a:lnTo>
                    <a:pt x="22489" y="39174"/>
                  </a:lnTo>
                  <a:lnTo>
                    <a:pt x="691" y="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08795" y="4484085"/>
              <a:ext cx="44328" cy="52778"/>
            </a:xfrm>
            <a:custGeom>
              <a:avLst/>
              <a:pathLst>
                <a:path w="44328" h="52778">
                  <a:moveTo>
                    <a:pt x="44328" y="41047"/>
                  </a:moveTo>
                  <a:lnTo>
                    <a:pt x="25107" y="52778"/>
                  </a:lnTo>
                  <a:lnTo>
                    <a:pt x="0" y="11336"/>
                  </a:lnTo>
                  <a:lnTo>
                    <a:pt x="1930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192308" y="4446121"/>
              <a:ext cx="56283" cy="46478"/>
            </a:xfrm>
            <a:custGeom>
              <a:avLst/>
              <a:pathLst>
                <a:path w="56283" h="46478">
                  <a:moveTo>
                    <a:pt x="0" y="25924"/>
                  </a:moveTo>
                  <a:lnTo>
                    <a:pt x="42929" y="926"/>
                  </a:lnTo>
                  <a:lnTo>
                    <a:pt x="44597" y="0"/>
                  </a:lnTo>
                  <a:lnTo>
                    <a:pt x="56283" y="20082"/>
                  </a:lnTo>
                  <a:lnTo>
                    <a:pt x="11991" y="46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287402" y="4441204"/>
              <a:ext cx="27839" cy="34263"/>
            </a:xfrm>
            <a:custGeom>
              <a:avLst/>
              <a:pathLst>
                <a:path w="27839" h="34263">
                  <a:moveTo>
                    <a:pt x="0" y="8625"/>
                  </a:moveTo>
                  <a:lnTo>
                    <a:pt x="15736" y="0"/>
                  </a:lnTo>
                  <a:lnTo>
                    <a:pt x="27839" y="19010"/>
                  </a:lnTo>
                  <a:lnTo>
                    <a:pt x="15545" y="342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46315" y="4459296"/>
              <a:ext cx="33229" cy="33064"/>
            </a:xfrm>
            <a:custGeom>
              <a:avLst/>
              <a:pathLst>
                <a:path w="33229" h="33064">
                  <a:moveTo>
                    <a:pt x="0" y="17898"/>
                  </a:moveTo>
                  <a:lnTo>
                    <a:pt x="12223" y="0"/>
                  </a:lnTo>
                  <a:lnTo>
                    <a:pt x="33229" y="14735"/>
                  </a:lnTo>
                  <a:lnTo>
                    <a:pt x="20935" y="330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76254" y="4594532"/>
              <a:ext cx="65120" cy="55663"/>
            </a:xfrm>
            <a:custGeom>
              <a:avLst/>
              <a:pathLst>
                <a:path w="65120" h="55663">
                  <a:moveTo>
                    <a:pt x="0" y="11615"/>
                  </a:moveTo>
                  <a:lnTo>
                    <a:pt x="19558" y="0"/>
                  </a:lnTo>
                  <a:lnTo>
                    <a:pt x="25515" y="9430"/>
                  </a:lnTo>
                  <a:lnTo>
                    <a:pt x="28887" y="13225"/>
                  </a:lnTo>
                  <a:lnTo>
                    <a:pt x="35856" y="18056"/>
                  </a:lnTo>
                  <a:lnTo>
                    <a:pt x="65120" y="38139"/>
                  </a:lnTo>
                  <a:lnTo>
                    <a:pt x="51705" y="55663"/>
                  </a:lnTo>
                  <a:lnTo>
                    <a:pt x="22930" y="36457"/>
                  </a:lnTo>
                  <a:lnTo>
                    <a:pt x="12938" y="28506"/>
                  </a:lnTo>
                  <a:lnTo>
                    <a:pt x="7485" y="226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23427" y="4443051"/>
              <a:ext cx="31585" cy="31742"/>
            </a:xfrm>
            <a:custGeom>
              <a:avLst/>
              <a:pathLst>
                <a:path w="31585" h="31742">
                  <a:moveTo>
                    <a:pt x="0" y="16791"/>
                  </a:moveTo>
                  <a:lnTo>
                    <a:pt x="11689" y="0"/>
                  </a:lnTo>
                  <a:lnTo>
                    <a:pt x="31585" y="14145"/>
                  </a:lnTo>
                  <a:lnTo>
                    <a:pt x="20120" y="317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19452" y="4577205"/>
              <a:ext cx="73581" cy="66419"/>
            </a:xfrm>
            <a:custGeom>
              <a:avLst/>
              <a:pathLst>
                <a:path w="73581" h="66419">
                  <a:moveTo>
                    <a:pt x="38104" y="0"/>
                  </a:moveTo>
                  <a:lnTo>
                    <a:pt x="45193" y="7021"/>
                  </a:lnTo>
                  <a:lnTo>
                    <a:pt x="49390" y="10764"/>
                  </a:lnTo>
                  <a:lnTo>
                    <a:pt x="64955" y="23719"/>
                  </a:lnTo>
                  <a:lnTo>
                    <a:pt x="73581" y="30247"/>
                  </a:lnTo>
                  <a:lnTo>
                    <a:pt x="46672" y="66419"/>
                  </a:lnTo>
                  <a:lnTo>
                    <a:pt x="46267" y="66169"/>
                  </a:lnTo>
                  <a:lnTo>
                    <a:pt x="31346" y="54956"/>
                  </a:lnTo>
                  <a:lnTo>
                    <a:pt x="17520" y="45123"/>
                  </a:lnTo>
                  <a:lnTo>
                    <a:pt x="0" y="32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46068" y="4489386"/>
              <a:ext cx="42321" cy="52695"/>
            </a:xfrm>
            <a:custGeom>
              <a:avLst/>
              <a:pathLst>
                <a:path w="42321" h="52695">
                  <a:moveTo>
                    <a:pt x="0" y="11282"/>
                  </a:moveTo>
                  <a:lnTo>
                    <a:pt x="18575" y="0"/>
                  </a:lnTo>
                  <a:lnTo>
                    <a:pt x="42321" y="41999"/>
                  </a:lnTo>
                  <a:lnTo>
                    <a:pt x="24638" y="52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31784" y="4470978"/>
              <a:ext cx="44438" cy="52515"/>
            </a:xfrm>
            <a:custGeom>
              <a:avLst/>
              <a:pathLst>
                <a:path w="44438" h="52515">
                  <a:moveTo>
                    <a:pt x="44438" y="41043"/>
                  </a:moveTo>
                  <a:lnTo>
                    <a:pt x="25470" y="52515"/>
                  </a:lnTo>
                  <a:lnTo>
                    <a:pt x="0" y="11328"/>
                  </a:lnTo>
                  <a:lnTo>
                    <a:pt x="190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70078" y="4475079"/>
              <a:ext cx="43340" cy="53047"/>
            </a:xfrm>
            <a:custGeom>
              <a:avLst/>
              <a:pathLst>
                <a:path w="43340" h="53047">
                  <a:moveTo>
                    <a:pt x="0" y="11064"/>
                  </a:moveTo>
                  <a:lnTo>
                    <a:pt x="18542" y="0"/>
                  </a:lnTo>
                  <a:lnTo>
                    <a:pt x="43340" y="41655"/>
                  </a:lnTo>
                  <a:lnTo>
                    <a:pt x="24661" y="53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36605" y="4527304"/>
              <a:ext cx="43593" cy="51920"/>
            </a:xfrm>
            <a:custGeom>
              <a:avLst/>
              <a:pathLst>
                <a:path w="43593" h="51920">
                  <a:moveTo>
                    <a:pt x="31715" y="20296"/>
                  </a:moveTo>
                  <a:lnTo>
                    <a:pt x="43593" y="40592"/>
                  </a:lnTo>
                  <a:lnTo>
                    <a:pt x="23642" y="51920"/>
                  </a:lnTo>
                  <a:lnTo>
                    <a:pt x="0" y="11328"/>
                  </a:lnTo>
                  <a:lnTo>
                    <a:pt x="1983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52658" y="4530516"/>
              <a:ext cx="53920" cy="43996"/>
            </a:xfrm>
            <a:custGeom>
              <a:avLst/>
              <a:pathLst>
                <a:path w="53920" h="43996">
                  <a:moveTo>
                    <a:pt x="0" y="25181"/>
                  </a:moveTo>
                  <a:lnTo>
                    <a:pt x="42287" y="0"/>
                  </a:lnTo>
                  <a:lnTo>
                    <a:pt x="53920" y="19608"/>
                  </a:lnTo>
                  <a:lnTo>
                    <a:pt x="10624" y="43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36390" y="4531239"/>
              <a:ext cx="33636" cy="31842"/>
            </a:xfrm>
            <a:custGeom>
              <a:avLst/>
              <a:pathLst>
                <a:path w="33636" h="31842">
                  <a:moveTo>
                    <a:pt x="0" y="11299"/>
                  </a:moveTo>
                  <a:lnTo>
                    <a:pt x="18883" y="0"/>
                  </a:lnTo>
                  <a:lnTo>
                    <a:pt x="33636" y="18113"/>
                  </a:lnTo>
                  <a:lnTo>
                    <a:pt x="14524" y="31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32239" y="4479458"/>
              <a:ext cx="34209" cy="32052"/>
            </a:xfrm>
            <a:custGeom>
              <a:avLst/>
              <a:pathLst>
                <a:path w="34209" h="32052">
                  <a:moveTo>
                    <a:pt x="0" y="17620"/>
                  </a:moveTo>
                  <a:lnTo>
                    <a:pt x="12122" y="0"/>
                  </a:lnTo>
                  <a:lnTo>
                    <a:pt x="34209" y="15439"/>
                  </a:lnTo>
                  <a:lnTo>
                    <a:pt x="21337" y="32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60249" y="4516231"/>
              <a:ext cx="31827" cy="30288"/>
            </a:xfrm>
            <a:custGeom>
              <a:avLst/>
              <a:pathLst>
                <a:path w="31827" h="30288">
                  <a:moveTo>
                    <a:pt x="0" y="12877"/>
                  </a:moveTo>
                  <a:lnTo>
                    <a:pt x="19471" y="0"/>
                  </a:lnTo>
                  <a:lnTo>
                    <a:pt x="31827" y="16145"/>
                  </a:lnTo>
                  <a:lnTo>
                    <a:pt x="13786" y="30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00150" y="4503921"/>
              <a:ext cx="52256" cy="43646"/>
            </a:xfrm>
            <a:custGeom>
              <a:avLst/>
              <a:pathLst>
                <a:path w="52256" h="43646">
                  <a:moveTo>
                    <a:pt x="0" y="24913"/>
                  </a:moveTo>
                  <a:lnTo>
                    <a:pt x="41116" y="0"/>
                  </a:lnTo>
                  <a:lnTo>
                    <a:pt x="52256" y="18542"/>
                  </a:lnTo>
                  <a:lnTo>
                    <a:pt x="10976" y="436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13770" y="4540702"/>
              <a:ext cx="43248" cy="51802"/>
            </a:xfrm>
            <a:custGeom>
              <a:avLst/>
              <a:pathLst>
                <a:path w="43248" h="51802">
                  <a:moveTo>
                    <a:pt x="43248" y="40474"/>
                  </a:moveTo>
                  <a:lnTo>
                    <a:pt x="23757" y="51802"/>
                  </a:lnTo>
                  <a:lnTo>
                    <a:pt x="0" y="11328"/>
                  </a:lnTo>
                  <a:lnTo>
                    <a:pt x="1960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276074" y="4534564"/>
              <a:ext cx="30820" cy="29509"/>
            </a:xfrm>
            <a:custGeom>
              <a:avLst/>
              <a:pathLst>
                <a:path w="30820" h="29509">
                  <a:moveTo>
                    <a:pt x="0" y="14370"/>
                  </a:moveTo>
                  <a:lnTo>
                    <a:pt x="17219" y="0"/>
                  </a:lnTo>
                  <a:lnTo>
                    <a:pt x="30820" y="11510"/>
                  </a:lnTo>
                  <a:lnTo>
                    <a:pt x="15645" y="29509"/>
                  </a:lnTo>
                  <a:lnTo>
                    <a:pt x="6208" y="21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08178" y="4461718"/>
              <a:ext cx="34020" cy="32489"/>
            </a:xfrm>
            <a:custGeom>
              <a:avLst/>
              <a:pathLst>
                <a:path w="34020" h="32489">
                  <a:moveTo>
                    <a:pt x="0" y="16209"/>
                  </a:moveTo>
                  <a:lnTo>
                    <a:pt x="13563" y="0"/>
                  </a:lnTo>
                  <a:lnTo>
                    <a:pt x="34020" y="15353"/>
                  </a:lnTo>
                  <a:lnTo>
                    <a:pt x="22274" y="32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12731" y="4303328"/>
              <a:ext cx="100319" cy="102213"/>
            </a:xfrm>
            <a:custGeom>
              <a:avLst/>
              <a:pathLst>
                <a:path w="100319" h="102213">
                  <a:moveTo>
                    <a:pt x="0" y="38383"/>
                  </a:moveTo>
                  <a:lnTo>
                    <a:pt x="63156" y="0"/>
                  </a:lnTo>
                  <a:lnTo>
                    <a:pt x="100319" y="64835"/>
                  </a:lnTo>
                  <a:lnTo>
                    <a:pt x="36530" y="1022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01912" y="4368451"/>
              <a:ext cx="40886" cy="50028"/>
            </a:xfrm>
            <a:custGeom>
              <a:avLst/>
              <a:pathLst>
                <a:path w="40886" h="50028">
                  <a:moveTo>
                    <a:pt x="0" y="10206"/>
                  </a:moveTo>
                  <a:lnTo>
                    <a:pt x="17703" y="0"/>
                  </a:lnTo>
                  <a:lnTo>
                    <a:pt x="40886" y="39821"/>
                  </a:lnTo>
                  <a:lnTo>
                    <a:pt x="22340" y="50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04787" y="4374250"/>
              <a:ext cx="24719" cy="22497"/>
            </a:xfrm>
            <a:custGeom>
              <a:avLst/>
              <a:pathLst>
                <a:path w="24719" h="22497">
                  <a:moveTo>
                    <a:pt x="24719" y="18856"/>
                  </a:moveTo>
                  <a:lnTo>
                    <a:pt x="18930" y="22497"/>
                  </a:lnTo>
                  <a:lnTo>
                    <a:pt x="562" y="8697"/>
                  </a:lnTo>
                  <a:lnTo>
                    <a:pt x="0" y="7619"/>
                  </a:lnTo>
                  <a:lnTo>
                    <a:pt x="1348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05806" y="4400713"/>
              <a:ext cx="27538" cy="20471"/>
            </a:xfrm>
            <a:custGeom>
              <a:avLst/>
              <a:pathLst>
                <a:path w="27538" h="20471">
                  <a:moveTo>
                    <a:pt x="0" y="9200"/>
                  </a:moveTo>
                  <a:lnTo>
                    <a:pt x="15848" y="0"/>
                  </a:lnTo>
                  <a:lnTo>
                    <a:pt x="27538" y="8395"/>
                  </a:lnTo>
                  <a:lnTo>
                    <a:pt x="7306" y="204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72452" y="4411992"/>
              <a:ext cx="42090" cy="36473"/>
            </a:xfrm>
            <a:custGeom>
              <a:avLst/>
              <a:pathLst>
                <a:path w="42090" h="36473">
                  <a:moveTo>
                    <a:pt x="0" y="12075"/>
                  </a:moveTo>
                  <a:lnTo>
                    <a:pt x="21469" y="0"/>
                  </a:lnTo>
                  <a:lnTo>
                    <a:pt x="42090" y="16844"/>
                  </a:lnTo>
                  <a:lnTo>
                    <a:pt x="14288" y="36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80973" y="4679652"/>
              <a:ext cx="48875" cy="53096"/>
            </a:xfrm>
            <a:custGeom>
              <a:avLst/>
              <a:pathLst>
                <a:path w="48875" h="53096">
                  <a:moveTo>
                    <a:pt x="0" y="38680"/>
                  </a:moveTo>
                  <a:lnTo>
                    <a:pt x="18343" y="16248"/>
                  </a:lnTo>
                  <a:lnTo>
                    <a:pt x="30965" y="812"/>
                  </a:lnTo>
                  <a:lnTo>
                    <a:pt x="31677" y="0"/>
                  </a:lnTo>
                  <a:lnTo>
                    <a:pt x="48875" y="12765"/>
                  </a:lnTo>
                  <a:lnTo>
                    <a:pt x="48396" y="13427"/>
                  </a:lnTo>
                  <a:lnTo>
                    <a:pt x="47613" y="14508"/>
                  </a:lnTo>
                  <a:lnTo>
                    <a:pt x="34807" y="31105"/>
                  </a:lnTo>
                  <a:lnTo>
                    <a:pt x="17500" y="53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73278" y="4520546"/>
              <a:ext cx="56100" cy="44637"/>
            </a:xfrm>
            <a:custGeom>
              <a:avLst/>
              <a:pathLst>
                <a:path w="56100" h="44637">
                  <a:moveTo>
                    <a:pt x="0" y="26249"/>
                  </a:moveTo>
                  <a:lnTo>
                    <a:pt x="44438" y="0"/>
                  </a:lnTo>
                  <a:lnTo>
                    <a:pt x="56100" y="18904"/>
                  </a:lnTo>
                  <a:lnTo>
                    <a:pt x="10788" y="44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10594" y="4545317"/>
              <a:ext cx="44257" cy="42044"/>
            </a:xfrm>
            <a:custGeom>
              <a:avLst/>
              <a:pathLst>
                <a:path w="44257" h="42044">
                  <a:moveTo>
                    <a:pt x="44257" y="28930"/>
                  </a:moveTo>
                  <a:lnTo>
                    <a:pt x="28565" y="42044"/>
                  </a:lnTo>
                  <a:lnTo>
                    <a:pt x="11446" y="20133"/>
                  </a:lnTo>
                  <a:lnTo>
                    <a:pt x="6686" y="23170"/>
                  </a:lnTo>
                  <a:lnTo>
                    <a:pt x="0" y="12251"/>
                  </a:lnTo>
                  <a:lnTo>
                    <a:pt x="21584" y="0"/>
                  </a:lnTo>
                  <a:lnTo>
                    <a:pt x="37517" y="218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25628" y="4395080"/>
              <a:ext cx="11544" cy="11300"/>
            </a:xfrm>
            <a:custGeom>
              <a:avLst/>
              <a:pathLst>
                <a:path w="11544" h="11300">
                  <a:moveTo>
                    <a:pt x="0" y="3102"/>
                  </a:moveTo>
                  <a:lnTo>
                    <a:pt x="5053" y="0"/>
                  </a:lnTo>
                  <a:lnTo>
                    <a:pt x="11544" y="10898"/>
                  </a:lnTo>
                  <a:lnTo>
                    <a:pt x="10912" y="11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00612" y="4487554"/>
              <a:ext cx="19459" cy="20485"/>
            </a:xfrm>
            <a:custGeom>
              <a:avLst/>
              <a:pathLst>
                <a:path w="19459" h="20485">
                  <a:moveTo>
                    <a:pt x="19459" y="1437"/>
                  </a:moveTo>
                  <a:lnTo>
                    <a:pt x="4917" y="20485"/>
                  </a:lnTo>
                  <a:lnTo>
                    <a:pt x="1935" y="14819"/>
                  </a:lnTo>
                  <a:lnTo>
                    <a:pt x="1222" y="13464"/>
                  </a:lnTo>
                  <a:lnTo>
                    <a:pt x="0" y="11141"/>
                  </a:lnTo>
                  <a:lnTo>
                    <a:pt x="1819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46239" y="4432975"/>
              <a:ext cx="44961" cy="66226"/>
            </a:xfrm>
            <a:custGeom>
              <a:avLst/>
              <a:pathLst>
                <a:path w="44961" h="66226">
                  <a:moveTo>
                    <a:pt x="0" y="6371"/>
                  </a:moveTo>
                  <a:lnTo>
                    <a:pt x="11654" y="0"/>
                  </a:lnTo>
                  <a:lnTo>
                    <a:pt x="12778" y="345"/>
                  </a:lnTo>
                  <a:lnTo>
                    <a:pt x="27278" y="24841"/>
                  </a:lnTo>
                  <a:lnTo>
                    <a:pt x="44961" y="57255"/>
                  </a:lnTo>
                  <a:lnTo>
                    <a:pt x="44455" y="60274"/>
                  </a:lnTo>
                  <a:lnTo>
                    <a:pt x="43275" y="62517"/>
                  </a:lnTo>
                  <a:lnTo>
                    <a:pt x="39312" y="65450"/>
                  </a:lnTo>
                  <a:lnTo>
                    <a:pt x="37036" y="66226"/>
                  </a:lnTo>
                  <a:lnTo>
                    <a:pt x="33580" y="66053"/>
                  </a:lnTo>
                  <a:lnTo>
                    <a:pt x="31725" y="64587"/>
                  </a:lnTo>
                  <a:lnTo>
                    <a:pt x="24279" y="52260"/>
                  </a:lnTo>
                  <a:lnTo>
                    <a:pt x="15174" y="35353"/>
                  </a:lnTo>
                  <a:lnTo>
                    <a:pt x="13994" y="312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07679" y="4097157"/>
              <a:ext cx="44773" cy="54231"/>
            </a:xfrm>
            <a:custGeom>
              <a:avLst/>
              <a:pathLst>
                <a:path w="44773" h="54231">
                  <a:moveTo>
                    <a:pt x="44773" y="42453"/>
                  </a:moveTo>
                  <a:lnTo>
                    <a:pt x="24748" y="54231"/>
                  </a:lnTo>
                  <a:lnTo>
                    <a:pt x="0" y="11800"/>
                  </a:lnTo>
                  <a:lnTo>
                    <a:pt x="197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51178" y="4158378"/>
              <a:ext cx="53321" cy="43776"/>
            </a:xfrm>
            <a:custGeom>
              <a:avLst/>
              <a:pathLst>
                <a:path w="53321" h="43776">
                  <a:moveTo>
                    <a:pt x="11728" y="43776"/>
                  </a:moveTo>
                  <a:lnTo>
                    <a:pt x="0" y="24870"/>
                  </a:lnTo>
                  <a:lnTo>
                    <a:pt x="41870" y="0"/>
                  </a:lnTo>
                  <a:lnTo>
                    <a:pt x="53321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66809" y="4013985"/>
              <a:ext cx="52827" cy="42711"/>
            </a:xfrm>
            <a:custGeom>
              <a:avLst/>
              <a:pathLst>
                <a:path w="52827" h="42711">
                  <a:moveTo>
                    <a:pt x="0" y="23800"/>
                  </a:moveTo>
                  <a:lnTo>
                    <a:pt x="41495" y="0"/>
                  </a:lnTo>
                  <a:lnTo>
                    <a:pt x="52827" y="18950"/>
                  </a:lnTo>
                  <a:lnTo>
                    <a:pt x="10894" y="42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35113" y="4130284"/>
              <a:ext cx="53035" cy="43882"/>
            </a:xfrm>
            <a:custGeom>
              <a:avLst/>
              <a:pathLst>
                <a:path w="53035" h="43882">
                  <a:moveTo>
                    <a:pt x="0" y="24938"/>
                  </a:moveTo>
                  <a:lnTo>
                    <a:pt x="41744" y="0"/>
                  </a:lnTo>
                  <a:lnTo>
                    <a:pt x="53035" y="18629"/>
                  </a:lnTo>
                  <a:lnTo>
                    <a:pt x="10885" y="43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299100" y="4134311"/>
              <a:ext cx="43339" cy="53498"/>
            </a:xfrm>
            <a:custGeom>
              <a:avLst/>
              <a:pathLst>
                <a:path w="43339" h="53498">
                  <a:moveTo>
                    <a:pt x="0" y="10737"/>
                  </a:moveTo>
                  <a:lnTo>
                    <a:pt x="18416" y="0"/>
                  </a:lnTo>
                  <a:lnTo>
                    <a:pt x="43339" y="42248"/>
                  </a:lnTo>
                  <a:lnTo>
                    <a:pt x="24866" y="53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184936" y="4199498"/>
              <a:ext cx="218223" cy="217221"/>
            </a:xfrm>
            <a:custGeom>
              <a:avLst/>
              <a:pathLst>
                <a:path w="218223" h="217221">
                  <a:moveTo>
                    <a:pt x="0" y="80649"/>
                  </a:moveTo>
                  <a:lnTo>
                    <a:pt x="138958" y="0"/>
                  </a:lnTo>
                  <a:lnTo>
                    <a:pt x="218223" y="136568"/>
                  </a:lnTo>
                  <a:lnTo>
                    <a:pt x="82897" y="21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64903" y="4194237"/>
              <a:ext cx="44201" cy="54071"/>
            </a:xfrm>
            <a:custGeom>
              <a:avLst/>
              <a:pathLst>
                <a:path w="44201" h="54071">
                  <a:moveTo>
                    <a:pt x="44201" y="43029"/>
                  </a:moveTo>
                  <a:lnTo>
                    <a:pt x="25163" y="54071"/>
                  </a:lnTo>
                  <a:lnTo>
                    <a:pt x="0" y="11357"/>
                  </a:lnTo>
                  <a:lnTo>
                    <a:pt x="189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29407" y="4185318"/>
              <a:ext cx="43506" cy="53465"/>
            </a:xfrm>
            <a:custGeom>
              <a:avLst/>
              <a:pathLst>
                <a:path w="43506" h="53465">
                  <a:moveTo>
                    <a:pt x="0" y="10695"/>
                  </a:moveTo>
                  <a:lnTo>
                    <a:pt x="17787" y="0"/>
                  </a:lnTo>
                  <a:lnTo>
                    <a:pt x="43506" y="42629"/>
                  </a:lnTo>
                  <a:lnTo>
                    <a:pt x="25023" y="53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68188" y="4100927"/>
              <a:ext cx="24758" cy="40704"/>
            </a:xfrm>
            <a:custGeom>
              <a:avLst/>
              <a:pathLst>
                <a:path w="24758" h="40704">
                  <a:moveTo>
                    <a:pt x="0" y="702"/>
                  </a:moveTo>
                  <a:lnTo>
                    <a:pt x="1066" y="0"/>
                  </a:lnTo>
                  <a:lnTo>
                    <a:pt x="24758" y="40200"/>
                  </a:lnTo>
                  <a:lnTo>
                    <a:pt x="23526" y="40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387805" y="4181037"/>
              <a:ext cx="44215" cy="53616"/>
            </a:xfrm>
            <a:custGeom>
              <a:avLst/>
              <a:pathLst>
                <a:path w="44215" h="53616">
                  <a:moveTo>
                    <a:pt x="44215" y="42585"/>
                  </a:moveTo>
                  <a:lnTo>
                    <a:pt x="25807" y="53616"/>
                  </a:lnTo>
                  <a:lnTo>
                    <a:pt x="0" y="10828"/>
                  </a:lnTo>
                  <a:lnTo>
                    <a:pt x="187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30405" y="4084787"/>
              <a:ext cx="43446" cy="52989"/>
            </a:xfrm>
            <a:custGeom>
              <a:avLst/>
              <a:pathLst>
                <a:path w="43446" h="52989">
                  <a:moveTo>
                    <a:pt x="0" y="10625"/>
                  </a:moveTo>
                  <a:lnTo>
                    <a:pt x="18750" y="0"/>
                  </a:lnTo>
                  <a:lnTo>
                    <a:pt x="43446" y="41823"/>
                  </a:lnTo>
                  <a:lnTo>
                    <a:pt x="25271" y="5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370533" y="4255870"/>
              <a:ext cx="43503" cy="53285"/>
            </a:xfrm>
            <a:custGeom>
              <a:avLst/>
              <a:pathLst>
                <a:path w="43503" h="53285">
                  <a:moveTo>
                    <a:pt x="43503" y="42287"/>
                  </a:moveTo>
                  <a:lnTo>
                    <a:pt x="24635" y="53285"/>
                  </a:lnTo>
                  <a:lnTo>
                    <a:pt x="0" y="10856"/>
                  </a:lnTo>
                  <a:lnTo>
                    <a:pt x="186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20487" y="4274454"/>
              <a:ext cx="49306" cy="38817"/>
            </a:xfrm>
            <a:custGeom>
              <a:avLst/>
              <a:pathLst>
                <a:path w="49306" h="38817">
                  <a:moveTo>
                    <a:pt x="27959" y="26939"/>
                  </a:moveTo>
                  <a:lnTo>
                    <a:pt x="8422" y="38817"/>
                  </a:lnTo>
                  <a:lnTo>
                    <a:pt x="0" y="24273"/>
                  </a:lnTo>
                  <a:lnTo>
                    <a:pt x="19218" y="12805"/>
                  </a:lnTo>
                  <a:lnTo>
                    <a:pt x="40678" y="0"/>
                  </a:lnTo>
                  <a:lnTo>
                    <a:pt x="49306" y="1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16668" y="4229066"/>
              <a:ext cx="43079" cy="53011"/>
            </a:xfrm>
            <a:custGeom>
              <a:avLst/>
              <a:pathLst>
                <a:path w="43079" h="53011">
                  <a:moveTo>
                    <a:pt x="0" y="10725"/>
                  </a:moveTo>
                  <a:lnTo>
                    <a:pt x="18375" y="0"/>
                  </a:lnTo>
                  <a:lnTo>
                    <a:pt x="43079" y="42082"/>
                  </a:lnTo>
                  <a:lnTo>
                    <a:pt x="24916" y="53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279001" y="4102117"/>
              <a:ext cx="35092" cy="38845"/>
            </a:xfrm>
            <a:custGeom>
              <a:avLst/>
              <a:pathLst>
                <a:path w="35092" h="38845">
                  <a:moveTo>
                    <a:pt x="0" y="10767"/>
                  </a:moveTo>
                  <a:lnTo>
                    <a:pt x="18560" y="0"/>
                  </a:lnTo>
                  <a:lnTo>
                    <a:pt x="35092" y="28336"/>
                  </a:lnTo>
                  <a:lnTo>
                    <a:pt x="17642" y="38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58952" y="4235573"/>
              <a:ext cx="26555" cy="26069"/>
            </a:xfrm>
            <a:custGeom>
              <a:avLst/>
              <a:pathLst>
                <a:path w="26555" h="26069">
                  <a:moveTo>
                    <a:pt x="0" y="10595"/>
                  </a:moveTo>
                  <a:lnTo>
                    <a:pt x="17759" y="0"/>
                  </a:lnTo>
                  <a:lnTo>
                    <a:pt x="26555" y="15454"/>
                  </a:lnTo>
                  <a:lnTo>
                    <a:pt x="8749" y="26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71536" y="4087528"/>
              <a:ext cx="23024" cy="19680"/>
            </a:xfrm>
            <a:custGeom>
              <a:avLst/>
              <a:pathLst>
                <a:path w="23024" h="19680">
                  <a:moveTo>
                    <a:pt x="0" y="10048"/>
                  </a:moveTo>
                  <a:lnTo>
                    <a:pt x="17219" y="0"/>
                  </a:lnTo>
                  <a:lnTo>
                    <a:pt x="23024" y="9753"/>
                  </a:lnTo>
                  <a:lnTo>
                    <a:pt x="5659" y="19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03665" y="4307076"/>
              <a:ext cx="18355" cy="19747"/>
            </a:xfrm>
            <a:custGeom>
              <a:avLst/>
              <a:pathLst>
                <a:path w="18355" h="19747">
                  <a:moveTo>
                    <a:pt x="0" y="5730"/>
                  </a:moveTo>
                  <a:lnTo>
                    <a:pt x="10227" y="0"/>
                  </a:lnTo>
                  <a:lnTo>
                    <a:pt x="18355" y="13862"/>
                  </a:lnTo>
                  <a:lnTo>
                    <a:pt x="8504" y="19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02950" y="4037609"/>
              <a:ext cx="43351" cy="52462"/>
            </a:xfrm>
            <a:custGeom>
              <a:avLst/>
              <a:pathLst>
                <a:path w="43351" h="52462">
                  <a:moveTo>
                    <a:pt x="43351" y="41576"/>
                  </a:moveTo>
                  <a:lnTo>
                    <a:pt x="24581" y="52462"/>
                  </a:lnTo>
                  <a:lnTo>
                    <a:pt x="0" y="10695"/>
                  </a:lnTo>
                  <a:lnTo>
                    <a:pt x="186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43657" y="4040405"/>
              <a:ext cx="43907" cy="53707"/>
            </a:xfrm>
            <a:custGeom>
              <a:avLst/>
              <a:pathLst>
                <a:path w="43907" h="53707">
                  <a:moveTo>
                    <a:pt x="43907" y="43149"/>
                  </a:moveTo>
                  <a:lnTo>
                    <a:pt x="25084" y="53707"/>
                  </a:lnTo>
                  <a:lnTo>
                    <a:pt x="0" y="10584"/>
                  </a:lnTo>
                  <a:lnTo>
                    <a:pt x="190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279437" y="4049971"/>
              <a:ext cx="44791" cy="53573"/>
            </a:xfrm>
            <a:custGeom>
              <a:avLst/>
              <a:pathLst>
                <a:path w="44791" h="53573">
                  <a:moveTo>
                    <a:pt x="44791" y="42015"/>
                  </a:moveTo>
                  <a:lnTo>
                    <a:pt x="24863" y="53573"/>
                  </a:lnTo>
                  <a:lnTo>
                    <a:pt x="0" y="11328"/>
                  </a:lnTo>
                  <a:lnTo>
                    <a:pt x="197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393000" y="4242418"/>
              <a:ext cx="43886" cy="53319"/>
            </a:xfrm>
            <a:custGeom>
              <a:avLst/>
              <a:pathLst>
                <a:path w="43886" h="53319">
                  <a:moveTo>
                    <a:pt x="0" y="11009"/>
                  </a:moveTo>
                  <a:lnTo>
                    <a:pt x="19167" y="0"/>
                  </a:lnTo>
                  <a:lnTo>
                    <a:pt x="43886" y="42002"/>
                  </a:lnTo>
                  <a:lnTo>
                    <a:pt x="24604" y="53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01945" y="4138945"/>
              <a:ext cx="72778" cy="48447"/>
            </a:xfrm>
            <a:custGeom>
              <a:avLst/>
              <a:pathLst>
                <a:path w="72778" h="48447">
                  <a:moveTo>
                    <a:pt x="0" y="38439"/>
                  </a:moveTo>
                  <a:lnTo>
                    <a:pt x="66947" y="0"/>
                  </a:lnTo>
                  <a:lnTo>
                    <a:pt x="72778" y="9560"/>
                  </a:lnTo>
                  <a:lnTo>
                    <a:pt x="6099" y="48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187154" y="4113812"/>
              <a:ext cx="74057" cy="49210"/>
            </a:xfrm>
            <a:custGeom>
              <a:avLst/>
              <a:pathLst>
                <a:path w="74057" h="49210">
                  <a:moveTo>
                    <a:pt x="0" y="38610"/>
                  </a:moveTo>
                  <a:lnTo>
                    <a:pt x="67987" y="0"/>
                  </a:lnTo>
                  <a:lnTo>
                    <a:pt x="74057" y="10091"/>
                  </a:lnTo>
                  <a:lnTo>
                    <a:pt x="6018" y="49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00209" y="4112358"/>
              <a:ext cx="46346" cy="35882"/>
            </a:xfrm>
            <a:custGeom>
              <a:avLst/>
              <a:pathLst>
                <a:path w="46346" h="35882">
                  <a:moveTo>
                    <a:pt x="0" y="21938"/>
                  </a:moveTo>
                  <a:lnTo>
                    <a:pt x="38464" y="0"/>
                  </a:lnTo>
                  <a:lnTo>
                    <a:pt x="46346" y="13197"/>
                  </a:lnTo>
                  <a:lnTo>
                    <a:pt x="8115" y="3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54863" y="4204406"/>
              <a:ext cx="45974" cy="35235"/>
            </a:xfrm>
            <a:custGeom>
              <a:avLst/>
              <a:pathLst>
                <a:path w="45974" h="35235">
                  <a:moveTo>
                    <a:pt x="0" y="22763"/>
                  </a:moveTo>
                  <a:lnTo>
                    <a:pt x="38113" y="0"/>
                  </a:lnTo>
                  <a:lnTo>
                    <a:pt x="45974" y="13217"/>
                  </a:lnTo>
                  <a:lnTo>
                    <a:pt x="7405" y="35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56319" y="4061866"/>
              <a:ext cx="74330" cy="49282"/>
            </a:xfrm>
            <a:custGeom>
              <a:avLst/>
              <a:pathLst>
                <a:path w="74330" h="49282">
                  <a:moveTo>
                    <a:pt x="0" y="38297"/>
                  </a:moveTo>
                  <a:lnTo>
                    <a:pt x="67797" y="0"/>
                  </a:lnTo>
                  <a:lnTo>
                    <a:pt x="74330" y="11276"/>
                  </a:lnTo>
                  <a:lnTo>
                    <a:pt x="6534" y="49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27579" y="4158823"/>
              <a:ext cx="46441" cy="34809"/>
            </a:xfrm>
            <a:custGeom>
              <a:avLst/>
              <a:pathLst>
                <a:path w="46441" h="34809">
                  <a:moveTo>
                    <a:pt x="0" y="21956"/>
                  </a:moveTo>
                  <a:lnTo>
                    <a:pt x="38867" y="0"/>
                  </a:lnTo>
                  <a:lnTo>
                    <a:pt x="46441" y="12919"/>
                  </a:lnTo>
                  <a:lnTo>
                    <a:pt x="7544" y="34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09842" y="4150230"/>
              <a:ext cx="72819" cy="50000"/>
            </a:xfrm>
            <a:custGeom>
              <a:avLst/>
              <a:pathLst>
                <a:path w="72819" h="50000">
                  <a:moveTo>
                    <a:pt x="0" y="39449"/>
                  </a:moveTo>
                  <a:lnTo>
                    <a:pt x="66145" y="0"/>
                  </a:lnTo>
                  <a:lnTo>
                    <a:pt x="72819" y="10566"/>
                  </a:lnTo>
                  <a:lnTo>
                    <a:pt x="6172" y="50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09595" y="4127691"/>
              <a:ext cx="46348" cy="36055"/>
            </a:xfrm>
            <a:custGeom>
              <a:avLst/>
              <a:pathLst>
                <a:path w="46348" h="36055">
                  <a:moveTo>
                    <a:pt x="0" y="22245"/>
                  </a:moveTo>
                  <a:lnTo>
                    <a:pt x="38553" y="0"/>
                  </a:lnTo>
                  <a:lnTo>
                    <a:pt x="46348" y="12921"/>
                  </a:lnTo>
                  <a:lnTo>
                    <a:pt x="7774" y="36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68694" y="4124670"/>
              <a:ext cx="49887" cy="71947"/>
            </a:xfrm>
            <a:custGeom>
              <a:avLst/>
              <a:pathLst>
                <a:path w="49887" h="71947">
                  <a:moveTo>
                    <a:pt x="0" y="6496"/>
                  </a:moveTo>
                  <a:lnTo>
                    <a:pt x="10985" y="0"/>
                  </a:lnTo>
                  <a:lnTo>
                    <a:pt x="49887" y="66053"/>
                  </a:lnTo>
                  <a:lnTo>
                    <a:pt x="39841" y="71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18831" y="4143491"/>
              <a:ext cx="45860" cy="35327"/>
            </a:xfrm>
            <a:custGeom>
              <a:avLst/>
              <a:pathLst>
                <a:path w="45860" h="35327">
                  <a:moveTo>
                    <a:pt x="0" y="22369"/>
                  </a:moveTo>
                  <a:lnTo>
                    <a:pt x="38146" y="0"/>
                  </a:lnTo>
                  <a:lnTo>
                    <a:pt x="45860" y="12765"/>
                  </a:lnTo>
                  <a:lnTo>
                    <a:pt x="44009" y="13882"/>
                  </a:lnTo>
                  <a:lnTo>
                    <a:pt x="7509" y="35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45649" y="4189721"/>
              <a:ext cx="45620" cy="34944"/>
            </a:xfrm>
            <a:custGeom>
              <a:avLst/>
              <a:pathLst>
                <a:path w="45620" h="34944">
                  <a:moveTo>
                    <a:pt x="0" y="22196"/>
                  </a:moveTo>
                  <a:lnTo>
                    <a:pt x="37825" y="0"/>
                  </a:lnTo>
                  <a:lnTo>
                    <a:pt x="45620" y="13013"/>
                  </a:lnTo>
                  <a:lnTo>
                    <a:pt x="7011" y="34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33018" y="4188786"/>
              <a:ext cx="72247" cy="48180"/>
            </a:xfrm>
            <a:custGeom>
              <a:avLst/>
              <a:pathLst>
                <a:path w="72247" h="48180">
                  <a:moveTo>
                    <a:pt x="0" y="38642"/>
                  </a:moveTo>
                  <a:lnTo>
                    <a:pt x="65671" y="0"/>
                  </a:lnTo>
                  <a:lnTo>
                    <a:pt x="72247" y="10523"/>
                  </a:lnTo>
                  <a:lnTo>
                    <a:pt x="6061" y="48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18141" y="4163019"/>
              <a:ext cx="71605" cy="48883"/>
            </a:xfrm>
            <a:custGeom>
              <a:avLst/>
              <a:pathLst>
                <a:path w="71605" h="48883">
                  <a:moveTo>
                    <a:pt x="0" y="38696"/>
                  </a:moveTo>
                  <a:lnTo>
                    <a:pt x="65303" y="0"/>
                  </a:lnTo>
                  <a:lnTo>
                    <a:pt x="71605" y="10275"/>
                  </a:lnTo>
                  <a:lnTo>
                    <a:pt x="6362" y="48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26021" y="4176624"/>
              <a:ext cx="70898" cy="48001"/>
            </a:xfrm>
            <a:custGeom>
              <a:avLst/>
              <a:pathLst>
                <a:path w="70898" h="48001">
                  <a:moveTo>
                    <a:pt x="0" y="37607"/>
                  </a:moveTo>
                  <a:lnTo>
                    <a:pt x="64659" y="0"/>
                  </a:lnTo>
                  <a:lnTo>
                    <a:pt x="70898" y="10005"/>
                  </a:lnTo>
                  <a:lnTo>
                    <a:pt x="5886" y="4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36677" y="4173700"/>
              <a:ext cx="45861" cy="35261"/>
            </a:xfrm>
            <a:custGeom>
              <a:avLst/>
              <a:pathLst>
                <a:path w="45861" h="35261">
                  <a:moveTo>
                    <a:pt x="0" y="21959"/>
                  </a:moveTo>
                  <a:lnTo>
                    <a:pt x="38491" y="0"/>
                  </a:lnTo>
                  <a:lnTo>
                    <a:pt x="45861" y="13135"/>
                  </a:lnTo>
                  <a:lnTo>
                    <a:pt x="7360" y="35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72398" y="4235941"/>
              <a:ext cx="46448" cy="35117"/>
            </a:xfrm>
            <a:custGeom>
              <a:avLst/>
              <a:pathLst>
                <a:path w="46448" h="35117">
                  <a:moveTo>
                    <a:pt x="0" y="21975"/>
                  </a:moveTo>
                  <a:lnTo>
                    <a:pt x="38288" y="175"/>
                  </a:lnTo>
                  <a:lnTo>
                    <a:pt x="38633" y="0"/>
                  </a:lnTo>
                  <a:lnTo>
                    <a:pt x="46448" y="13265"/>
                  </a:lnTo>
                  <a:lnTo>
                    <a:pt x="7672" y="35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63908" y="4075424"/>
              <a:ext cx="74080" cy="48640"/>
            </a:xfrm>
            <a:custGeom>
              <a:avLst/>
              <a:pathLst>
                <a:path w="74080" h="48640">
                  <a:moveTo>
                    <a:pt x="0" y="38333"/>
                  </a:moveTo>
                  <a:lnTo>
                    <a:pt x="67793" y="0"/>
                  </a:lnTo>
                  <a:lnTo>
                    <a:pt x="74080" y="10494"/>
                  </a:lnTo>
                  <a:lnTo>
                    <a:pt x="6126" y="48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79883" y="4101547"/>
              <a:ext cx="73333" cy="48769"/>
            </a:xfrm>
            <a:custGeom>
              <a:avLst/>
              <a:pathLst>
                <a:path w="73333" h="48769">
                  <a:moveTo>
                    <a:pt x="0" y="38619"/>
                  </a:moveTo>
                  <a:lnTo>
                    <a:pt x="67290" y="0"/>
                  </a:lnTo>
                  <a:lnTo>
                    <a:pt x="73333" y="10694"/>
                  </a:lnTo>
                  <a:lnTo>
                    <a:pt x="5705" y="48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41692" y="4104047"/>
              <a:ext cx="93380" cy="143128"/>
            </a:xfrm>
            <a:custGeom>
              <a:avLst/>
              <a:pathLst>
                <a:path w="93380" h="143128">
                  <a:moveTo>
                    <a:pt x="51439" y="94394"/>
                  </a:moveTo>
                  <a:lnTo>
                    <a:pt x="39005" y="73477"/>
                  </a:lnTo>
                  <a:lnTo>
                    <a:pt x="15741" y="32699"/>
                  </a:lnTo>
                  <a:lnTo>
                    <a:pt x="0" y="6324"/>
                  </a:lnTo>
                  <a:lnTo>
                    <a:pt x="10562" y="0"/>
                  </a:lnTo>
                  <a:lnTo>
                    <a:pt x="93380" y="136371"/>
                  </a:lnTo>
                  <a:lnTo>
                    <a:pt x="81648" y="143128"/>
                  </a:lnTo>
                  <a:lnTo>
                    <a:pt x="71608" y="127164"/>
                  </a:lnTo>
                  <a:lnTo>
                    <a:pt x="62705" y="113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63892" y="4220350"/>
              <a:ext cx="46177" cy="35065"/>
            </a:xfrm>
            <a:custGeom>
              <a:avLst/>
              <a:pathLst>
                <a:path w="46177" h="35065">
                  <a:moveTo>
                    <a:pt x="0" y="22009"/>
                  </a:moveTo>
                  <a:lnTo>
                    <a:pt x="38217" y="0"/>
                  </a:lnTo>
                  <a:lnTo>
                    <a:pt x="38626" y="523"/>
                  </a:lnTo>
                  <a:lnTo>
                    <a:pt x="46177" y="12845"/>
                  </a:lnTo>
                  <a:lnTo>
                    <a:pt x="7299" y="35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72514" y="4088717"/>
              <a:ext cx="73090" cy="48093"/>
            </a:xfrm>
            <a:custGeom>
              <a:avLst/>
              <a:pathLst>
                <a:path w="73090" h="48093">
                  <a:moveTo>
                    <a:pt x="0" y="38174"/>
                  </a:moveTo>
                  <a:lnTo>
                    <a:pt x="66807" y="0"/>
                  </a:lnTo>
                  <a:lnTo>
                    <a:pt x="73090" y="10786"/>
                  </a:lnTo>
                  <a:lnTo>
                    <a:pt x="5671" y="48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28454" y="4054795"/>
              <a:ext cx="48050" cy="71488"/>
            </a:xfrm>
            <a:custGeom>
              <a:avLst/>
              <a:pathLst>
                <a:path w="48050" h="71488">
                  <a:moveTo>
                    <a:pt x="0" y="6094"/>
                  </a:moveTo>
                  <a:lnTo>
                    <a:pt x="10674" y="0"/>
                  </a:lnTo>
                  <a:lnTo>
                    <a:pt x="48050" y="65366"/>
                  </a:lnTo>
                  <a:lnTo>
                    <a:pt x="37143" y="71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195058" y="4140724"/>
              <a:ext cx="47923" cy="34222"/>
            </a:xfrm>
            <a:custGeom>
              <a:avLst/>
              <a:pathLst>
                <a:path w="47923" h="34222">
                  <a:moveTo>
                    <a:pt x="0" y="24744"/>
                  </a:moveTo>
                  <a:lnTo>
                    <a:pt x="33580" y="5121"/>
                  </a:lnTo>
                  <a:lnTo>
                    <a:pt x="40758" y="905"/>
                  </a:lnTo>
                  <a:lnTo>
                    <a:pt x="42233" y="0"/>
                  </a:lnTo>
                  <a:lnTo>
                    <a:pt x="47923" y="9488"/>
                  </a:lnTo>
                  <a:lnTo>
                    <a:pt x="5423" y="34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38130" y="4126150"/>
              <a:ext cx="30060" cy="23811"/>
            </a:xfrm>
            <a:custGeom>
              <a:avLst/>
              <a:pathLst>
                <a:path w="30060" h="23811">
                  <a:moveTo>
                    <a:pt x="0" y="14083"/>
                  </a:moveTo>
                  <a:lnTo>
                    <a:pt x="24088" y="0"/>
                  </a:lnTo>
                  <a:lnTo>
                    <a:pt x="30060" y="10063"/>
                  </a:lnTo>
                  <a:lnTo>
                    <a:pt x="5715" y="2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8611" y="4340167"/>
              <a:ext cx="31936" cy="31281"/>
            </a:xfrm>
            <a:custGeom>
              <a:avLst/>
              <a:pathLst>
                <a:path w="31936" h="31281">
                  <a:moveTo>
                    <a:pt x="21931" y="24990"/>
                  </a:moveTo>
                  <a:lnTo>
                    <a:pt x="11274" y="31281"/>
                  </a:lnTo>
                  <a:lnTo>
                    <a:pt x="0" y="12397"/>
                  </a:lnTo>
                  <a:lnTo>
                    <a:pt x="20650" y="0"/>
                  </a:lnTo>
                  <a:lnTo>
                    <a:pt x="22825" y="3743"/>
                  </a:lnTo>
                  <a:lnTo>
                    <a:pt x="24002" y="5724"/>
                  </a:lnTo>
                  <a:lnTo>
                    <a:pt x="30719" y="17035"/>
                  </a:lnTo>
                  <a:lnTo>
                    <a:pt x="31936" y="190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86856" y="4485497"/>
              <a:ext cx="28758" cy="28675"/>
            </a:xfrm>
            <a:custGeom>
              <a:avLst/>
              <a:pathLst>
                <a:path w="28758" h="28675">
                  <a:moveTo>
                    <a:pt x="0" y="11098"/>
                  </a:moveTo>
                  <a:lnTo>
                    <a:pt x="18609" y="0"/>
                  </a:lnTo>
                  <a:lnTo>
                    <a:pt x="28758" y="17464"/>
                  </a:lnTo>
                  <a:lnTo>
                    <a:pt x="10529" y="286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3259" y="4461298"/>
              <a:ext cx="27602" cy="28017"/>
            </a:xfrm>
            <a:custGeom>
              <a:avLst/>
              <a:pathLst>
                <a:path w="27602" h="28017">
                  <a:moveTo>
                    <a:pt x="0" y="10686"/>
                  </a:moveTo>
                  <a:lnTo>
                    <a:pt x="17943" y="0"/>
                  </a:lnTo>
                  <a:lnTo>
                    <a:pt x="27602" y="17296"/>
                  </a:lnTo>
                  <a:lnTo>
                    <a:pt x="9920" y="280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0825" y="4255714"/>
              <a:ext cx="43067" cy="52436"/>
            </a:xfrm>
            <a:custGeom>
              <a:avLst/>
              <a:pathLst>
                <a:path w="43067" h="52436">
                  <a:moveTo>
                    <a:pt x="0" y="11472"/>
                  </a:moveTo>
                  <a:lnTo>
                    <a:pt x="19030" y="0"/>
                  </a:lnTo>
                  <a:lnTo>
                    <a:pt x="43067" y="41620"/>
                  </a:lnTo>
                  <a:lnTo>
                    <a:pt x="24744" y="524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21099" y="4339414"/>
              <a:ext cx="43774" cy="52933"/>
            </a:xfrm>
            <a:custGeom>
              <a:avLst/>
              <a:pathLst>
                <a:path w="43774" h="52933">
                  <a:moveTo>
                    <a:pt x="0" y="11270"/>
                  </a:moveTo>
                  <a:lnTo>
                    <a:pt x="19205" y="0"/>
                  </a:lnTo>
                  <a:lnTo>
                    <a:pt x="43774" y="41626"/>
                  </a:lnTo>
                  <a:lnTo>
                    <a:pt x="24186" y="529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59901" y="4344448"/>
              <a:ext cx="43159" cy="53366"/>
            </a:xfrm>
            <a:custGeom>
              <a:avLst/>
              <a:pathLst>
                <a:path w="43159" h="53366">
                  <a:moveTo>
                    <a:pt x="0" y="11007"/>
                  </a:moveTo>
                  <a:lnTo>
                    <a:pt x="18107" y="270"/>
                  </a:lnTo>
                  <a:lnTo>
                    <a:pt x="18754" y="0"/>
                  </a:lnTo>
                  <a:lnTo>
                    <a:pt x="43159" y="42567"/>
                  </a:lnTo>
                  <a:lnTo>
                    <a:pt x="42582" y="42877"/>
                  </a:lnTo>
                  <a:lnTo>
                    <a:pt x="24816" y="53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1584" y="4456622"/>
              <a:ext cx="44286" cy="52982"/>
            </a:xfrm>
            <a:custGeom>
              <a:avLst/>
              <a:pathLst>
                <a:path w="44286" h="52982">
                  <a:moveTo>
                    <a:pt x="24103" y="52982"/>
                  </a:moveTo>
                  <a:lnTo>
                    <a:pt x="0" y="11800"/>
                  </a:lnTo>
                  <a:lnTo>
                    <a:pt x="20182" y="0"/>
                  </a:lnTo>
                  <a:lnTo>
                    <a:pt x="44286" y="41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85872" y="4227874"/>
              <a:ext cx="44261" cy="53565"/>
            </a:xfrm>
            <a:custGeom>
              <a:avLst/>
              <a:pathLst>
                <a:path w="44261" h="53565">
                  <a:moveTo>
                    <a:pt x="25117" y="53565"/>
                  </a:moveTo>
                  <a:lnTo>
                    <a:pt x="0" y="11644"/>
                  </a:lnTo>
                  <a:lnTo>
                    <a:pt x="19319" y="0"/>
                  </a:lnTo>
                  <a:lnTo>
                    <a:pt x="44261" y="42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4128" y="4348560"/>
              <a:ext cx="53627" cy="44744"/>
            </a:xfrm>
            <a:custGeom>
              <a:avLst/>
              <a:pathLst>
                <a:path w="53627" h="44744">
                  <a:moveTo>
                    <a:pt x="0" y="24868"/>
                  </a:moveTo>
                  <a:lnTo>
                    <a:pt x="42209" y="0"/>
                  </a:lnTo>
                  <a:lnTo>
                    <a:pt x="53627" y="19658"/>
                  </a:lnTo>
                  <a:lnTo>
                    <a:pt x="11561" y="44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2930" y="4551718"/>
              <a:ext cx="55167" cy="45723"/>
            </a:xfrm>
            <a:custGeom>
              <a:avLst/>
              <a:pathLst>
                <a:path w="55167" h="45723">
                  <a:moveTo>
                    <a:pt x="0" y="25589"/>
                  </a:moveTo>
                  <a:lnTo>
                    <a:pt x="43345" y="0"/>
                  </a:lnTo>
                  <a:lnTo>
                    <a:pt x="55167" y="20558"/>
                  </a:lnTo>
                  <a:lnTo>
                    <a:pt x="20075" y="40863"/>
                  </a:lnTo>
                  <a:lnTo>
                    <a:pt x="12803" y="44992"/>
                  </a:lnTo>
                  <a:lnTo>
                    <a:pt x="11517" y="45723"/>
                  </a:lnTo>
                  <a:lnTo>
                    <a:pt x="10955" y="446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3997486" y="4154479"/>
              <a:ext cx="79733" cy="62052"/>
            </a:xfrm>
            <a:custGeom>
              <a:avLst/>
              <a:pathLst>
                <a:path w="79733" h="62052">
                  <a:moveTo>
                    <a:pt x="0" y="40060"/>
                  </a:moveTo>
                  <a:lnTo>
                    <a:pt x="66513" y="0"/>
                  </a:lnTo>
                  <a:lnTo>
                    <a:pt x="79733" y="21893"/>
                  </a:lnTo>
                  <a:lnTo>
                    <a:pt x="13061" y="62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71848" y="4373573"/>
              <a:ext cx="45189" cy="52891"/>
            </a:xfrm>
            <a:custGeom>
              <a:avLst/>
              <a:pathLst>
                <a:path w="45189" h="52891">
                  <a:moveTo>
                    <a:pt x="0" y="11218"/>
                  </a:moveTo>
                  <a:lnTo>
                    <a:pt x="20273" y="0"/>
                  </a:lnTo>
                  <a:lnTo>
                    <a:pt x="45189" y="41517"/>
                  </a:lnTo>
                  <a:lnTo>
                    <a:pt x="24913" y="52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1029" y="4381388"/>
              <a:ext cx="43265" cy="53331"/>
            </a:xfrm>
            <a:custGeom>
              <a:avLst/>
              <a:pathLst>
                <a:path w="43265" h="53331">
                  <a:moveTo>
                    <a:pt x="0" y="11099"/>
                  </a:moveTo>
                  <a:lnTo>
                    <a:pt x="18750" y="0"/>
                  </a:lnTo>
                  <a:lnTo>
                    <a:pt x="43265" y="42243"/>
                  </a:lnTo>
                  <a:lnTo>
                    <a:pt x="24517" y="53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6862" y="4385642"/>
              <a:ext cx="53880" cy="44721"/>
            </a:xfrm>
            <a:custGeom>
              <a:avLst/>
              <a:pathLst>
                <a:path w="53880" h="44721">
                  <a:moveTo>
                    <a:pt x="0" y="25129"/>
                  </a:moveTo>
                  <a:lnTo>
                    <a:pt x="42600" y="0"/>
                  </a:lnTo>
                  <a:lnTo>
                    <a:pt x="53880" y="19467"/>
                  </a:lnTo>
                  <a:lnTo>
                    <a:pt x="11473" y="44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48428" y="4387116"/>
              <a:ext cx="43775" cy="53144"/>
            </a:xfrm>
            <a:custGeom>
              <a:avLst/>
              <a:pathLst>
                <a:path w="43775" h="53144">
                  <a:moveTo>
                    <a:pt x="0" y="10870"/>
                  </a:moveTo>
                  <a:lnTo>
                    <a:pt x="19087" y="0"/>
                  </a:lnTo>
                  <a:lnTo>
                    <a:pt x="43775" y="41927"/>
                  </a:lnTo>
                  <a:lnTo>
                    <a:pt x="24174" y="531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57106" y="4179745"/>
              <a:ext cx="45156" cy="54220"/>
            </a:xfrm>
            <a:custGeom>
              <a:avLst/>
              <a:pathLst>
                <a:path w="45156" h="54220">
                  <a:moveTo>
                    <a:pt x="26055" y="54220"/>
                  </a:moveTo>
                  <a:lnTo>
                    <a:pt x="0" y="11568"/>
                  </a:lnTo>
                  <a:lnTo>
                    <a:pt x="19044" y="0"/>
                  </a:lnTo>
                  <a:lnTo>
                    <a:pt x="45156" y="4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34863" y="4194298"/>
              <a:ext cx="44438" cy="53669"/>
            </a:xfrm>
            <a:custGeom>
              <a:avLst/>
              <a:pathLst>
                <a:path w="44438" h="53669">
                  <a:moveTo>
                    <a:pt x="25985" y="53669"/>
                  </a:moveTo>
                  <a:lnTo>
                    <a:pt x="0" y="10795"/>
                  </a:lnTo>
                  <a:lnTo>
                    <a:pt x="17903" y="0"/>
                  </a:lnTo>
                  <a:lnTo>
                    <a:pt x="44438" y="423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1853" y="4207519"/>
              <a:ext cx="44569" cy="54209"/>
            </a:xfrm>
            <a:custGeom>
              <a:avLst/>
              <a:pathLst>
                <a:path w="44569" h="54209">
                  <a:moveTo>
                    <a:pt x="0" y="11815"/>
                  </a:moveTo>
                  <a:lnTo>
                    <a:pt x="19132" y="0"/>
                  </a:lnTo>
                  <a:lnTo>
                    <a:pt x="44569" y="42868"/>
                  </a:lnTo>
                  <a:lnTo>
                    <a:pt x="25415" y="542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4571" y="4436239"/>
              <a:ext cx="52488" cy="43922"/>
            </a:xfrm>
            <a:custGeom>
              <a:avLst/>
              <a:pathLst>
                <a:path w="52488" h="43922">
                  <a:moveTo>
                    <a:pt x="0" y="24659"/>
                  </a:moveTo>
                  <a:lnTo>
                    <a:pt x="41573" y="0"/>
                  </a:lnTo>
                  <a:lnTo>
                    <a:pt x="52488" y="18985"/>
                  </a:lnTo>
                  <a:lnTo>
                    <a:pt x="42202" y="25202"/>
                  </a:lnTo>
                  <a:lnTo>
                    <a:pt x="10734" y="43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76595" y="4418633"/>
              <a:ext cx="55830" cy="44978"/>
            </a:xfrm>
            <a:custGeom>
              <a:avLst/>
              <a:pathLst>
                <a:path w="55830" h="44978">
                  <a:moveTo>
                    <a:pt x="0" y="25199"/>
                  </a:moveTo>
                  <a:lnTo>
                    <a:pt x="967" y="24601"/>
                  </a:lnTo>
                  <a:lnTo>
                    <a:pt x="42922" y="864"/>
                  </a:lnTo>
                  <a:lnTo>
                    <a:pt x="44590" y="0"/>
                  </a:lnTo>
                  <a:lnTo>
                    <a:pt x="55830" y="18861"/>
                  </a:lnTo>
                  <a:lnTo>
                    <a:pt x="11239" y="44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0692" y="4422937"/>
              <a:ext cx="43136" cy="53856"/>
            </a:xfrm>
            <a:custGeom>
              <a:avLst/>
              <a:pathLst>
                <a:path w="43136" h="53856">
                  <a:moveTo>
                    <a:pt x="0" y="10778"/>
                  </a:moveTo>
                  <a:lnTo>
                    <a:pt x="18846" y="0"/>
                  </a:lnTo>
                  <a:lnTo>
                    <a:pt x="43136" y="42754"/>
                  </a:lnTo>
                  <a:lnTo>
                    <a:pt x="24713" y="53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39172" y="4423247"/>
              <a:ext cx="43717" cy="54061"/>
            </a:xfrm>
            <a:custGeom>
              <a:avLst/>
              <a:pathLst>
                <a:path w="43717" h="54061">
                  <a:moveTo>
                    <a:pt x="0" y="11784"/>
                  </a:moveTo>
                  <a:lnTo>
                    <a:pt x="18991" y="0"/>
                  </a:lnTo>
                  <a:lnTo>
                    <a:pt x="43717" y="42942"/>
                  </a:lnTo>
                  <a:lnTo>
                    <a:pt x="25103" y="54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79072" y="4429169"/>
              <a:ext cx="42692" cy="52482"/>
            </a:xfrm>
            <a:custGeom>
              <a:avLst/>
              <a:pathLst>
                <a:path w="42692" h="52482">
                  <a:moveTo>
                    <a:pt x="0" y="11363"/>
                  </a:moveTo>
                  <a:lnTo>
                    <a:pt x="19021" y="0"/>
                  </a:lnTo>
                  <a:lnTo>
                    <a:pt x="42692" y="41371"/>
                  </a:lnTo>
                  <a:lnTo>
                    <a:pt x="23983" y="524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55917" y="4443052"/>
              <a:ext cx="43266" cy="52123"/>
            </a:xfrm>
            <a:custGeom>
              <a:avLst/>
              <a:pathLst>
                <a:path w="43266" h="52123">
                  <a:moveTo>
                    <a:pt x="0" y="11127"/>
                  </a:moveTo>
                  <a:lnTo>
                    <a:pt x="19145" y="0"/>
                  </a:lnTo>
                  <a:lnTo>
                    <a:pt x="43266" y="41378"/>
                  </a:lnTo>
                  <a:lnTo>
                    <a:pt x="24438" y="52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09663" y="4470678"/>
              <a:ext cx="43479" cy="52983"/>
            </a:xfrm>
            <a:custGeom>
              <a:avLst/>
              <a:pathLst>
                <a:path w="43479" h="52983">
                  <a:moveTo>
                    <a:pt x="24103" y="52983"/>
                  </a:moveTo>
                  <a:lnTo>
                    <a:pt x="0" y="11800"/>
                  </a:lnTo>
                  <a:lnTo>
                    <a:pt x="19490" y="0"/>
                  </a:lnTo>
                  <a:lnTo>
                    <a:pt x="43479" y="4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39680" y="4530485"/>
              <a:ext cx="52867" cy="42977"/>
            </a:xfrm>
            <a:custGeom>
              <a:avLst/>
              <a:pathLst>
                <a:path w="52867" h="42977">
                  <a:moveTo>
                    <a:pt x="0" y="24324"/>
                  </a:moveTo>
                  <a:lnTo>
                    <a:pt x="42361" y="0"/>
                  </a:lnTo>
                  <a:lnTo>
                    <a:pt x="52867" y="18480"/>
                  </a:lnTo>
                  <a:lnTo>
                    <a:pt x="10604" y="42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3999058" y="4506988"/>
              <a:ext cx="43901" cy="53509"/>
            </a:xfrm>
            <a:custGeom>
              <a:avLst/>
              <a:pathLst>
                <a:path w="43901" h="53509">
                  <a:moveTo>
                    <a:pt x="0" y="11553"/>
                  </a:moveTo>
                  <a:lnTo>
                    <a:pt x="18951" y="0"/>
                  </a:lnTo>
                  <a:lnTo>
                    <a:pt x="43901" y="42037"/>
                  </a:lnTo>
                  <a:lnTo>
                    <a:pt x="24917" y="53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6061" y="4507757"/>
              <a:ext cx="51968" cy="42875"/>
            </a:xfrm>
            <a:custGeom>
              <a:avLst/>
              <a:pathLst>
                <a:path w="51968" h="42875">
                  <a:moveTo>
                    <a:pt x="0" y="23324"/>
                  </a:moveTo>
                  <a:lnTo>
                    <a:pt x="41009" y="0"/>
                  </a:lnTo>
                  <a:lnTo>
                    <a:pt x="51968" y="17538"/>
                  </a:lnTo>
                  <a:lnTo>
                    <a:pt x="11240" y="428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2266" y="4483584"/>
              <a:ext cx="51464" cy="42696"/>
            </a:xfrm>
            <a:custGeom>
              <a:avLst/>
              <a:pathLst>
                <a:path w="51464" h="42696">
                  <a:moveTo>
                    <a:pt x="0" y="23969"/>
                  </a:moveTo>
                  <a:lnTo>
                    <a:pt x="41418" y="0"/>
                  </a:lnTo>
                  <a:lnTo>
                    <a:pt x="51464" y="18832"/>
                  </a:lnTo>
                  <a:lnTo>
                    <a:pt x="39681" y="25890"/>
                  </a:lnTo>
                  <a:lnTo>
                    <a:pt x="10859" y="42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35836" y="4503149"/>
              <a:ext cx="52717" cy="43487"/>
            </a:xfrm>
            <a:custGeom>
              <a:avLst/>
              <a:pathLst>
                <a:path w="52717" h="43487">
                  <a:moveTo>
                    <a:pt x="0" y="24712"/>
                  </a:moveTo>
                  <a:lnTo>
                    <a:pt x="41912" y="0"/>
                  </a:lnTo>
                  <a:lnTo>
                    <a:pt x="52717" y="18947"/>
                  </a:lnTo>
                  <a:lnTo>
                    <a:pt x="10959" y="4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7470" y="4239868"/>
              <a:ext cx="105261" cy="106702"/>
            </a:xfrm>
            <a:custGeom>
              <a:avLst/>
              <a:pathLst>
                <a:path w="105261" h="106702">
                  <a:moveTo>
                    <a:pt x="0" y="38225"/>
                  </a:moveTo>
                  <a:lnTo>
                    <a:pt x="65526" y="0"/>
                  </a:lnTo>
                  <a:lnTo>
                    <a:pt x="105261" y="66794"/>
                  </a:lnTo>
                  <a:lnTo>
                    <a:pt x="39955" y="106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63935" y="4242499"/>
              <a:ext cx="42787" cy="52511"/>
            </a:xfrm>
            <a:custGeom>
              <a:avLst/>
              <a:pathLst>
                <a:path w="42787" h="52511">
                  <a:moveTo>
                    <a:pt x="23988" y="52511"/>
                  </a:moveTo>
                  <a:lnTo>
                    <a:pt x="0" y="10738"/>
                  </a:lnTo>
                  <a:lnTo>
                    <a:pt x="17991" y="0"/>
                  </a:lnTo>
                  <a:lnTo>
                    <a:pt x="42787" y="41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16885" y="4270406"/>
              <a:ext cx="42909" cy="52371"/>
            </a:xfrm>
            <a:custGeom>
              <a:avLst/>
              <a:pathLst>
                <a:path w="42909" h="52371">
                  <a:moveTo>
                    <a:pt x="24626" y="52371"/>
                  </a:moveTo>
                  <a:lnTo>
                    <a:pt x="0" y="11529"/>
                  </a:lnTo>
                  <a:lnTo>
                    <a:pt x="18630" y="0"/>
                  </a:lnTo>
                  <a:lnTo>
                    <a:pt x="42909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27855" y="4394889"/>
              <a:ext cx="43706" cy="53283"/>
            </a:xfrm>
            <a:custGeom>
              <a:avLst/>
              <a:pathLst>
                <a:path w="43706" h="53283">
                  <a:moveTo>
                    <a:pt x="0" y="11439"/>
                  </a:moveTo>
                  <a:lnTo>
                    <a:pt x="19125" y="0"/>
                  </a:lnTo>
                  <a:lnTo>
                    <a:pt x="43706" y="42389"/>
                  </a:lnTo>
                  <a:lnTo>
                    <a:pt x="24740" y="532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0715" y="4297864"/>
              <a:ext cx="43738" cy="52902"/>
            </a:xfrm>
            <a:custGeom>
              <a:avLst/>
              <a:pathLst>
                <a:path w="43738" h="52902">
                  <a:moveTo>
                    <a:pt x="25333" y="10940"/>
                  </a:moveTo>
                  <a:lnTo>
                    <a:pt x="43738" y="41432"/>
                  </a:lnTo>
                  <a:lnTo>
                    <a:pt x="24588" y="52902"/>
                  </a:lnTo>
                  <a:lnTo>
                    <a:pt x="0" y="10695"/>
                  </a:lnTo>
                  <a:lnTo>
                    <a:pt x="18546" y="0"/>
                  </a:lnTo>
                  <a:lnTo>
                    <a:pt x="19732" y="1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06843" y="4302891"/>
              <a:ext cx="53800" cy="43690"/>
            </a:xfrm>
            <a:custGeom>
              <a:avLst/>
              <a:pathLst>
                <a:path w="53800" h="43690">
                  <a:moveTo>
                    <a:pt x="0" y="24559"/>
                  </a:moveTo>
                  <a:lnTo>
                    <a:pt x="42248" y="0"/>
                  </a:lnTo>
                  <a:lnTo>
                    <a:pt x="44721" y="4040"/>
                  </a:lnTo>
                  <a:lnTo>
                    <a:pt x="53800" y="18875"/>
                  </a:lnTo>
                  <a:lnTo>
                    <a:pt x="53262" y="19117"/>
                  </a:lnTo>
                  <a:lnTo>
                    <a:pt x="11239" y="436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87397" y="4376580"/>
              <a:ext cx="66659" cy="67615"/>
            </a:xfrm>
            <a:custGeom>
              <a:avLst/>
              <a:pathLst>
                <a:path w="66659" h="67615">
                  <a:moveTo>
                    <a:pt x="25026" y="67615"/>
                  </a:moveTo>
                  <a:lnTo>
                    <a:pt x="0" y="24780"/>
                  </a:lnTo>
                  <a:lnTo>
                    <a:pt x="42210" y="0"/>
                  </a:lnTo>
                  <a:lnTo>
                    <a:pt x="66659" y="42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236" y="4198557"/>
              <a:ext cx="103736" cy="104826"/>
            </a:xfrm>
            <a:custGeom>
              <a:avLst/>
              <a:pathLst>
                <a:path w="103736" h="104826">
                  <a:moveTo>
                    <a:pt x="0" y="38459"/>
                  </a:moveTo>
                  <a:lnTo>
                    <a:pt x="64272" y="0"/>
                  </a:lnTo>
                  <a:lnTo>
                    <a:pt x="77122" y="21911"/>
                  </a:lnTo>
                  <a:lnTo>
                    <a:pt x="103736" y="66367"/>
                  </a:lnTo>
                  <a:lnTo>
                    <a:pt x="39500" y="104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14533" y="4358031"/>
              <a:ext cx="52679" cy="44254"/>
            </a:xfrm>
            <a:custGeom>
              <a:avLst/>
              <a:pathLst>
                <a:path w="52679" h="44254">
                  <a:moveTo>
                    <a:pt x="0" y="25394"/>
                  </a:moveTo>
                  <a:lnTo>
                    <a:pt x="41265" y="0"/>
                  </a:lnTo>
                  <a:lnTo>
                    <a:pt x="52679" y="19188"/>
                  </a:lnTo>
                  <a:lnTo>
                    <a:pt x="11101" y="44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699" y="4371359"/>
              <a:ext cx="53418" cy="44581"/>
            </a:xfrm>
            <a:custGeom>
              <a:avLst/>
              <a:pathLst>
                <a:path w="53418" h="44581">
                  <a:moveTo>
                    <a:pt x="0" y="25410"/>
                  </a:moveTo>
                  <a:lnTo>
                    <a:pt x="41921" y="0"/>
                  </a:lnTo>
                  <a:lnTo>
                    <a:pt x="53418" y="19113"/>
                  </a:lnTo>
                  <a:lnTo>
                    <a:pt x="11084" y="44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43826" y="4326447"/>
              <a:ext cx="43805" cy="52781"/>
            </a:xfrm>
            <a:custGeom>
              <a:avLst/>
              <a:pathLst>
                <a:path w="43805" h="52781">
                  <a:moveTo>
                    <a:pt x="0" y="11451"/>
                  </a:moveTo>
                  <a:lnTo>
                    <a:pt x="19513" y="0"/>
                  </a:lnTo>
                  <a:lnTo>
                    <a:pt x="43805" y="41434"/>
                  </a:lnTo>
                  <a:lnTo>
                    <a:pt x="24815" y="527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84059" y="4329311"/>
              <a:ext cx="44143" cy="53851"/>
            </a:xfrm>
            <a:custGeom>
              <a:avLst/>
              <a:pathLst>
                <a:path w="44143" h="53851">
                  <a:moveTo>
                    <a:pt x="0" y="11755"/>
                  </a:moveTo>
                  <a:lnTo>
                    <a:pt x="19368" y="0"/>
                  </a:lnTo>
                  <a:lnTo>
                    <a:pt x="44143" y="41922"/>
                  </a:lnTo>
                  <a:lnTo>
                    <a:pt x="24117" y="538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3997051" y="4330045"/>
              <a:ext cx="53316" cy="43568"/>
            </a:xfrm>
            <a:custGeom>
              <a:avLst/>
              <a:pathLst>
                <a:path w="53316" h="43568">
                  <a:moveTo>
                    <a:pt x="0" y="24439"/>
                  </a:moveTo>
                  <a:lnTo>
                    <a:pt x="41870" y="0"/>
                  </a:lnTo>
                  <a:lnTo>
                    <a:pt x="53316" y="18542"/>
                  </a:lnTo>
                  <a:lnTo>
                    <a:pt x="11905" y="435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090373" y="4274386"/>
              <a:ext cx="52956" cy="44099"/>
            </a:xfrm>
            <a:custGeom>
              <a:avLst/>
              <a:pathLst>
                <a:path w="52956" h="44099">
                  <a:moveTo>
                    <a:pt x="0" y="24654"/>
                  </a:moveTo>
                  <a:lnTo>
                    <a:pt x="41589" y="0"/>
                  </a:lnTo>
                  <a:lnTo>
                    <a:pt x="52956" y="19115"/>
                  </a:lnTo>
                  <a:lnTo>
                    <a:pt x="11775" y="4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4123" y="4283833"/>
              <a:ext cx="43041" cy="53288"/>
            </a:xfrm>
            <a:custGeom>
              <a:avLst/>
              <a:pathLst>
                <a:path w="43041" h="53288">
                  <a:moveTo>
                    <a:pt x="0" y="11270"/>
                  </a:moveTo>
                  <a:lnTo>
                    <a:pt x="18321" y="0"/>
                  </a:lnTo>
                  <a:lnTo>
                    <a:pt x="43041" y="41824"/>
                  </a:lnTo>
                  <a:lnTo>
                    <a:pt x="23961" y="53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4105" y="4409257"/>
              <a:ext cx="43291" cy="53546"/>
            </a:xfrm>
            <a:custGeom>
              <a:avLst/>
              <a:pathLst>
                <a:path w="43291" h="53546">
                  <a:moveTo>
                    <a:pt x="0" y="10946"/>
                  </a:moveTo>
                  <a:lnTo>
                    <a:pt x="18735" y="0"/>
                  </a:lnTo>
                  <a:lnTo>
                    <a:pt x="43291" y="42083"/>
                  </a:lnTo>
                  <a:lnTo>
                    <a:pt x="24618" y="53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3921" y="4413206"/>
              <a:ext cx="44578" cy="54263"/>
            </a:xfrm>
            <a:custGeom>
              <a:avLst/>
              <a:pathLst>
                <a:path w="44578" h="54263">
                  <a:moveTo>
                    <a:pt x="0" y="11675"/>
                  </a:moveTo>
                  <a:lnTo>
                    <a:pt x="19398" y="0"/>
                  </a:lnTo>
                  <a:lnTo>
                    <a:pt x="41541" y="38114"/>
                  </a:lnTo>
                  <a:lnTo>
                    <a:pt x="44578" y="43165"/>
                  </a:lnTo>
                  <a:lnTo>
                    <a:pt x="25526" y="54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703" y="4311639"/>
              <a:ext cx="53202" cy="44680"/>
            </a:xfrm>
            <a:custGeom>
              <a:avLst/>
              <a:pathLst>
                <a:path w="53202" h="44680">
                  <a:moveTo>
                    <a:pt x="11648" y="44680"/>
                  </a:moveTo>
                  <a:lnTo>
                    <a:pt x="0" y="25564"/>
                  </a:lnTo>
                  <a:lnTo>
                    <a:pt x="41826" y="0"/>
                  </a:lnTo>
                  <a:lnTo>
                    <a:pt x="53202" y="19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15605" y="4438568"/>
              <a:ext cx="43170" cy="53028"/>
            </a:xfrm>
            <a:custGeom>
              <a:avLst/>
              <a:pathLst>
                <a:path w="43170" h="53028">
                  <a:moveTo>
                    <a:pt x="43170" y="42041"/>
                  </a:moveTo>
                  <a:lnTo>
                    <a:pt x="24796" y="53028"/>
                  </a:lnTo>
                  <a:lnTo>
                    <a:pt x="0" y="11086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0407" y="4335161"/>
              <a:ext cx="43430" cy="52683"/>
            </a:xfrm>
            <a:custGeom>
              <a:avLst/>
              <a:pathLst>
                <a:path w="43430" h="52683">
                  <a:moveTo>
                    <a:pt x="0" y="10688"/>
                  </a:moveTo>
                  <a:lnTo>
                    <a:pt x="18601" y="0"/>
                  </a:lnTo>
                  <a:lnTo>
                    <a:pt x="43430" y="41707"/>
                  </a:lnTo>
                  <a:lnTo>
                    <a:pt x="24579" y="52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83545" y="4475573"/>
              <a:ext cx="52796" cy="43467"/>
            </a:xfrm>
            <a:custGeom>
              <a:avLst/>
              <a:pathLst>
                <a:path w="52796" h="43467">
                  <a:moveTo>
                    <a:pt x="0" y="24753"/>
                  </a:moveTo>
                  <a:lnTo>
                    <a:pt x="42246" y="0"/>
                  </a:lnTo>
                  <a:lnTo>
                    <a:pt x="52796" y="18488"/>
                  </a:lnTo>
                  <a:lnTo>
                    <a:pt x="10669" y="434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8733" y="4460323"/>
              <a:ext cx="51497" cy="43245"/>
            </a:xfrm>
            <a:custGeom>
              <a:avLst/>
              <a:pathLst>
                <a:path w="51497" h="43245">
                  <a:moveTo>
                    <a:pt x="0" y="24439"/>
                  </a:moveTo>
                  <a:lnTo>
                    <a:pt x="40914" y="0"/>
                  </a:lnTo>
                  <a:lnTo>
                    <a:pt x="51497" y="18087"/>
                  </a:lnTo>
                  <a:lnTo>
                    <a:pt x="10891" y="43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43600" y="4302202"/>
              <a:ext cx="54646" cy="45033"/>
            </a:xfrm>
            <a:custGeom>
              <a:avLst/>
              <a:pathLst>
                <a:path w="54646" h="45033">
                  <a:moveTo>
                    <a:pt x="12094" y="44775"/>
                  </a:moveTo>
                  <a:lnTo>
                    <a:pt x="11666" y="45033"/>
                  </a:lnTo>
                  <a:lnTo>
                    <a:pt x="9690" y="41776"/>
                  </a:lnTo>
                  <a:lnTo>
                    <a:pt x="2103" y="29269"/>
                  </a:lnTo>
                  <a:lnTo>
                    <a:pt x="1067" y="27562"/>
                  </a:lnTo>
                  <a:lnTo>
                    <a:pt x="340" y="26363"/>
                  </a:lnTo>
                  <a:lnTo>
                    <a:pt x="0" y="25802"/>
                  </a:lnTo>
                  <a:lnTo>
                    <a:pt x="13663" y="17610"/>
                  </a:lnTo>
                  <a:lnTo>
                    <a:pt x="15101" y="16748"/>
                  </a:lnTo>
                  <a:lnTo>
                    <a:pt x="20813" y="13324"/>
                  </a:lnTo>
                  <a:lnTo>
                    <a:pt x="22144" y="12526"/>
                  </a:lnTo>
                  <a:lnTo>
                    <a:pt x="30969" y="7235"/>
                  </a:lnTo>
                  <a:lnTo>
                    <a:pt x="32057" y="6583"/>
                  </a:lnTo>
                  <a:lnTo>
                    <a:pt x="43039" y="0"/>
                  </a:lnTo>
                  <a:lnTo>
                    <a:pt x="44233" y="1970"/>
                  </a:lnTo>
                  <a:lnTo>
                    <a:pt x="44570" y="2528"/>
                  </a:lnTo>
                  <a:lnTo>
                    <a:pt x="51417" y="13833"/>
                  </a:lnTo>
                  <a:lnTo>
                    <a:pt x="52499" y="15621"/>
                  </a:lnTo>
                  <a:lnTo>
                    <a:pt x="54646" y="19165"/>
                  </a:lnTo>
                  <a:lnTo>
                    <a:pt x="43555" y="25840"/>
                  </a:lnTo>
                  <a:lnTo>
                    <a:pt x="41830" y="26878"/>
                  </a:lnTo>
                  <a:lnTo>
                    <a:pt x="32240" y="32650"/>
                  </a:lnTo>
                  <a:lnTo>
                    <a:pt x="29544" y="34273"/>
                  </a:lnTo>
                  <a:lnTo>
                    <a:pt x="27921" y="35250"/>
                  </a:lnTo>
                  <a:lnTo>
                    <a:pt x="26984" y="35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219024" y="3998842"/>
              <a:ext cx="39626" cy="38351"/>
            </a:xfrm>
            <a:custGeom>
              <a:avLst/>
              <a:pathLst>
                <a:path w="39626" h="38351">
                  <a:moveTo>
                    <a:pt x="0" y="16311"/>
                  </a:moveTo>
                  <a:lnTo>
                    <a:pt x="26756" y="0"/>
                  </a:lnTo>
                  <a:lnTo>
                    <a:pt x="39626" y="22221"/>
                  </a:lnTo>
                  <a:lnTo>
                    <a:pt x="12565" y="38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216113" y="4123040"/>
              <a:ext cx="66467" cy="50279"/>
            </a:xfrm>
            <a:custGeom>
              <a:avLst/>
              <a:pathLst>
                <a:path w="66467" h="50279">
                  <a:moveTo>
                    <a:pt x="10144" y="50279"/>
                  </a:moveTo>
                  <a:lnTo>
                    <a:pt x="0" y="32670"/>
                  </a:lnTo>
                  <a:lnTo>
                    <a:pt x="56913" y="0"/>
                  </a:lnTo>
                  <a:lnTo>
                    <a:pt x="66467" y="1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224833" y="4069607"/>
              <a:ext cx="46086" cy="60551"/>
            </a:xfrm>
            <a:custGeom>
              <a:avLst/>
              <a:pathLst>
                <a:path w="46086" h="60551">
                  <a:moveTo>
                    <a:pt x="0" y="9854"/>
                  </a:moveTo>
                  <a:lnTo>
                    <a:pt x="17339" y="0"/>
                  </a:lnTo>
                  <a:lnTo>
                    <a:pt x="46086" y="51063"/>
                  </a:lnTo>
                  <a:lnTo>
                    <a:pt x="29563" y="6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05059" y="4080907"/>
              <a:ext cx="41174" cy="52196"/>
            </a:xfrm>
            <a:custGeom>
              <a:avLst/>
              <a:pathLst>
                <a:path w="41174" h="52196">
                  <a:moveTo>
                    <a:pt x="0" y="9883"/>
                  </a:moveTo>
                  <a:lnTo>
                    <a:pt x="17302" y="0"/>
                  </a:lnTo>
                  <a:lnTo>
                    <a:pt x="41174" y="42708"/>
                  </a:lnTo>
                  <a:lnTo>
                    <a:pt x="24650" y="52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185372" y="4092206"/>
              <a:ext cx="46599" cy="61759"/>
            </a:xfrm>
            <a:custGeom>
              <a:avLst/>
              <a:pathLst>
                <a:path w="46599" h="61759">
                  <a:moveTo>
                    <a:pt x="0" y="10022"/>
                  </a:moveTo>
                  <a:lnTo>
                    <a:pt x="17178" y="0"/>
                  </a:lnTo>
                  <a:lnTo>
                    <a:pt x="46599" y="51494"/>
                  </a:lnTo>
                  <a:lnTo>
                    <a:pt x="29655" y="61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230173" y="4124362"/>
              <a:ext cx="21356" cy="17394"/>
            </a:xfrm>
            <a:custGeom>
              <a:avLst/>
              <a:pathLst>
                <a:path w="21356" h="17394">
                  <a:moveTo>
                    <a:pt x="13294" y="12161"/>
                  </a:moveTo>
                  <a:lnTo>
                    <a:pt x="4425" y="17394"/>
                  </a:lnTo>
                  <a:lnTo>
                    <a:pt x="2581" y="14220"/>
                  </a:lnTo>
                  <a:lnTo>
                    <a:pt x="0" y="9775"/>
                  </a:lnTo>
                  <a:lnTo>
                    <a:pt x="9008" y="4617"/>
                  </a:lnTo>
                  <a:lnTo>
                    <a:pt x="17071" y="0"/>
                  </a:lnTo>
                  <a:lnTo>
                    <a:pt x="19346" y="3931"/>
                  </a:lnTo>
                  <a:lnTo>
                    <a:pt x="21356" y="7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271954" y="4142955"/>
              <a:ext cx="14542" cy="24870"/>
            </a:xfrm>
            <a:custGeom>
              <a:avLst/>
              <a:pathLst>
                <a:path w="14542" h="24870">
                  <a:moveTo>
                    <a:pt x="0" y="7691"/>
                  </a:moveTo>
                  <a:lnTo>
                    <a:pt x="12785" y="0"/>
                  </a:lnTo>
                  <a:lnTo>
                    <a:pt x="14542" y="3378"/>
                  </a:lnTo>
                  <a:lnTo>
                    <a:pt x="11240" y="23648"/>
                  </a:lnTo>
                  <a:lnTo>
                    <a:pt x="10045" y="24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147415" y="4002795"/>
              <a:ext cx="66088" cy="51466"/>
            </a:xfrm>
            <a:custGeom>
              <a:avLst/>
              <a:pathLst>
                <a:path w="66088" h="51466">
                  <a:moveTo>
                    <a:pt x="66088" y="18353"/>
                  </a:moveTo>
                  <a:lnTo>
                    <a:pt x="10355" y="51466"/>
                  </a:lnTo>
                  <a:lnTo>
                    <a:pt x="0" y="33007"/>
                  </a:lnTo>
                  <a:lnTo>
                    <a:pt x="45939" y="5588"/>
                  </a:lnTo>
                  <a:lnTo>
                    <a:pt x="49281" y="3593"/>
                  </a:lnTo>
                  <a:lnTo>
                    <a:pt x="55302" y="0"/>
                  </a:lnTo>
                  <a:lnTo>
                    <a:pt x="63415" y="13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228576" y="4151222"/>
              <a:ext cx="52581" cy="42224"/>
            </a:xfrm>
            <a:custGeom>
              <a:avLst/>
              <a:pathLst>
                <a:path w="52581" h="42224">
                  <a:moveTo>
                    <a:pt x="9652" y="42224"/>
                  </a:moveTo>
                  <a:lnTo>
                    <a:pt x="0" y="25456"/>
                  </a:lnTo>
                  <a:lnTo>
                    <a:pt x="42605" y="0"/>
                  </a:lnTo>
                  <a:lnTo>
                    <a:pt x="52581" y="17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158965" y="4023042"/>
              <a:ext cx="66086" cy="51873"/>
            </a:xfrm>
            <a:custGeom>
              <a:avLst/>
              <a:pathLst>
                <a:path w="66086" h="51873">
                  <a:moveTo>
                    <a:pt x="0" y="33208"/>
                  </a:moveTo>
                  <a:lnTo>
                    <a:pt x="55639" y="0"/>
                  </a:lnTo>
                  <a:lnTo>
                    <a:pt x="66086" y="18432"/>
                  </a:lnTo>
                  <a:lnTo>
                    <a:pt x="10631" y="51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240426" y="3852139"/>
              <a:ext cx="31039" cy="49043"/>
            </a:xfrm>
            <a:custGeom>
              <a:avLst/>
              <a:pathLst>
                <a:path w="31039" h="49043">
                  <a:moveTo>
                    <a:pt x="31039" y="43645"/>
                  </a:moveTo>
                  <a:lnTo>
                    <a:pt x="11719" y="49043"/>
                  </a:lnTo>
                  <a:lnTo>
                    <a:pt x="0" y="5152"/>
                  </a:lnTo>
                  <a:lnTo>
                    <a:pt x="188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335853" y="4244316"/>
              <a:ext cx="18209" cy="22124"/>
            </a:xfrm>
            <a:custGeom>
              <a:avLst/>
              <a:pathLst>
                <a:path w="18209" h="22124">
                  <a:moveTo>
                    <a:pt x="14357" y="19805"/>
                  </a:moveTo>
                  <a:lnTo>
                    <a:pt x="10537" y="22124"/>
                  </a:lnTo>
                  <a:lnTo>
                    <a:pt x="0" y="4571"/>
                  </a:lnTo>
                  <a:lnTo>
                    <a:pt x="3476" y="2565"/>
                  </a:lnTo>
                  <a:lnTo>
                    <a:pt x="7924" y="0"/>
                  </a:lnTo>
                  <a:lnTo>
                    <a:pt x="13127" y="8835"/>
                  </a:lnTo>
                  <a:lnTo>
                    <a:pt x="18209" y="1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124881" y="3973670"/>
              <a:ext cx="50697" cy="41039"/>
            </a:xfrm>
            <a:custGeom>
              <a:avLst/>
              <a:pathLst>
                <a:path w="50697" h="41039">
                  <a:moveTo>
                    <a:pt x="0" y="24190"/>
                  </a:moveTo>
                  <a:lnTo>
                    <a:pt x="40826" y="0"/>
                  </a:lnTo>
                  <a:lnTo>
                    <a:pt x="50697" y="16600"/>
                  </a:lnTo>
                  <a:lnTo>
                    <a:pt x="9881" y="41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253014" y="4193335"/>
              <a:ext cx="52117" cy="42064"/>
            </a:xfrm>
            <a:custGeom>
              <a:avLst/>
              <a:pathLst>
                <a:path w="52117" h="42064">
                  <a:moveTo>
                    <a:pt x="9975" y="42064"/>
                  </a:moveTo>
                  <a:lnTo>
                    <a:pt x="0" y="24812"/>
                  </a:lnTo>
                  <a:lnTo>
                    <a:pt x="42319" y="0"/>
                  </a:lnTo>
                  <a:lnTo>
                    <a:pt x="52117" y="17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141318" y="3766777"/>
              <a:ext cx="48811" cy="31655"/>
            </a:xfrm>
            <a:custGeom>
              <a:avLst/>
              <a:pathLst>
                <a:path w="48811" h="31655">
                  <a:moveTo>
                    <a:pt x="48811" y="18976"/>
                  </a:moveTo>
                  <a:lnTo>
                    <a:pt x="4720" y="31655"/>
                  </a:lnTo>
                  <a:lnTo>
                    <a:pt x="0" y="12765"/>
                  </a:lnTo>
                  <a:lnTo>
                    <a:pt x="437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032460" y="3829955"/>
              <a:ext cx="59517" cy="82642"/>
            </a:xfrm>
            <a:custGeom>
              <a:avLst/>
              <a:pathLst>
                <a:path w="59517" h="82642">
                  <a:moveTo>
                    <a:pt x="0" y="9812"/>
                  </a:moveTo>
                  <a:lnTo>
                    <a:pt x="16607" y="0"/>
                  </a:lnTo>
                  <a:lnTo>
                    <a:pt x="59517" y="73144"/>
                  </a:lnTo>
                  <a:lnTo>
                    <a:pt x="42686" y="8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138842" y="3839607"/>
              <a:ext cx="71631" cy="56670"/>
            </a:xfrm>
            <a:custGeom>
              <a:avLst/>
              <a:pathLst>
                <a:path w="71631" h="56670">
                  <a:moveTo>
                    <a:pt x="0" y="39837"/>
                  </a:moveTo>
                  <a:lnTo>
                    <a:pt x="66236" y="0"/>
                  </a:lnTo>
                  <a:lnTo>
                    <a:pt x="71631" y="20270"/>
                  </a:lnTo>
                  <a:lnTo>
                    <a:pt x="9585" y="56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240491" y="4171337"/>
              <a:ext cx="52011" cy="41963"/>
            </a:xfrm>
            <a:custGeom>
              <a:avLst/>
              <a:pathLst>
                <a:path w="52011" h="41963">
                  <a:moveTo>
                    <a:pt x="9675" y="41963"/>
                  </a:moveTo>
                  <a:lnTo>
                    <a:pt x="0" y="24788"/>
                  </a:lnTo>
                  <a:lnTo>
                    <a:pt x="42141" y="0"/>
                  </a:lnTo>
                  <a:lnTo>
                    <a:pt x="52011" y="1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192464" y="3760159"/>
              <a:ext cx="42853" cy="96862"/>
            </a:xfrm>
            <a:custGeom>
              <a:avLst/>
              <a:pathLst>
                <a:path w="42853" h="96862">
                  <a:moveTo>
                    <a:pt x="23925" y="96862"/>
                  </a:moveTo>
                  <a:lnTo>
                    <a:pt x="0" y="4815"/>
                  </a:lnTo>
                  <a:lnTo>
                    <a:pt x="17984" y="0"/>
                  </a:lnTo>
                  <a:lnTo>
                    <a:pt x="42853" y="92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076853" y="3882644"/>
              <a:ext cx="66077" cy="50373"/>
            </a:xfrm>
            <a:custGeom>
              <a:avLst/>
              <a:pathLst>
                <a:path w="66077" h="50373">
                  <a:moveTo>
                    <a:pt x="9847" y="50373"/>
                  </a:moveTo>
                  <a:lnTo>
                    <a:pt x="0" y="33171"/>
                  </a:lnTo>
                  <a:lnTo>
                    <a:pt x="55961" y="0"/>
                  </a:lnTo>
                  <a:lnTo>
                    <a:pt x="66077" y="17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163348" y="3889006"/>
              <a:ext cx="60598" cy="49510"/>
            </a:xfrm>
            <a:custGeom>
              <a:avLst/>
              <a:pathLst>
                <a:path w="60598" h="49510">
                  <a:moveTo>
                    <a:pt x="60598" y="19838"/>
                  </a:moveTo>
                  <a:lnTo>
                    <a:pt x="9511" y="49510"/>
                  </a:lnTo>
                  <a:lnTo>
                    <a:pt x="0" y="32520"/>
                  </a:lnTo>
                  <a:lnTo>
                    <a:pt x="51017" y="2557"/>
                  </a:lnTo>
                  <a:lnTo>
                    <a:pt x="553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252692" y="3898020"/>
              <a:ext cx="33441" cy="58740"/>
            </a:xfrm>
            <a:custGeom>
              <a:avLst/>
              <a:pathLst>
                <a:path w="33441" h="58740">
                  <a:moveTo>
                    <a:pt x="0" y="5122"/>
                  </a:moveTo>
                  <a:lnTo>
                    <a:pt x="19447" y="0"/>
                  </a:lnTo>
                  <a:lnTo>
                    <a:pt x="33441" y="53564"/>
                  </a:lnTo>
                  <a:lnTo>
                    <a:pt x="14726" y="58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213594" y="3753906"/>
              <a:ext cx="44414" cy="97397"/>
            </a:xfrm>
            <a:custGeom>
              <a:avLst/>
              <a:pathLst>
                <a:path w="44414" h="97397">
                  <a:moveTo>
                    <a:pt x="25025" y="97397"/>
                  </a:moveTo>
                  <a:lnTo>
                    <a:pt x="0" y="5386"/>
                  </a:lnTo>
                  <a:lnTo>
                    <a:pt x="19152" y="0"/>
                  </a:lnTo>
                  <a:lnTo>
                    <a:pt x="44414" y="92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287742" y="4249319"/>
              <a:ext cx="57805" cy="46319"/>
            </a:xfrm>
            <a:custGeom>
              <a:avLst/>
              <a:pathLst>
                <a:path w="57805" h="46319">
                  <a:moveTo>
                    <a:pt x="0" y="28960"/>
                  </a:moveTo>
                  <a:lnTo>
                    <a:pt x="47351" y="0"/>
                  </a:lnTo>
                  <a:lnTo>
                    <a:pt x="57805" y="17682"/>
                  </a:lnTo>
                  <a:lnTo>
                    <a:pt x="9422" y="4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298689" y="4264162"/>
              <a:ext cx="66549" cy="50970"/>
            </a:xfrm>
            <a:custGeom>
              <a:avLst/>
              <a:pathLst>
                <a:path w="66549" h="50970">
                  <a:moveTo>
                    <a:pt x="10327" y="50970"/>
                  </a:moveTo>
                  <a:lnTo>
                    <a:pt x="0" y="33718"/>
                  </a:lnTo>
                  <a:lnTo>
                    <a:pt x="56770" y="0"/>
                  </a:lnTo>
                  <a:lnTo>
                    <a:pt x="66549" y="17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265332" y="4213802"/>
              <a:ext cx="51730" cy="41575"/>
            </a:xfrm>
            <a:custGeom>
              <a:avLst/>
              <a:pathLst>
                <a:path w="51730" h="41575">
                  <a:moveTo>
                    <a:pt x="51730" y="16733"/>
                  </a:moveTo>
                  <a:lnTo>
                    <a:pt x="9073" y="41575"/>
                  </a:lnTo>
                  <a:lnTo>
                    <a:pt x="0" y="24999"/>
                  </a:lnTo>
                  <a:lnTo>
                    <a:pt x="418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174674" y="3911317"/>
              <a:ext cx="55258" cy="46865"/>
            </a:xfrm>
            <a:custGeom>
              <a:avLst/>
              <a:pathLst>
                <a:path w="55258" h="46865">
                  <a:moveTo>
                    <a:pt x="55258" y="20385"/>
                  </a:moveTo>
                  <a:lnTo>
                    <a:pt x="9566" y="46865"/>
                  </a:lnTo>
                  <a:lnTo>
                    <a:pt x="0" y="29927"/>
                  </a:lnTo>
                  <a:lnTo>
                    <a:pt x="44759" y="3085"/>
                  </a:lnTo>
                  <a:lnTo>
                    <a:pt x="499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230427" y="3904144"/>
              <a:ext cx="33619" cy="58912"/>
            </a:xfrm>
            <a:custGeom>
              <a:avLst/>
              <a:pathLst>
                <a:path w="33619" h="58912">
                  <a:moveTo>
                    <a:pt x="0" y="4965"/>
                  </a:moveTo>
                  <a:lnTo>
                    <a:pt x="19456" y="0"/>
                  </a:lnTo>
                  <a:lnTo>
                    <a:pt x="33619" y="53996"/>
                  </a:lnTo>
                  <a:lnTo>
                    <a:pt x="14904" y="58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090226" y="3905149"/>
              <a:ext cx="65364" cy="50197"/>
            </a:xfrm>
            <a:custGeom>
              <a:avLst/>
              <a:pathLst>
                <a:path w="65364" h="50197">
                  <a:moveTo>
                    <a:pt x="9802" y="50197"/>
                  </a:moveTo>
                  <a:lnTo>
                    <a:pt x="0" y="33204"/>
                  </a:lnTo>
                  <a:lnTo>
                    <a:pt x="55922" y="0"/>
                  </a:lnTo>
                  <a:lnTo>
                    <a:pt x="65364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276325" y="4224871"/>
              <a:ext cx="66128" cy="50200"/>
            </a:xfrm>
            <a:custGeom>
              <a:avLst/>
              <a:pathLst>
                <a:path w="66128" h="50200">
                  <a:moveTo>
                    <a:pt x="0" y="33394"/>
                  </a:moveTo>
                  <a:lnTo>
                    <a:pt x="56686" y="0"/>
                  </a:lnTo>
                  <a:lnTo>
                    <a:pt x="66128" y="16992"/>
                  </a:lnTo>
                  <a:lnTo>
                    <a:pt x="9477" y="50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13709" y="3780563"/>
              <a:ext cx="32869" cy="39504"/>
            </a:xfrm>
            <a:custGeom>
              <a:avLst/>
              <a:pathLst>
                <a:path w="32869" h="39504">
                  <a:moveTo>
                    <a:pt x="0" y="11026"/>
                  </a:moveTo>
                  <a:lnTo>
                    <a:pt x="15114" y="2826"/>
                  </a:lnTo>
                  <a:lnTo>
                    <a:pt x="25234" y="0"/>
                  </a:lnTo>
                  <a:lnTo>
                    <a:pt x="32869" y="30591"/>
                  </a:lnTo>
                  <a:lnTo>
                    <a:pt x="17076" y="39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169068" y="3964665"/>
              <a:ext cx="21470" cy="23916"/>
            </a:xfrm>
            <a:custGeom>
              <a:avLst/>
              <a:pathLst>
                <a:path w="21470" h="23916">
                  <a:moveTo>
                    <a:pt x="13445" y="21811"/>
                  </a:moveTo>
                  <a:lnTo>
                    <a:pt x="9923" y="23916"/>
                  </a:lnTo>
                  <a:lnTo>
                    <a:pt x="0" y="7080"/>
                  </a:lnTo>
                  <a:lnTo>
                    <a:pt x="3585" y="4856"/>
                  </a:lnTo>
                  <a:lnTo>
                    <a:pt x="11417" y="0"/>
                  </a:lnTo>
                  <a:lnTo>
                    <a:pt x="13914" y="4226"/>
                  </a:lnTo>
                  <a:lnTo>
                    <a:pt x="19316" y="13369"/>
                  </a:lnTo>
                  <a:lnTo>
                    <a:pt x="21470" y="17015"/>
                  </a:lnTo>
                  <a:lnTo>
                    <a:pt x="17585" y="19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090858" y="3884283"/>
              <a:ext cx="20878" cy="17222"/>
            </a:xfrm>
            <a:custGeom>
              <a:avLst/>
              <a:pathLst>
                <a:path w="20878" h="17222">
                  <a:moveTo>
                    <a:pt x="7902" y="15230"/>
                  </a:moveTo>
                  <a:lnTo>
                    <a:pt x="4524" y="17222"/>
                  </a:lnTo>
                  <a:lnTo>
                    <a:pt x="0" y="9660"/>
                  </a:lnTo>
                  <a:lnTo>
                    <a:pt x="3353" y="7693"/>
                  </a:lnTo>
                  <a:lnTo>
                    <a:pt x="16467" y="0"/>
                  </a:lnTo>
                  <a:lnTo>
                    <a:pt x="20878" y="7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03968" y="3973695"/>
              <a:ext cx="40522" cy="38786"/>
            </a:xfrm>
            <a:custGeom>
              <a:avLst/>
              <a:pathLst>
                <a:path w="40522" h="38786">
                  <a:moveTo>
                    <a:pt x="27643" y="30312"/>
                  </a:moveTo>
                  <a:lnTo>
                    <a:pt x="13545" y="38786"/>
                  </a:lnTo>
                  <a:lnTo>
                    <a:pt x="6511" y="26768"/>
                  </a:lnTo>
                  <a:lnTo>
                    <a:pt x="0" y="15644"/>
                  </a:lnTo>
                  <a:lnTo>
                    <a:pt x="14132" y="7491"/>
                  </a:lnTo>
                  <a:lnTo>
                    <a:pt x="27118" y="0"/>
                  </a:lnTo>
                  <a:lnTo>
                    <a:pt x="34096" y="11749"/>
                  </a:lnTo>
                  <a:lnTo>
                    <a:pt x="40522" y="22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093929" y="3793056"/>
              <a:ext cx="36724" cy="43947"/>
            </a:xfrm>
            <a:custGeom>
              <a:avLst/>
              <a:pathLst>
                <a:path w="36724" h="43947">
                  <a:moveTo>
                    <a:pt x="0" y="9680"/>
                  </a:moveTo>
                  <a:lnTo>
                    <a:pt x="16829" y="0"/>
                  </a:lnTo>
                  <a:lnTo>
                    <a:pt x="36724" y="34329"/>
                  </a:lnTo>
                  <a:lnTo>
                    <a:pt x="20215" y="43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218270" y="3858353"/>
              <a:ext cx="31107" cy="48644"/>
            </a:xfrm>
            <a:custGeom>
              <a:avLst/>
              <a:pathLst>
                <a:path w="31107" h="48644">
                  <a:moveTo>
                    <a:pt x="31107" y="43555"/>
                  </a:moveTo>
                  <a:lnTo>
                    <a:pt x="11549" y="48644"/>
                  </a:lnTo>
                  <a:lnTo>
                    <a:pt x="0" y="4826"/>
                  </a:lnTo>
                  <a:lnTo>
                    <a:pt x="187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152071" y="3866579"/>
              <a:ext cx="65623" cy="51681"/>
            </a:xfrm>
            <a:custGeom>
              <a:avLst/>
              <a:pathLst>
                <a:path w="65623" h="51681">
                  <a:moveTo>
                    <a:pt x="65623" y="19407"/>
                  </a:moveTo>
                  <a:lnTo>
                    <a:pt x="9632" y="51681"/>
                  </a:lnTo>
                  <a:lnTo>
                    <a:pt x="0" y="34943"/>
                  </a:lnTo>
                  <a:lnTo>
                    <a:pt x="55954" y="2357"/>
                  </a:lnTo>
                  <a:lnTo>
                    <a:pt x="60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188218" y="3945590"/>
              <a:ext cx="41134" cy="40827"/>
            </a:xfrm>
            <a:custGeom>
              <a:avLst/>
              <a:pathLst>
                <a:path w="41134" h="40827">
                  <a:moveTo>
                    <a:pt x="0" y="15598"/>
                  </a:moveTo>
                  <a:lnTo>
                    <a:pt x="26382" y="0"/>
                  </a:lnTo>
                  <a:lnTo>
                    <a:pt x="41134" y="25301"/>
                  </a:lnTo>
                  <a:lnTo>
                    <a:pt x="13596" y="40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13320" y="3944950"/>
              <a:ext cx="64853" cy="49336"/>
            </a:xfrm>
            <a:custGeom>
              <a:avLst/>
              <a:pathLst>
                <a:path w="64853" h="49336">
                  <a:moveTo>
                    <a:pt x="9456" y="49336"/>
                  </a:moveTo>
                  <a:lnTo>
                    <a:pt x="0" y="33405"/>
                  </a:lnTo>
                  <a:lnTo>
                    <a:pt x="55510" y="0"/>
                  </a:lnTo>
                  <a:lnTo>
                    <a:pt x="64853" y="1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237161" y="3959186"/>
              <a:ext cx="58280" cy="59808"/>
            </a:xfrm>
            <a:custGeom>
              <a:avLst/>
              <a:pathLst>
                <a:path w="58280" h="59808">
                  <a:moveTo>
                    <a:pt x="0" y="17826"/>
                  </a:moveTo>
                  <a:lnTo>
                    <a:pt x="8767" y="12190"/>
                  </a:lnTo>
                  <a:lnTo>
                    <a:pt x="50300" y="0"/>
                  </a:lnTo>
                  <a:lnTo>
                    <a:pt x="56735" y="22771"/>
                  </a:lnTo>
                  <a:lnTo>
                    <a:pt x="58280" y="30318"/>
                  </a:lnTo>
                  <a:lnTo>
                    <a:pt x="58280" y="33984"/>
                  </a:lnTo>
                  <a:lnTo>
                    <a:pt x="57334" y="37741"/>
                  </a:lnTo>
                  <a:lnTo>
                    <a:pt x="54627" y="40957"/>
                  </a:lnTo>
                  <a:lnTo>
                    <a:pt x="44090" y="47929"/>
                  </a:lnTo>
                  <a:lnTo>
                    <a:pt x="24414" y="59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01842" y="3925099"/>
              <a:ext cx="64961" cy="50607"/>
            </a:xfrm>
            <a:custGeom>
              <a:avLst/>
              <a:pathLst>
                <a:path w="64961" h="50607">
                  <a:moveTo>
                    <a:pt x="9911" y="50607"/>
                  </a:moveTo>
                  <a:lnTo>
                    <a:pt x="0" y="33486"/>
                  </a:lnTo>
                  <a:lnTo>
                    <a:pt x="55584" y="0"/>
                  </a:lnTo>
                  <a:lnTo>
                    <a:pt x="64961" y="1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136701" y="3983643"/>
              <a:ext cx="65334" cy="50617"/>
            </a:xfrm>
            <a:custGeom>
              <a:avLst/>
              <a:pathLst>
                <a:path w="65334" h="50617">
                  <a:moveTo>
                    <a:pt x="0" y="33797"/>
                  </a:moveTo>
                  <a:lnTo>
                    <a:pt x="55119" y="0"/>
                  </a:lnTo>
                  <a:lnTo>
                    <a:pt x="65334" y="17639"/>
                  </a:lnTo>
                  <a:lnTo>
                    <a:pt x="9905" y="5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116057" y="3807252"/>
              <a:ext cx="65081" cy="50114"/>
            </a:xfrm>
            <a:custGeom>
              <a:avLst/>
              <a:pathLst>
                <a:path w="65081" h="50114">
                  <a:moveTo>
                    <a:pt x="0" y="32863"/>
                  </a:moveTo>
                  <a:lnTo>
                    <a:pt x="55639" y="0"/>
                  </a:lnTo>
                  <a:lnTo>
                    <a:pt x="65081" y="16561"/>
                  </a:lnTo>
                  <a:lnTo>
                    <a:pt x="9610" y="50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071420" y="3806407"/>
              <a:ext cx="59926" cy="83840"/>
            </a:xfrm>
            <a:custGeom>
              <a:avLst/>
              <a:pathLst>
                <a:path w="59926" h="83840">
                  <a:moveTo>
                    <a:pt x="0" y="10085"/>
                  </a:moveTo>
                  <a:lnTo>
                    <a:pt x="17101" y="0"/>
                  </a:lnTo>
                  <a:lnTo>
                    <a:pt x="59926" y="74352"/>
                  </a:lnTo>
                  <a:lnTo>
                    <a:pt x="43909" y="83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052110" y="3818090"/>
              <a:ext cx="54704" cy="75090"/>
            </a:xfrm>
            <a:custGeom>
              <a:avLst/>
              <a:pathLst>
                <a:path w="54704" h="75090">
                  <a:moveTo>
                    <a:pt x="0" y="10063"/>
                  </a:moveTo>
                  <a:lnTo>
                    <a:pt x="16860" y="0"/>
                  </a:lnTo>
                  <a:lnTo>
                    <a:pt x="54704" y="65429"/>
                  </a:lnTo>
                  <a:lnTo>
                    <a:pt x="38181" y="75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127382" y="3817137"/>
              <a:ext cx="76930" cy="59804"/>
            </a:xfrm>
            <a:custGeom>
              <a:avLst/>
              <a:pathLst>
                <a:path w="76930" h="59804">
                  <a:moveTo>
                    <a:pt x="0" y="43183"/>
                  </a:moveTo>
                  <a:lnTo>
                    <a:pt x="71794" y="0"/>
                  </a:lnTo>
                  <a:lnTo>
                    <a:pt x="76930" y="20126"/>
                  </a:lnTo>
                  <a:lnTo>
                    <a:pt x="9404" y="59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310951" y="4218761"/>
              <a:ext cx="18546" cy="11299"/>
            </a:xfrm>
            <a:custGeom>
              <a:avLst/>
              <a:pathLst>
                <a:path w="18546" h="11299">
                  <a:moveTo>
                    <a:pt x="6617" y="11299"/>
                  </a:moveTo>
                  <a:lnTo>
                    <a:pt x="0" y="0"/>
                  </a:lnTo>
                  <a:lnTo>
                    <a:pt x="18546" y="4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146306" y="3787047"/>
              <a:ext cx="45663" cy="28938"/>
            </a:xfrm>
            <a:custGeom>
              <a:avLst/>
              <a:pathLst>
                <a:path w="45663" h="28938">
                  <a:moveTo>
                    <a:pt x="22413" y="18352"/>
                  </a:moveTo>
                  <a:lnTo>
                    <a:pt x="4074" y="28938"/>
                  </a:lnTo>
                  <a:lnTo>
                    <a:pt x="1437" y="18516"/>
                  </a:lnTo>
                  <a:lnTo>
                    <a:pt x="0" y="12837"/>
                  </a:lnTo>
                  <a:lnTo>
                    <a:pt x="27335" y="4906"/>
                  </a:lnTo>
                  <a:lnTo>
                    <a:pt x="44244" y="0"/>
                  </a:lnTo>
                  <a:lnTo>
                    <a:pt x="45663" y="4930"/>
                  </a:lnTo>
                  <a:lnTo>
                    <a:pt x="30428" y="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172370" y="3794745"/>
              <a:ext cx="25661" cy="28544"/>
            </a:xfrm>
            <a:custGeom>
              <a:avLst/>
              <a:pathLst>
                <a:path w="25661" h="28544">
                  <a:moveTo>
                    <a:pt x="14648" y="25616"/>
                  </a:moveTo>
                  <a:lnTo>
                    <a:pt x="9531" y="28544"/>
                  </a:lnTo>
                  <a:lnTo>
                    <a:pt x="7744" y="25440"/>
                  </a:lnTo>
                  <a:lnTo>
                    <a:pt x="4674" y="20107"/>
                  </a:lnTo>
                  <a:lnTo>
                    <a:pt x="0" y="11989"/>
                  </a:lnTo>
                  <a:lnTo>
                    <a:pt x="5168" y="8927"/>
                  </a:lnTo>
                  <a:lnTo>
                    <a:pt x="9421" y="6406"/>
                  </a:lnTo>
                  <a:lnTo>
                    <a:pt x="17888" y="1388"/>
                  </a:lnTo>
                  <a:lnTo>
                    <a:pt x="20232" y="0"/>
                  </a:lnTo>
                  <a:lnTo>
                    <a:pt x="21699" y="5218"/>
                  </a:lnTo>
                  <a:lnTo>
                    <a:pt x="23018" y="9912"/>
                  </a:lnTo>
                  <a:lnTo>
                    <a:pt x="25661" y="19315"/>
                  </a:lnTo>
                  <a:lnTo>
                    <a:pt x="23596" y="20497"/>
                  </a:lnTo>
                  <a:lnTo>
                    <a:pt x="19929" y="22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217305" y="3935599"/>
              <a:ext cx="20338" cy="33783"/>
            </a:xfrm>
            <a:custGeom>
              <a:avLst/>
              <a:pathLst>
                <a:path w="20338" h="33783">
                  <a:moveTo>
                    <a:pt x="14718" y="33783"/>
                  </a:moveTo>
                  <a:lnTo>
                    <a:pt x="0" y="8149"/>
                  </a:lnTo>
                  <a:lnTo>
                    <a:pt x="13804" y="0"/>
                  </a:lnTo>
                  <a:lnTo>
                    <a:pt x="20338" y="30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312107" y="4287602"/>
              <a:ext cx="65664" cy="49414"/>
            </a:xfrm>
            <a:custGeom>
              <a:avLst/>
              <a:pathLst>
                <a:path w="65664" h="49414">
                  <a:moveTo>
                    <a:pt x="0" y="32489"/>
                  </a:moveTo>
                  <a:lnTo>
                    <a:pt x="56201" y="0"/>
                  </a:lnTo>
                  <a:lnTo>
                    <a:pt x="65664" y="17538"/>
                  </a:lnTo>
                  <a:lnTo>
                    <a:pt x="9776" y="49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417719" y="4291108"/>
              <a:ext cx="45875" cy="37458"/>
            </a:xfrm>
            <a:custGeom>
              <a:avLst/>
              <a:pathLst>
                <a:path w="45875" h="37458">
                  <a:moveTo>
                    <a:pt x="8896" y="37458"/>
                  </a:moveTo>
                  <a:lnTo>
                    <a:pt x="0" y="21414"/>
                  </a:lnTo>
                  <a:lnTo>
                    <a:pt x="36546" y="0"/>
                  </a:lnTo>
                  <a:lnTo>
                    <a:pt x="45875" y="16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520662" y="4290311"/>
              <a:ext cx="14415" cy="26998"/>
            </a:xfrm>
            <a:custGeom>
              <a:avLst/>
              <a:pathLst>
                <a:path w="14415" h="26998">
                  <a:moveTo>
                    <a:pt x="0" y="9229"/>
                  </a:moveTo>
                  <a:lnTo>
                    <a:pt x="14415" y="0"/>
                  </a:lnTo>
                  <a:lnTo>
                    <a:pt x="13235" y="8108"/>
                  </a:lnTo>
                  <a:lnTo>
                    <a:pt x="12982" y="12765"/>
                  </a:lnTo>
                  <a:lnTo>
                    <a:pt x="12308" y="18372"/>
                  </a:lnTo>
                  <a:lnTo>
                    <a:pt x="12139" y="25359"/>
                  </a:lnTo>
                  <a:lnTo>
                    <a:pt x="9273" y="26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486402" y="4421032"/>
              <a:ext cx="48023" cy="66560"/>
            </a:xfrm>
            <a:custGeom>
              <a:avLst/>
              <a:pathLst>
                <a:path w="48023" h="66560">
                  <a:moveTo>
                    <a:pt x="32568" y="66560"/>
                  </a:moveTo>
                  <a:lnTo>
                    <a:pt x="0" y="9680"/>
                  </a:lnTo>
                  <a:lnTo>
                    <a:pt x="16579" y="0"/>
                  </a:lnTo>
                  <a:lnTo>
                    <a:pt x="48023" y="53263"/>
                  </a:lnTo>
                  <a:lnTo>
                    <a:pt x="46689" y="55563"/>
                  </a:lnTo>
                  <a:lnTo>
                    <a:pt x="43949" y="58366"/>
                  </a:lnTo>
                  <a:lnTo>
                    <a:pt x="41490" y="60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393808" y="4425728"/>
              <a:ext cx="65336" cy="49746"/>
            </a:xfrm>
            <a:custGeom>
              <a:avLst/>
              <a:pathLst>
                <a:path w="65336" h="49746">
                  <a:moveTo>
                    <a:pt x="9402" y="49746"/>
                  </a:moveTo>
                  <a:lnTo>
                    <a:pt x="0" y="33144"/>
                  </a:lnTo>
                  <a:lnTo>
                    <a:pt x="55486" y="0"/>
                  </a:lnTo>
                  <a:lnTo>
                    <a:pt x="65336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528134" y="4442862"/>
              <a:ext cx="22577" cy="28974"/>
            </a:xfrm>
            <a:custGeom>
              <a:avLst/>
              <a:pathLst>
                <a:path w="22577" h="28974">
                  <a:moveTo>
                    <a:pt x="12654" y="23578"/>
                  </a:moveTo>
                  <a:lnTo>
                    <a:pt x="8670" y="28974"/>
                  </a:lnTo>
                  <a:lnTo>
                    <a:pt x="0" y="13711"/>
                  </a:lnTo>
                  <a:lnTo>
                    <a:pt x="8730" y="8408"/>
                  </a:lnTo>
                  <a:lnTo>
                    <a:pt x="22577" y="0"/>
                  </a:lnTo>
                  <a:lnTo>
                    <a:pt x="20472" y="6633"/>
                  </a:lnTo>
                  <a:lnTo>
                    <a:pt x="18196" y="14138"/>
                  </a:lnTo>
                  <a:lnTo>
                    <a:pt x="14403" y="2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386433" y="4347060"/>
              <a:ext cx="47940" cy="63081"/>
            </a:xfrm>
            <a:custGeom>
              <a:avLst/>
              <a:pathLst>
                <a:path w="47940" h="63081">
                  <a:moveTo>
                    <a:pt x="30911" y="63081"/>
                  </a:moveTo>
                  <a:lnTo>
                    <a:pt x="0" y="9935"/>
                  </a:lnTo>
                  <a:lnTo>
                    <a:pt x="17478" y="0"/>
                  </a:lnTo>
                  <a:lnTo>
                    <a:pt x="47940" y="5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359933" y="4145658"/>
              <a:ext cx="45860" cy="71219"/>
            </a:xfrm>
            <a:custGeom>
              <a:avLst/>
              <a:pathLst>
                <a:path w="45860" h="71219">
                  <a:moveTo>
                    <a:pt x="0" y="62449"/>
                  </a:moveTo>
                  <a:lnTo>
                    <a:pt x="29112" y="0"/>
                  </a:lnTo>
                  <a:lnTo>
                    <a:pt x="45860" y="9775"/>
                  </a:lnTo>
                  <a:lnTo>
                    <a:pt x="18420" y="71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406283" y="4190863"/>
              <a:ext cx="34107" cy="44692"/>
            </a:xfrm>
            <a:custGeom>
              <a:avLst/>
              <a:pathLst>
                <a:path w="34107" h="44692">
                  <a:moveTo>
                    <a:pt x="0" y="36477"/>
                  </a:moveTo>
                  <a:lnTo>
                    <a:pt x="16085" y="0"/>
                  </a:lnTo>
                  <a:lnTo>
                    <a:pt x="34107" y="7976"/>
                  </a:lnTo>
                  <a:lnTo>
                    <a:pt x="18525" y="44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517752" y="4426380"/>
              <a:ext cx="29674" cy="29413"/>
            </a:xfrm>
            <a:custGeom>
              <a:avLst/>
              <a:pathLst>
                <a:path w="29674" h="29413">
                  <a:moveTo>
                    <a:pt x="0" y="11558"/>
                  </a:moveTo>
                  <a:lnTo>
                    <a:pt x="19895" y="0"/>
                  </a:lnTo>
                  <a:lnTo>
                    <a:pt x="29674" y="17423"/>
                  </a:lnTo>
                  <a:lnTo>
                    <a:pt x="9863" y="29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482857" y="4352396"/>
              <a:ext cx="54964" cy="44163"/>
            </a:xfrm>
            <a:custGeom>
              <a:avLst/>
              <a:pathLst>
                <a:path w="54964" h="44163">
                  <a:moveTo>
                    <a:pt x="0" y="27028"/>
                  </a:moveTo>
                  <a:lnTo>
                    <a:pt x="45635" y="0"/>
                  </a:lnTo>
                  <a:lnTo>
                    <a:pt x="54964" y="17251"/>
                  </a:lnTo>
                  <a:lnTo>
                    <a:pt x="10116" y="44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514680" y="4195374"/>
              <a:ext cx="20572" cy="13146"/>
            </a:xfrm>
            <a:custGeom>
              <a:avLst/>
              <a:pathLst>
                <a:path w="20572" h="13146">
                  <a:moveTo>
                    <a:pt x="0" y="4813"/>
                  </a:moveTo>
                  <a:lnTo>
                    <a:pt x="2352" y="0"/>
                  </a:lnTo>
                  <a:lnTo>
                    <a:pt x="20572" y="8083"/>
                  </a:lnTo>
                  <a:lnTo>
                    <a:pt x="18477" y="131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466687" y="4432101"/>
              <a:ext cx="50119" cy="66791"/>
            </a:xfrm>
            <a:custGeom>
              <a:avLst/>
              <a:pathLst>
                <a:path w="50119" h="66791">
                  <a:moveTo>
                    <a:pt x="32472" y="66791"/>
                  </a:moveTo>
                  <a:lnTo>
                    <a:pt x="0" y="10266"/>
                  </a:lnTo>
                  <a:lnTo>
                    <a:pt x="17530" y="0"/>
                  </a:lnTo>
                  <a:lnTo>
                    <a:pt x="50119" y="56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409165" y="4333264"/>
              <a:ext cx="47965" cy="63644"/>
            </a:xfrm>
            <a:custGeom>
              <a:avLst/>
              <a:pathLst>
                <a:path w="47965" h="63644">
                  <a:moveTo>
                    <a:pt x="30684" y="63644"/>
                  </a:moveTo>
                  <a:lnTo>
                    <a:pt x="0" y="9534"/>
                  </a:lnTo>
                  <a:lnTo>
                    <a:pt x="16486" y="0"/>
                  </a:lnTo>
                  <a:lnTo>
                    <a:pt x="47965" y="53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289543" y="4131617"/>
              <a:ext cx="91297" cy="86498"/>
            </a:xfrm>
            <a:custGeom>
              <a:avLst/>
              <a:pathLst>
                <a:path w="91297" h="86498">
                  <a:moveTo>
                    <a:pt x="46787" y="10005"/>
                  </a:moveTo>
                  <a:lnTo>
                    <a:pt x="53447" y="6124"/>
                  </a:lnTo>
                  <a:lnTo>
                    <a:pt x="69041" y="33391"/>
                  </a:lnTo>
                  <a:lnTo>
                    <a:pt x="87981" y="22350"/>
                  </a:lnTo>
                  <a:lnTo>
                    <a:pt x="91297" y="23385"/>
                  </a:lnTo>
                  <a:lnTo>
                    <a:pt x="67496" y="75004"/>
                  </a:lnTo>
                  <a:lnTo>
                    <a:pt x="47656" y="86498"/>
                  </a:lnTo>
                  <a:lnTo>
                    <a:pt x="36320" y="84042"/>
                  </a:lnTo>
                  <a:lnTo>
                    <a:pt x="29013" y="81741"/>
                  </a:lnTo>
                  <a:lnTo>
                    <a:pt x="22550" y="77572"/>
                  </a:lnTo>
                  <a:lnTo>
                    <a:pt x="14682" y="64634"/>
                  </a:lnTo>
                  <a:lnTo>
                    <a:pt x="1053" y="41632"/>
                  </a:lnTo>
                  <a:lnTo>
                    <a:pt x="0" y="35364"/>
                  </a:lnTo>
                  <a:lnTo>
                    <a:pt x="674" y="29585"/>
                  </a:lnTo>
                  <a:lnTo>
                    <a:pt x="1770" y="23720"/>
                  </a:lnTo>
                  <a:lnTo>
                    <a:pt x="3372" y="16388"/>
                  </a:lnTo>
                  <a:lnTo>
                    <a:pt x="7840" y="19580"/>
                  </a:lnTo>
                  <a:lnTo>
                    <a:pt x="410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494555" y="4395752"/>
              <a:ext cx="15218" cy="20370"/>
            </a:xfrm>
            <a:custGeom>
              <a:avLst/>
              <a:pathLst>
                <a:path w="15218" h="20370">
                  <a:moveTo>
                    <a:pt x="15218" y="17426"/>
                  </a:moveTo>
                  <a:lnTo>
                    <a:pt x="10148" y="20370"/>
                  </a:lnTo>
                  <a:lnTo>
                    <a:pt x="5482" y="12556"/>
                  </a:lnTo>
                  <a:lnTo>
                    <a:pt x="0" y="3378"/>
                  </a:lnTo>
                  <a:lnTo>
                    <a:pt x="5486" y="0"/>
                  </a:lnTo>
                  <a:lnTo>
                    <a:pt x="10667" y="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432965" y="4187432"/>
              <a:ext cx="125104" cy="101091"/>
            </a:xfrm>
            <a:custGeom>
              <a:avLst/>
              <a:pathLst>
                <a:path w="125104" h="101091">
                  <a:moveTo>
                    <a:pt x="40127" y="0"/>
                  </a:moveTo>
                  <a:lnTo>
                    <a:pt x="125104" y="39332"/>
                  </a:lnTo>
                  <a:lnTo>
                    <a:pt x="116674" y="56813"/>
                  </a:lnTo>
                  <a:lnTo>
                    <a:pt x="109817" y="74870"/>
                  </a:lnTo>
                  <a:lnTo>
                    <a:pt x="102961" y="101091"/>
                  </a:lnTo>
                  <a:lnTo>
                    <a:pt x="79963" y="60882"/>
                  </a:lnTo>
                  <a:lnTo>
                    <a:pt x="42454" y="82194"/>
                  </a:lnTo>
                  <a:lnTo>
                    <a:pt x="32760" y="65590"/>
                  </a:lnTo>
                  <a:lnTo>
                    <a:pt x="12808" y="76444"/>
                  </a:lnTo>
                  <a:lnTo>
                    <a:pt x="0" y="54168"/>
                  </a:lnTo>
                  <a:lnTo>
                    <a:pt x="17742" y="38906"/>
                  </a:lnTo>
                  <a:lnTo>
                    <a:pt x="28213" y="27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529086" y="4348381"/>
              <a:ext cx="9185" cy="21021"/>
            </a:xfrm>
            <a:custGeom>
              <a:avLst/>
              <a:pathLst>
                <a:path w="9185" h="21021">
                  <a:moveTo>
                    <a:pt x="0" y="3648"/>
                  </a:moveTo>
                  <a:lnTo>
                    <a:pt x="6010" y="0"/>
                  </a:lnTo>
                  <a:lnTo>
                    <a:pt x="9185" y="21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291469" y="4120460"/>
              <a:ext cx="38104" cy="28981"/>
            </a:xfrm>
            <a:custGeom>
              <a:avLst/>
              <a:pathLst>
                <a:path w="38104" h="28981">
                  <a:moveTo>
                    <a:pt x="13787" y="24103"/>
                  </a:moveTo>
                  <a:lnTo>
                    <a:pt x="5507" y="28981"/>
                  </a:lnTo>
                  <a:lnTo>
                    <a:pt x="0" y="19276"/>
                  </a:lnTo>
                  <a:lnTo>
                    <a:pt x="8429" y="14274"/>
                  </a:lnTo>
                  <a:lnTo>
                    <a:pt x="26255" y="3696"/>
                  </a:lnTo>
                  <a:lnTo>
                    <a:pt x="32484" y="0"/>
                  </a:lnTo>
                  <a:lnTo>
                    <a:pt x="38104" y="9775"/>
                  </a:lnTo>
                  <a:lnTo>
                    <a:pt x="31803" y="13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364039" y="4125276"/>
              <a:ext cx="22087" cy="27371"/>
            </a:xfrm>
            <a:custGeom>
              <a:avLst/>
              <a:pathLst>
                <a:path w="22087" h="27371">
                  <a:moveTo>
                    <a:pt x="22087" y="19148"/>
                  </a:moveTo>
                  <a:lnTo>
                    <a:pt x="18490" y="26221"/>
                  </a:lnTo>
                  <a:lnTo>
                    <a:pt x="16523" y="27371"/>
                  </a:lnTo>
                  <a:lnTo>
                    <a:pt x="14893" y="27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538744" y="4418969"/>
              <a:ext cx="12561" cy="24143"/>
            </a:xfrm>
            <a:custGeom>
              <a:avLst/>
              <a:pathLst>
                <a:path w="12561" h="24143">
                  <a:moveTo>
                    <a:pt x="9863" y="24143"/>
                  </a:moveTo>
                  <a:lnTo>
                    <a:pt x="0" y="6806"/>
                  </a:lnTo>
                  <a:lnTo>
                    <a:pt x="11489" y="0"/>
                  </a:lnTo>
                  <a:lnTo>
                    <a:pt x="12392" y="8617"/>
                  </a:lnTo>
                  <a:lnTo>
                    <a:pt x="12561" y="15173"/>
                  </a:lnTo>
                  <a:lnTo>
                    <a:pt x="11970" y="19744"/>
                  </a:lnTo>
                  <a:lnTo>
                    <a:pt x="11356" y="23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380798" y="4156518"/>
              <a:ext cx="45227" cy="70335"/>
            </a:xfrm>
            <a:custGeom>
              <a:avLst/>
              <a:pathLst>
                <a:path w="45227" h="70335">
                  <a:moveTo>
                    <a:pt x="18026" y="70335"/>
                  </a:moveTo>
                  <a:lnTo>
                    <a:pt x="0" y="62069"/>
                  </a:lnTo>
                  <a:lnTo>
                    <a:pt x="27217" y="0"/>
                  </a:lnTo>
                  <a:lnTo>
                    <a:pt x="45227" y="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423890" y="4167985"/>
              <a:ext cx="46872" cy="37017"/>
            </a:xfrm>
            <a:custGeom>
              <a:avLst/>
              <a:pathLst>
                <a:path w="46872" h="37017">
                  <a:moveTo>
                    <a:pt x="0" y="19535"/>
                  </a:moveTo>
                  <a:lnTo>
                    <a:pt x="8540" y="0"/>
                  </a:lnTo>
                  <a:lnTo>
                    <a:pt x="46872" y="18040"/>
                  </a:lnTo>
                  <a:lnTo>
                    <a:pt x="38441" y="3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377596" y="4375690"/>
              <a:ext cx="36539" cy="45949"/>
            </a:xfrm>
            <a:custGeom>
              <a:avLst/>
              <a:pathLst>
                <a:path w="36539" h="45949">
                  <a:moveTo>
                    <a:pt x="0" y="9845"/>
                  </a:moveTo>
                  <a:lnTo>
                    <a:pt x="15909" y="0"/>
                  </a:lnTo>
                  <a:lnTo>
                    <a:pt x="36539" y="36093"/>
                  </a:lnTo>
                  <a:lnTo>
                    <a:pt x="20211" y="4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463144" y="4381189"/>
              <a:ext cx="38058" cy="46486"/>
            </a:xfrm>
            <a:custGeom>
              <a:avLst/>
              <a:pathLst>
                <a:path w="38058" h="46486">
                  <a:moveTo>
                    <a:pt x="0" y="9564"/>
                  </a:moveTo>
                  <a:lnTo>
                    <a:pt x="17124" y="0"/>
                  </a:lnTo>
                  <a:lnTo>
                    <a:pt x="38058" y="36798"/>
                  </a:lnTo>
                  <a:lnTo>
                    <a:pt x="21583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315112" y="4088071"/>
              <a:ext cx="62920" cy="75445"/>
            </a:xfrm>
            <a:custGeom>
              <a:avLst/>
              <a:pathLst>
                <a:path w="62920" h="75445">
                  <a:moveTo>
                    <a:pt x="62920" y="64519"/>
                  </a:moveTo>
                  <a:lnTo>
                    <a:pt x="44486" y="75445"/>
                  </a:lnTo>
                  <a:lnTo>
                    <a:pt x="28412" y="47498"/>
                  </a:lnTo>
                  <a:lnTo>
                    <a:pt x="22792" y="50603"/>
                  </a:lnTo>
                  <a:lnTo>
                    <a:pt x="0" y="10666"/>
                  </a:lnTo>
                  <a:lnTo>
                    <a:pt x="17622" y="0"/>
                  </a:lnTo>
                  <a:lnTo>
                    <a:pt x="36168" y="24036"/>
                  </a:lnTo>
                  <a:lnTo>
                    <a:pt x="47184" y="3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340222" y="4210522"/>
              <a:ext cx="57478" cy="66014"/>
            </a:xfrm>
            <a:custGeom>
              <a:avLst/>
              <a:pathLst>
                <a:path w="57478" h="66014">
                  <a:moveTo>
                    <a:pt x="0" y="9121"/>
                  </a:moveTo>
                  <a:lnTo>
                    <a:pt x="15889" y="0"/>
                  </a:lnTo>
                  <a:lnTo>
                    <a:pt x="57478" y="18861"/>
                  </a:lnTo>
                  <a:lnTo>
                    <a:pt x="36234" y="63599"/>
                  </a:lnTo>
                  <a:lnTo>
                    <a:pt x="32974" y="6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247165" y="4033736"/>
              <a:ext cx="83581" cy="83265"/>
            </a:xfrm>
            <a:custGeom>
              <a:avLst/>
              <a:pathLst>
                <a:path w="83581" h="83265">
                  <a:moveTo>
                    <a:pt x="29515" y="83265"/>
                  </a:moveTo>
                  <a:lnTo>
                    <a:pt x="0" y="32741"/>
                  </a:lnTo>
                  <a:lnTo>
                    <a:pt x="55817" y="0"/>
                  </a:lnTo>
                  <a:lnTo>
                    <a:pt x="60313" y="1725"/>
                  </a:lnTo>
                  <a:lnTo>
                    <a:pt x="68294" y="22541"/>
                  </a:lnTo>
                  <a:lnTo>
                    <a:pt x="83581" y="5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367085" y="4358396"/>
              <a:ext cx="26038" cy="26566"/>
            </a:xfrm>
            <a:custGeom>
              <a:avLst/>
              <a:pathLst>
                <a:path w="26038" h="26566">
                  <a:moveTo>
                    <a:pt x="26038" y="16819"/>
                  </a:moveTo>
                  <a:lnTo>
                    <a:pt x="10020" y="26566"/>
                  </a:lnTo>
                  <a:lnTo>
                    <a:pt x="0" y="9591"/>
                  </a:lnTo>
                  <a:lnTo>
                    <a:pt x="168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404695" y="4450208"/>
              <a:ext cx="58063" cy="45571"/>
            </a:xfrm>
            <a:custGeom>
              <a:avLst/>
              <a:pathLst>
                <a:path w="58063" h="45571">
                  <a:moveTo>
                    <a:pt x="47806" y="0"/>
                  </a:moveTo>
                  <a:lnTo>
                    <a:pt x="58063" y="17466"/>
                  </a:lnTo>
                  <a:lnTo>
                    <a:pt x="10432" y="45571"/>
                  </a:lnTo>
                  <a:lnTo>
                    <a:pt x="0" y="27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428100" y="4484171"/>
              <a:ext cx="65200" cy="50977"/>
            </a:xfrm>
            <a:custGeom>
              <a:avLst/>
              <a:pathLst>
                <a:path w="65200" h="50977">
                  <a:moveTo>
                    <a:pt x="9898" y="50977"/>
                  </a:moveTo>
                  <a:lnTo>
                    <a:pt x="0" y="33514"/>
                  </a:lnTo>
                  <a:lnTo>
                    <a:pt x="55421" y="0"/>
                  </a:lnTo>
                  <a:lnTo>
                    <a:pt x="65200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417032" y="4465553"/>
              <a:ext cx="65404" cy="49884"/>
            </a:xfrm>
            <a:custGeom>
              <a:avLst/>
              <a:pathLst>
                <a:path w="65404" h="49884">
                  <a:moveTo>
                    <a:pt x="9694" y="49884"/>
                  </a:moveTo>
                  <a:lnTo>
                    <a:pt x="0" y="33280"/>
                  </a:lnTo>
                  <a:lnTo>
                    <a:pt x="55709" y="0"/>
                  </a:lnTo>
                  <a:lnTo>
                    <a:pt x="65404" y="16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394131" y="4250712"/>
              <a:ext cx="46449" cy="38411"/>
            </a:xfrm>
            <a:custGeom>
              <a:avLst/>
              <a:pathLst>
                <a:path w="46449" h="38411">
                  <a:moveTo>
                    <a:pt x="9799" y="38411"/>
                  </a:moveTo>
                  <a:lnTo>
                    <a:pt x="0" y="21673"/>
                  </a:lnTo>
                  <a:lnTo>
                    <a:pt x="36332" y="0"/>
                  </a:lnTo>
                  <a:lnTo>
                    <a:pt x="46449" y="17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476675" y="4252041"/>
              <a:ext cx="44196" cy="36601"/>
            </a:xfrm>
            <a:custGeom>
              <a:avLst/>
              <a:pathLst>
                <a:path w="44196" h="36601">
                  <a:moveTo>
                    <a:pt x="0" y="19764"/>
                  </a:moveTo>
                  <a:lnTo>
                    <a:pt x="34529" y="0"/>
                  </a:lnTo>
                  <a:lnTo>
                    <a:pt x="44196" y="16676"/>
                  </a:lnTo>
                  <a:lnTo>
                    <a:pt x="9772" y="3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448830" y="4310783"/>
              <a:ext cx="47441" cy="62894"/>
            </a:xfrm>
            <a:custGeom>
              <a:avLst/>
              <a:pathLst>
                <a:path w="47441" h="62894">
                  <a:moveTo>
                    <a:pt x="30861" y="62894"/>
                  </a:moveTo>
                  <a:lnTo>
                    <a:pt x="0" y="9460"/>
                  </a:lnTo>
                  <a:lnTo>
                    <a:pt x="16460" y="0"/>
                  </a:lnTo>
                  <a:lnTo>
                    <a:pt x="47441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414009" y="4270723"/>
              <a:ext cx="37895" cy="33117"/>
            </a:xfrm>
            <a:custGeom>
              <a:avLst/>
              <a:pathLst>
                <a:path w="37895" h="33117">
                  <a:moveTo>
                    <a:pt x="9684" y="33117"/>
                  </a:moveTo>
                  <a:lnTo>
                    <a:pt x="0" y="16464"/>
                  </a:lnTo>
                  <a:lnTo>
                    <a:pt x="28144" y="0"/>
                  </a:lnTo>
                  <a:lnTo>
                    <a:pt x="37895" y="16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375226" y="4274100"/>
              <a:ext cx="48754" cy="65985"/>
            </a:xfrm>
            <a:custGeom>
              <a:avLst/>
              <a:pathLst>
                <a:path w="48754" h="65985">
                  <a:moveTo>
                    <a:pt x="0" y="9631"/>
                  </a:moveTo>
                  <a:lnTo>
                    <a:pt x="16157" y="0"/>
                  </a:lnTo>
                  <a:lnTo>
                    <a:pt x="48754" y="56641"/>
                  </a:lnTo>
                  <a:lnTo>
                    <a:pt x="32315" y="65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488490" y="4272081"/>
              <a:ext cx="44240" cy="37521"/>
            </a:xfrm>
            <a:custGeom>
              <a:avLst/>
              <a:pathLst>
                <a:path w="44240" h="37521">
                  <a:moveTo>
                    <a:pt x="44240" y="16647"/>
                  </a:moveTo>
                  <a:lnTo>
                    <a:pt x="9760" y="37521"/>
                  </a:lnTo>
                  <a:lnTo>
                    <a:pt x="0" y="20260"/>
                  </a:lnTo>
                  <a:lnTo>
                    <a:pt x="34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443550" y="4392374"/>
              <a:ext cx="38866" cy="46964"/>
            </a:xfrm>
            <a:custGeom>
              <a:avLst/>
              <a:pathLst>
                <a:path w="38866" h="46964">
                  <a:moveTo>
                    <a:pt x="21451" y="46964"/>
                  </a:moveTo>
                  <a:lnTo>
                    <a:pt x="0" y="9676"/>
                  </a:lnTo>
                  <a:lnTo>
                    <a:pt x="17068" y="0"/>
                  </a:lnTo>
                  <a:lnTo>
                    <a:pt x="38866" y="36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506474" y="4401142"/>
              <a:ext cx="40339" cy="34812"/>
            </a:xfrm>
            <a:custGeom>
              <a:avLst/>
              <a:pathLst>
                <a:path w="40339" h="34812">
                  <a:moveTo>
                    <a:pt x="40339" y="17154"/>
                  </a:moveTo>
                  <a:lnTo>
                    <a:pt x="9929" y="34812"/>
                  </a:lnTo>
                  <a:lnTo>
                    <a:pt x="0" y="17811"/>
                  </a:lnTo>
                  <a:lnTo>
                    <a:pt x="305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446492" y="4255458"/>
              <a:ext cx="49320" cy="65695"/>
            </a:xfrm>
            <a:custGeom>
              <a:avLst/>
              <a:pathLst>
                <a:path w="49320" h="65695">
                  <a:moveTo>
                    <a:pt x="33303" y="65695"/>
                  </a:moveTo>
                  <a:lnTo>
                    <a:pt x="0" y="9695"/>
                  </a:lnTo>
                  <a:lnTo>
                    <a:pt x="17751" y="0"/>
                  </a:lnTo>
                  <a:lnTo>
                    <a:pt x="49320" y="5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278408" y="4100082"/>
              <a:ext cx="44547" cy="36673"/>
            </a:xfrm>
            <a:custGeom>
              <a:avLst/>
              <a:pathLst>
                <a:path w="44547" h="36673">
                  <a:moveTo>
                    <a:pt x="9561" y="36673"/>
                  </a:moveTo>
                  <a:lnTo>
                    <a:pt x="0" y="19972"/>
                  </a:lnTo>
                  <a:lnTo>
                    <a:pt x="34684" y="0"/>
                  </a:lnTo>
                  <a:lnTo>
                    <a:pt x="44547" y="16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481715" y="4299972"/>
              <a:ext cx="47514" cy="40616"/>
            </a:xfrm>
            <a:custGeom>
              <a:avLst/>
              <a:pathLst>
                <a:path w="47514" h="40616">
                  <a:moveTo>
                    <a:pt x="0" y="24065"/>
                  </a:moveTo>
                  <a:lnTo>
                    <a:pt x="38273" y="0"/>
                  </a:lnTo>
                  <a:lnTo>
                    <a:pt x="47514" y="17803"/>
                  </a:lnTo>
                  <a:lnTo>
                    <a:pt x="9233" y="40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502816" y="4372823"/>
              <a:ext cx="40926" cy="38699"/>
            </a:xfrm>
            <a:custGeom>
              <a:avLst/>
              <a:pathLst>
                <a:path w="40926" h="38699">
                  <a:moveTo>
                    <a:pt x="10033" y="38699"/>
                  </a:moveTo>
                  <a:lnTo>
                    <a:pt x="0" y="21235"/>
                  </a:lnTo>
                  <a:lnTo>
                    <a:pt x="36205" y="0"/>
                  </a:lnTo>
                  <a:lnTo>
                    <a:pt x="40926" y="21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347241" y="4369803"/>
              <a:ext cx="47623" cy="63337"/>
            </a:xfrm>
            <a:custGeom>
              <a:avLst/>
              <a:pathLst>
                <a:path w="47623" h="63337">
                  <a:moveTo>
                    <a:pt x="31268" y="63337"/>
                  </a:moveTo>
                  <a:lnTo>
                    <a:pt x="0" y="9794"/>
                  </a:lnTo>
                  <a:lnTo>
                    <a:pt x="16838" y="0"/>
                  </a:lnTo>
                  <a:lnTo>
                    <a:pt x="47623" y="53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324484" y="4311998"/>
              <a:ext cx="57833" cy="44589"/>
            </a:xfrm>
            <a:custGeom>
              <a:avLst/>
              <a:pathLst>
                <a:path w="57833" h="44589">
                  <a:moveTo>
                    <a:pt x="48391" y="0"/>
                  </a:moveTo>
                  <a:lnTo>
                    <a:pt x="57833" y="16992"/>
                  </a:lnTo>
                  <a:lnTo>
                    <a:pt x="9687" y="44589"/>
                  </a:lnTo>
                  <a:lnTo>
                    <a:pt x="0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428977" y="4322183"/>
              <a:ext cx="47694" cy="63426"/>
            </a:xfrm>
            <a:custGeom>
              <a:avLst/>
              <a:pathLst>
                <a:path w="47694" h="63426">
                  <a:moveTo>
                    <a:pt x="30833" y="63426"/>
                  </a:moveTo>
                  <a:lnTo>
                    <a:pt x="0" y="9230"/>
                  </a:lnTo>
                  <a:lnTo>
                    <a:pt x="16628" y="0"/>
                  </a:lnTo>
                  <a:lnTo>
                    <a:pt x="47694" y="5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492679" y="4324380"/>
              <a:ext cx="38638" cy="35796"/>
            </a:xfrm>
            <a:custGeom>
              <a:avLst/>
              <a:pathLst>
                <a:path w="38638" h="35796">
                  <a:moveTo>
                    <a:pt x="0" y="18616"/>
                  </a:moveTo>
                  <a:lnTo>
                    <a:pt x="30840" y="0"/>
                  </a:lnTo>
                  <a:lnTo>
                    <a:pt x="38638" y="18688"/>
                  </a:lnTo>
                  <a:lnTo>
                    <a:pt x="9694" y="35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335931" y="4326787"/>
              <a:ext cx="65761" cy="48988"/>
            </a:xfrm>
            <a:custGeom>
              <a:avLst/>
              <a:pathLst>
                <a:path w="65761" h="48988">
                  <a:moveTo>
                    <a:pt x="0" y="32585"/>
                  </a:moveTo>
                  <a:lnTo>
                    <a:pt x="55982" y="0"/>
                  </a:lnTo>
                  <a:lnTo>
                    <a:pt x="65761" y="17251"/>
                  </a:lnTo>
                  <a:lnTo>
                    <a:pt x="9572" y="48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382060" y="4406097"/>
              <a:ext cx="65287" cy="50373"/>
            </a:xfrm>
            <a:custGeom>
              <a:avLst/>
              <a:pathLst>
                <a:path w="65287" h="50373">
                  <a:moveTo>
                    <a:pt x="9985" y="50373"/>
                  </a:moveTo>
                  <a:lnTo>
                    <a:pt x="0" y="32118"/>
                  </a:lnTo>
                  <a:lnTo>
                    <a:pt x="56014" y="0"/>
                  </a:lnTo>
                  <a:lnTo>
                    <a:pt x="65287" y="1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405713" y="4287607"/>
              <a:ext cx="17210" cy="21121"/>
            </a:xfrm>
            <a:custGeom>
              <a:avLst/>
              <a:pathLst>
                <a:path w="17210" h="21121">
                  <a:moveTo>
                    <a:pt x="0" y="4563"/>
                  </a:moveTo>
                  <a:lnTo>
                    <a:pt x="7721" y="0"/>
                  </a:lnTo>
                  <a:lnTo>
                    <a:pt x="17210" y="16523"/>
                  </a:lnTo>
                  <a:lnTo>
                    <a:pt x="9379" y="21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453031" y="4445299"/>
              <a:ext cx="18164" cy="21902"/>
            </a:xfrm>
            <a:custGeom>
              <a:avLst/>
              <a:pathLst>
                <a:path w="18164" h="21902">
                  <a:moveTo>
                    <a:pt x="0" y="4600"/>
                  </a:moveTo>
                  <a:lnTo>
                    <a:pt x="8048" y="0"/>
                  </a:lnTo>
                  <a:lnTo>
                    <a:pt x="18164" y="17294"/>
                  </a:lnTo>
                  <a:lnTo>
                    <a:pt x="10528" y="21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387153" y="4232865"/>
              <a:ext cx="41813" cy="37444"/>
            </a:xfrm>
            <a:custGeom>
              <a:avLst/>
              <a:pathLst>
                <a:path w="41813" h="37444">
                  <a:moveTo>
                    <a:pt x="14191" y="31572"/>
                  </a:moveTo>
                  <a:lnTo>
                    <a:pt x="4130" y="37444"/>
                  </a:lnTo>
                  <a:lnTo>
                    <a:pt x="0" y="35374"/>
                  </a:lnTo>
                  <a:lnTo>
                    <a:pt x="6498" y="21229"/>
                  </a:lnTo>
                  <a:lnTo>
                    <a:pt x="10140" y="13301"/>
                  </a:lnTo>
                  <a:lnTo>
                    <a:pt x="16251" y="0"/>
                  </a:lnTo>
                  <a:lnTo>
                    <a:pt x="35884" y="8242"/>
                  </a:lnTo>
                  <a:lnTo>
                    <a:pt x="38361" y="9282"/>
                  </a:lnTo>
                  <a:lnTo>
                    <a:pt x="41813" y="15449"/>
                  </a:lnTo>
                  <a:lnTo>
                    <a:pt x="40305" y="16329"/>
                  </a:lnTo>
                  <a:lnTo>
                    <a:pt x="32416" y="20934"/>
                  </a:lnTo>
                  <a:lnTo>
                    <a:pt x="28143" y="23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373730" y="4307310"/>
              <a:ext cx="16722" cy="21262"/>
            </a:xfrm>
            <a:custGeom>
              <a:avLst/>
              <a:pathLst>
                <a:path w="16722" h="21262">
                  <a:moveTo>
                    <a:pt x="0" y="4274"/>
                  </a:moveTo>
                  <a:lnTo>
                    <a:pt x="7470" y="0"/>
                  </a:lnTo>
                  <a:lnTo>
                    <a:pt x="16722" y="17164"/>
                  </a:lnTo>
                  <a:lnTo>
                    <a:pt x="9303" y="2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524357" y="4318702"/>
              <a:ext cx="9910" cy="23943"/>
            </a:xfrm>
            <a:custGeom>
              <a:avLst/>
              <a:pathLst>
                <a:path w="9910" h="23943">
                  <a:moveTo>
                    <a:pt x="9910" y="22750"/>
                  </a:moveTo>
                  <a:lnTo>
                    <a:pt x="7831" y="23943"/>
                  </a:lnTo>
                  <a:lnTo>
                    <a:pt x="3653" y="13958"/>
                  </a:lnTo>
                  <a:lnTo>
                    <a:pt x="0" y="5228"/>
                  </a:lnTo>
                  <a:lnTo>
                    <a:pt x="8294" y="0"/>
                  </a:lnTo>
                  <a:lnTo>
                    <a:pt x="8365" y="6397"/>
                  </a:lnTo>
                  <a:lnTo>
                    <a:pt x="8607" y="10865"/>
                  </a:lnTo>
                  <a:lnTo>
                    <a:pt x="8646" y="11572"/>
                  </a:lnTo>
                  <a:lnTo>
                    <a:pt x="8997" y="15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443349" y="4204782"/>
              <a:ext cx="17952" cy="22196"/>
            </a:xfrm>
            <a:custGeom>
              <a:avLst/>
              <a:pathLst>
                <a:path w="17952" h="22196">
                  <a:moveTo>
                    <a:pt x="6266" y="18688"/>
                  </a:moveTo>
                  <a:lnTo>
                    <a:pt x="0" y="22196"/>
                  </a:lnTo>
                  <a:lnTo>
                    <a:pt x="9666" y="0"/>
                  </a:lnTo>
                  <a:lnTo>
                    <a:pt x="17952" y="3918"/>
                  </a:lnTo>
                  <a:lnTo>
                    <a:pt x="13432" y="13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427576" y="4200174"/>
              <a:ext cx="24700" cy="38802"/>
            </a:xfrm>
            <a:custGeom>
              <a:avLst/>
              <a:pathLst>
                <a:path w="24700" h="38802">
                  <a:moveTo>
                    <a:pt x="24700" y="4099"/>
                  </a:moveTo>
                  <a:lnTo>
                    <a:pt x="11802" y="33627"/>
                  </a:lnTo>
                  <a:lnTo>
                    <a:pt x="7193" y="32017"/>
                  </a:lnTo>
                  <a:lnTo>
                    <a:pt x="4046" y="38802"/>
                  </a:lnTo>
                  <a:lnTo>
                    <a:pt x="0" y="359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476091" y="4166619"/>
              <a:ext cx="41139" cy="31742"/>
            </a:xfrm>
            <a:custGeom>
              <a:avLst/>
              <a:pathLst>
                <a:path w="41139" h="31742">
                  <a:moveTo>
                    <a:pt x="8177" y="0"/>
                  </a:moveTo>
                  <a:lnTo>
                    <a:pt x="11970" y="1380"/>
                  </a:lnTo>
                  <a:lnTo>
                    <a:pt x="41139" y="14490"/>
                  </a:lnTo>
                  <a:lnTo>
                    <a:pt x="33636" y="31742"/>
                  </a:lnTo>
                  <a:lnTo>
                    <a:pt x="0" y="15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538489" y="4396276"/>
              <a:ext cx="11635" cy="21203"/>
            </a:xfrm>
            <a:custGeom>
              <a:avLst/>
              <a:pathLst>
                <a:path w="11635" h="21203">
                  <a:moveTo>
                    <a:pt x="9731" y="21203"/>
                  </a:moveTo>
                  <a:lnTo>
                    <a:pt x="0" y="3987"/>
                  </a:lnTo>
                  <a:lnTo>
                    <a:pt x="6830" y="0"/>
                  </a:lnTo>
                  <a:lnTo>
                    <a:pt x="11635" y="20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583188" y="4359493"/>
              <a:ext cx="44118" cy="25091"/>
            </a:xfrm>
            <a:custGeom>
              <a:avLst/>
              <a:pathLst>
                <a:path w="44118" h="25091">
                  <a:moveTo>
                    <a:pt x="0" y="8725"/>
                  </a:moveTo>
                  <a:lnTo>
                    <a:pt x="43275" y="0"/>
                  </a:lnTo>
                  <a:lnTo>
                    <a:pt x="44118" y="4887"/>
                  </a:lnTo>
                  <a:lnTo>
                    <a:pt x="39102" y="16689"/>
                  </a:lnTo>
                  <a:lnTo>
                    <a:pt x="3558" y="2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506685" y="4482039"/>
              <a:ext cx="64772" cy="50485"/>
            </a:xfrm>
            <a:custGeom>
              <a:avLst/>
              <a:pathLst>
                <a:path w="64772" h="50485">
                  <a:moveTo>
                    <a:pt x="0" y="30181"/>
                  </a:moveTo>
                  <a:lnTo>
                    <a:pt x="51846" y="0"/>
                  </a:lnTo>
                  <a:lnTo>
                    <a:pt x="64772" y="19663"/>
                  </a:lnTo>
                  <a:lnTo>
                    <a:pt x="11942" y="50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623224" y="4308804"/>
              <a:ext cx="22761" cy="30022"/>
            </a:xfrm>
            <a:custGeom>
              <a:avLst/>
              <a:pathLst>
                <a:path w="22761" h="30022">
                  <a:moveTo>
                    <a:pt x="0" y="0"/>
                  </a:moveTo>
                  <a:lnTo>
                    <a:pt x="22761" y="8736"/>
                  </a:lnTo>
                  <a:lnTo>
                    <a:pt x="18924" y="30022"/>
                  </a:lnTo>
                  <a:lnTo>
                    <a:pt x="12180" y="27327"/>
                  </a:lnTo>
                  <a:lnTo>
                    <a:pt x="3763" y="2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574336" y="4317758"/>
              <a:ext cx="49237" cy="26685"/>
            </a:xfrm>
            <a:custGeom>
              <a:avLst/>
              <a:pathLst>
                <a:path w="49237" h="26685">
                  <a:moveTo>
                    <a:pt x="0" y="9129"/>
                  </a:moveTo>
                  <a:lnTo>
                    <a:pt x="47130" y="0"/>
                  </a:lnTo>
                  <a:lnTo>
                    <a:pt x="49237" y="17365"/>
                  </a:lnTo>
                  <a:lnTo>
                    <a:pt x="3864" y="26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570506" y="4298035"/>
              <a:ext cx="50829" cy="26394"/>
            </a:xfrm>
            <a:custGeom>
              <a:avLst/>
              <a:pathLst>
                <a:path w="50829" h="26394">
                  <a:moveTo>
                    <a:pt x="0" y="9516"/>
                  </a:moveTo>
                  <a:lnTo>
                    <a:pt x="48510" y="0"/>
                  </a:lnTo>
                  <a:lnTo>
                    <a:pt x="50829" y="17136"/>
                  </a:lnTo>
                  <a:lnTo>
                    <a:pt x="3676" y="26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688476" y="4307567"/>
              <a:ext cx="45249" cy="36665"/>
            </a:xfrm>
            <a:custGeom>
              <a:avLst/>
              <a:pathLst>
                <a:path w="45249" h="36665">
                  <a:moveTo>
                    <a:pt x="0" y="21656"/>
                  </a:moveTo>
                  <a:lnTo>
                    <a:pt x="7755" y="0"/>
                  </a:lnTo>
                  <a:lnTo>
                    <a:pt x="45249" y="15529"/>
                  </a:lnTo>
                  <a:lnTo>
                    <a:pt x="37533" y="36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565639" y="4230432"/>
              <a:ext cx="26221" cy="29000"/>
            </a:xfrm>
            <a:custGeom>
              <a:avLst/>
              <a:pathLst>
                <a:path w="26221" h="29000">
                  <a:moveTo>
                    <a:pt x="0" y="17874"/>
                  </a:moveTo>
                  <a:lnTo>
                    <a:pt x="7910" y="0"/>
                  </a:lnTo>
                  <a:lnTo>
                    <a:pt x="26221" y="7560"/>
                  </a:lnTo>
                  <a:lnTo>
                    <a:pt x="17524" y="29000"/>
                  </a:lnTo>
                  <a:lnTo>
                    <a:pt x="7506" y="25300"/>
                  </a:lnTo>
                  <a:lnTo>
                    <a:pt x="9024" y="2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537109" y="4552822"/>
              <a:ext cx="72880" cy="53455"/>
            </a:xfrm>
            <a:custGeom>
              <a:avLst/>
              <a:pathLst>
                <a:path w="72880" h="53455">
                  <a:moveTo>
                    <a:pt x="63077" y="0"/>
                  </a:moveTo>
                  <a:lnTo>
                    <a:pt x="72880" y="15930"/>
                  </a:lnTo>
                  <a:lnTo>
                    <a:pt x="10596" y="53455"/>
                  </a:lnTo>
                  <a:lnTo>
                    <a:pt x="0" y="3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461028" y="4547364"/>
              <a:ext cx="60393" cy="47831"/>
            </a:xfrm>
            <a:custGeom>
              <a:avLst/>
              <a:pathLst>
                <a:path w="60393" h="47831">
                  <a:moveTo>
                    <a:pt x="0" y="27966"/>
                  </a:moveTo>
                  <a:lnTo>
                    <a:pt x="48784" y="0"/>
                  </a:lnTo>
                  <a:lnTo>
                    <a:pt x="60393" y="19137"/>
                  </a:lnTo>
                  <a:lnTo>
                    <a:pt x="11595" y="47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618700" y="4380549"/>
              <a:ext cx="38891" cy="28672"/>
            </a:xfrm>
            <a:custGeom>
              <a:avLst/>
              <a:pathLst>
                <a:path w="38891" h="28672">
                  <a:moveTo>
                    <a:pt x="5870" y="0"/>
                  </a:moveTo>
                  <a:lnTo>
                    <a:pt x="38891" y="13232"/>
                  </a:lnTo>
                  <a:lnTo>
                    <a:pt x="33137" y="2867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588083" y="4379259"/>
              <a:ext cx="33496" cy="25413"/>
            </a:xfrm>
            <a:custGeom>
              <a:avLst/>
              <a:pathLst>
                <a:path w="33496" h="25413">
                  <a:moveTo>
                    <a:pt x="0" y="7820"/>
                  </a:moveTo>
                  <a:lnTo>
                    <a:pt x="33496" y="0"/>
                  </a:lnTo>
                  <a:lnTo>
                    <a:pt x="28072" y="18257"/>
                  </a:lnTo>
                  <a:lnTo>
                    <a:pt x="3262" y="25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656373" y="4387399"/>
              <a:ext cx="33599" cy="24352"/>
            </a:xfrm>
            <a:custGeom>
              <a:avLst/>
              <a:pathLst>
                <a:path w="33599" h="24352">
                  <a:moveTo>
                    <a:pt x="8021" y="0"/>
                  </a:moveTo>
                  <a:lnTo>
                    <a:pt x="33599" y="10524"/>
                  </a:lnTo>
                  <a:lnTo>
                    <a:pt x="16645" y="22052"/>
                  </a:lnTo>
                  <a:lnTo>
                    <a:pt x="11025" y="24352"/>
                  </a:lnTo>
                  <a:lnTo>
                    <a:pt x="0" y="2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470044" y="4652449"/>
              <a:ext cx="29357" cy="23341"/>
            </a:xfrm>
            <a:custGeom>
              <a:avLst/>
              <a:pathLst>
                <a:path w="29357" h="23341">
                  <a:moveTo>
                    <a:pt x="9226" y="0"/>
                  </a:moveTo>
                  <a:lnTo>
                    <a:pt x="22260" y="131"/>
                  </a:lnTo>
                  <a:lnTo>
                    <a:pt x="29357" y="12589"/>
                  </a:lnTo>
                  <a:lnTo>
                    <a:pt x="10544" y="23341"/>
                  </a:lnTo>
                  <a:lnTo>
                    <a:pt x="0" y="5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482919" y="4668680"/>
              <a:ext cx="28668" cy="28038"/>
            </a:xfrm>
            <a:custGeom>
              <a:avLst/>
              <a:pathLst>
                <a:path w="28668" h="28038">
                  <a:moveTo>
                    <a:pt x="0" y="11107"/>
                  </a:moveTo>
                  <a:lnTo>
                    <a:pt x="18556" y="0"/>
                  </a:lnTo>
                  <a:lnTo>
                    <a:pt x="28668" y="17750"/>
                  </a:lnTo>
                  <a:lnTo>
                    <a:pt x="9873" y="28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677542" y="4275271"/>
              <a:ext cx="25918" cy="28356"/>
            </a:xfrm>
            <a:custGeom>
              <a:avLst/>
              <a:pathLst>
                <a:path w="25918" h="28356">
                  <a:moveTo>
                    <a:pt x="0" y="21111"/>
                  </a:moveTo>
                  <a:lnTo>
                    <a:pt x="8004" y="0"/>
                  </a:lnTo>
                  <a:lnTo>
                    <a:pt x="25918" y="6884"/>
                  </a:lnTo>
                  <a:lnTo>
                    <a:pt x="17928" y="28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674801" y="4397901"/>
              <a:ext cx="30092" cy="28075"/>
            </a:xfrm>
            <a:custGeom>
              <a:avLst/>
              <a:pathLst>
                <a:path w="30092" h="28075">
                  <a:moveTo>
                    <a:pt x="0" y="15057"/>
                  </a:moveTo>
                  <a:lnTo>
                    <a:pt x="22622" y="0"/>
                  </a:lnTo>
                  <a:lnTo>
                    <a:pt x="30092" y="3294"/>
                  </a:lnTo>
                  <a:lnTo>
                    <a:pt x="18293" y="28075"/>
                  </a:lnTo>
                  <a:lnTo>
                    <a:pt x="5432" y="23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612112" y="4398782"/>
              <a:ext cx="38687" cy="31082"/>
            </a:xfrm>
            <a:custGeom>
              <a:avLst/>
              <a:pathLst>
                <a:path w="38687" h="31082">
                  <a:moveTo>
                    <a:pt x="5548" y="0"/>
                  </a:moveTo>
                  <a:lnTo>
                    <a:pt x="38687" y="13353"/>
                  </a:lnTo>
                  <a:lnTo>
                    <a:pt x="37446" y="22305"/>
                  </a:lnTo>
                  <a:lnTo>
                    <a:pt x="35642" y="31082"/>
                  </a:lnTo>
                  <a:lnTo>
                    <a:pt x="0" y="16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659986" y="4267620"/>
              <a:ext cx="23777" cy="28369"/>
            </a:xfrm>
            <a:custGeom>
              <a:avLst/>
              <a:pathLst>
                <a:path w="23777" h="28369">
                  <a:moveTo>
                    <a:pt x="8583" y="0"/>
                  </a:moveTo>
                  <a:lnTo>
                    <a:pt x="23777" y="6854"/>
                  </a:lnTo>
                  <a:lnTo>
                    <a:pt x="16043" y="28369"/>
                  </a:lnTo>
                  <a:lnTo>
                    <a:pt x="0" y="2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547795" y="4270667"/>
              <a:ext cx="27061" cy="78945"/>
            </a:xfrm>
            <a:custGeom>
              <a:avLst/>
              <a:pathLst>
                <a:path w="27061" h="78945">
                  <a:moveTo>
                    <a:pt x="1146" y="37280"/>
                  </a:moveTo>
                  <a:lnTo>
                    <a:pt x="2720" y="21432"/>
                  </a:lnTo>
                  <a:lnTo>
                    <a:pt x="5083" y="10474"/>
                  </a:lnTo>
                  <a:lnTo>
                    <a:pt x="8700" y="0"/>
                  </a:lnTo>
                  <a:lnTo>
                    <a:pt x="26066" y="6456"/>
                  </a:lnTo>
                  <a:lnTo>
                    <a:pt x="26544" y="17813"/>
                  </a:lnTo>
                  <a:lnTo>
                    <a:pt x="17429" y="19992"/>
                  </a:lnTo>
                  <a:lnTo>
                    <a:pt x="18150" y="25392"/>
                  </a:lnTo>
                  <a:lnTo>
                    <a:pt x="17166" y="29058"/>
                  </a:lnTo>
                  <a:lnTo>
                    <a:pt x="27061" y="74718"/>
                  </a:lnTo>
                  <a:lnTo>
                    <a:pt x="4525" y="78945"/>
                  </a:lnTo>
                  <a:lnTo>
                    <a:pt x="0" y="52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473739" y="4569384"/>
              <a:ext cx="59894" cy="46541"/>
            </a:xfrm>
            <a:custGeom>
              <a:avLst/>
              <a:pathLst>
                <a:path w="59894" h="46541">
                  <a:moveTo>
                    <a:pt x="0" y="28262"/>
                  </a:moveTo>
                  <a:lnTo>
                    <a:pt x="49470" y="0"/>
                  </a:lnTo>
                  <a:lnTo>
                    <a:pt x="59894" y="17552"/>
                  </a:lnTo>
                  <a:lnTo>
                    <a:pt x="10469" y="46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582188" y="4572850"/>
              <a:ext cx="40017" cy="34744"/>
            </a:xfrm>
            <a:custGeom>
              <a:avLst/>
              <a:pathLst>
                <a:path w="40017" h="34744">
                  <a:moveTo>
                    <a:pt x="0" y="17347"/>
                  </a:moveTo>
                  <a:lnTo>
                    <a:pt x="29900" y="0"/>
                  </a:lnTo>
                  <a:lnTo>
                    <a:pt x="40017" y="17078"/>
                  </a:lnTo>
                  <a:lnTo>
                    <a:pt x="10693" y="34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624645" y="4252994"/>
              <a:ext cx="22208" cy="27864"/>
            </a:xfrm>
            <a:custGeom>
              <a:avLst/>
              <a:pathLst>
                <a:path w="22208" h="27864">
                  <a:moveTo>
                    <a:pt x="0" y="22998"/>
                  </a:moveTo>
                  <a:lnTo>
                    <a:pt x="1297" y="11278"/>
                  </a:lnTo>
                  <a:lnTo>
                    <a:pt x="6084" y="0"/>
                  </a:lnTo>
                  <a:lnTo>
                    <a:pt x="22208" y="6137"/>
                  </a:lnTo>
                  <a:lnTo>
                    <a:pt x="13581" y="27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498180" y="4616020"/>
              <a:ext cx="50682" cy="41157"/>
            </a:xfrm>
            <a:custGeom>
              <a:avLst/>
              <a:pathLst>
                <a:path w="50682" h="41157">
                  <a:moveTo>
                    <a:pt x="0" y="23522"/>
                  </a:moveTo>
                  <a:lnTo>
                    <a:pt x="40444" y="0"/>
                  </a:lnTo>
                  <a:lnTo>
                    <a:pt x="50682" y="16920"/>
                  </a:lnTo>
                  <a:lnTo>
                    <a:pt x="10344" y="41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674661" y="4423149"/>
              <a:ext cx="16440" cy="20090"/>
            </a:xfrm>
            <a:custGeom>
              <a:avLst/>
              <a:pathLst>
                <a:path w="16440" h="20090">
                  <a:moveTo>
                    <a:pt x="0" y="15840"/>
                  </a:moveTo>
                  <a:lnTo>
                    <a:pt x="5734" y="0"/>
                  </a:lnTo>
                  <a:lnTo>
                    <a:pt x="16440" y="4097"/>
                  </a:lnTo>
                  <a:lnTo>
                    <a:pt x="10722" y="20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510401" y="4623222"/>
              <a:ext cx="71916" cy="54305"/>
            </a:xfrm>
            <a:custGeom>
              <a:avLst/>
              <a:pathLst>
                <a:path w="71916" h="54305">
                  <a:moveTo>
                    <a:pt x="0" y="37299"/>
                  </a:moveTo>
                  <a:lnTo>
                    <a:pt x="61216" y="0"/>
                  </a:lnTo>
                  <a:lnTo>
                    <a:pt x="71916" y="17516"/>
                  </a:lnTo>
                  <a:lnTo>
                    <a:pt x="9991" y="5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640974" y="4259962"/>
              <a:ext cx="25377" cy="28049"/>
            </a:xfrm>
            <a:custGeom>
              <a:avLst/>
              <a:pathLst>
                <a:path w="25377" h="28049">
                  <a:moveTo>
                    <a:pt x="8646" y="0"/>
                  </a:moveTo>
                  <a:lnTo>
                    <a:pt x="25377" y="6658"/>
                  </a:lnTo>
                  <a:lnTo>
                    <a:pt x="16665" y="28049"/>
                  </a:lnTo>
                  <a:lnTo>
                    <a:pt x="0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557062" y="4254669"/>
              <a:ext cx="61716" cy="49624"/>
            </a:xfrm>
            <a:custGeom>
              <a:avLst/>
              <a:pathLst>
                <a:path w="61716" h="49624">
                  <a:moveTo>
                    <a:pt x="0" y="13570"/>
                  </a:moveTo>
                  <a:lnTo>
                    <a:pt x="4842" y="0"/>
                  </a:lnTo>
                  <a:lnTo>
                    <a:pt x="58302" y="21538"/>
                  </a:lnTo>
                  <a:lnTo>
                    <a:pt x="61716" y="39868"/>
                  </a:lnTo>
                  <a:lnTo>
                    <a:pt x="11390" y="49624"/>
                  </a:lnTo>
                  <a:lnTo>
                    <a:pt x="10350" y="36777"/>
                  </a:lnTo>
                  <a:lnTo>
                    <a:pt x="33755" y="31807"/>
                  </a:lnTo>
                  <a:lnTo>
                    <a:pt x="42291" y="29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650461" y="4291287"/>
              <a:ext cx="24576" cy="28464"/>
            </a:xfrm>
            <a:custGeom>
              <a:avLst/>
              <a:pathLst>
                <a:path w="24576" h="28464">
                  <a:moveTo>
                    <a:pt x="8220" y="0"/>
                  </a:moveTo>
                  <a:lnTo>
                    <a:pt x="24576" y="7009"/>
                  </a:lnTo>
                  <a:lnTo>
                    <a:pt x="16333" y="28464"/>
                  </a:lnTo>
                  <a:lnTo>
                    <a:pt x="0" y="22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672999" y="4349716"/>
              <a:ext cx="44673" cy="31995"/>
            </a:xfrm>
            <a:custGeom>
              <a:avLst/>
              <a:pathLst>
                <a:path w="44673" h="31995">
                  <a:moveTo>
                    <a:pt x="0" y="16676"/>
                  </a:moveTo>
                  <a:lnTo>
                    <a:pt x="6182" y="0"/>
                  </a:lnTo>
                  <a:lnTo>
                    <a:pt x="44673" y="15434"/>
                  </a:lnTo>
                  <a:lnTo>
                    <a:pt x="38687" y="31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645532" y="4446166"/>
              <a:ext cx="37213" cy="31760"/>
            </a:xfrm>
            <a:custGeom>
              <a:avLst/>
              <a:pathLst>
                <a:path w="37213" h="31760">
                  <a:moveTo>
                    <a:pt x="0" y="19340"/>
                  </a:moveTo>
                  <a:lnTo>
                    <a:pt x="7588" y="0"/>
                  </a:lnTo>
                  <a:lnTo>
                    <a:pt x="37213" y="12697"/>
                  </a:lnTo>
                  <a:lnTo>
                    <a:pt x="29373" y="31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578949" y="4338439"/>
              <a:ext cx="47439" cy="26580"/>
            </a:xfrm>
            <a:custGeom>
              <a:avLst/>
              <a:pathLst>
                <a:path w="47439" h="26580">
                  <a:moveTo>
                    <a:pt x="0" y="9056"/>
                  </a:moveTo>
                  <a:lnTo>
                    <a:pt x="45087" y="0"/>
                  </a:lnTo>
                  <a:lnTo>
                    <a:pt x="47439" y="17335"/>
                  </a:lnTo>
                  <a:lnTo>
                    <a:pt x="3763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627167" y="4338984"/>
              <a:ext cx="45317" cy="33406"/>
            </a:xfrm>
            <a:custGeom>
              <a:avLst/>
              <a:pathLst>
                <a:path w="45317" h="33406">
                  <a:moveTo>
                    <a:pt x="0" y="0"/>
                  </a:moveTo>
                  <a:lnTo>
                    <a:pt x="4902" y="429"/>
                  </a:lnTo>
                  <a:lnTo>
                    <a:pt x="45317" y="16960"/>
                  </a:lnTo>
                  <a:lnTo>
                    <a:pt x="39079" y="33406"/>
                  </a:lnTo>
                  <a:lnTo>
                    <a:pt x="2744" y="19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551857" y="4348436"/>
              <a:ext cx="35888" cy="62577"/>
            </a:xfrm>
            <a:custGeom>
              <a:avLst/>
              <a:pathLst>
                <a:path w="35888" h="62577">
                  <a:moveTo>
                    <a:pt x="0" y="4130"/>
                  </a:moveTo>
                  <a:lnTo>
                    <a:pt x="23668" y="0"/>
                  </a:lnTo>
                  <a:lnTo>
                    <a:pt x="35888" y="57959"/>
                  </a:lnTo>
                  <a:lnTo>
                    <a:pt x="11016" y="62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635200" y="4429773"/>
              <a:ext cx="20429" cy="27809"/>
            </a:xfrm>
            <a:custGeom>
              <a:avLst/>
              <a:pathLst>
                <a:path w="20429" h="27809">
                  <a:moveTo>
                    <a:pt x="421" y="9824"/>
                  </a:moveTo>
                  <a:lnTo>
                    <a:pt x="4931" y="0"/>
                  </a:lnTo>
                  <a:lnTo>
                    <a:pt x="20429" y="5948"/>
                  </a:lnTo>
                  <a:lnTo>
                    <a:pt x="11159" y="27809"/>
                  </a:lnTo>
                  <a:lnTo>
                    <a:pt x="0" y="13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613595" y="4420358"/>
              <a:ext cx="25047" cy="29314"/>
            </a:xfrm>
            <a:custGeom>
              <a:avLst/>
              <a:pathLst>
                <a:path w="25047" h="29314">
                  <a:moveTo>
                    <a:pt x="0" y="29102"/>
                  </a:moveTo>
                  <a:lnTo>
                    <a:pt x="3387" y="0"/>
                  </a:lnTo>
                  <a:lnTo>
                    <a:pt x="15071" y="4331"/>
                  </a:lnTo>
                  <a:lnTo>
                    <a:pt x="25047" y="8791"/>
                  </a:lnTo>
                  <a:lnTo>
                    <a:pt x="20804" y="18520"/>
                  </a:lnTo>
                  <a:lnTo>
                    <a:pt x="20208" y="24591"/>
                  </a:lnTo>
                  <a:lnTo>
                    <a:pt x="15562" y="25760"/>
                  </a:lnTo>
                  <a:lnTo>
                    <a:pt x="10234" y="29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426591" y="4572352"/>
              <a:ext cx="32694" cy="33856"/>
            </a:xfrm>
            <a:custGeom>
              <a:avLst/>
              <a:pathLst>
                <a:path w="32694" h="33856">
                  <a:moveTo>
                    <a:pt x="0" y="10841"/>
                  </a:moveTo>
                  <a:lnTo>
                    <a:pt x="19609" y="0"/>
                  </a:lnTo>
                  <a:lnTo>
                    <a:pt x="32694" y="22853"/>
                  </a:lnTo>
                  <a:lnTo>
                    <a:pt x="13421" y="33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539446" y="4590675"/>
              <a:ext cx="52726" cy="41980"/>
            </a:xfrm>
            <a:custGeom>
              <a:avLst/>
              <a:pathLst>
                <a:path w="52726" h="41980">
                  <a:moveTo>
                    <a:pt x="41665" y="23860"/>
                  </a:moveTo>
                  <a:lnTo>
                    <a:pt x="10546" y="41980"/>
                  </a:lnTo>
                  <a:lnTo>
                    <a:pt x="0" y="24859"/>
                  </a:lnTo>
                  <a:lnTo>
                    <a:pt x="31245" y="6406"/>
                  </a:lnTo>
                  <a:lnTo>
                    <a:pt x="42094" y="0"/>
                  </a:lnTo>
                  <a:lnTo>
                    <a:pt x="52726" y="1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513019" y="4540620"/>
              <a:ext cx="32401" cy="45111"/>
            </a:xfrm>
            <a:custGeom>
              <a:avLst/>
              <a:pathLst>
                <a:path w="32401" h="45111">
                  <a:moveTo>
                    <a:pt x="24821" y="44315"/>
                  </a:moveTo>
                  <a:lnTo>
                    <a:pt x="23520" y="45111"/>
                  </a:lnTo>
                  <a:lnTo>
                    <a:pt x="0" y="5580"/>
                  </a:lnTo>
                  <a:lnTo>
                    <a:pt x="9400" y="0"/>
                  </a:lnTo>
                  <a:lnTo>
                    <a:pt x="9742" y="590"/>
                  </a:lnTo>
                  <a:lnTo>
                    <a:pt x="32401" y="3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610682" y="4448669"/>
              <a:ext cx="34283" cy="38125"/>
            </a:xfrm>
            <a:custGeom>
              <a:avLst/>
              <a:pathLst>
                <a:path w="34283" h="38125">
                  <a:moveTo>
                    <a:pt x="34283" y="14260"/>
                  </a:moveTo>
                  <a:lnTo>
                    <a:pt x="25814" y="38125"/>
                  </a:lnTo>
                  <a:lnTo>
                    <a:pt x="0" y="27017"/>
                  </a:lnTo>
                  <a:lnTo>
                    <a:pt x="2890" y="8798"/>
                  </a:lnTo>
                  <a:lnTo>
                    <a:pt x="18992" y="0"/>
                  </a:lnTo>
                  <a:lnTo>
                    <a:pt x="25904" y="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584360" y="4413571"/>
              <a:ext cx="29023" cy="79371"/>
            </a:xfrm>
            <a:custGeom>
              <a:avLst/>
              <a:pathLst>
                <a:path w="29023" h="79371">
                  <a:moveTo>
                    <a:pt x="0" y="74872"/>
                  </a:moveTo>
                  <a:lnTo>
                    <a:pt x="5282" y="38300"/>
                  </a:lnTo>
                  <a:lnTo>
                    <a:pt x="9980" y="0"/>
                  </a:lnTo>
                  <a:lnTo>
                    <a:pt x="20523" y="1229"/>
                  </a:lnTo>
                  <a:lnTo>
                    <a:pt x="29023" y="7223"/>
                  </a:lnTo>
                  <a:lnTo>
                    <a:pt x="28011" y="22835"/>
                  </a:lnTo>
                  <a:lnTo>
                    <a:pt x="25625" y="39382"/>
                  </a:lnTo>
                  <a:lnTo>
                    <a:pt x="20558" y="77214"/>
                  </a:lnTo>
                  <a:lnTo>
                    <a:pt x="16203" y="79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486129" y="4590278"/>
              <a:ext cx="58680" cy="46100"/>
            </a:xfrm>
            <a:custGeom>
              <a:avLst/>
              <a:pathLst>
                <a:path w="58680" h="46100">
                  <a:moveTo>
                    <a:pt x="58680" y="17313"/>
                  </a:moveTo>
                  <a:lnTo>
                    <a:pt x="9791" y="46100"/>
                  </a:lnTo>
                  <a:lnTo>
                    <a:pt x="0" y="28578"/>
                  </a:lnTo>
                  <a:lnTo>
                    <a:pt x="483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574718" y="4592382"/>
              <a:ext cx="59866" cy="46924"/>
            </a:xfrm>
            <a:custGeom>
              <a:avLst/>
              <a:pathLst>
                <a:path w="59866" h="46924">
                  <a:moveTo>
                    <a:pt x="59866" y="17596"/>
                  </a:moveTo>
                  <a:lnTo>
                    <a:pt x="10811" y="46924"/>
                  </a:lnTo>
                  <a:lnTo>
                    <a:pt x="0" y="28758"/>
                  </a:lnTo>
                  <a:lnTo>
                    <a:pt x="486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630624" y="4490146"/>
              <a:ext cx="35910" cy="30612"/>
            </a:xfrm>
            <a:custGeom>
              <a:avLst/>
              <a:pathLst>
                <a:path w="35910" h="30612">
                  <a:moveTo>
                    <a:pt x="7460" y="0"/>
                  </a:moveTo>
                  <a:lnTo>
                    <a:pt x="35910" y="10798"/>
                  </a:lnTo>
                  <a:lnTo>
                    <a:pt x="28801" y="30612"/>
                  </a:lnTo>
                  <a:lnTo>
                    <a:pt x="0" y="19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581451" y="4501023"/>
              <a:ext cx="29741" cy="23530"/>
            </a:xfrm>
            <a:custGeom>
              <a:avLst/>
              <a:pathLst>
                <a:path w="29741" h="23530">
                  <a:moveTo>
                    <a:pt x="28575" y="8572"/>
                  </a:moveTo>
                  <a:lnTo>
                    <a:pt x="29741" y="11659"/>
                  </a:lnTo>
                  <a:lnTo>
                    <a:pt x="11241" y="23530"/>
                  </a:lnTo>
                  <a:lnTo>
                    <a:pt x="0" y="4715"/>
                  </a:lnTo>
                  <a:lnTo>
                    <a:pt x="73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718602" y="4291094"/>
              <a:ext cx="24769" cy="28802"/>
            </a:xfrm>
            <a:custGeom>
              <a:avLst/>
              <a:pathLst>
                <a:path w="24769" h="28802">
                  <a:moveTo>
                    <a:pt x="0" y="22210"/>
                  </a:moveTo>
                  <a:lnTo>
                    <a:pt x="7868" y="0"/>
                  </a:lnTo>
                  <a:lnTo>
                    <a:pt x="24769" y="6810"/>
                  </a:lnTo>
                  <a:lnTo>
                    <a:pt x="16623" y="288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668157" y="4299077"/>
              <a:ext cx="25112" cy="29429"/>
            </a:xfrm>
            <a:custGeom>
              <a:avLst/>
              <a:pathLst>
                <a:path w="25112" h="29429">
                  <a:moveTo>
                    <a:pt x="0" y="22714"/>
                  </a:moveTo>
                  <a:lnTo>
                    <a:pt x="8673" y="0"/>
                  </a:lnTo>
                  <a:lnTo>
                    <a:pt x="25112" y="6552"/>
                  </a:lnTo>
                  <a:lnTo>
                    <a:pt x="17028" y="29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637675" y="4468107"/>
              <a:ext cx="36001" cy="30908"/>
            </a:xfrm>
            <a:custGeom>
              <a:avLst/>
              <a:pathLst>
                <a:path w="36001" h="30908">
                  <a:moveTo>
                    <a:pt x="7058" y="0"/>
                  </a:moveTo>
                  <a:lnTo>
                    <a:pt x="36001" y="12363"/>
                  </a:lnTo>
                  <a:lnTo>
                    <a:pt x="29173" y="30908"/>
                  </a:lnTo>
                  <a:lnTo>
                    <a:pt x="0" y="19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538450" y="4531171"/>
              <a:ext cx="59710" cy="47033"/>
            </a:xfrm>
            <a:custGeom>
              <a:avLst/>
              <a:pathLst>
                <a:path w="59710" h="47033">
                  <a:moveTo>
                    <a:pt x="0" y="29796"/>
                  </a:moveTo>
                  <a:lnTo>
                    <a:pt x="48799" y="0"/>
                  </a:lnTo>
                  <a:lnTo>
                    <a:pt x="59710" y="18235"/>
                  </a:lnTo>
                  <a:lnTo>
                    <a:pt x="10561" y="47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525940" y="4509646"/>
              <a:ext cx="59846" cy="48058"/>
            </a:xfrm>
            <a:custGeom>
              <a:avLst/>
              <a:pathLst>
                <a:path w="59846" h="48058">
                  <a:moveTo>
                    <a:pt x="10695" y="48058"/>
                  </a:moveTo>
                  <a:lnTo>
                    <a:pt x="0" y="29091"/>
                  </a:lnTo>
                  <a:lnTo>
                    <a:pt x="49036" y="0"/>
                  </a:lnTo>
                  <a:lnTo>
                    <a:pt x="59846" y="18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607005" y="4521329"/>
              <a:ext cx="49380" cy="45622"/>
            </a:xfrm>
            <a:custGeom>
              <a:avLst/>
              <a:pathLst>
                <a:path w="49380" h="45622">
                  <a:moveTo>
                    <a:pt x="28255" y="8277"/>
                  </a:moveTo>
                  <a:lnTo>
                    <a:pt x="32055" y="0"/>
                  </a:lnTo>
                  <a:lnTo>
                    <a:pt x="49380" y="7001"/>
                  </a:lnTo>
                  <a:lnTo>
                    <a:pt x="40399" y="25555"/>
                  </a:lnTo>
                  <a:lnTo>
                    <a:pt x="12297" y="45622"/>
                  </a:lnTo>
                  <a:lnTo>
                    <a:pt x="0" y="26871"/>
                  </a:lnTo>
                  <a:lnTo>
                    <a:pt x="19811" y="14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444157" y="4514758"/>
              <a:ext cx="70167" cy="55632"/>
            </a:xfrm>
            <a:custGeom>
              <a:avLst/>
              <a:pathLst>
                <a:path w="70167" h="55632">
                  <a:moveTo>
                    <a:pt x="0" y="34615"/>
                  </a:moveTo>
                  <a:lnTo>
                    <a:pt x="58509" y="0"/>
                  </a:lnTo>
                  <a:lnTo>
                    <a:pt x="70167" y="20311"/>
                  </a:lnTo>
                  <a:lnTo>
                    <a:pt x="11422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594630" y="4512327"/>
              <a:ext cx="41336" cy="33324"/>
            </a:xfrm>
            <a:custGeom>
              <a:avLst/>
              <a:pathLst>
                <a:path w="41336" h="33324">
                  <a:moveTo>
                    <a:pt x="0" y="15233"/>
                  </a:moveTo>
                  <a:lnTo>
                    <a:pt x="22156" y="0"/>
                  </a:lnTo>
                  <a:lnTo>
                    <a:pt x="41336" y="7750"/>
                  </a:lnTo>
                  <a:lnTo>
                    <a:pt x="37738" y="15226"/>
                  </a:lnTo>
                  <a:lnTo>
                    <a:pt x="10527" y="33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585033" y="4238461"/>
              <a:ext cx="25365" cy="28181"/>
            </a:xfrm>
            <a:custGeom>
              <a:avLst/>
              <a:pathLst>
                <a:path w="25365" h="28181">
                  <a:moveTo>
                    <a:pt x="0" y="21610"/>
                  </a:moveTo>
                  <a:lnTo>
                    <a:pt x="8312" y="0"/>
                  </a:lnTo>
                  <a:lnTo>
                    <a:pt x="25365" y="6929"/>
                  </a:lnTo>
                  <a:lnTo>
                    <a:pt x="19813" y="18402"/>
                  </a:lnTo>
                  <a:lnTo>
                    <a:pt x="16290" y="28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603157" y="4246034"/>
              <a:ext cx="25453" cy="28202"/>
            </a:xfrm>
            <a:custGeom>
              <a:avLst/>
              <a:pathLst>
                <a:path w="25453" h="28202">
                  <a:moveTo>
                    <a:pt x="9119" y="0"/>
                  </a:moveTo>
                  <a:lnTo>
                    <a:pt x="25453" y="5994"/>
                  </a:lnTo>
                  <a:lnTo>
                    <a:pt x="17267" y="28202"/>
                  </a:lnTo>
                  <a:lnTo>
                    <a:pt x="0" y="21145"/>
                  </a:lnTo>
                  <a:lnTo>
                    <a:pt x="4265" y="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441374" y="4597221"/>
              <a:ext cx="45451" cy="56705"/>
            </a:xfrm>
            <a:custGeom>
              <a:avLst/>
              <a:pathLst>
                <a:path w="45451" h="56705">
                  <a:moveTo>
                    <a:pt x="0" y="11323"/>
                  </a:moveTo>
                  <a:lnTo>
                    <a:pt x="19394" y="0"/>
                  </a:lnTo>
                  <a:lnTo>
                    <a:pt x="45451" y="45742"/>
                  </a:lnTo>
                  <a:lnTo>
                    <a:pt x="26464" y="56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625669" y="4362040"/>
              <a:ext cx="39293" cy="28930"/>
            </a:xfrm>
            <a:custGeom>
              <a:avLst/>
              <a:pathLst>
                <a:path w="39293" h="28930">
                  <a:moveTo>
                    <a:pt x="6519" y="0"/>
                  </a:moveTo>
                  <a:lnTo>
                    <a:pt x="39293" y="12685"/>
                  </a:lnTo>
                  <a:lnTo>
                    <a:pt x="33041" y="28930"/>
                  </a:lnTo>
                  <a:lnTo>
                    <a:pt x="0" y="15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666060" y="4368221"/>
              <a:ext cx="44966" cy="27818"/>
            </a:xfrm>
            <a:custGeom>
              <a:avLst/>
              <a:pathLst>
                <a:path w="44966" h="27818">
                  <a:moveTo>
                    <a:pt x="0" y="16720"/>
                  </a:moveTo>
                  <a:lnTo>
                    <a:pt x="6284" y="0"/>
                  </a:lnTo>
                  <a:lnTo>
                    <a:pt x="44966" y="15053"/>
                  </a:lnTo>
                  <a:lnTo>
                    <a:pt x="43181" y="17610"/>
                  </a:lnTo>
                  <a:lnTo>
                    <a:pt x="40595" y="20415"/>
                  </a:lnTo>
                  <a:lnTo>
                    <a:pt x="35199" y="24095"/>
                  </a:lnTo>
                  <a:lnTo>
                    <a:pt x="27837" y="2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679582" y="4331382"/>
              <a:ext cx="45171" cy="32307"/>
            </a:xfrm>
            <a:custGeom>
              <a:avLst/>
              <a:pathLst>
                <a:path w="45171" h="32307">
                  <a:moveTo>
                    <a:pt x="0" y="16846"/>
                  </a:moveTo>
                  <a:lnTo>
                    <a:pt x="6467" y="0"/>
                  </a:lnTo>
                  <a:lnTo>
                    <a:pt x="45171" y="15575"/>
                  </a:lnTo>
                  <a:lnTo>
                    <a:pt x="38776" y="3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631433" y="4283744"/>
              <a:ext cx="25176" cy="28917"/>
            </a:xfrm>
            <a:custGeom>
              <a:avLst/>
              <a:pathLst>
                <a:path w="25176" h="28917">
                  <a:moveTo>
                    <a:pt x="8036" y="0"/>
                  </a:moveTo>
                  <a:lnTo>
                    <a:pt x="25176" y="6763"/>
                  </a:lnTo>
                  <a:lnTo>
                    <a:pt x="16971" y="28917"/>
                  </a:lnTo>
                  <a:lnTo>
                    <a:pt x="1788" y="23098"/>
                  </a:lnTo>
                  <a:lnTo>
                    <a:pt x="0" y="20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697677" y="4282855"/>
              <a:ext cx="25331" cy="29171"/>
            </a:xfrm>
            <a:custGeom>
              <a:avLst/>
              <a:pathLst>
                <a:path w="25331" h="29171">
                  <a:moveTo>
                    <a:pt x="0" y="21622"/>
                  </a:moveTo>
                  <a:lnTo>
                    <a:pt x="7547" y="0"/>
                  </a:lnTo>
                  <a:lnTo>
                    <a:pt x="25331" y="7042"/>
                  </a:lnTo>
                  <a:lnTo>
                    <a:pt x="17874" y="29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560569" y="4411235"/>
              <a:ext cx="29976" cy="72957"/>
            </a:xfrm>
            <a:custGeom>
              <a:avLst/>
              <a:pathLst>
                <a:path w="29976" h="72957">
                  <a:moveTo>
                    <a:pt x="4975" y="3133"/>
                  </a:moveTo>
                  <a:lnTo>
                    <a:pt x="21910" y="77"/>
                  </a:lnTo>
                  <a:lnTo>
                    <a:pt x="29976" y="0"/>
                  </a:lnTo>
                  <a:lnTo>
                    <a:pt x="27170" y="22942"/>
                  </a:lnTo>
                  <a:lnTo>
                    <a:pt x="24785" y="43501"/>
                  </a:lnTo>
                  <a:lnTo>
                    <a:pt x="20363" y="72957"/>
                  </a:lnTo>
                  <a:lnTo>
                    <a:pt x="0" y="70742"/>
                  </a:lnTo>
                  <a:lnTo>
                    <a:pt x="2015" y="56747"/>
                  </a:lnTo>
                  <a:lnTo>
                    <a:pt x="4297" y="38543"/>
                  </a:lnTo>
                  <a:lnTo>
                    <a:pt x="5794" y="20015"/>
                  </a:lnTo>
                  <a:lnTo>
                    <a:pt x="5774" y="1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606456" y="4479249"/>
              <a:ext cx="30124" cy="29502"/>
            </a:xfrm>
            <a:custGeom>
              <a:avLst/>
              <a:pathLst>
                <a:path w="30124" h="29502">
                  <a:moveTo>
                    <a:pt x="0" y="19895"/>
                  </a:moveTo>
                  <a:lnTo>
                    <a:pt x="3921" y="0"/>
                  </a:lnTo>
                  <a:lnTo>
                    <a:pt x="30124" y="10494"/>
                  </a:lnTo>
                  <a:lnTo>
                    <a:pt x="22985" y="29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620068" y="4277673"/>
              <a:ext cx="16178" cy="27527"/>
            </a:xfrm>
            <a:custGeom>
              <a:avLst/>
              <a:pathLst>
                <a:path w="16178" h="27527">
                  <a:moveTo>
                    <a:pt x="0" y="0"/>
                  </a:moveTo>
                  <a:lnTo>
                    <a:pt x="16178" y="6044"/>
                  </a:lnTo>
                  <a:lnTo>
                    <a:pt x="7761" y="27527"/>
                  </a:lnTo>
                  <a:lnTo>
                    <a:pt x="2399" y="25456"/>
                  </a:lnTo>
                  <a:lnTo>
                    <a:pt x="904" y="1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670484" y="4440265"/>
              <a:ext cx="17843" cy="16522"/>
            </a:xfrm>
            <a:custGeom>
              <a:avLst/>
              <a:pathLst>
                <a:path w="17843" h="16522">
                  <a:moveTo>
                    <a:pt x="0" y="10915"/>
                  </a:moveTo>
                  <a:lnTo>
                    <a:pt x="4284" y="0"/>
                  </a:lnTo>
                  <a:lnTo>
                    <a:pt x="17843" y="5225"/>
                  </a:lnTo>
                  <a:lnTo>
                    <a:pt x="13221" y="16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651596" y="4319610"/>
              <a:ext cx="31840" cy="33464"/>
            </a:xfrm>
            <a:custGeom>
              <a:avLst/>
              <a:pathLst>
                <a:path w="31840" h="33464">
                  <a:moveTo>
                    <a:pt x="31840" y="11667"/>
                  </a:moveTo>
                  <a:lnTo>
                    <a:pt x="23866" y="33464"/>
                  </a:lnTo>
                  <a:lnTo>
                    <a:pt x="21958" y="32659"/>
                  </a:lnTo>
                  <a:lnTo>
                    <a:pt x="0" y="23394"/>
                  </a:lnTo>
                  <a:lnTo>
                    <a:pt x="3303" y="3331"/>
                  </a:lnTo>
                  <a:lnTo>
                    <a:pt x="38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191956" y="4412427"/>
              <a:ext cx="72073" cy="103219"/>
            </a:xfrm>
            <a:custGeom>
              <a:avLst/>
              <a:pathLst>
                <a:path w="72073" h="103219">
                  <a:moveTo>
                    <a:pt x="72073" y="92034"/>
                  </a:moveTo>
                  <a:lnTo>
                    <a:pt x="53591" y="103219"/>
                  </a:lnTo>
                  <a:lnTo>
                    <a:pt x="0" y="11156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199121" y="4597011"/>
              <a:ext cx="42642" cy="38366"/>
            </a:xfrm>
            <a:custGeom>
              <a:avLst/>
              <a:pathLst>
                <a:path w="42642" h="38366">
                  <a:moveTo>
                    <a:pt x="33201" y="25792"/>
                  </a:moveTo>
                  <a:lnTo>
                    <a:pt x="11984" y="38366"/>
                  </a:lnTo>
                  <a:lnTo>
                    <a:pt x="0" y="18123"/>
                  </a:lnTo>
                  <a:lnTo>
                    <a:pt x="21159" y="5799"/>
                  </a:lnTo>
                  <a:lnTo>
                    <a:pt x="31136" y="0"/>
                  </a:lnTo>
                  <a:lnTo>
                    <a:pt x="42642" y="2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238998" y="4574075"/>
              <a:ext cx="41343" cy="37117"/>
            </a:xfrm>
            <a:custGeom>
              <a:avLst/>
              <a:pathLst>
                <a:path w="41343" h="37117">
                  <a:moveTo>
                    <a:pt x="11690" y="37117"/>
                  </a:moveTo>
                  <a:lnTo>
                    <a:pt x="0" y="17227"/>
                  </a:lnTo>
                  <a:lnTo>
                    <a:pt x="30446" y="0"/>
                  </a:lnTo>
                  <a:lnTo>
                    <a:pt x="41343" y="1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062012" y="4606342"/>
              <a:ext cx="48924" cy="63474"/>
            </a:xfrm>
            <a:custGeom>
              <a:avLst/>
              <a:pathLst>
                <a:path w="48924" h="63474">
                  <a:moveTo>
                    <a:pt x="0" y="10801"/>
                  </a:moveTo>
                  <a:lnTo>
                    <a:pt x="18997" y="0"/>
                  </a:lnTo>
                  <a:lnTo>
                    <a:pt x="48924" y="52443"/>
                  </a:lnTo>
                  <a:lnTo>
                    <a:pt x="30123" y="63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02082" y="4430741"/>
              <a:ext cx="42111" cy="37485"/>
            </a:xfrm>
            <a:custGeom>
              <a:avLst/>
              <a:pathLst>
                <a:path w="42111" h="37485">
                  <a:moveTo>
                    <a:pt x="10897" y="37485"/>
                  </a:moveTo>
                  <a:lnTo>
                    <a:pt x="0" y="18379"/>
                  </a:lnTo>
                  <a:lnTo>
                    <a:pt x="31292" y="0"/>
                  </a:lnTo>
                  <a:lnTo>
                    <a:pt x="42111" y="18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156922" y="4431437"/>
              <a:ext cx="43289" cy="39174"/>
            </a:xfrm>
            <a:custGeom>
              <a:avLst/>
              <a:pathLst>
                <a:path w="43289" h="39174">
                  <a:moveTo>
                    <a:pt x="12308" y="39174"/>
                  </a:moveTo>
                  <a:lnTo>
                    <a:pt x="0" y="18395"/>
                  </a:lnTo>
                  <a:lnTo>
                    <a:pt x="30714" y="0"/>
                  </a:lnTo>
                  <a:lnTo>
                    <a:pt x="43289" y="20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274070" y="4493264"/>
              <a:ext cx="46061" cy="58582"/>
            </a:xfrm>
            <a:custGeom>
              <a:avLst/>
              <a:pathLst>
                <a:path w="46061" h="58582">
                  <a:moveTo>
                    <a:pt x="46061" y="47738"/>
                  </a:moveTo>
                  <a:lnTo>
                    <a:pt x="27895" y="58582"/>
                  </a:lnTo>
                  <a:lnTo>
                    <a:pt x="0" y="11257"/>
                  </a:lnTo>
                  <a:lnTo>
                    <a:pt x="18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079032" y="4515664"/>
              <a:ext cx="46253" cy="58641"/>
            </a:xfrm>
            <a:custGeom>
              <a:avLst/>
              <a:pathLst>
                <a:path w="46253" h="58641">
                  <a:moveTo>
                    <a:pt x="0" y="10954"/>
                  </a:moveTo>
                  <a:lnTo>
                    <a:pt x="18068" y="0"/>
                  </a:lnTo>
                  <a:lnTo>
                    <a:pt x="46253" y="47814"/>
                  </a:lnTo>
                  <a:lnTo>
                    <a:pt x="27544" y="5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228442" y="4346355"/>
              <a:ext cx="58555" cy="46980"/>
            </a:xfrm>
            <a:custGeom>
              <a:avLst/>
              <a:pathLst>
                <a:path w="58555" h="46980">
                  <a:moveTo>
                    <a:pt x="58555" y="19206"/>
                  </a:moveTo>
                  <a:lnTo>
                    <a:pt x="11163" y="46980"/>
                  </a:lnTo>
                  <a:lnTo>
                    <a:pt x="0" y="27618"/>
                  </a:lnTo>
                  <a:lnTo>
                    <a:pt x="476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122744" y="4634361"/>
              <a:ext cx="54733" cy="44831"/>
            </a:xfrm>
            <a:custGeom>
              <a:avLst/>
              <a:pathLst>
                <a:path w="54733" h="44831">
                  <a:moveTo>
                    <a:pt x="10797" y="44831"/>
                  </a:moveTo>
                  <a:lnTo>
                    <a:pt x="0" y="25802"/>
                  </a:lnTo>
                  <a:lnTo>
                    <a:pt x="43689" y="0"/>
                  </a:lnTo>
                  <a:lnTo>
                    <a:pt x="54733" y="19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160244" y="4645420"/>
              <a:ext cx="57916" cy="46491"/>
            </a:xfrm>
            <a:custGeom>
              <a:avLst/>
              <a:pathLst>
                <a:path w="57916" h="46491">
                  <a:moveTo>
                    <a:pt x="11549" y="46491"/>
                  </a:moveTo>
                  <a:lnTo>
                    <a:pt x="0" y="26998"/>
                  </a:lnTo>
                  <a:lnTo>
                    <a:pt x="22764" y="13680"/>
                  </a:lnTo>
                  <a:lnTo>
                    <a:pt x="46872" y="0"/>
                  </a:lnTo>
                  <a:lnTo>
                    <a:pt x="57916" y="19111"/>
                  </a:lnTo>
                  <a:lnTo>
                    <a:pt x="12443" y="4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169269" y="4547297"/>
              <a:ext cx="43696" cy="38441"/>
            </a:xfrm>
            <a:custGeom>
              <a:avLst/>
              <a:pathLst>
                <a:path w="43696" h="38441">
                  <a:moveTo>
                    <a:pt x="11029" y="38441"/>
                  </a:moveTo>
                  <a:lnTo>
                    <a:pt x="0" y="19321"/>
                  </a:lnTo>
                  <a:lnTo>
                    <a:pt x="32428" y="0"/>
                  </a:lnTo>
                  <a:lnTo>
                    <a:pt x="43696" y="19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224004" y="4547024"/>
              <a:ext cx="44899" cy="39080"/>
            </a:xfrm>
            <a:custGeom>
              <a:avLst/>
              <a:pathLst>
                <a:path w="44899" h="39080">
                  <a:moveTo>
                    <a:pt x="11647" y="39080"/>
                  </a:moveTo>
                  <a:lnTo>
                    <a:pt x="0" y="19609"/>
                  </a:lnTo>
                  <a:lnTo>
                    <a:pt x="33870" y="0"/>
                  </a:lnTo>
                  <a:lnTo>
                    <a:pt x="44899" y="1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029752" y="4550081"/>
              <a:ext cx="48667" cy="62921"/>
            </a:xfrm>
            <a:custGeom>
              <a:avLst/>
              <a:pathLst>
                <a:path w="48667" h="62921">
                  <a:moveTo>
                    <a:pt x="0" y="11052"/>
                  </a:moveTo>
                  <a:lnTo>
                    <a:pt x="18950" y="0"/>
                  </a:lnTo>
                  <a:lnTo>
                    <a:pt x="48667" y="51825"/>
                  </a:lnTo>
                  <a:lnTo>
                    <a:pt x="29786" y="62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179887" y="4374924"/>
              <a:ext cx="58318" cy="47181"/>
            </a:xfrm>
            <a:custGeom>
              <a:avLst/>
              <a:pathLst>
                <a:path w="58318" h="47181">
                  <a:moveTo>
                    <a:pt x="47022" y="0"/>
                  </a:moveTo>
                  <a:lnTo>
                    <a:pt x="58318" y="19407"/>
                  </a:lnTo>
                  <a:lnTo>
                    <a:pt x="11278" y="47181"/>
                  </a:lnTo>
                  <a:lnTo>
                    <a:pt x="0" y="27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220482" y="4387723"/>
              <a:ext cx="55704" cy="45076"/>
            </a:xfrm>
            <a:custGeom>
              <a:avLst/>
              <a:pathLst>
                <a:path w="55704" h="45076">
                  <a:moveTo>
                    <a:pt x="55704" y="18644"/>
                  </a:moveTo>
                  <a:lnTo>
                    <a:pt x="11071" y="45076"/>
                  </a:lnTo>
                  <a:lnTo>
                    <a:pt x="0" y="25960"/>
                  </a:lnTo>
                  <a:lnTo>
                    <a:pt x="446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292769" y="4567790"/>
              <a:ext cx="57794" cy="47036"/>
            </a:xfrm>
            <a:custGeom>
              <a:avLst/>
              <a:pathLst>
                <a:path w="57794" h="47036">
                  <a:moveTo>
                    <a:pt x="0" y="27817"/>
                  </a:moveTo>
                  <a:lnTo>
                    <a:pt x="46787" y="0"/>
                  </a:lnTo>
                  <a:lnTo>
                    <a:pt x="57794" y="19262"/>
                  </a:lnTo>
                  <a:lnTo>
                    <a:pt x="11091" y="4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182637" y="4570841"/>
              <a:ext cx="43887" cy="39396"/>
            </a:xfrm>
            <a:custGeom>
              <a:avLst/>
              <a:pathLst>
                <a:path w="43887" h="39396">
                  <a:moveTo>
                    <a:pt x="0" y="19059"/>
                  </a:moveTo>
                  <a:lnTo>
                    <a:pt x="32434" y="0"/>
                  </a:lnTo>
                  <a:lnTo>
                    <a:pt x="43887" y="20288"/>
                  </a:lnTo>
                  <a:lnTo>
                    <a:pt x="11658" y="39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145532" y="4569853"/>
              <a:ext cx="60693" cy="84286"/>
            </a:xfrm>
            <a:custGeom>
              <a:avLst/>
              <a:pathLst>
                <a:path w="60693" h="84286">
                  <a:moveTo>
                    <a:pt x="60693" y="74050"/>
                  </a:moveTo>
                  <a:lnTo>
                    <a:pt x="42709" y="84286"/>
                  </a:lnTo>
                  <a:lnTo>
                    <a:pt x="0" y="11464"/>
                  </a:lnTo>
                  <a:lnTo>
                    <a:pt x="185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253919" y="4598994"/>
              <a:ext cx="41912" cy="37735"/>
            </a:xfrm>
            <a:custGeom>
              <a:avLst/>
              <a:pathLst>
                <a:path w="41912" h="37735">
                  <a:moveTo>
                    <a:pt x="0" y="17998"/>
                  </a:moveTo>
                  <a:lnTo>
                    <a:pt x="30348" y="0"/>
                  </a:lnTo>
                  <a:lnTo>
                    <a:pt x="41912" y="19436"/>
                  </a:lnTo>
                  <a:lnTo>
                    <a:pt x="11380" y="37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214376" y="4622045"/>
              <a:ext cx="42010" cy="38182"/>
            </a:xfrm>
            <a:custGeom>
              <a:avLst/>
              <a:pathLst>
                <a:path w="42010" h="38182">
                  <a:moveTo>
                    <a:pt x="0" y="18415"/>
                  </a:moveTo>
                  <a:lnTo>
                    <a:pt x="30952" y="0"/>
                  </a:lnTo>
                  <a:lnTo>
                    <a:pt x="42010" y="19781"/>
                  </a:lnTo>
                  <a:lnTo>
                    <a:pt x="11184" y="38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299525" y="4478134"/>
              <a:ext cx="44129" cy="54671"/>
            </a:xfrm>
            <a:custGeom>
              <a:avLst/>
              <a:pathLst>
                <a:path w="44129" h="54671">
                  <a:moveTo>
                    <a:pt x="24810" y="54671"/>
                  </a:moveTo>
                  <a:lnTo>
                    <a:pt x="0" y="11869"/>
                  </a:lnTo>
                  <a:lnTo>
                    <a:pt x="19555" y="0"/>
                  </a:lnTo>
                  <a:lnTo>
                    <a:pt x="44129" y="43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089636" y="4474699"/>
              <a:ext cx="61150" cy="84638"/>
            </a:xfrm>
            <a:custGeom>
              <a:avLst/>
              <a:pathLst>
                <a:path w="61150" h="84638">
                  <a:moveTo>
                    <a:pt x="18362" y="0"/>
                  </a:moveTo>
                  <a:lnTo>
                    <a:pt x="61150" y="73837"/>
                  </a:lnTo>
                  <a:lnTo>
                    <a:pt x="42731" y="84638"/>
                  </a:lnTo>
                  <a:lnTo>
                    <a:pt x="0" y="10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4999282" y="4481568"/>
              <a:ext cx="58256" cy="46989"/>
            </a:xfrm>
            <a:custGeom>
              <a:avLst/>
              <a:pathLst>
                <a:path w="58256" h="46989">
                  <a:moveTo>
                    <a:pt x="0" y="27509"/>
                  </a:moveTo>
                  <a:lnTo>
                    <a:pt x="47213" y="0"/>
                  </a:lnTo>
                  <a:lnTo>
                    <a:pt x="58256" y="19838"/>
                  </a:lnTo>
                  <a:lnTo>
                    <a:pt x="11240" y="46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185560" y="4456655"/>
              <a:ext cx="44442" cy="55133"/>
            </a:xfrm>
            <a:custGeom>
              <a:avLst/>
              <a:pathLst>
                <a:path w="44442" h="55133">
                  <a:moveTo>
                    <a:pt x="25718" y="55133"/>
                  </a:moveTo>
                  <a:lnTo>
                    <a:pt x="0" y="11354"/>
                  </a:lnTo>
                  <a:lnTo>
                    <a:pt x="19320" y="0"/>
                  </a:lnTo>
                  <a:lnTo>
                    <a:pt x="44442" y="43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119739" y="4585209"/>
              <a:ext cx="45776" cy="58481"/>
            </a:xfrm>
            <a:custGeom>
              <a:avLst/>
              <a:pathLst>
                <a:path w="45776" h="58481">
                  <a:moveTo>
                    <a:pt x="27566" y="58481"/>
                  </a:moveTo>
                  <a:lnTo>
                    <a:pt x="0" y="11126"/>
                  </a:lnTo>
                  <a:lnTo>
                    <a:pt x="19220" y="0"/>
                  </a:lnTo>
                  <a:lnTo>
                    <a:pt x="45776" y="4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048412" y="4452672"/>
              <a:ext cx="57938" cy="47440"/>
            </a:xfrm>
            <a:custGeom>
              <a:avLst/>
              <a:pathLst>
                <a:path w="57938" h="47440">
                  <a:moveTo>
                    <a:pt x="57938" y="19580"/>
                  </a:moveTo>
                  <a:lnTo>
                    <a:pt x="11319" y="47440"/>
                  </a:lnTo>
                  <a:lnTo>
                    <a:pt x="0" y="27796"/>
                  </a:lnTo>
                  <a:lnTo>
                    <a:pt x="470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319702" y="4453773"/>
              <a:ext cx="49431" cy="63863"/>
            </a:xfrm>
            <a:custGeom>
              <a:avLst/>
              <a:pathLst>
                <a:path w="49431" h="63863">
                  <a:moveTo>
                    <a:pt x="0" y="11444"/>
                  </a:moveTo>
                  <a:lnTo>
                    <a:pt x="19503" y="0"/>
                  </a:lnTo>
                  <a:lnTo>
                    <a:pt x="49431" y="52961"/>
                  </a:lnTo>
                  <a:lnTo>
                    <a:pt x="30784" y="6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116265" y="4455297"/>
              <a:ext cx="43308" cy="39344"/>
            </a:xfrm>
            <a:custGeom>
              <a:avLst/>
              <a:pathLst>
                <a:path w="43308" h="39344">
                  <a:moveTo>
                    <a:pt x="0" y="18339"/>
                  </a:moveTo>
                  <a:lnTo>
                    <a:pt x="31197" y="0"/>
                  </a:lnTo>
                  <a:lnTo>
                    <a:pt x="43308" y="21111"/>
                  </a:lnTo>
                  <a:lnTo>
                    <a:pt x="12242" y="39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093540" y="4600272"/>
              <a:ext cx="43973" cy="53923"/>
            </a:xfrm>
            <a:custGeom>
              <a:avLst/>
              <a:pathLst>
                <a:path w="43973" h="53923">
                  <a:moveTo>
                    <a:pt x="0" y="11328"/>
                  </a:moveTo>
                  <a:lnTo>
                    <a:pt x="19144" y="0"/>
                  </a:lnTo>
                  <a:lnTo>
                    <a:pt x="43973" y="42312"/>
                  </a:lnTo>
                  <a:lnTo>
                    <a:pt x="24732" y="5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261555" y="4413437"/>
              <a:ext cx="44095" cy="53909"/>
            </a:xfrm>
            <a:custGeom>
              <a:avLst/>
              <a:pathLst>
                <a:path w="44095" h="53909">
                  <a:moveTo>
                    <a:pt x="19310" y="0"/>
                  </a:moveTo>
                  <a:lnTo>
                    <a:pt x="44095" y="42351"/>
                  </a:lnTo>
                  <a:lnTo>
                    <a:pt x="24621" y="53909"/>
                  </a:lnTo>
                  <a:lnTo>
                    <a:pt x="0" y="11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233319" y="4423647"/>
              <a:ext cx="46155" cy="58725"/>
            </a:xfrm>
            <a:custGeom>
              <a:avLst/>
              <a:pathLst>
                <a:path w="46155" h="58725">
                  <a:moveTo>
                    <a:pt x="0" y="11213"/>
                  </a:moveTo>
                  <a:lnTo>
                    <a:pt x="18686" y="0"/>
                  </a:lnTo>
                  <a:lnTo>
                    <a:pt x="46155" y="47584"/>
                  </a:lnTo>
                  <a:lnTo>
                    <a:pt x="27398" y="5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171486" y="4468817"/>
              <a:ext cx="37609" cy="51667"/>
            </a:xfrm>
            <a:custGeom>
              <a:avLst/>
              <a:pathLst>
                <a:path w="37609" h="51667">
                  <a:moveTo>
                    <a:pt x="37609" y="44508"/>
                  </a:moveTo>
                  <a:lnTo>
                    <a:pt x="25554" y="51667"/>
                  </a:lnTo>
                  <a:lnTo>
                    <a:pt x="0" y="7415"/>
                  </a:lnTo>
                  <a:lnTo>
                    <a:pt x="12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302723" y="4527201"/>
              <a:ext cx="55709" cy="46476"/>
            </a:xfrm>
            <a:custGeom>
              <a:avLst/>
              <a:pathLst>
                <a:path w="55709" h="46476">
                  <a:moveTo>
                    <a:pt x="0" y="26451"/>
                  </a:moveTo>
                  <a:lnTo>
                    <a:pt x="43907" y="0"/>
                  </a:lnTo>
                  <a:lnTo>
                    <a:pt x="55709" y="20455"/>
                  </a:lnTo>
                  <a:lnTo>
                    <a:pt x="11689" y="46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055391" y="4534368"/>
              <a:ext cx="44132" cy="54887"/>
            </a:xfrm>
            <a:custGeom>
              <a:avLst/>
              <a:pathLst>
                <a:path w="44132" h="54887">
                  <a:moveTo>
                    <a:pt x="25023" y="54887"/>
                  </a:moveTo>
                  <a:lnTo>
                    <a:pt x="0" y="11385"/>
                  </a:lnTo>
                  <a:lnTo>
                    <a:pt x="18883" y="0"/>
                  </a:lnTo>
                  <a:lnTo>
                    <a:pt x="44132" y="43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341102" y="4538391"/>
              <a:ext cx="58660" cy="47692"/>
            </a:xfrm>
            <a:custGeom>
              <a:avLst/>
              <a:pathLst>
                <a:path w="58660" h="47692">
                  <a:moveTo>
                    <a:pt x="0" y="28105"/>
                  </a:moveTo>
                  <a:lnTo>
                    <a:pt x="47139" y="0"/>
                  </a:lnTo>
                  <a:lnTo>
                    <a:pt x="58660" y="19551"/>
                  </a:lnTo>
                  <a:lnTo>
                    <a:pt x="11118" y="47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248331" y="4508261"/>
              <a:ext cx="60673" cy="84762"/>
            </a:xfrm>
            <a:custGeom>
              <a:avLst/>
              <a:pathLst>
                <a:path w="60673" h="84762">
                  <a:moveTo>
                    <a:pt x="60673" y="74195"/>
                  </a:moveTo>
                  <a:lnTo>
                    <a:pt x="42969" y="84762"/>
                  </a:lnTo>
                  <a:lnTo>
                    <a:pt x="0" y="11203"/>
                  </a:lnTo>
                  <a:lnTo>
                    <a:pt x="18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354378" y="4512570"/>
              <a:ext cx="32849" cy="35422"/>
            </a:xfrm>
            <a:custGeom>
              <a:avLst/>
              <a:pathLst>
                <a:path w="32849" h="35422">
                  <a:moveTo>
                    <a:pt x="32849" y="24266"/>
                  </a:moveTo>
                  <a:lnTo>
                    <a:pt x="13825" y="35422"/>
                  </a:lnTo>
                  <a:lnTo>
                    <a:pt x="0" y="10954"/>
                  </a:lnTo>
                  <a:lnTo>
                    <a:pt x="188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040575" y="4493821"/>
              <a:ext cx="55302" cy="45773"/>
            </a:xfrm>
            <a:custGeom>
              <a:avLst/>
              <a:pathLst>
                <a:path w="55302" h="45773">
                  <a:moveTo>
                    <a:pt x="55302" y="19666"/>
                  </a:moveTo>
                  <a:lnTo>
                    <a:pt x="11718" y="45773"/>
                  </a:lnTo>
                  <a:lnTo>
                    <a:pt x="0" y="25761"/>
                  </a:lnTo>
                  <a:lnTo>
                    <a:pt x="441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286584" y="4396695"/>
              <a:ext cx="50289" cy="64979"/>
            </a:xfrm>
            <a:custGeom>
              <a:avLst/>
              <a:pathLst>
                <a:path w="50289" h="64979">
                  <a:moveTo>
                    <a:pt x="19097" y="0"/>
                  </a:moveTo>
                  <a:lnTo>
                    <a:pt x="50289" y="53593"/>
                  </a:lnTo>
                  <a:lnTo>
                    <a:pt x="31265" y="64979"/>
                  </a:lnTo>
                  <a:lnTo>
                    <a:pt x="0" y="11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11647" y="4519070"/>
              <a:ext cx="33449" cy="35579"/>
            </a:xfrm>
            <a:custGeom>
              <a:avLst/>
              <a:pathLst>
                <a:path w="33449" h="35579">
                  <a:moveTo>
                    <a:pt x="0" y="10924"/>
                  </a:moveTo>
                  <a:lnTo>
                    <a:pt x="18865" y="0"/>
                  </a:lnTo>
                  <a:lnTo>
                    <a:pt x="33449" y="24324"/>
                  </a:lnTo>
                  <a:lnTo>
                    <a:pt x="14261" y="35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210216" y="4522333"/>
              <a:ext cx="44968" cy="39728"/>
            </a:xfrm>
            <a:custGeom>
              <a:avLst/>
              <a:pathLst>
                <a:path w="44968" h="39728">
                  <a:moveTo>
                    <a:pt x="11338" y="39728"/>
                  </a:moveTo>
                  <a:lnTo>
                    <a:pt x="0" y="19271"/>
                  </a:lnTo>
                  <a:lnTo>
                    <a:pt x="33287" y="0"/>
                  </a:lnTo>
                  <a:lnTo>
                    <a:pt x="44968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269008" y="4366596"/>
              <a:ext cx="33314" cy="35887"/>
            </a:xfrm>
            <a:custGeom>
              <a:avLst/>
              <a:pathLst>
                <a:path w="33314" h="35887">
                  <a:moveTo>
                    <a:pt x="0" y="11037"/>
                  </a:moveTo>
                  <a:lnTo>
                    <a:pt x="18833" y="0"/>
                  </a:lnTo>
                  <a:lnTo>
                    <a:pt x="33314" y="24458"/>
                  </a:lnTo>
                  <a:lnTo>
                    <a:pt x="14276" y="35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142427" y="4407012"/>
              <a:ext cx="41894" cy="37134"/>
            </a:xfrm>
            <a:custGeom>
              <a:avLst/>
              <a:pathLst>
                <a:path w="41894" h="37134">
                  <a:moveTo>
                    <a:pt x="0" y="17799"/>
                  </a:moveTo>
                  <a:lnTo>
                    <a:pt x="30766" y="0"/>
                  </a:lnTo>
                  <a:lnTo>
                    <a:pt x="41894" y="18688"/>
                  </a:lnTo>
                  <a:lnTo>
                    <a:pt x="10997" y="3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095621" y="4664198"/>
              <a:ext cx="33178" cy="35635"/>
            </a:xfrm>
            <a:custGeom>
              <a:avLst/>
              <a:pathLst>
                <a:path w="33178" h="35635">
                  <a:moveTo>
                    <a:pt x="0" y="11483"/>
                  </a:moveTo>
                  <a:lnTo>
                    <a:pt x="19353" y="0"/>
                  </a:lnTo>
                  <a:lnTo>
                    <a:pt x="33178" y="24324"/>
                  </a:lnTo>
                  <a:lnTo>
                    <a:pt x="14387" y="35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11132" y="4673140"/>
              <a:ext cx="59509" cy="47740"/>
            </a:xfrm>
            <a:custGeom>
              <a:avLst/>
              <a:pathLst>
                <a:path w="59509" h="47740">
                  <a:moveTo>
                    <a:pt x="0" y="28188"/>
                  </a:moveTo>
                  <a:lnTo>
                    <a:pt x="21431" y="15348"/>
                  </a:lnTo>
                  <a:lnTo>
                    <a:pt x="47917" y="0"/>
                  </a:lnTo>
                  <a:lnTo>
                    <a:pt x="59509" y="19407"/>
                  </a:lnTo>
                  <a:lnTo>
                    <a:pt x="11577" y="4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287226" y="4460439"/>
              <a:ext cx="28480" cy="26205"/>
            </a:xfrm>
            <a:custGeom>
              <a:avLst/>
              <a:pathLst>
                <a:path w="28480" h="26205">
                  <a:moveTo>
                    <a:pt x="0" y="12039"/>
                  </a:moveTo>
                  <a:lnTo>
                    <a:pt x="11439" y="5262"/>
                  </a:lnTo>
                  <a:lnTo>
                    <a:pt x="20483" y="0"/>
                  </a:lnTo>
                  <a:lnTo>
                    <a:pt x="28480" y="13819"/>
                  </a:lnTo>
                  <a:lnTo>
                    <a:pt x="7953" y="26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263113" y="4474844"/>
              <a:ext cx="27984" cy="26099"/>
            </a:xfrm>
            <a:custGeom>
              <a:avLst/>
              <a:pathLst>
                <a:path w="27984" h="26099">
                  <a:moveTo>
                    <a:pt x="0" y="11953"/>
                  </a:moveTo>
                  <a:lnTo>
                    <a:pt x="20085" y="0"/>
                  </a:lnTo>
                  <a:lnTo>
                    <a:pt x="27984" y="14279"/>
                  </a:lnTo>
                  <a:lnTo>
                    <a:pt x="8219" y="26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129150" y="4480898"/>
              <a:ext cx="40870" cy="30965"/>
            </a:xfrm>
            <a:custGeom>
              <a:avLst/>
              <a:pathLst>
                <a:path w="40870" h="30965">
                  <a:moveTo>
                    <a:pt x="0" y="19948"/>
                  </a:moveTo>
                  <a:lnTo>
                    <a:pt x="34463" y="0"/>
                  </a:lnTo>
                  <a:lnTo>
                    <a:pt x="40870" y="11040"/>
                  </a:lnTo>
                  <a:lnTo>
                    <a:pt x="6475" y="30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136336" y="4492801"/>
              <a:ext cx="52989" cy="52932"/>
            </a:xfrm>
            <a:custGeom>
              <a:avLst/>
              <a:pathLst>
                <a:path w="52989" h="52932">
                  <a:moveTo>
                    <a:pt x="0" y="20022"/>
                  </a:moveTo>
                  <a:lnTo>
                    <a:pt x="34358" y="0"/>
                  </a:lnTo>
                  <a:lnTo>
                    <a:pt x="52989" y="32777"/>
                  </a:lnTo>
                  <a:lnTo>
                    <a:pt x="18847" y="5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135246" y="4531190"/>
              <a:ext cx="62954" cy="44766"/>
            </a:xfrm>
            <a:custGeom>
              <a:avLst/>
              <a:pathLst>
                <a:path w="62954" h="44766">
                  <a:moveTo>
                    <a:pt x="6724" y="44766"/>
                  </a:moveTo>
                  <a:lnTo>
                    <a:pt x="0" y="33471"/>
                  </a:lnTo>
                  <a:lnTo>
                    <a:pt x="56884" y="0"/>
                  </a:lnTo>
                  <a:lnTo>
                    <a:pt x="62954" y="10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00550" y="4506614"/>
              <a:ext cx="39341" cy="30592"/>
            </a:xfrm>
            <a:custGeom>
              <a:avLst/>
              <a:pathLst>
                <a:path w="39341" h="30592">
                  <a:moveTo>
                    <a:pt x="6069" y="30592"/>
                  </a:moveTo>
                  <a:lnTo>
                    <a:pt x="0" y="19522"/>
                  </a:lnTo>
                  <a:lnTo>
                    <a:pt x="32821" y="0"/>
                  </a:lnTo>
                  <a:lnTo>
                    <a:pt x="39341" y="11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081351" y="4582205"/>
              <a:ext cx="25965" cy="27975"/>
            </a:xfrm>
            <a:custGeom>
              <a:avLst/>
              <a:pathLst>
                <a:path w="25965" h="27975">
                  <a:moveTo>
                    <a:pt x="0" y="8654"/>
                  </a:moveTo>
                  <a:lnTo>
                    <a:pt x="14738" y="0"/>
                  </a:lnTo>
                  <a:lnTo>
                    <a:pt x="25965" y="19177"/>
                  </a:lnTo>
                  <a:lnTo>
                    <a:pt x="11127" y="27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10652" y="4564735"/>
              <a:ext cx="26695" cy="28004"/>
            </a:xfrm>
            <a:custGeom>
              <a:avLst/>
              <a:pathLst>
                <a:path w="26695" h="28004">
                  <a:moveTo>
                    <a:pt x="0" y="9180"/>
                  </a:moveTo>
                  <a:lnTo>
                    <a:pt x="15666" y="0"/>
                  </a:lnTo>
                  <a:lnTo>
                    <a:pt x="26695" y="18812"/>
                  </a:lnTo>
                  <a:lnTo>
                    <a:pt x="10945" y="2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410537" y="4544542"/>
              <a:ext cx="24961" cy="25540"/>
            </a:xfrm>
            <a:custGeom>
              <a:avLst/>
              <a:pathLst>
                <a:path w="24961" h="25540">
                  <a:moveTo>
                    <a:pt x="12480" y="25540"/>
                  </a:moveTo>
                  <a:lnTo>
                    <a:pt x="11781" y="25504"/>
                  </a:lnTo>
                  <a:lnTo>
                    <a:pt x="11257" y="25478"/>
                  </a:lnTo>
                  <a:lnTo>
                    <a:pt x="10323" y="25336"/>
                  </a:lnTo>
                  <a:lnTo>
                    <a:pt x="10045" y="25294"/>
                  </a:lnTo>
                  <a:lnTo>
                    <a:pt x="8857" y="24990"/>
                  </a:lnTo>
                  <a:lnTo>
                    <a:pt x="7704" y="24568"/>
                  </a:lnTo>
                  <a:lnTo>
                    <a:pt x="6597" y="24032"/>
                  </a:lnTo>
                  <a:lnTo>
                    <a:pt x="5546" y="23388"/>
                  </a:lnTo>
                  <a:lnTo>
                    <a:pt x="4563" y="22641"/>
                  </a:lnTo>
                  <a:lnTo>
                    <a:pt x="3655" y="21799"/>
                  </a:lnTo>
                  <a:lnTo>
                    <a:pt x="2832" y="20871"/>
                  </a:lnTo>
                  <a:lnTo>
                    <a:pt x="2103" y="19864"/>
                  </a:lnTo>
                  <a:lnTo>
                    <a:pt x="1473" y="18789"/>
                  </a:lnTo>
                  <a:lnTo>
                    <a:pt x="950" y="17656"/>
                  </a:lnTo>
                  <a:lnTo>
                    <a:pt x="537" y="16477"/>
                  </a:lnTo>
                  <a:lnTo>
                    <a:pt x="239" y="15261"/>
                  </a:lnTo>
                  <a:lnTo>
                    <a:pt x="60" y="14021"/>
                  </a:lnTo>
                  <a:lnTo>
                    <a:pt x="0" y="12770"/>
                  </a:lnTo>
                  <a:lnTo>
                    <a:pt x="60" y="11518"/>
                  </a:lnTo>
                  <a:lnTo>
                    <a:pt x="239" y="10278"/>
                  </a:lnTo>
                  <a:lnTo>
                    <a:pt x="537" y="9063"/>
                  </a:lnTo>
                  <a:lnTo>
                    <a:pt x="950" y="7883"/>
                  </a:lnTo>
                  <a:lnTo>
                    <a:pt x="1473" y="6750"/>
                  </a:lnTo>
                  <a:lnTo>
                    <a:pt x="2103" y="5675"/>
                  </a:lnTo>
                  <a:lnTo>
                    <a:pt x="2832" y="4668"/>
                  </a:lnTo>
                  <a:lnTo>
                    <a:pt x="3655" y="3740"/>
                  </a:lnTo>
                  <a:lnTo>
                    <a:pt x="4563" y="2898"/>
                  </a:lnTo>
                  <a:lnTo>
                    <a:pt x="5546" y="2152"/>
                  </a:lnTo>
                  <a:lnTo>
                    <a:pt x="6597" y="1507"/>
                  </a:lnTo>
                  <a:lnTo>
                    <a:pt x="7704" y="972"/>
                  </a:lnTo>
                  <a:lnTo>
                    <a:pt x="8857" y="549"/>
                  </a:lnTo>
                  <a:lnTo>
                    <a:pt x="10045" y="245"/>
                  </a:lnTo>
                  <a:lnTo>
                    <a:pt x="10993" y="101"/>
                  </a:lnTo>
                  <a:lnTo>
                    <a:pt x="11257" y="61"/>
                  </a:lnTo>
                  <a:lnTo>
                    <a:pt x="11975" y="25"/>
                  </a:lnTo>
                  <a:lnTo>
                    <a:pt x="12480" y="0"/>
                  </a:lnTo>
                  <a:lnTo>
                    <a:pt x="12963" y="24"/>
                  </a:lnTo>
                  <a:lnTo>
                    <a:pt x="13704" y="61"/>
                  </a:lnTo>
                  <a:lnTo>
                    <a:pt x="13943" y="97"/>
                  </a:lnTo>
                  <a:lnTo>
                    <a:pt x="14929" y="248"/>
                  </a:lnTo>
                  <a:lnTo>
                    <a:pt x="16103" y="549"/>
                  </a:lnTo>
                  <a:lnTo>
                    <a:pt x="17257" y="972"/>
                  </a:lnTo>
                  <a:lnTo>
                    <a:pt x="18364" y="1507"/>
                  </a:lnTo>
                  <a:lnTo>
                    <a:pt x="18889" y="1830"/>
                  </a:lnTo>
                  <a:lnTo>
                    <a:pt x="19414" y="2152"/>
                  </a:lnTo>
                  <a:lnTo>
                    <a:pt x="20398" y="2898"/>
                  </a:lnTo>
                  <a:lnTo>
                    <a:pt x="21306" y="3740"/>
                  </a:lnTo>
                  <a:lnTo>
                    <a:pt x="22128" y="4668"/>
                  </a:lnTo>
                  <a:lnTo>
                    <a:pt x="22858" y="5675"/>
                  </a:lnTo>
                  <a:lnTo>
                    <a:pt x="23487" y="6750"/>
                  </a:lnTo>
                  <a:lnTo>
                    <a:pt x="24011" y="7883"/>
                  </a:lnTo>
                  <a:lnTo>
                    <a:pt x="24424" y="9063"/>
                  </a:lnTo>
                  <a:lnTo>
                    <a:pt x="24721" y="10278"/>
                  </a:lnTo>
                  <a:lnTo>
                    <a:pt x="24901" y="11518"/>
                  </a:lnTo>
                  <a:lnTo>
                    <a:pt x="24961" y="12770"/>
                  </a:lnTo>
                  <a:lnTo>
                    <a:pt x="24901" y="14021"/>
                  </a:lnTo>
                  <a:lnTo>
                    <a:pt x="24721" y="15261"/>
                  </a:lnTo>
                  <a:lnTo>
                    <a:pt x="24424" y="16477"/>
                  </a:lnTo>
                  <a:lnTo>
                    <a:pt x="24011" y="17656"/>
                  </a:lnTo>
                  <a:lnTo>
                    <a:pt x="23487" y="18789"/>
                  </a:lnTo>
                  <a:lnTo>
                    <a:pt x="22858" y="19864"/>
                  </a:lnTo>
                  <a:lnTo>
                    <a:pt x="22128" y="20871"/>
                  </a:lnTo>
                  <a:lnTo>
                    <a:pt x="21306" y="21799"/>
                  </a:lnTo>
                  <a:lnTo>
                    <a:pt x="20398" y="22641"/>
                  </a:lnTo>
                  <a:lnTo>
                    <a:pt x="19414" y="23387"/>
                  </a:lnTo>
                  <a:lnTo>
                    <a:pt x="18364" y="24032"/>
                  </a:lnTo>
                  <a:lnTo>
                    <a:pt x="17257" y="24568"/>
                  </a:lnTo>
                  <a:lnTo>
                    <a:pt x="16097" y="24991"/>
                  </a:lnTo>
                  <a:lnTo>
                    <a:pt x="14915" y="25294"/>
                  </a:lnTo>
                  <a:lnTo>
                    <a:pt x="14676" y="25331"/>
                  </a:lnTo>
                  <a:lnTo>
                    <a:pt x="13704" y="25478"/>
                  </a:lnTo>
                  <a:lnTo>
                    <a:pt x="13236" y="25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39309" y="3875680"/>
              <a:ext cx="43795" cy="53047"/>
            </a:xfrm>
            <a:custGeom>
              <a:avLst/>
              <a:pathLst>
                <a:path w="43795" h="53047">
                  <a:moveTo>
                    <a:pt x="0" y="10738"/>
                  </a:moveTo>
                  <a:lnTo>
                    <a:pt x="19052" y="0"/>
                  </a:lnTo>
                  <a:lnTo>
                    <a:pt x="43795" y="41920"/>
                  </a:lnTo>
                  <a:lnTo>
                    <a:pt x="24616" y="53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77164" y="3877804"/>
              <a:ext cx="42141" cy="52429"/>
            </a:xfrm>
            <a:custGeom>
              <a:avLst/>
              <a:pathLst>
                <a:path w="42141" h="52429">
                  <a:moveTo>
                    <a:pt x="24101" y="52429"/>
                  </a:moveTo>
                  <a:lnTo>
                    <a:pt x="0" y="11056"/>
                  </a:lnTo>
                  <a:lnTo>
                    <a:pt x="18319" y="0"/>
                  </a:lnTo>
                  <a:lnTo>
                    <a:pt x="42141" y="41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75071" y="3652769"/>
              <a:ext cx="42258" cy="51581"/>
            </a:xfrm>
            <a:custGeom>
              <a:avLst/>
              <a:pathLst>
                <a:path w="42258" h="51581">
                  <a:moveTo>
                    <a:pt x="0" y="10719"/>
                  </a:moveTo>
                  <a:lnTo>
                    <a:pt x="18232" y="0"/>
                  </a:lnTo>
                  <a:lnTo>
                    <a:pt x="42258" y="40885"/>
                  </a:lnTo>
                  <a:lnTo>
                    <a:pt x="24133" y="51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29476" y="3666202"/>
              <a:ext cx="50774" cy="41363"/>
            </a:xfrm>
            <a:custGeom>
              <a:avLst/>
              <a:pathLst>
                <a:path w="50774" h="41363">
                  <a:moveTo>
                    <a:pt x="0" y="24040"/>
                  </a:moveTo>
                  <a:lnTo>
                    <a:pt x="40768" y="0"/>
                  </a:lnTo>
                  <a:lnTo>
                    <a:pt x="50774" y="17705"/>
                  </a:lnTo>
                  <a:lnTo>
                    <a:pt x="9835" y="41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60037" y="3670389"/>
              <a:ext cx="187150" cy="214774"/>
            </a:xfrm>
            <a:custGeom>
              <a:avLst/>
              <a:pathLst>
                <a:path w="187150" h="214774">
                  <a:moveTo>
                    <a:pt x="0" y="77972"/>
                  </a:moveTo>
                  <a:lnTo>
                    <a:pt x="61797" y="40323"/>
                  </a:lnTo>
                  <a:lnTo>
                    <a:pt x="130762" y="0"/>
                  </a:lnTo>
                  <a:lnTo>
                    <a:pt x="187150" y="93633"/>
                  </a:lnTo>
                  <a:lnTo>
                    <a:pt x="92380" y="148679"/>
                  </a:lnTo>
                  <a:lnTo>
                    <a:pt x="117503" y="190594"/>
                  </a:lnTo>
                  <a:lnTo>
                    <a:pt x="76771" y="21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286416" y="3681235"/>
              <a:ext cx="41694" cy="51605"/>
            </a:xfrm>
            <a:custGeom>
              <a:avLst/>
              <a:pathLst>
                <a:path w="41694" h="51605">
                  <a:moveTo>
                    <a:pt x="23745" y="51605"/>
                  </a:moveTo>
                  <a:lnTo>
                    <a:pt x="0" y="10731"/>
                  </a:lnTo>
                  <a:lnTo>
                    <a:pt x="18068" y="0"/>
                  </a:lnTo>
                  <a:lnTo>
                    <a:pt x="41694" y="41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02288" y="3684634"/>
              <a:ext cx="67006" cy="67365"/>
            </a:xfrm>
            <a:custGeom>
              <a:avLst/>
              <a:pathLst>
                <a:path w="67006" h="67365">
                  <a:moveTo>
                    <a:pt x="25009" y="67365"/>
                  </a:moveTo>
                  <a:lnTo>
                    <a:pt x="0" y="25100"/>
                  </a:lnTo>
                  <a:lnTo>
                    <a:pt x="41870" y="0"/>
                  </a:lnTo>
                  <a:lnTo>
                    <a:pt x="67006" y="4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288338" y="3840869"/>
              <a:ext cx="33496" cy="33639"/>
            </a:xfrm>
            <a:custGeom>
              <a:avLst/>
              <a:pathLst>
                <a:path w="33496" h="33639">
                  <a:moveTo>
                    <a:pt x="0" y="13340"/>
                  </a:moveTo>
                  <a:lnTo>
                    <a:pt x="22199" y="0"/>
                  </a:lnTo>
                  <a:lnTo>
                    <a:pt x="33496" y="20126"/>
                  </a:lnTo>
                  <a:lnTo>
                    <a:pt x="11802" y="3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23335" y="3850932"/>
              <a:ext cx="30630" cy="31267"/>
            </a:xfrm>
            <a:custGeom>
              <a:avLst/>
              <a:pathLst>
                <a:path w="30630" h="31267">
                  <a:moveTo>
                    <a:pt x="0" y="10341"/>
                  </a:moveTo>
                  <a:lnTo>
                    <a:pt x="18533" y="0"/>
                  </a:lnTo>
                  <a:lnTo>
                    <a:pt x="30630" y="20830"/>
                  </a:lnTo>
                  <a:lnTo>
                    <a:pt x="12568" y="31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371637" y="3825371"/>
              <a:ext cx="43443" cy="52673"/>
            </a:xfrm>
            <a:custGeom>
              <a:avLst/>
              <a:pathLst>
                <a:path w="43443" h="52673">
                  <a:moveTo>
                    <a:pt x="25009" y="52673"/>
                  </a:moveTo>
                  <a:lnTo>
                    <a:pt x="0" y="10753"/>
                  </a:lnTo>
                  <a:lnTo>
                    <a:pt x="18434" y="0"/>
                  </a:lnTo>
                  <a:lnTo>
                    <a:pt x="43443" y="41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192914" y="3735978"/>
              <a:ext cx="42461" cy="51272"/>
            </a:xfrm>
            <a:custGeom>
              <a:avLst/>
              <a:pathLst>
                <a:path w="42461" h="51272">
                  <a:moveTo>
                    <a:pt x="24336" y="51272"/>
                  </a:moveTo>
                  <a:lnTo>
                    <a:pt x="0" y="10856"/>
                  </a:lnTo>
                  <a:lnTo>
                    <a:pt x="18799" y="0"/>
                  </a:lnTo>
                  <a:lnTo>
                    <a:pt x="42461" y="41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290414" y="3726934"/>
              <a:ext cx="51466" cy="42112"/>
            </a:xfrm>
            <a:custGeom>
              <a:avLst/>
              <a:pathLst>
                <a:path w="51466" h="42112">
                  <a:moveTo>
                    <a:pt x="0" y="24128"/>
                  </a:moveTo>
                  <a:lnTo>
                    <a:pt x="40787" y="0"/>
                  </a:lnTo>
                  <a:lnTo>
                    <a:pt x="51466" y="17970"/>
                  </a:lnTo>
                  <a:lnTo>
                    <a:pt x="10860" y="42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36817" y="3648491"/>
              <a:ext cx="40368" cy="49684"/>
            </a:xfrm>
            <a:custGeom>
              <a:avLst/>
              <a:pathLst>
                <a:path w="40368" h="49684">
                  <a:moveTo>
                    <a:pt x="22594" y="49684"/>
                  </a:moveTo>
                  <a:lnTo>
                    <a:pt x="0" y="10379"/>
                  </a:lnTo>
                  <a:lnTo>
                    <a:pt x="17197" y="0"/>
                  </a:lnTo>
                  <a:lnTo>
                    <a:pt x="40368" y="3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48819" y="3839000"/>
              <a:ext cx="43378" cy="52745"/>
            </a:xfrm>
            <a:custGeom>
              <a:avLst/>
              <a:pathLst>
                <a:path w="43378" h="52745">
                  <a:moveTo>
                    <a:pt x="24841" y="52745"/>
                  </a:moveTo>
                  <a:lnTo>
                    <a:pt x="0" y="11040"/>
                  </a:lnTo>
                  <a:lnTo>
                    <a:pt x="18490" y="0"/>
                  </a:lnTo>
                  <a:lnTo>
                    <a:pt x="43378" y="41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27971" y="3847381"/>
              <a:ext cx="42345" cy="52667"/>
            </a:xfrm>
            <a:custGeom>
              <a:avLst/>
              <a:pathLst>
                <a:path w="42345" h="52667">
                  <a:moveTo>
                    <a:pt x="24178" y="52667"/>
                  </a:moveTo>
                  <a:lnTo>
                    <a:pt x="0" y="10738"/>
                  </a:lnTo>
                  <a:lnTo>
                    <a:pt x="18222" y="0"/>
                  </a:lnTo>
                  <a:lnTo>
                    <a:pt x="42345" y="41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42631" y="3914594"/>
              <a:ext cx="54301" cy="44397"/>
            </a:xfrm>
            <a:custGeom>
              <a:avLst/>
              <a:pathLst>
                <a:path w="54301" h="44397">
                  <a:moveTo>
                    <a:pt x="54301" y="18918"/>
                  </a:moveTo>
                  <a:lnTo>
                    <a:pt x="11605" y="44397"/>
                  </a:lnTo>
                  <a:lnTo>
                    <a:pt x="0" y="25219"/>
                  </a:lnTo>
                  <a:lnTo>
                    <a:pt x="43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15192" y="3637542"/>
              <a:ext cx="99055" cy="99812"/>
            </a:xfrm>
            <a:custGeom>
              <a:avLst/>
              <a:pathLst>
                <a:path w="99055" h="99812">
                  <a:moveTo>
                    <a:pt x="0" y="37708"/>
                  </a:moveTo>
                  <a:lnTo>
                    <a:pt x="63409" y="0"/>
                  </a:lnTo>
                  <a:lnTo>
                    <a:pt x="99055" y="62377"/>
                  </a:lnTo>
                  <a:lnTo>
                    <a:pt x="36165" y="9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30731" y="3768151"/>
              <a:ext cx="41097" cy="48921"/>
            </a:xfrm>
            <a:custGeom>
              <a:avLst/>
              <a:pathLst>
                <a:path w="41097" h="48921">
                  <a:moveTo>
                    <a:pt x="0" y="11055"/>
                  </a:moveTo>
                  <a:lnTo>
                    <a:pt x="18827" y="0"/>
                  </a:lnTo>
                  <a:lnTo>
                    <a:pt x="41097" y="37966"/>
                  </a:lnTo>
                  <a:lnTo>
                    <a:pt x="22389" y="48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43583" y="3778920"/>
              <a:ext cx="42769" cy="52271"/>
            </a:xfrm>
            <a:custGeom>
              <a:avLst/>
              <a:pathLst>
                <a:path w="42769" h="52271">
                  <a:moveTo>
                    <a:pt x="24335" y="52271"/>
                  </a:moveTo>
                  <a:lnTo>
                    <a:pt x="0" y="10925"/>
                  </a:lnTo>
                  <a:lnTo>
                    <a:pt x="18546" y="0"/>
                  </a:lnTo>
                  <a:lnTo>
                    <a:pt x="42769" y="41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59065" y="3634828"/>
              <a:ext cx="40783" cy="49798"/>
            </a:xfrm>
            <a:custGeom>
              <a:avLst/>
              <a:pathLst>
                <a:path w="40783" h="49798">
                  <a:moveTo>
                    <a:pt x="40783" y="38930"/>
                  </a:moveTo>
                  <a:lnTo>
                    <a:pt x="23304" y="49798"/>
                  </a:lnTo>
                  <a:lnTo>
                    <a:pt x="0" y="10505"/>
                  </a:lnTo>
                  <a:lnTo>
                    <a:pt x="179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50498" y="3833337"/>
              <a:ext cx="42973" cy="53011"/>
            </a:xfrm>
            <a:custGeom>
              <a:avLst/>
              <a:pathLst>
                <a:path w="42973" h="53011">
                  <a:moveTo>
                    <a:pt x="24953" y="53011"/>
                  </a:moveTo>
                  <a:lnTo>
                    <a:pt x="0" y="11027"/>
                  </a:lnTo>
                  <a:lnTo>
                    <a:pt x="17963" y="0"/>
                  </a:lnTo>
                  <a:lnTo>
                    <a:pt x="42973" y="42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62711" y="3840483"/>
              <a:ext cx="52652" cy="44163"/>
            </a:xfrm>
            <a:custGeom>
              <a:avLst/>
              <a:pathLst>
                <a:path w="52652" h="44163">
                  <a:moveTo>
                    <a:pt x="0" y="24483"/>
                  </a:moveTo>
                  <a:lnTo>
                    <a:pt x="41499" y="0"/>
                  </a:lnTo>
                  <a:lnTo>
                    <a:pt x="52652" y="19580"/>
                  </a:lnTo>
                  <a:lnTo>
                    <a:pt x="11699" y="44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56123" y="3894163"/>
              <a:ext cx="42902" cy="52982"/>
            </a:xfrm>
            <a:custGeom>
              <a:avLst/>
              <a:pathLst>
                <a:path w="42902" h="52982">
                  <a:moveTo>
                    <a:pt x="24680" y="52982"/>
                  </a:moveTo>
                  <a:lnTo>
                    <a:pt x="0" y="11327"/>
                  </a:lnTo>
                  <a:lnTo>
                    <a:pt x="18222" y="0"/>
                  </a:lnTo>
                  <a:lnTo>
                    <a:pt x="42902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39242" y="3600830"/>
              <a:ext cx="34226" cy="46592"/>
            </a:xfrm>
            <a:custGeom>
              <a:avLst/>
              <a:pathLst>
                <a:path w="34226" h="46592">
                  <a:moveTo>
                    <a:pt x="0" y="45097"/>
                  </a:moveTo>
                  <a:lnTo>
                    <a:pt x="13311" y="0"/>
                  </a:lnTo>
                  <a:lnTo>
                    <a:pt x="17633" y="1142"/>
                  </a:lnTo>
                  <a:lnTo>
                    <a:pt x="34226" y="29341"/>
                  </a:lnTo>
                  <a:lnTo>
                    <a:pt x="4833" y="4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22574" y="3611410"/>
              <a:ext cx="50947" cy="41250"/>
            </a:xfrm>
            <a:custGeom>
              <a:avLst/>
              <a:pathLst>
                <a:path w="50947" h="41250">
                  <a:moveTo>
                    <a:pt x="9943" y="41250"/>
                  </a:moveTo>
                  <a:lnTo>
                    <a:pt x="0" y="24223"/>
                  </a:lnTo>
                  <a:lnTo>
                    <a:pt x="41084" y="0"/>
                  </a:lnTo>
                  <a:lnTo>
                    <a:pt x="50947" y="168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30002" y="3745496"/>
              <a:ext cx="41951" cy="52318"/>
            </a:xfrm>
            <a:custGeom>
              <a:avLst/>
              <a:pathLst>
                <a:path w="41951" h="52318">
                  <a:moveTo>
                    <a:pt x="0" y="10985"/>
                  </a:moveTo>
                  <a:lnTo>
                    <a:pt x="17728" y="0"/>
                  </a:lnTo>
                  <a:lnTo>
                    <a:pt x="41951" y="41344"/>
                  </a:lnTo>
                  <a:lnTo>
                    <a:pt x="23941" y="52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70030" y="3749174"/>
              <a:ext cx="42896" cy="51733"/>
            </a:xfrm>
            <a:custGeom>
              <a:avLst/>
              <a:pathLst>
                <a:path w="42896" h="51733">
                  <a:moveTo>
                    <a:pt x="23885" y="51733"/>
                  </a:moveTo>
                  <a:lnTo>
                    <a:pt x="0" y="10388"/>
                  </a:lnTo>
                  <a:lnTo>
                    <a:pt x="18561" y="0"/>
                  </a:lnTo>
                  <a:lnTo>
                    <a:pt x="42896" y="41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07193" y="3755420"/>
              <a:ext cx="52267" cy="43257"/>
            </a:xfrm>
            <a:custGeom>
              <a:avLst/>
              <a:pathLst>
                <a:path w="52267" h="43257">
                  <a:moveTo>
                    <a:pt x="0" y="24453"/>
                  </a:moveTo>
                  <a:lnTo>
                    <a:pt x="40802" y="0"/>
                  </a:lnTo>
                  <a:lnTo>
                    <a:pt x="52267" y="19105"/>
                  </a:lnTo>
                  <a:lnTo>
                    <a:pt x="11170" y="43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279117" y="3880453"/>
              <a:ext cx="42994" cy="53181"/>
            </a:xfrm>
            <a:custGeom>
              <a:avLst/>
              <a:pathLst>
                <a:path w="42994" h="53181">
                  <a:moveTo>
                    <a:pt x="24869" y="53181"/>
                  </a:moveTo>
                  <a:lnTo>
                    <a:pt x="0" y="10868"/>
                  </a:lnTo>
                  <a:lnTo>
                    <a:pt x="17928" y="0"/>
                  </a:lnTo>
                  <a:lnTo>
                    <a:pt x="42994" y="425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15932" y="3882533"/>
              <a:ext cx="43163" cy="52629"/>
            </a:xfrm>
            <a:custGeom>
              <a:avLst/>
              <a:pathLst>
                <a:path w="43163" h="52629">
                  <a:moveTo>
                    <a:pt x="0" y="10889"/>
                  </a:moveTo>
                  <a:lnTo>
                    <a:pt x="18462" y="0"/>
                  </a:lnTo>
                  <a:lnTo>
                    <a:pt x="43163" y="41905"/>
                  </a:lnTo>
                  <a:lnTo>
                    <a:pt x="25291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27480" y="3911129"/>
              <a:ext cx="42452" cy="52485"/>
            </a:xfrm>
            <a:custGeom>
              <a:avLst/>
              <a:pathLst>
                <a:path w="42452" h="52485">
                  <a:moveTo>
                    <a:pt x="0" y="10831"/>
                  </a:moveTo>
                  <a:lnTo>
                    <a:pt x="18184" y="0"/>
                  </a:lnTo>
                  <a:lnTo>
                    <a:pt x="42452" y="42071"/>
                  </a:lnTo>
                  <a:lnTo>
                    <a:pt x="24680" y="52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376045" y="3871605"/>
              <a:ext cx="52473" cy="43554"/>
            </a:xfrm>
            <a:custGeom>
              <a:avLst/>
              <a:pathLst>
                <a:path w="52473" h="43554">
                  <a:moveTo>
                    <a:pt x="0" y="24373"/>
                  </a:moveTo>
                  <a:lnTo>
                    <a:pt x="41306" y="0"/>
                  </a:lnTo>
                  <a:lnTo>
                    <a:pt x="52473" y="18835"/>
                  </a:lnTo>
                  <a:lnTo>
                    <a:pt x="11341" y="43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73295" y="3594472"/>
              <a:ext cx="41440" cy="51063"/>
            </a:xfrm>
            <a:custGeom>
              <a:avLst/>
              <a:pathLst>
                <a:path w="41440" h="51063">
                  <a:moveTo>
                    <a:pt x="0" y="10451"/>
                  </a:moveTo>
                  <a:lnTo>
                    <a:pt x="17723" y="0"/>
                  </a:lnTo>
                  <a:lnTo>
                    <a:pt x="41440" y="40195"/>
                  </a:lnTo>
                  <a:lnTo>
                    <a:pt x="23737" y="5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54215" y="3731102"/>
              <a:ext cx="41696" cy="51669"/>
            </a:xfrm>
            <a:custGeom>
              <a:avLst/>
              <a:pathLst>
                <a:path w="41696" h="51669">
                  <a:moveTo>
                    <a:pt x="0" y="10746"/>
                  </a:moveTo>
                  <a:lnTo>
                    <a:pt x="17749" y="0"/>
                  </a:lnTo>
                  <a:lnTo>
                    <a:pt x="41696" y="41375"/>
                  </a:lnTo>
                  <a:lnTo>
                    <a:pt x="24105" y="51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71132" y="3976286"/>
              <a:ext cx="43134" cy="52256"/>
            </a:xfrm>
            <a:custGeom>
              <a:avLst/>
              <a:pathLst>
                <a:path w="43134" h="52256">
                  <a:moveTo>
                    <a:pt x="0" y="10853"/>
                  </a:moveTo>
                  <a:lnTo>
                    <a:pt x="18265" y="0"/>
                  </a:lnTo>
                  <a:lnTo>
                    <a:pt x="43134" y="40813"/>
                  </a:lnTo>
                  <a:lnTo>
                    <a:pt x="24658" y="52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11259" y="3829649"/>
              <a:ext cx="30131" cy="30649"/>
            </a:xfrm>
            <a:custGeom>
              <a:avLst/>
              <a:pathLst>
                <a:path w="30131" h="30649">
                  <a:moveTo>
                    <a:pt x="0" y="10782"/>
                  </a:moveTo>
                  <a:lnTo>
                    <a:pt x="18272" y="0"/>
                  </a:lnTo>
                  <a:lnTo>
                    <a:pt x="30131" y="20471"/>
                  </a:lnTo>
                  <a:lnTo>
                    <a:pt x="11584" y="30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197424" y="3782962"/>
              <a:ext cx="51791" cy="41528"/>
            </a:xfrm>
            <a:custGeom>
              <a:avLst/>
              <a:pathLst>
                <a:path w="51791" h="41528">
                  <a:moveTo>
                    <a:pt x="0" y="23622"/>
                  </a:moveTo>
                  <a:lnTo>
                    <a:pt x="41202" y="0"/>
                  </a:lnTo>
                  <a:lnTo>
                    <a:pt x="51791" y="17507"/>
                  </a:lnTo>
                  <a:lnTo>
                    <a:pt x="9871" y="41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284092" y="3782497"/>
              <a:ext cx="43036" cy="52682"/>
            </a:xfrm>
            <a:custGeom>
              <a:avLst/>
              <a:pathLst>
                <a:path w="43036" h="52682">
                  <a:moveTo>
                    <a:pt x="24531" y="52682"/>
                  </a:moveTo>
                  <a:lnTo>
                    <a:pt x="0" y="10675"/>
                  </a:lnTo>
                  <a:lnTo>
                    <a:pt x="18335" y="0"/>
                  </a:lnTo>
                  <a:lnTo>
                    <a:pt x="43036" y="42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08304" y="3781789"/>
              <a:ext cx="41168" cy="49041"/>
            </a:xfrm>
            <a:custGeom>
              <a:avLst/>
              <a:pathLst>
                <a:path w="41168" h="49041">
                  <a:moveTo>
                    <a:pt x="0" y="11149"/>
                  </a:moveTo>
                  <a:lnTo>
                    <a:pt x="18743" y="0"/>
                  </a:lnTo>
                  <a:lnTo>
                    <a:pt x="41168" y="37665"/>
                  </a:lnTo>
                  <a:lnTo>
                    <a:pt x="21759" y="49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20755" y="3792491"/>
              <a:ext cx="42723" cy="52731"/>
            </a:xfrm>
            <a:custGeom>
              <a:avLst/>
              <a:pathLst>
                <a:path w="42723" h="52731">
                  <a:moveTo>
                    <a:pt x="24121" y="52731"/>
                  </a:moveTo>
                  <a:lnTo>
                    <a:pt x="0" y="10853"/>
                  </a:lnTo>
                  <a:lnTo>
                    <a:pt x="18500" y="0"/>
                  </a:lnTo>
                  <a:lnTo>
                    <a:pt x="42723" y="41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199842" y="3864313"/>
              <a:ext cx="42474" cy="52213"/>
            </a:xfrm>
            <a:custGeom>
              <a:avLst/>
              <a:pathLst>
                <a:path w="42474" h="52213">
                  <a:moveTo>
                    <a:pt x="0" y="10911"/>
                  </a:moveTo>
                  <a:lnTo>
                    <a:pt x="18335" y="0"/>
                  </a:lnTo>
                  <a:lnTo>
                    <a:pt x="42474" y="41460"/>
                  </a:lnTo>
                  <a:lnTo>
                    <a:pt x="24152" y="5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40106" y="3867856"/>
              <a:ext cx="42923" cy="53341"/>
            </a:xfrm>
            <a:custGeom>
              <a:avLst/>
              <a:pathLst>
                <a:path w="42923" h="53341">
                  <a:moveTo>
                    <a:pt x="0" y="11069"/>
                  </a:moveTo>
                  <a:lnTo>
                    <a:pt x="18160" y="0"/>
                  </a:lnTo>
                  <a:lnTo>
                    <a:pt x="42923" y="42804"/>
                  </a:lnTo>
                  <a:lnTo>
                    <a:pt x="24641" y="53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04520" y="3924822"/>
              <a:ext cx="42783" cy="52633"/>
            </a:xfrm>
            <a:custGeom>
              <a:avLst/>
              <a:pathLst>
                <a:path w="42783" h="52633">
                  <a:moveTo>
                    <a:pt x="24762" y="52633"/>
                  </a:moveTo>
                  <a:lnTo>
                    <a:pt x="0" y="10853"/>
                  </a:lnTo>
                  <a:lnTo>
                    <a:pt x="17984" y="0"/>
                  </a:lnTo>
                  <a:lnTo>
                    <a:pt x="42783" y="41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32157" y="3957403"/>
              <a:ext cx="51258" cy="42560"/>
            </a:xfrm>
            <a:custGeom>
              <a:avLst/>
              <a:pathLst>
                <a:path w="51258" h="42560">
                  <a:moveTo>
                    <a:pt x="0" y="24291"/>
                  </a:moveTo>
                  <a:lnTo>
                    <a:pt x="40791" y="0"/>
                  </a:lnTo>
                  <a:lnTo>
                    <a:pt x="51258" y="18573"/>
                  </a:lnTo>
                  <a:lnTo>
                    <a:pt x="10498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195512" y="3961744"/>
              <a:ext cx="42450" cy="52012"/>
            </a:xfrm>
            <a:custGeom>
              <a:avLst/>
              <a:pathLst>
                <a:path w="42450" h="52012">
                  <a:moveTo>
                    <a:pt x="0" y="11094"/>
                  </a:moveTo>
                  <a:lnTo>
                    <a:pt x="18649" y="0"/>
                  </a:lnTo>
                  <a:lnTo>
                    <a:pt x="42450" y="41201"/>
                  </a:lnTo>
                  <a:lnTo>
                    <a:pt x="24501" y="52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00744" y="3629506"/>
              <a:ext cx="38433" cy="38645"/>
            </a:xfrm>
            <a:custGeom>
              <a:avLst/>
              <a:pathLst>
                <a:path w="38433" h="38645">
                  <a:moveTo>
                    <a:pt x="0" y="21861"/>
                  </a:moveTo>
                  <a:lnTo>
                    <a:pt x="35229" y="0"/>
                  </a:lnTo>
                  <a:lnTo>
                    <a:pt x="37815" y="4542"/>
                  </a:lnTo>
                  <a:lnTo>
                    <a:pt x="35229" y="16101"/>
                  </a:lnTo>
                  <a:lnTo>
                    <a:pt x="38433" y="21793"/>
                  </a:lnTo>
                  <a:lnTo>
                    <a:pt x="10045" y="3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199605" y="3638442"/>
              <a:ext cx="41237" cy="51564"/>
            </a:xfrm>
            <a:custGeom>
              <a:avLst/>
              <a:pathLst>
                <a:path w="41237" h="51564">
                  <a:moveTo>
                    <a:pt x="0" y="10422"/>
                  </a:moveTo>
                  <a:lnTo>
                    <a:pt x="17703" y="0"/>
                  </a:lnTo>
                  <a:lnTo>
                    <a:pt x="41237" y="41091"/>
                  </a:lnTo>
                  <a:lnTo>
                    <a:pt x="23843" y="51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66503" y="3690511"/>
              <a:ext cx="41514" cy="50330"/>
            </a:xfrm>
            <a:custGeom>
              <a:avLst/>
              <a:pathLst>
                <a:path w="41514" h="50330">
                  <a:moveTo>
                    <a:pt x="23136" y="50330"/>
                  </a:moveTo>
                  <a:lnTo>
                    <a:pt x="0" y="10099"/>
                  </a:lnTo>
                  <a:lnTo>
                    <a:pt x="17352" y="0"/>
                  </a:lnTo>
                  <a:lnTo>
                    <a:pt x="41514" y="39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63465" y="3694645"/>
              <a:ext cx="41877" cy="51551"/>
            </a:xfrm>
            <a:custGeom>
              <a:avLst/>
              <a:pathLst>
                <a:path w="41877" h="51551">
                  <a:moveTo>
                    <a:pt x="24047" y="51551"/>
                  </a:moveTo>
                  <a:lnTo>
                    <a:pt x="0" y="11036"/>
                  </a:lnTo>
                  <a:lnTo>
                    <a:pt x="18271" y="0"/>
                  </a:lnTo>
                  <a:lnTo>
                    <a:pt x="41877" y="41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42950" y="3703800"/>
              <a:ext cx="41959" cy="50285"/>
            </a:xfrm>
            <a:custGeom>
              <a:avLst/>
              <a:pathLst>
                <a:path w="41959" h="50285">
                  <a:moveTo>
                    <a:pt x="0" y="10165"/>
                  </a:moveTo>
                  <a:lnTo>
                    <a:pt x="17541" y="0"/>
                  </a:lnTo>
                  <a:lnTo>
                    <a:pt x="41959" y="39898"/>
                  </a:lnTo>
                  <a:lnTo>
                    <a:pt x="23342" y="50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59704" y="3796777"/>
              <a:ext cx="42952" cy="52533"/>
            </a:xfrm>
            <a:custGeom>
              <a:avLst/>
              <a:pathLst>
                <a:path w="42952" h="52533">
                  <a:moveTo>
                    <a:pt x="24813" y="52533"/>
                  </a:moveTo>
                  <a:lnTo>
                    <a:pt x="0" y="10973"/>
                  </a:lnTo>
                  <a:lnTo>
                    <a:pt x="18457" y="0"/>
                  </a:lnTo>
                  <a:lnTo>
                    <a:pt x="42952" y="41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485110" y="3795216"/>
              <a:ext cx="40794" cy="49328"/>
            </a:xfrm>
            <a:custGeom>
              <a:avLst/>
              <a:pathLst>
                <a:path w="40794" h="49328">
                  <a:moveTo>
                    <a:pt x="0" y="11374"/>
                  </a:moveTo>
                  <a:lnTo>
                    <a:pt x="19046" y="0"/>
                  </a:lnTo>
                  <a:lnTo>
                    <a:pt x="40794" y="38230"/>
                  </a:lnTo>
                  <a:lnTo>
                    <a:pt x="22304" y="49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14063" y="3810515"/>
              <a:ext cx="52331" cy="43120"/>
            </a:xfrm>
            <a:custGeom>
              <a:avLst/>
              <a:pathLst>
                <a:path w="52331" h="43120">
                  <a:moveTo>
                    <a:pt x="11191" y="43120"/>
                  </a:moveTo>
                  <a:lnTo>
                    <a:pt x="0" y="24467"/>
                  </a:lnTo>
                  <a:lnTo>
                    <a:pt x="41097" y="0"/>
                  </a:lnTo>
                  <a:lnTo>
                    <a:pt x="52331" y="18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462378" y="3808912"/>
              <a:ext cx="40563" cy="48576"/>
            </a:xfrm>
            <a:custGeom>
              <a:avLst/>
              <a:pathLst>
                <a:path w="40563" h="48576">
                  <a:moveTo>
                    <a:pt x="0" y="10753"/>
                  </a:moveTo>
                  <a:lnTo>
                    <a:pt x="18773" y="0"/>
                  </a:lnTo>
                  <a:lnTo>
                    <a:pt x="40563" y="37751"/>
                  </a:lnTo>
                  <a:lnTo>
                    <a:pt x="21485" y="48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283534" y="3927134"/>
              <a:ext cx="52107" cy="42897"/>
            </a:xfrm>
            <a:custGeom>
              <a:avLst/>
              <a:pathLst>
                <a:path w="52107" h="42897">
                  <a:moveTo>
                    <a:pt x="0" y="24911"/>
                  </a:moveTo>
                  <a:lnTo>
                    <a:pt x="41151" y="0"/>
                  </a:lnTo>
                  <a:lnTo>
                    <a:pt x="52107" y="18398"/>
                  </a:lnTo>
                  <a:lnTo>
                    <a:pt x="10591" y="42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00815" y="3861800"/>
              <a:ext cx="34507" cy="34617"/>
            </a:xfrm>
            <a:custGeom>
              <a:avLst/>
              <a:pathLst>
                <a:path w="34507" h="34617">
                  <a:moveTo>
                    <a:pt x="0" y="13513"/>
                  </a:moveTo>
                  <a:lnTo>
                    <a:pt x="21693" y="0"/>
                  </a:lnTo>
                  <a:lnTo>
                    <a:pt x="34507" y="20931"/>
                  </a:lnTo>
                  <a:lnTo>
                    <a:pt x="12476" y="34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57297" y="3938678"/>
              <a:ext cx="54136" cy="44206"/>
            </a:xfrm>
            <a:custGeom>
              <a:avLst/>
              <a:pathLst>
                <a:path w="54136" h="44206">
                  <a:moveTo>
                    <a:pt x="30959" y="32570"/>
                  </a:moveTo>
                  <a:lnTo>
                    <a:pt x="11184" y="44206"/>
                  </a:lnTo>
                  <a:lnTo>
                    <a:pt x="0" y="25919"/>
                  </a:lnTo>
                  <a:lnTo>
                    <a:pt x="19534" y="14146"/>
                  </a:lnTo>
                  <a:lnTo>
                    <a:pt x="20696" y="13446"/>
                  </a:lnTo>
                  <a:lnTo>
                    <a:pt x="21383" y="13032"/>
                  </a:lnTo>
                  <a:lnTo>
                    <a:pt x="31138" y="7153"/>
                  </a:lnTo>
                  <a:lnTo>
                    <a:pt x="32266" y="6473"/>
                  </a:lnTo>
                  <a:lnTo>
                    <a:pt x="42010" y="601"/>
                  </a:lnTo>
                  <a:lnTo>
                    <a:pt x="43008" y="0"/>
                  </a:lnTo>
                  <a:lnTo>
                    <a:pt x="43249" y="411"/>
                  </a:lnTo>
                  <a:lnTo>
                    <a:pt x="53710" y="18209"/>
                  </a:lnTo>
                  <a:lnTo>
                    <a:pt x="54136" y="18933"/>
                  </a:lnTo>
                  <a:lnTo>
                    <a:pt x="53712" y="19182"/>
                  </a:lnTo>
                  <a:lnTo>
                    <a:pt x="32166" y="31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08865" y="3590208"/>
              <a:ext cx="42151" cy="42552"/>
            </a:xfrm>
            <a:custGeom>
              <a:avLst/>
              <a:pathLst>
                <a:path w="42151" h="42552">
                  <a:moveTo>
                    <a:pt x="24501" y="34868"/>
                  </a:moveTo>
                  <a:lnTo>
                    <a:pt x="10959" y="42552"/>
                  </a:lnTo>
                  <a:lnTo>
                    <a:pt x="0" y="24367"/>
                  </a:lnTo>
                  <a:lnTo>
                    <a:pt x="12707" y="16922"/>
                  </a:lnTo>
                  <a:lnTo>
                    <a:pt x="13456" y="16483"/>
                  </a:lnTo>
                  <a:lnTo>
                    <a:pt x="14189" y="16053"/>
                  </a:lnTo>
                  <a:lnTo>
                    <a:pt x="24287" y="10137"/>
                  </a:lnTo>
                  <a:lnTo>
                    <a:pt x="25857" y="9217"/>
                  </a:lnTo>
                  <a:lnTo>
                    <a:pt x="41589" y="0"/>
                  </a:lnTo>
                  <a:lnTo>
                    <a:pt x="42151" y="1078"/>
                  </a:lnTo>
                  <a:lnTo>
                    <a:pt x="38850" y="12749"/>
                  </a:lnTo>
                  <a:lnTo>
                    <a:pt x="38322" y="14617"/>
                  </a:lnTo>
                  <a:lnTo>
                    <a:pt x="34142" y="29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296080" y="3567065"/>
              <a:ext cx="51575" cy="42265"/>
            </a:xfrm>
            <a:custGeom>
              <a:avLst/>
              <a:pathLst>
                <a:path w="51575" h="42265">
                  <a:moveTo>
                    <a:pt x="51575" y="18056"/>
                  </a:moveTo>
                  <a:lnTo>
                    <a:pt x="10267" y="42265"/>
                  </a:lnTo>
                  <a:lnTo>
                    <a:pt x="0" y="24223"/>
                  </a:lnTo>
                  <a:lnTo>
                    <a:pt x="40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226495" y="4292030"/>
              <a:ext cx="31290" cy="33903"/>
            </a:xfrm>
            <a:custGeom>
              <a:avLst/>
              <a:pathLst>
                <a:path w="31290" h="33903">
                  <a:moveTo>
                    <a:pt x="31290" y="23107"/>
                  </a:moveTo>
                  <a:lnTo>
                    <a:pt x="12940" y="33903"/>
                  </a:lnTo>
                  <a:lnTo>
                    <a:pt x="0" y="10997"/>
                  </a:lnTo>
                  <a:lnTo>
                    <a:pt x="18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031650" y="4423803"/>
              <a:ext cx="58649" cy="47467"/>
            </a:xfrm>
            <a:custGeom>
              <a:avLst/>
              <a:pathLst>
                <a:path w="58649" h="47467">
                  <a:moveTo>
                    <a:pt x="21451" y="15399"/>
                  </a:moveTo>
                  <a:lnTo>
                    <a:pt x="47353" y="0"/>
                  </a:lnTo>
                  <a:lnTo>
                    <a:pt x="58649" y="19783"/>
                  </a:lnTo>
                  <a:lnTo>
                    <a:pt x="11148" y="47467"/>
                  </a:lnTo>
                  <a:lnTo>
                    <a:pt x="0" y="28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4967592" y="4443162"/>
              <a:ext cx="32998" cy="35826"/>
            </a:xfrm>
            <a:custGeom>
              <a:avLst/>
              <a:pathLst>
                <a:path w="32998" h="35826">
                  <a:moveTo>
                    <a:pt x="0" y="12034"/>
                  </a:moveTo>
                  <a:lnTo>
                    <a:pt x="19018" y="0"/>
                  </a:lnTo>
                  <a:lnTo>
                    <a:pt x="32998" y="24486"/>
                  </a:lnTo>
                  <a:lnTo>
                    <a:pt x="14120" y="35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19062" y="4231368"/>
              <a:ext cx="58282" cy="47383"/>
            </a:xfrm>
            <a:custGeom>
              <a:avLst/>
              <a:pathLst>
                <a:path w="58282" h="47383">
                  <a:moveTo>
                    <a:pt x="0" y="27768"/>
                  </a:moveTo>
                  <a:lnTo>
                    <a:pt x="47993" y="0"/>
                  </a:lnTo>
                  <a:lnTo>
                    <a:pt x="58282" y="19596"/>
                  </a:lnTo>
                  <a:lnTo>
                    <a:pt x="11125" y="47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16353" y="4348809"/>
              <a:ext cx="61751" cy="84962"/>
            </a:xfrm>
            <a:custGeom>
              <a:avLst/>
              <a:pathLst>
                <a:path w="61751" h="84962">
                  <a:moveTo>
                    <a:pt x="61751" y="73533"/>
                  </a:moveTo>
                  <a:lnTo>
                    <a:pt x="42502" y="84962"/>
                  </a:lnTo>
                  <a:lnTo>
                    <a:pt x="0" y="10925"/>
                  </a:lnTo>
                  <a:lnTo>
                    <a:pt x="189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139883" y="4145569"/>
              <a:ext cx="32995" cy="35918"/>
            </a:xfrm>
            <a:custGeom>
              <a:avLst/>
              <a:pathLst>
                <a:path w="32995" h="35918">
                  <a:moveTo>
                    <a:pt x="0" y="11555"/>
                  </a:moveTo>
                  <a:lnTo>
                    <a:pt x="19282" y="0"/>
                  </a:lnTo>
                  <a:lnTo>
                    <a:pt x="32995" y="24611"/>
                  </a:lnTo>
                  <a:lnTo>
                    <a:pt x="14227" y="35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11519" y="4186593"/>
              <a:ext cx="43871" cy="38501"/>
            </a:xfrm>
            <a:custGeom>
              <a:avLst/>
              <a:pathLst>
                <a:path w="43871" h="38501">
                  <a:moveTo>
                    <a:pt x="0" y="19774"/>
                  </a:moveTo>
                  <a:lnTo>
                    <a:pt x="33371" y="0"/>
                  </a:lnTo>
                  <a:lnTo>
                    <a:pt x="43871" y="18823"/>
                  </a:lnTo>
                  <a:lnTo>
                    <a:pt x="10337" y="38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132434" y="4192848"/>
              <a:ext cx="43706" cy="53953"/>
            </a:xfrm>
            <a:custGeom>
              <a:avLst/>
              <a:pathLst>
                <a:path w="43706" h="53953">
                  <a:moveTo>
                    <a:pt x="0" y="11270"/>
                  </a:moveTo>
                  <a:lnTo>
                    <a:pt x="18883" y="0"/>
                  </a:lnTo>
                  <a:lnTo>
                    <a:pt x="43706" y="42423"/>
                  </a:lnTo>
                  <a:lnTo>
                    <a:pt x="24794" y="53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062822" y="4190206"/>
              <a:ext cx="75099" cy="104585"/>
            </a:xfrm>
            <a:custGeom>
              <a:avLst/>
              <a:pathLst>
                <a:path w="75099" h="104585">
                  <a:moveTo>
                    <a:pt x="0" y="12722"/>
                  </a:moveTo>
                  <a:lnTo>
                    <a:pt x="21778" y="0"/>
                  </a:lnTo>
                  <a:lnTo>
                    <a:pt x="75099" y="92293"/>
                  </a:lnTo>
                  <a:lnTo>
                    <a:pt x="53812" y="104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04337" y="4202758"/>
              <a:ext cx="46944" cy="59085"/>
            </a:xfrm>
            <a:custGeom>
              <a:avLst/>
              <a:pathLst>
                <a:path w="46944" h="59085">
                  <a:moveTo>
                    <a:pt x="0" y="10968"/>
                  </a:moveTo>
                  <a:lnTo>
                    <a:pt x="18703" y="0"/>
                  </a:lnTo>
                  <a:lnTo>
                    <a:pt x="46944" y="47656"/>
                  </a:lnTo>
                  <a:lnTo>
                    <a:pt x="27976" y="59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039410" y="4334878"/>
              <a:ext cx="37242" cy="42869"/>
            </a:xfrm>
            <a:custGeom>
              <a:avLst/>
              <a:pathLst>
                <a:path w="37242" h="42869">
                  <a:moveTo>
                    <a:pt x="0" y="11410"/>
                  </a:moveTo>
                  <a:lnTo>
                    <a:pt x="19117" y="0"/>
                  </a:lnTo>
                  <a:lnTo>
                    <a:pt x="37242" y="31555"/>
                  </a:lnTo>
                  <a:lnTo>
                    <a:pt x="18387" y="42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135424" y="4241340"/>
              <a:ext cx="50616" cy="37269"/>
            </a:xfrm>
            <a:custGeom>
              <a:avLst/>
              <a:pathLst>
                <a:path w="50616" h="37269">
                  <a:moveTo>
                    <a:pt x="0" y="26020"/>
                  </a:moveTo>
                  <a:lnTo>
                    <a:pt x="44047" y="0"/>
                  </a:lnTo>
                  <a:lnTo>
                    <a:pt x="50616" y="11285"/>
                  </a:lnTo>
                  <a:lnTo>
                    <a:pt x="6638" y="37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026349" y="4252503"/>
              <a:ext cx="38466" cy="35293"/>
            </a:xfrm>
            <a:custGeom>
              <a:avLst/>
              <a:pathLst>
                <a:path w="38466" h="35293">
                  <a:moveTo>
                    <a:pt x="38466" y="18544"/>
                  </a:moveTo>
                  <a:lnTo>
                    <a:pt x="10576" y="35293"/>
                  </a:lnTo>
                  <a:lnTo>
                    <a:pt x="0" y="16533"/>
                  </a:lnTo>
                  <a:lnTo>
                    <a:pt x="28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170634" y="4257445"/>
              <a:ext cx="44007" cy="54731"/>
            </a:xfrm>
            <a:custGeom>
              <a:avLst/>
              <a:pathLst>
                <a:path w="44007" h="54731">
                  <a:moveTo>
                    <a:pt x="25039" y="54731"/>
                  </a:moveTo>
                  <a:lnTo>
                    <a:pt x="0" y="11328"/>
                  </a:lnTo>
                  <a:lnTo>
                    <a:pt x="19028" y="0"/>
                  </a:lnTo>
                  <a:lnTo>
                    <a:pt x="44007" y="43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145161" y="4332355"/>
              <a:ext cx="35828" cy="40109"/>
            </a:xfrm>
            <a:custGeom>
              <a:avLst/>
              <a:pathLst>
                <a:path w="35828" h="40109">
                  <a:moveTo>
                    <a:pt x="19473" y="0"/>
                  </a:moveTo>
                  <a:lnTo>
                    <a:pt x="35828" y="28464"/>
                  </a:lnTo>
                  <a:lnTo>
                    <a:pt x="16607" y="40109"/>
                  </a:lnTo>
                  <a:lnTo>
                    <a:pt x="0" y="11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051230" y="4154423"/>
              <a:ext cx="58082" cy="47154"/>
            </a:xfrm>
            <a:custGeom>
              <a:avLst/>
              <a:pathLst>
                <a:path w="58082" h="47154">
                  <a:moveTo>
                    <a:pt x="0" y="28465"/>
                  </a:moveTo>
                  <a:lnTo>
                    <a:pt x="46815" y="0"/>
                  </a:lnTo>
                  <a:lnTo>
                    <a:pt x="58082" y="19360"/>
                  </a:lnTo>
                  <a:lnTo>
                    <a:pt x="10608" y="4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092277" y="4167111"/>
              <a:ext cx="55175" cy="44746"/>
            </a:xfrm>
            <a:custGeom>
              <a:avLst/>
              <a:pathLst>
                <a:path w="55175" h="44746">
                  <a:moveTo>
                    <a:pt x="44069" y="0"/>
                  </a:moveTo>
                  <a:lnTo>
                    <a:pt x="55175" y="19114"/>
                  </a:lnTo>
                  <a:lnTo>
                    <a:pt x="10567" y="44746"/>
                  </a:lnTo>
                  <a:lnTo>
                    <a:pt x="0" y="25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072652" y="4376597"/>
              <a:ext cx="39227" cy="35731"/>
            </a:xfrm>
            <a:custGeom>
              <a:avLst/>
              <a:pathLst>
                <a:path w="39227" h="35731">
                  <a:moveTo>
                    <a:pt x="10908" y="35731"/>
                  </a:moveTo>
                  <a:lnTo>
                    <a:pt x="0" y="16844"/>
                  </a:lnTo>
                  <a:lnTo>
                    <a:pt x="28352" y="0"/>
                  </a:lnTo>
                  <a:lnTo>
                    <a:pt x="39227" y="1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4964296" y="4378688"/>
              <a:ext cx="44525" cy="55246"/>
            </a:xfrm>
            <a:custGeom>
              <a:avLst/>
              <a:pathLst>
                <a:path w="44525" h="55246">
                  <a:moveTo>
                    <a:pt x="25304" y="55246"/>
                  </a:moveTo>
                  <a:lnTo>
                    <a:pt x="0" y="11141"/>
                  </a:lnTo>
                  <a:lnTo>
                    <a:pt x="19178" y="0"/>
                  </a:lnTo>
                  <a:lnTo>
                    <a:pt x="44525" y="43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4933298" y="4384645"/>
              <a:ext cx="49910" cy="64643"/>
            </a:xfrm>
            <a:custGeom>
              <a:avLst/>
              <a:pathLst>
                <a:path w="49910" h="64643">
                  <a:moveTo>
                    <a:pt x="0" y="11285"/>
                  </a:moveTo>
                  <a:lnTo>
                    <a:pt x="18880" y="0"/>
                  </a:lnTo>
                  <a:lnTo>
                    <a:pt x="49910" y="53085"/>
                  </a:lnTo>
                  <a:lnTo>
                    <a:pt x="30914" y="64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158120" y="4177131"/>
              <a:ext cx="49731" cy="63847"/>
            </a:xfrm>
            <a:custGeom>
              <a:avLst/>
              <a:pathLst>
                <a:path w="49731" h="63847">
                  <a:moveTo>
                    <a:pt x="30482" y="63847"/>
                  </a:moveTo>
                  <a:lnTo>
                    <a:pt x="0" y="11301"/>
                  </a:lnTo>
                  <a:lnTo>
                    <a:pt x="19211" y="0"/>
                  </a:lnTo>
                  <a:lnTo>
                    <a:pt x="49731" y="53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025846" y="4211682"/>
              <a:ext cx="44970" cy="40075"/>
            </a:xfrm>
            <a:custGeom>
              <a:avLst/>
              <a:pathLst>
                <a:path w="44970" h="40075">
                  <a:moveTo>
                    <a:pt x="11302" y="40075"/>
                  </a:moveTo>
                  <a:lnTo>
                    <a:pt x="0" y="19897"/>
                  </a:lnTo>
                  <a:lnTo>
                    <a:pt x="33311" y="0"/>
                  </a:lnTo>
                  <a:lnTo>
                    <a:pt x="44970" y="203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4973807" y="4208705"/>
              <a:ext cx="44171" cy="38355"/>
            </a:xfrm>
            <a:custGeom>
              <a:avLst/>
              <a:pathLst>
                <a:path w="44171" h="38355">
                  <a:moveTo>
                    <a:pt x="0" y="19033"/>
                  </a:moveTo>
                  <a:lnTo>
                    <a:pt x="33608" y="0"/>
                  </a:lnTo>
                  <a:lnTo>
                    <a:pt x="44171" y="18632"/>
                  </a:lnTo>
                  <a:lnTo>
                    <a:pt x="10790" y="38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4982815" y="4452985"/>
              <a:ext cx="58296" cy="47611"/>
            </a:xfrm>
            <a:custGeom>
              <a:avLst/>
              <a:pathLst>
                <a:path w="58296" h="47611">
                  <a:moveTo>
                    <a:pt x="0" y="27772"/>
                  </a:moveTo>
                  <a:lnTo>
                    <a:pt x="47393" y="0"/>
                  </a:lnTo>
                  <a:lnTo>
                    <a:pt x="58296" y="19378"/>
                  </a:lnTo>
                  <a:lnTo>
                    <a:pt x="10874" y="47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099427" y="4125636"/>
              <a:ext cx="59175" cy="47374"/>
            </a:xfrm>
            <a:custGeom>
              <a:avLst/>
              <a:pathLst>
                <a:path w="59175" h="47374">
                  <a:moveTo>
                    <a:pt x="0" y="27823"/>
                  </a:moveTo>
                  <a:lnTo>
                    <a:pt x="48864" y="0"/>
                  </a:lnTo>
                  <a:lnTo>
                    <a:pt x="59175" y="18842"/>
                  </a:lnTo>
                  <a:lnTo>
                    <a:pt x="11380" y="47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190879" y="4232950"/>
              <a:ext cx="49480" cy="64042"/>
            </a:xfrm>
            <a:custGeom>
              <a:avLst/>
              <a:pathLst>
                <a:path w="49480" h="64042">
                  <a:moveTo>
                    <a:pt x="0" y="11047"/>
                  </a:moveTo>
                  <a:lnTo>
                    <a:pt x="19294" y="0"/>
                  </a:lnTo>
                  <a:lnTo>
                    <a:pt x="49480" y="52887"/>
                  </a:lnTo>
                  <a:lnTo>
                    <a:pt x="30487" y="6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4988446" y="4233963"/>
              <a:ext cx="44668" cy="39591"/>
            </a:xfrm>
            <a:custGeom>
              <a:avLst/>
              <a:pathLst>
                <a:path w="44668" h="39591">
                  <a:moveTo>
                    <a:pt x="33327" y="0"/>
                  </a:moveTo>
                  <a:lnTo>
                    <a:pt x="44668" y="20153"/>
                  </a:lnTo>
                  <a:lnTo>
                    <a:pt x="11380" y="39591"/>
                  </a:lnTo>
                  <a:lnTo>
                    <a:pt x="0" y="19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058221" y="4237055"/>
              <a:ext cx="43171" cy="53664"/>
            </a:xfrm>
            <a:custGeom>
              <a:avLst/>
              <a:pathLst>
                <a:path w="43171" h="53664">
                  <a:moveTo>
                    <a:pt x="43171" y="42738"/>
                  </a:moveTo>
                  <a:lnTo>
                    <a:pt x="24555" y="53664"/>
                  </a:lnTo>
                  <a:lnTo>
                    <a:pt x="0" y="11151"/>
                  </a:lnTo>
                  <a:lnTo>
                    <a:pt x="1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175070" y="4307200"/>
              <a:ext cx="55819" cy="45666"/>
            </a:xfrm>
            <a:custGeom>
              <a:avLst/>
              <a:pathLst>
                <a:path w="55819" h="45666">
                  <a:moveTo>
                    <a:pt x="55819" y="19706"/>
                  </a:moveTo>
                  <a:lnTo>
                    <a:pt x="11071" y="45666"/>
                  </a:lnTo>
                  <a:lnTo>
                    <a:pt x="0" y="26432"/>
                  </a:lnTo>
                  <a:lnTo>
                    <a:pt x="452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01998" y="4269581"/>
              <a:ext cx="43340" cy="53999"/>
            </a:xfrm>
            <a:custGeom>
              <a:avLst/>
              <a:pathLst>
                <a:path w="43340" h="53999">
                  <a:moveTo>
                    <a:pt x="24625" y="53999"/>
                  </a:moveTo>
                  <a:lnTo>
                    <a:pt x="0" y="11064"/>
                  </a:lnTo>
                  <a:lnTo>
                    <a:pt x="18600" y="0"/>
                  </a:lnTo>
                  <a:lnTo>
                    <a:pt x="43340" y="43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145734" y="4273126"/>
              <a:ext cx="45045" cy="57791"/>
            </a:xfrm>
            <a:custGeom>
              <a:avLst/>
              <a:pathLst>
                <a:path w="45045" h="57791">
                  <a:moveTo>
                    <a:pt x="45045" y="46894"/>
                  </a:moveTo>
                  <a:lnTo>
                    <a:pt x="27075" y="57791"/>
                  </a:lnTo>
                  <a:lnTo>
                    <a:pt x="0" y="10767"/>
                  </a:lnTo>
                  <a:lnTo>
                    <a:pt x="181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085689" y="4401798"/>
              <a:ext cx="41624" cy="38024"/>
            </a:xfrm>
            <a:custGeom>
              <a:avLst/>
              <a:pathLst>
                <a:path w="41624" h="38024">
                  <a:moveTo>
                    <a:pt x="11240" y="38024"/>
                  </a:moveTo>
                  <a:lnTo>
                    <a:pt x="0" y="17898"/>
                  </a:lnTo>
                  <a:lnTo>
                    <a:pt x="30138" y="0"/>
                  </a:lnTo>
                  <a:lnTo>
                    <a:pt x="41624" y="19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882859" y="4298317"/>
              <a:ext cx="32484" cy="35594"/>
            </a:xfrm>
            <a:custGeom>
              <a:avLst/>
              <a:pathLst>
                <a:path w="32484" h="35594">
                  <a:moveTo>
                    <a:pt x="0" y="10580"/>
                  </a:moveTo>
                  <a:lnTo>
                    <a:pt x="18546" y="0"/>
                  </a:lnTo>
                  <a:lnTo>
                    <a:pt x="32484" y="24036"/>
                  </a:lnTo>
                  <a:lnTo>
                    <a:pt x="14120" y="35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11577" y="4352740"/>
              <a:ext cx="40746" cy="36874"/>
            </a:xfrm>
            <a:custGeom>
              <a:avLst/>
              <a:pathLst>
                <a:path w="40746" h="36874">
                  <a:moveTo>
                    <a:pt x="40746" y="18760"/>
                  </a:moveTo>
                  <a:lnTo>
                    <a:pt x="10748" y="36874"/>
                  </a:lnTo>
                  <a:lnTo>
                    <a:pt x="0" y="17754"/>
                  </a:lnTo>
                  <a:lnTo>
                    <a:pt x="296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4990809" y="4363509"/>
              <a:ext cx="46261" cy="58826"/>
            </a:xfrm>
            <a:custGeom>
              <a:avLst/>
              <a:pathLst>
                <a:path w="46261" h="58826">
                  <a:moveTo>
                    <a:pt x="46261" y="47944"/>
                  </a:moveTo>
                  <a:lnTo>
                    <a:pt x="27398" y="58826"/>
                  </a:lnTo>
                  <a:lnTo>
                    <a:pt x="0" y="10954"/>
                  </a:lnTo>
                  <a:lnTo>
                    <a:pt x="19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082102" y="4288733"/>
              <a:ext cx="80448" cy="75485"/>
            </a:xfrm>
            <a:custGeom>
              <a:avLst/>
              <a:pathLst>
                <a:path w="80448" h="75485">
                  <a:moveTo>
                    <a:pt x="80448" y="42394"/>
                  </a:moveTo>
                  <a:lnTo>
                    <a:pt x="24487" y="75485"/>
                  </a:lnTo>
                  <a:lnTo>
                    <a:pt x="0" y="32844"/>
                  </a:lnTo>
                  <a:lnTo>
                    <a:pt x="55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00843" y="4328535"/>
              <a:ext cx="49233" cy="63484"/>
            </a:xfrm>
            <a:custGeom>
              <a:avLst/>
              <a:pathLst>
                <a:path w="49233" h="63484">
                  <a:moveTo>
                    <a:pt x="0" y="11263"/>
                  </a:moveTo>
                  <a:lnTo>
                    <a:pt x="18884" y="0"/>
                  </a:lnTo>
                  <a:lnTo>
                    <a:pt x="49233" y="52098"/>
                  </a:lnTo>
                  <a:lnTo>
                    <a:pt x="29928" y="63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163065" y="4345861"/>
              <a:ext cx="58841" cy="47656"/>
            </a:xfrm>
            <a:custGeom>
              <a:avLst/>
              <a:pathLst>
                <a:path w="58841" h="47656">
                  <a:moveTo>
                    <a:pt x="47589" y="0"/>
                  </a:moveTo>
                  <a:lnTo>
                    <a:pt x="58841" y="20003"/>
                  </a:lnTo>
                  <a:lnTo>
                    <a:pt x="11114" y="47656"/>
                  </a:lnTo>
                  <a:lnTo>
                    <a:pt x="0" y="28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12125" y="4273303"/>
              <a:ext cx="55036" cy="44856"/>
            </a:xfrm>
            <a:custGeom>
              <a:avLst/>
              <a:pathLst>
                <a:path w="55036" h="44856">
                  <a:moveTo>
                    <a:pt x="55036" y="18803"/>
                  </a:moveTo>
                  <a:lnTo>
                    <a:pt x="10732" y="44856"/>
                  </a:lnTo>
                  <a:lnTo>
                    <a:pt x="0" y="26084"/>
                  </a:lnTo>
                  <a:lnTo>
                    <a:pt x="439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038799" y="4274699"/>
              <a:ext cx="39178" cy="35397"/>
            </a:xfrm>
            <a:custGeom>
              <a:avLst/>
              <a:pathLst>
                <a:path w="39178" h="35397">
                  <a:moveTo>
                    <a:pt x="39178" y="18721"/>
                  </a:moveTo>
                  <a:lnTo>
                    <a:pt x="10796" y="35397"/>
                  </a:lnTo>
                  <a:lnTo>
                    <a:pt x="0" y="16515"/>
                  </a:lnTo>
                  <a:lnTo>
                    <a:pt x="283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871008" y="4260070"/>
              <a:ext cx="57646" cy="46627"/>
            </a:xfrm>
            <a:custGeom>
              <a:avLst/>
              <a:pathLst>
                <a:path w="57646" h="46627">
                  <a:moveTo>
                    <a:pt x="0" y="28083"/>
                  </a:moveTo>
                  <a:lnTo>
                    <a:pt x="46444" y="0"/>
                  </a:lnTo>
                  <a:lnTo>
                    <a:pt x="57646" y="19564"/>
                  </a:lnTo>
                  <a:lnTo>
                    <a:pt x="11070" y="466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4993402" y="4413265"/>
              <a:ext cx="56398" cy="45888"/>
            </a:xfrm>
            <a:custGeom>
              <a:avLst/>
              <a:pathLst>
                <a:path w="56398" h="45888">
                  <a:moveTo>
                    <a:pt x="44680" y="0"/>
                  </a:moveTo>
                  <a:lnTo>
                    <a:pt x="56398" y="19321"/>
                  </a:lnTo>
                  <a:lnTo>
                    <a:pt x="11549" y="45888"/>
                  </a:lnTo>
                  <a:lnTo>
                    <a:pt x="0" y="2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212341" y="4317725"/>
              <a:ext cx="57752" cy="47098"/>
            </a:xfrm>
            <a:custGeom>
              <a:avLst/>
              <a:pathLst>
                <a:path w="57752" h="47098">
                  <a:moveTo>
                    <a:pt x="0" y="27144"/>
                  </a:moveTo>
                  <a:lnTo>
                    <a:pt x="46371" y="0"/>
                  </a:lnTo>
                  <a:lnTo>
                    <a:pt x="57752" y="19580"/>
                  </a:lnTo>
                  <a:lnTo>
                    <a:pt x="11127" y="47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029522" y="4284301"/>
              <a:ext cx="81693" cy="56718"/>
            </a:xfrm>
            <a:custGeom>
              <a:avLst/>
              <a:pathLst>
                <a:path w="81693" h="56718">
                  <a:moveTo>
                    <a:pt x="0" y="44009"/>
                  </a:moveTo>
                  <a:lnTo>
                    <a:pt x="74331" y="0"/>
                  </a:lnTo>
                  <a:lnTo>
                    <a:pt x="81693" y="12535"/>
                  </a:lnTo>
                  <a:lnTo>
                    <a:pt x="7306" y="56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060867" y="4326008"/>
              <a:ext cx="30805" cy="39030"/>
            </a:xfrm>
            <a:custGeom>
              <a:avLst/>
              <a:pathLst>
                <a:path w="30805" h="39030">
                  <a:moveTo>
                    <a:pt x="30805" y="31612"/>
                  </a:moveTo>
                  <a:lnTo>
                    <a:pt x="18244" y="39030"/>
                  </a:lnTo>
                  <a:lnTo>
                    <a:pt x="0" y="7360"/>
                  </a:lnTo>
                  <a:lnTo>
                    <a:pt x="12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126309" y="4378306"/>
              <a:ext cx="39270" cy="35838"/>
            </a:xfrm>
            <a:custGeom>
              <a:avLst/>
              <a:pathLst>
                <a:path w="39270" h="35838">
                  <a:moveTo>
                    <a:pt x="0" y="16676"/>
                  </a:moveTo>
                  <a:lnTo>
                    <a:pt x="28311" y="0"/>
                  </a:lnTo>
                  <a:lnTo>
                    <a:pt x="39270" y="18976"/>
                  </a:lnTo>
                  <a:lnTo>
                    <a:pt x="10853" y="3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4954648" y="4362465"/>
              <a:ext cx="24854" cy="22202"/>
            </a:xfrm>
            <a:custGeom>
              <a:avLst/>
              <a:pathLst>
                <a:path w="24854" h="22202">
                  <a:moveTo>
                    <a:pt x="24854" y="11270"/>
                  </a:moveTo>
                  <a:lnTo>
                    <a:pt x="6789" y="22202"/>
                  </a:lnTo>
                  <a:lnTo>
                    <a:pt x="0" y="11056"/>
                  </a:lnTo>
                  <a:lnTo>
                    <a:pt x="183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26589" y="4313823"/>
              <a:ext cx="43748" cy="54436"/>
            </a:xfrm>
            <a:custGeom>
              <a:avLst/>
              <a:pathLst>
                <a:path w="43748" h="54436">
                  <a:moveTo>
                    <a:pt x="43748" y="43562"/>
                  </a:moveTo>
                  <a:lnTo>
                    <a:pt x="26002" y="54436"/>
                  </a:lnTo>
                  <a:lnTo>
                    <a:pt x="0" y="11074"/>
                  </a:lnTo>
                  <a:lnTo>
                    <a:pt x="186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4984674" y="4347168"/>
              <a:ext cx="20682" cy="19896"/>
            </a:xfrm>
            <a:custGeom>
              <a:avLst/>
              <a:pathLst>
                <a:path w="20682" h="19896">
                  <a:moveTo>
                    <a:pt x="20682" y="11845"/>
                  </a:moveTo>
                  <a:lnTo>
                    <a:pt x="6631" y="19896"/>
                  </a:lnTo>
                  <a:lnTo>
                    <a:pt x="0" y="8050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4949893" y="4295052"/>
              <a:ext cx="46241" cy="58197"/>
            </a:xfrm>
            <a:custGeom>
              <a:avLst/>
              <a:pathLst>
                <a:path w="46241" h="58197">
                  <a:moveTo>
                    <a:pt x="46241" y="46664"/>
                  </a:moveTo>
                  <a:lnTo>
                    <a:pt x="27242" y="58197"/>
                  </a:lnTo>
                  <a:lnTo>
                    <a:pt x="0" y="11360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07663" y="4333055"/>
              <a:ext cx="24138" cy="21995"/>
            </a:xfrm>
            <a:custGeom>
              <a:avLst/>
              <a:pathLst>
                <a:path w="24138" h="21995">
                  <a:moveTo>
                    <a:pt x="24138" y="11845"/>
                  </a:moveTo>
                  <a:lnTo>
                    <a:pt x="6463" y="21995"/>
                  </a:lnTo>
                  <a:lnTo>
                    <a:pt x="0" y="977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4960969" y="4253311"/>
              <a:ext cx="60987" cy="83750"/>
            </a:xfrm>
            <a:custGeom>
              <a:avLst/>
              <a:pathLst>
                <a:path w="60987" h="83750">
                  <a:moveTo>
                    <a:pt x="60987" y="72997"/>
                  </a:moveTo>
                  <a:lnTo>
                    <a:pt x="42595" y="83750"/>
                  </a:lnTo>
                  <a:lnTo>
                    <a:pt x="0" y="10648"/>
                  </a:lnTo>
                  <a:lnTo>
                    <a:pt x="17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16422" y="4003627"/>
              <a:ext cx="51186" cy="42588"/>
            </a:xfrm>
            <a:custGeom>
              <a:avLst/>
              <a:pathLst>
                <a:path w="51186" h="42588">
                  <a:moveTo>
                    <a:pt x="10316" y="42588"/>
                  </a:moveTo>
                  <a:lnTo>
                    <a:pt x="0" y="24654"/>
                  </a:lnTo>
                  <a:lnTo>
                    <a:pt x="40324" y="0"/>
                  </a:lnTo>
                  <a:lnTo>
                    <a:pt x="51186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14220" y="3999434"/>
              <a:ext cx="52274" cy="44430"/>
            </a:xfrm>
            <a:custGeom>
              <a:avLst/>
              <a:pathLst>
                <a:path w="52274" h="44430">
                  <a:moveTo>
                    <a:pt x="11640" y="44430"/>
                  </a:moveTo>
                  <a:lnTo>
                    <a:pt x="0" y="24582"/>
                  </a:lnTo>
                  <a:lnTo>
                    <a:pt x="40184" y="0"/>
                  </a:lnTo>
                  <a:lnTo>
                    <a:pt x="52274" y="20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683607" y="4118210"/>
              <a:ext cx="50570" cy="40755"/>
            </a:xfrm>
            <a:custGeom>
              <a:avLst/>
              <a:pathLst>
                <a:path w="50570" h="40755">
                  <a:moveTo>
                    <a:pt x="0" y="23835"/>
                  </a:moveTo>
                  <a:lnTo>
                    <a:pt x="40601" y="0"/>
                  </a:lnTo>
                  <a:lnTo>
                    <a:pt x="50570" y="17013"/>
                  </a:lnTo>
                  <a:lnTo>
                    <a:pt x="9558" y="4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15868" y="4081515"/>
              <a:ext cx="41730" cy="50804"/>
            </a:xfrm>
            <a:custGeom>
              <a:avLst/>
              <a:pathLst>
                <a:path w="41730" h="50804">
                  <a:moveTo>
                    <a:pt x="0" y="10902"/>
                  </a:moveTo>
                  <a:lnTo>
                    <a:pt x="18042" y="0"/>
                  </a:lnTo>
                  <a:lnTo>
                    <a:pt x="41730" y="40080"/>
                  </a:lnTo>
                  <a:lnTo>
                    <a:pt x="23830" y="50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670031" y="4095525"/>
              <a:ext cx="50946" cy="40935"/>
            </a:xfrm>
            <a:custGeom>
              <a:avLst/>
              <a:pathLst>
                <a:path w="50946" h="40935">
                  <a:moveTo>
                    <a:pt x="10284" y="40935"/>
                  </a:moveTo>
                  <a:lnTo>
                    <a:pt x="0" y="23770"/>
                  </a:lnTo>
                  <a:lnTo>
                    <a:pt x="40830" y="0"/>
                  </a:lnTo>
                  <a:lnTo>
                    <a:pt x="50946" y="1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863437" y="3670566"/>
              <a:ext cx="52326" cy="68084"/>
            </a:xfrm>
            <a:custGeom>
              <a:avLst/>
              <a:pathLst>
                <a:path w="52326" h="68084">
                  <a:moveTo>
                    <a:pt x="33619" y="68084"/>
                  </a:moveTo>
                  <a:lnTo>
                    <a:pt x="0" y="11561"/>
                  </a:lnTo>
                  <a:lnTo>
                    <a:pt x="19006" y="0"/>
                  </a:lnTo>
                  <a:lnTo>
                    <a:pt x="52326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661204" y="3986150"/>
              <a:ext cx="43613" cy="53572"/>
            </a:xfrm>
            <a:custGeom>
              <a:avLst/>
              <a:pathLst>
                <a:path w="43613" h="53572">
                  <a:moveTo>
                    <a:pt x="24412" y="53572"/>
                  </a:moveTo>
                  <a:lnTo>
                    <a:pt x="0" y="12047"/>
                  </a:lnTo>
                  <a:lnTo>
                    <a:pt x="19306" y="0"/>
                  </a:lnTo>
                  <a:lnTo>
                    <a:pt x="43613" y="41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761401" y="3990549"/>
              <a:ext cx="43134" cy="52342"/>
            </a:xfrm>
            <a:custGeom>
              <a:avLst/>
              <a:pathLst>
                <a:path w="43134" h="52342">
                  <a:moveTo>
                    <a:pt x="0" y="10695"/>
                  </a:moveTo>
                  <a:lnTo>
                    <a:pt x="18588" y="0"/>
                  </a:lnTo>
                  <a:lnTo>
                    <a:pt x="43134" y="41561"/>
                  </a:lnTo>
                  <a:lnTo>
                    <a:pt x="24672" y="5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08328" y="3839430"/>
              <a:ext cx="61540" cy="86112"/>
            </a:xfrm>
            <a:custGeom>
              <a:avLst/>
              <a:pathLst>
                <a:path w="61540" h="86112">
                  <a:moveTo>
                    <a:pt x="0" y="10853"/>
                  </a:moveTo>
                  <a:lnTo>
                    <a:pt x="18476" y="0"/>
                  </a:lnTo>
                  <a:lnTo>
                    <a:pt x="61540" y="75689"/>
                  </a:lnTo>
                  <a:lnTo>
                    <a:pt x="43345" y="86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30518" y="3824912"/>
              <a:ext cx="63189" cy="86720"/>
            </a:xfrm>
            <a:custGeom>
              <a:avLst/>
              <a:pathLst>
                <a:path w="63189" h="86720">
                  <a:moveTo>
                    <a:pt x="0" y="10868"/>
                  </a:moveTo>
                  <a:lnTo>
                    <a:pt x="18939" y="0"/>
                  </a:lnTo>
                  <a:lnTo>
                    <a:pt x="63189" y="75938"/>
                  </a:lnTo>
                  <a:lnTo>
                    <a:pt x="44895" y="8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27722" y="4023269"/>
              <a:ext cx="52501" cy="44298"/>
            </a:xfrm>
            <a:custGeom>
              <a:avLst/>
              <a:pathLst>
                <a:path w="52501" h="44298">
                  <a:moveTo>
                    <a:pt x="11979" y="44298"/>
                  </a:moveTo>
                  <a:lnTo>
                    <a:pt x="0" y="25642"/>
                  </a:lnTo>
                  <a:lnTo>
                    <a:pt x="42980" y="0"/>
                  </a:lnTo>
                  <a:lnTo>
                    <a:pt x="52501" y="19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30644" y="4028301"/>
              <a:ext cx="51227" cy="41762"/>
            </a:xfrm>
            <a:custGeom>
              <a:avLst/>
              <a:pathLst>
                <a:path w="51227" h="41762">
                  <a:moveTo>
                    <a:pt x="10481" y="41762"/>
                  </a:moveTo>
                  <a:lnTo>
                    <a:pt x="0" y="23950"/>
                  </a:lnTo>
                  <a:lnTo>
                    <a:pt x="40760" y="0"/>
                  </a:lnTo>
                  <a:lnTo>
                    <a:pt x="51227" y="18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37759" y="3841499"/>
              <a:ext cx="42755" cy="52659"/>
            </a:xfrm>
            <a:custGeom>
              <a:avLst/>
              <a:pathLst>
                <a:path w="42755" h="52659">
                  <a:moveTo>
                    <a:pt x="25107" y="52659"/>
                  </a:moveTo>
                  <a:lnTo>
                    <a:pt x="0" y="10695"/>
                  </a:lnTo>
                  <a:lnTo>
                    <a:pt x="17787" y="0"/>
                  </a:lnTo>
                  <a:lnTo>
                    <a:pt x="42755" y="42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13871" y="3724051"/>
              <a:ext cx="53700" cy="52922"/>
            </a:xfrm>
            <a:custGeom>
              <a:avLst/>
              <a:pathLst>
                <a:path w="53700" h="52922">
                  <a:moveTo>
                    <a:pt x="19726" y="52922"/>
                  </a:moveTo>
                  <a:lnTo>
                    <a:pt x="0" y="19627"/>
                  </a:lnTo>
                  <a:lnTo>
                    <a:pt x="34118" y="0"/>
                  </a:lnTo>
                  <a:lnTo>
                    <a:pt x="53700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749186" y="3702969"/>
              <a:ext cx="25933" cy="20231"/>
            </a:xfrm>
            <a:custGeom>
              <a:avLst/>
              <a:pathLst>
                <a:path w="25933" h="20231">
                  <a:moveTo>
                    <a:pt x="0" y="12816"/>
                  </a:moveTo>
                  <a:lnTo>
                    <a:pt x="21528" y="0"/>
                  </a:lnTo>
                  <a:lnTo>
                    <a:pt x="25933" y="7120"/>
                  </a:lnTo>
                  <a:lnTo>
                    <a:pt x="4183" y="20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25352" y="3966952"/>
              <a:ext cx="51544" cy="42236"/>
            </a:xfrm>
            <a:custGeom>
              <a:avLst/>
              <a:pathLst>
                <a:path w="51544" h="42236">
                  <a:moveTo>
                    <a:pt x="10405" y="42236"/>
                  </a:moveTo>
                  <a:lnTo>
                    <a:pt x="0" y="24396"/>
                  </a:lnTo>
                  <a:lnTo>
                    <a:pt x="40824" y="0"/>
                  </a:lnTo>
                  <a:lnTo>
                    <a:pt x="51544" y="1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688424" y="3970886"/>
              <a:ext cx="42774" cy="52112"/>
            </a:xfrm>
            <a:custGeom>
              <a:avLst/>
              <a:pathLst>
                <a:path w="42774" h="52112">
                  <a:moveTo>
                    <a:pt x="24578" y="52112"/>
                  </a:moveTo>
                  <a:lnTo>
                    <a:pt x="0" y="11366"/>
                  </a:lnTo>
                  <a:lnTo>
                    <a:pt x="18396" y="0"/>
                  </a:lnTo>
                  <a:lnTo>
                    <a:pt x="42774" y="41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696389" y="3756926"/>
              <a:ext cx="51297" cy="42560"/>
            </a:xfrm>
            <a:custGeom>
              <a:avLst/>
              <a:pathLst>
                <a:path w="51297" h="42560">
                  <a:moveTo>
                    <a:pt x="0" y="24511"/>
                  </a:moveTo>
                  <a:lnTo>
                    <a:pt x="40886" y="0"/>
                  </a:lnTo>
                  <a:lnTo>
                    <a:pt x="51297" y="17890"/>
                  </a:lnTo>
                  <a:lnTo>
                    <a:pt x="10214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864028" y="3780082"/>
              <a:ext cx="93924" cy="68142"/>
            </a:xfrm>
            <a:custGeom>
              <a:avLst/>
              <a:pathLst>
                <a:path w="93924" h="68142">
                  <a:moveTo>
                    <a:pt x="11561" y="68142"/>
                  </a:moveTo>
                  <a:lnTo>
                    <a:pt x="0" y="48655"/>
                  </a:lnTo>
                  <a:lnTo>
                    <a:pt x="82374" y="0"/>
                  </a:lnTo>
                  <a:lnTo>
                    <a:pt x="93924" y="19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760942" y="3827421"/>
              <a:ext cx="42202" cy="53023"/>
            </a:xfrm>
            <a:custGeom>
              <a:avLst/>
              <a:pathLst>
                <a:path w="42202" h="53023">
                  <a:moveTo>
                    <a:pt x="24793" y="53023"/>
                  </a:moveTo>
                  <a:lnTo>
                    <a:pt x="0" y="10889"/>
                  </a:lnTo>
                  <a:lnTo>
                    <a:pt x="17984" y="0"/>
                  </a:lnTo>
                  <a:lnTo>
                    <a:pt x="42202" y="4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795569" y="3764588"/>
              <a:ext cx="52070" cy="68444"/>
            </a:xfrm>
            <a:custGeom>
              <a:avLst/>
              <a:pathLst>
                <a:path w="52070" h="68444">
                  <a:moveTo>
                    <a:pt x="0" y="10408"/>
                  </a:moveTo>
                  <a:lnTo>
                    <a:pt x="18771" y="0"/>
                  </a:lnTo>
                  <a:lnTo>
                    <a:pt x="52070" y="57532"/>
                  </a:lnTo>
                  <a:lnTo>
                    <a:pt x="32891" y="68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894992" y="3989165"/>
              <a:ext cx="62917" cy="86033"/>
            </a:xfrm>
            <a:custGeom>
              <a:avLst/>
              <a:pathLst>
                <a:path w="62917" h="86033">
                  <a:moveTo>
                    <a:pt x="0" y="10681"/>
                  </a:moveTo>
                  <a:lnTo>
                    <a:pt x="18518" y="0"/>
                  </a:lnTo>
                  <a:lnTo>
                    <a:pt x="62917" y="75042"/>
                  </a:lnTo>
                  <a:lnTo>
                    <a:pt x="43914" y="8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18075" y="3974722"/>
              <a:ext cx="62957" cy="87113"/>
            </a:xfrm>
            <a:custGeom>
              <a:avLst/>
              <a:pathLst>
                <a:path w="62957" h="87113">
                  <a:moveTo>
                    <a:pt x="0" y="11839"/>
                  </a:moveTo>
                  <a:lnTo>
                    <a:pt x="19963" y="0"/>
                  </a:lnTo>
                  <a:lnTo>
                    <a:pt x="62957" y="76077"/>
                  </a:lnTo>
                  <a:lnTo>
                    <a:pt x="43908" y="8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850536" y="3756801"/>
              <a:ext cx="93870" cy="68113"/>
            </a:xfrm>
            <a:custGeom>
              <a:avLst/>
              <a:pathLst>
                <a:path w="93870" h="68113">
                  <a:moveTo>
                    <a:pt x="0" y="48202"/>
                  </a:moveTo>
                  <a:lnTo>
                    <a:pt x="82146" y="0"/>
                  </a:lnTo>
                  <a:lnTo>
                    <a:pt x="93870" y="19421"/>
                  </a:lnTo>
                  <a:lnTo>
                    <a:pt x="11099" y="68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18002" y="3882724"/>
              <a:ext cx="55409" cy="74685"/>
            </a:xfrm>
            <a:custGeom>
              <a:avLst/>
              <a:pathLst>
                <a:path w="55409" h="74685">
                  <a:moveTo>
                    <a:pt x="36694" y="74685"/>
                  </a:moveTo>
                  <a:lnTo>
                    <a:pt x="0" y="10738"/>
                  </a:lnTo>
                  <a:lnTo>
                    <a:pt x="17998" y="0"/>
                  </a:lnTo>
                  <a:lnTo>
                    <a:pt x="55409" y="63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4989138" y="3885660"/>
              <a:ext cx="63315" cy="88105"/>
            </a:xfrm>
            <a:custGeom>
              <a:avLst/>
              <a:pathLst>
                <a:path w="63315" h="88105">
                  <a:moveTo>
                    <a:pt x="0" y="11280"/>
                  </a:moveTo>
                  <a:lnTo>
                    <a:pt x="18775" y="0"/>
                  </a:lnTo>
                  <a:lnTo>
                    <a:pt x="63315" y="77270"/>
                  </a:lnTo>
                  <a:lnTo>
                    <a:pt x="44905" y="88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04154" y="3892002"/>
              <a:ext cx="42202" cy="52328"/>
            </a:xfrm>
            <a:custGeom>
              <a:avLst/>
              <a:pathLst>
                <a:path w="42202" h="52328">
                  <a:moveTo>
                    <a:pt x="0" y="10601"/>
                  </a:moveTo>
                  <a:lnTo>
                    <a:pt x="17923" y="0"/>
                  </a:lnTo>
                  <a:lnTo>
                    <a:pt x="42202" y="41805"/>
                  </a:lnTo>
                  <a:lnTo>
                    <a:pt x="24442" y="52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28259" y="3877511"/>
              <a:ext cx="42840" cy="53291"/>
            </a:xfrm>
            <a:custGeom>
              <a:avLst/>
              <a:pathLst>
                <a:path w="42840" h="53291">
                  <a:moveTo>
                    <a:pt x="0" y="11040"/>
                  </a:moveTo>
                  <a:lnTo>
                    <a:pt x="18434" y="0"/>
                  </a:lnTo>
                  <a:lnTo>
                    <a:pt x="42840" y="42250"/>
                  </a:lnTo>
                  <a:lnTo>
                    <a:pt x="24518" y="53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765493" y="3874851"/>
              <a:ext cx="51059" cy="42279"/>
            </a:xfrm>
            <a:custGeom>
              <a:avLst/>
              <a:pathLst>
                <a:path w="51059" h="42279">
                  <a:moveTo>
                    <a:pt x="0" y="24841"/>
                  </a:moveTo>
                  <a:lnTo>
                    <a:pt x="41181" y="0"/>
                  </a:lnTo>
                  <a:lnTo>
                    <a:pt x="51059" y="17912"/>
                  </a:lnTo>
                  <a:lnTo>
                    <a:pt x="10274" y="42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761812" y="3760399"/>
              <a:ext cx="62602" cy="86175"/>
            </a:xfrm>
            <a:custGeom>
              <a:avLst/>
              <a:pathLst>
                <a:path w="62602" h="86175">
                  <a:moveTo>
                    <a:pt x="0" y="10350"/>
                  </a:moveTo>
                  <a:lnTo>
                    <a:pt x="18195" y="0"/>
                  </a:lnTo>
                  <a:lnTo>
                    <a:pt x="62602" y="75479"/>
                  </a:lnTo>
                  <a:lnTo>
                    <a:pt x="43972" y="86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781779" y="3902788"/>
              <a:ext cx="51508" cy="42401"/>
            </a:xfrm>
            <a:custGeom>
              <a:avLst/>
              <a:pathLst>
                <a:path w="51508" h="42401">
                  <a:moveTo>
                    <a:pt x="10369" y="42401"/>
                  </a:moveTo>
                  <a:lnTo>
                    <a:pt x="0" y="24439"/>
                  </a:lnTo>
                  <a:lnTo>
                    <a:pt x="40746" y="0"/>
                  </a:lnTo>
                  <a:lnTo>
                    <a:pt x="51508" y="1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4965699" y="3899996"/>
              <a:ext cx="63341" cy="88145"/>
            </a:xfrm>
            <a:custGeom>
              <a:avLst/>
              <a:pathLst>
                <a:path w="63341" h="88145">
                  <a:moveTo>
                    <a:pt x="0" y="10973"/>
                  </a:moveTo>
                  <a:lnTo>
                    <a:pt x="18398" y="0"/>
                  </a:lnTo>
                  <a:lnTo>
                    <a:pt x="63341" y="77047"/>
                  </a:lnTo>
                  <a:lnTo>
                    <a:pt x="45582" y="88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44565" y="4030207"/>
              <a:ext cx="142414" cy="169521"/>
            </a:xfrm>
            <a:custGeom>
              <a:avLst/>
              <a:pathLst>
                <a:path w="142414" h="169521">
                  <a:moveTo>
                    <a:pt x="0" y="38642"/>
                  </a:moveTo>
                  <a:lnTo>
                    <a:pt x="64182" y="0"/>
                  </a:lnTo>
                  <a:lnTo>
                    <a:pt x="142414" y="132489"/>
                  </a:lnTo>
                  <a:lnTo>
                    <a:pt x="80255" y="1695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665432" y="4033948"/>
              <a:ext cx="51161" cy="42363"/>
            </a:xfrm>
            <a:custGeom>
              <a:avLst/>
              <a:pathLst>
                <a:path w="51161" h="42363">
                  <a:moveTo>
                    <a:pt x="0" y="24150"/>
                  </a:moveTo>
                  <a:lnTo>
                    <a:pt x="40553" y="0"/>
                  </a:lnTo>
                  <a:lnTo>
                    <a:pt x="51161" y="18041"/>
                  </a:lnTo>
                  <a:lnTo>
                    <a:pt x="10808" y="42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02538" y="3976109"/>
              <a:ext cx="96132" cy="97739"/>
            </a:xfrm>
            <a:custGeom>
              <a:avLst/>
              <a:pathLst>
                <a:path w="96132" h="97739">
                  <a:moveTo>
                    <a:pt x="0" y="36066"/>
                  </a:moveTo>
                  <a:lnTo>
                    <a:pt x="58533" y="0"/>
                  </a:lnTo>
                  <a:lnTo>
                    <a:pt x="96132" y="62202"/>
                  </a:lnTo>
                  <a:lnTo>
                    <a:pt x="36530" y="9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676942" y="3832334"/>
              <a:ext cx="66368" cy="65611"/>
            </a:xfrm>
            <a:custGeom>
              <a:avLst/>
              <a:pathLst>
                <a:path w="66368" h="65611">
                  <a:moveTo>
                    <a:pt x="24161" y="65611"/>
                  </a:moveTo>
                  <a:lnTo>
                    <a:pt x="0" y="24482"/>
                  </a:lnTo>
                  <a:lnTo>
                    <a:pt x="42314" y="0"/>
                  </a:lnTo>
                  <a:lnTo>
                    <a:pt x="66368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879607" y="3832701"/>
              <a:ext cx="58463" cy="62794"/>
            </a:xfrm>
            <a:custGeom>
              <a:avLst/>
              <a:pathLst>
                <a:path w="58463" h="62794">
                  <a:moveTo>
                    <a:pt x="58463" y="42351"/>
                  </a:moveTo>
                  <a:lnTo>
                    <a:pt x="23731" y="62794"/>
                  </a:lnTo>
                  <a:lnTo>
                    <a:pt x="0" y="20787"/>
                  </a:lnTo>
                  <a:lnTo>
                    <a:pt x="345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767026" y="4037842"/>
              <a:ext cx="51479" cy="42006"/>
            </a:xfrm>
            <a:custGeom>
              <a:avLst/>
              <a:pathLst>
                <a:path w="51479" h="42006">
                  <a:moveTo>
                    <a:pt x="10339" y="42006"/>
                  </a:moveTo>
                  <a:lnTo>
                    <a:pt x="0" y="23805"/>
                  </a:lnTo>
                  <a:lnTo>
                    <a:pt x="40857" y="0"/>
                  </a:lnTo>
                  <a:lnTo>
                    <a:pt x="51479" y="1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679445" y="4058186"/>
              <a:ext cx="51255" cy="42322"/>
            </a:xfrm>
            <a:custGeom>
              <a:avLst/>
              <a:pathLst>
                <a:path w="51255" h="42322">
                  <a:moveTo>
                    <a:pt x="0" y="24554"/>
                  </a:moveTo>
                  <a:lnTo>
                    <a:pt x="40886" y="0"/>
                  </a:lnTo>
                  <a:lnTo>
                    <a:pt x="51255" y="18056"/>
                  </a:lnTo>
                  <a:lnTo>
                    <a:pt x="10284" y="42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780702" y="4060757"/>
              <a:ext cx="51185" cy="41604"/>
            </a:xfrm>
            <a:custGeom>
              <a:avLst/>
              <a:pathLst>
                <a:path w="51185" h="41604">
                  <a:moveTo>
                    <a:pt x="0" y="24124"/>
                  </a:moveTo>
                  <a:lnTo>
                    <a:pt x="40647" y="0"/>
                  </a:lnTo>
                  <a:lnTo>
                    <a:pt x="51185" y="18099"/>
                  </a:lnTo>
                  <a:lnTo>
                    <a:pt x="10017" y="41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744312" y="4064768"/>
              <a:ext cx="41617" cy="51327"/>
            </a:xfrm>
            <a:custGeom>
              <a:avLst/>
              <a:pathLst>
                <a:path w="41617" h="51327">
                  <a:moveTo>
                    <a:pt x="0" y="10499"/>
                  </a:moveTo>
                  <a:lnTo>
                    <a:pt x="17647" y="0"/>
                  </a:lnTo>
                  <a:lnTo>
                    <a:pt x="41617" y="40645"/>
                  </a:lnTo>
                  <a:lnTo>
                    <a:pt x="23773" y="5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836330" y="3732452"/>
              <a:ext cx="94088" cy="68659"/>
            </a:xfrm>
            <a:custGeom>
              <a:avLst/>
              <a:pathLst>
                <a:path w="94088" h="68659">
                  <a:moveTo>
                    <a:pt x="11640" y="68659"/>
                  </a:moveTo>
                  <a:lnTo>
                    <a:pt x="0" y="49330"/>
                  </a:lnTo>
                  <a:lnTo>
                    <a:pt x="82567" y="0"/>
                  </a:lnTo>
                  <a:lnTo>
                    <a:pt x="94088" y="1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33272" y="3780670"/>
              <a:ext cx="41982" cy="51523"/>
            </a:xfrm>
            <a:custGeom>
              <a:avLst/>
              <a:pathLst>
                <a:path w="41982" h="51523">
                  <a:moveTo>
                    <a:pt x="23998" y="51523"/>
                  </a:moveTo>
                  <a:lnTo>
                    <a:pt x="0" y="10868"/>
                  </a:lnTo>
                  <a:lnTo>
                    <a:pt x="18321" y="0"/>
                  </a:lnTo>
                  <a:lnTo>
                    <a:pt x="41982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673410" y="3784081"/>
              <a:ext cx="42249" cy="52091"/>
            </a:xfrm>
            <a:custGeom>
              <a:avLst/>
              <a:pathLst>
                <a:path w="42249" h="52091">
                  <a:moveTo>
                    <a:pt x="24292" y="52091"/>
                  </a:moveTo>
                  <a:lnTo>
                    <a:pt x="0" y="10668"/>
                  </a:lnTo>
                  <a:lnTo>
                    <a:pt x="18391" y="0"/>
                  </a:lnTo>
                  <a:lnTo>
                    <a:pt x="42249" y="41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10485" y="3793973"/>
              <a:ext cx="42133" cy="52285"/>
            </a:xfrm>
            <a:custGeom>
              <a:avLst/>
              <a:pathLst>
                <a:path w="42133" h="52285">
                  <a:moveTo>
                    <a:pt x="23882" y="52285"/>
                  </a:moveTo>
                  <a:lnTo>
                    <a:pt x="0" y="10907"/>
                  </a:lnTo>
                  <a:lnTo>
                    <a:pt x="18684" y="0"/>
                  </a:lnTo>
                  <a:lnTo>
                    <a:pt x="42133" y="4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795515" y="3925559"/>
              <a:ext cx="51132" cy="42441"/>
            </a:xfrm>
            <a:custGeom>
              <a:avLst/>
              <a:pathLst>
                <a:path w="51132" h="42441">
                  <a:moveTo>
                    <a:pt x="0" y="24295"/>
                  </a:moveTo>
                  <a:lnTo>
                    <a:pt x="40408" y="0"/>
                  </a:lnTo>
                  <a:lnTo>
                    <a:pt x="51132" y="17658"/>
                  </a:lnTo>
                  <a:lnTo>
                    <a:pt x="10479" y="42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11569" y="3943922"/>
              <a:ext cx="52091" cy="42840"/>
            </a:xfrm>
            <a:custGeom>
              <a:avLst/>
              <a:pathLst>
                <a:path w="52091" h="42840">
                  <a:moveTo>
                    <a:pt x="10959" y="42840"/>
                  </a:moveTo>
                  <a:lnTo>
                    <a:pt x="0" y="24079"/>
                  </a:lnTo>
                  <a:lnTo>
                    <a:pt x="41186" y="0"/>
                  </a:lnTo>
                  <a:lnTo>
                    <a:pt x="52091" y="1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31496" y="3948576"/>
              <a:ext cx="28466" cy="28788"/>
            </a:xfrm>
            <a:custGeom>
              <a:avLst/>
              <a:pathLst>
                <a:path w="28466" h="28788">
                  <a:moveTo>
                    <a:pt x="0" y="10704"/>
                  </a:moveTo>
                  <a:lnTo>
                    <a:pt x="18028" y="0"/>
                  </a:lnTo>
                  <a:lnTo>
                    <a:pt x="28466" y="17871"/>
                  </a:lnTo>
                  <a:lnTo>
                    <a:pt x="10258" y="2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785643" y="3962075"/>
              <a:ext cx="51727" cy="42610"/>
            </a:xfrm>
            <a:custGeom>
              <a:avLst/>
              <a:pathLst>
                <a:path w="51727" h="42610">
                  <a:moveTo>
                    <a:pt x="0" y="24835"/>
                  </a:moveTo>
                  <a:lnTo>
                    <a:pt x="41077" y="0"/>
                  </a:lnTo>
                  <a:lnTo>
                    <a:pt x="51727" y="18027"/>
                  </a:lnTo>
                  <a:lnTo>
                    <a:pt x="10588" y="42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758596" y="3929733"/>
              <a:ext cx="42432" cy="51972"/>
            </a:xfrm>
            <a:custGeom>
              <a:avLst/>
              <a:pathLst>
                <a:path w="42432" h="51972">
                  <a:moveTo>
                    <a:pt x="24110" y="51972"/>
                  </a:moveTo>
                  <a:lnTo>
                    <a:pt x="0" y="10971"/>
                  </a:lnTo>
                  <a:lnTo>
                    <a:pt x="18799" y="0"/>
                  </a:lnTo>
                  <a:lnTo>
                    <a:pt x="42432" y="413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839835" y="3685114"/>
              <a:ext cx="51882" cy="68075"/>
            </a:xfrm>
            <a:custGeom>
              <a:avLst/>
              <a:pathLst>
                <a:path w="51882" h="68075">
                  <a:moveTo>
                    <a:pt x="14762" y="35359"/>
                  </a:moveTo>
                  <a:lnTo>
                    <a:pt x="0" y="11286"/>
                  </a:lnTo>
                  <a:lnTo>
                    <a:pt x="18610" y="0"/>
                  </a:lnTo>
                  <a:lnTo>
                    <a:pt x="51882" y="56957"/>
                  </a:lnTo>
                  <a:lnTo>
                    <a:pt x="33068" y="6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749204" y="3699401"/>
              <a:ext cx="96601" cy="68991"/>
            </a:xfrm>
            <a:custGeom>
              <a:avLst/>
              <a:pathLst>
                <a:path w="96601" h="68991">
                  <a:moveTo>
                    <a:pt x="0" y="50459"/>
                  </a:moveTo>
                  <a:lnTo>
                    <a:pt x="85904" y="0"/>
                  </a:lnTo>
                  <a:lnTo>
                    <a:pt x="96601" y="18532"/>
                  </a:lnTo>
                  <a:lnTo>
                    <a:pt x="10444" y="68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649192" y="3797932"/>
              <a:ext cx="42384" cy="52644"/>
            </a:xfrm>
            <a:custGeom>
              <a:avLst/>
              <a:pathLst>
                <a:path w="42384" h="52644">
                  <a:moveTo>
                    <a:pt x="24737" y="52644"/>
                  </a:moveTo>
                  <a:lnTo>
                    <a:pt x="0" y="10988"/>
                  </a:lnTo>
                  <a:lnTo>
                    <a:pt x="18780" y="0"/>
                  </a:lnTo>
                  <a:lnTo>
                    <a:pt x="42384" y="4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4941216" y="3805362"/>
              <a:ext cx="64572" cy="88013"/>
            </a:xfrm>
            <a:custGeom>
              <a:avLst/>
              <a:pathLst>
                <a:path w="64572" h="88013">
                  <a:moveTo>
                    <a:pt x="0" y="11160"/>
                  </a:moveTo>
                  <a:lnTo>
                    <a:pt x="19171" y="0"/>
                  </a:lnTo>
                  <a:lnTo>
                    <a:pt x="64572" y="76693"/>
                  </a:lnTo>
                  <a:lnTo>
                    <a:pt x="45674" y="88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18172" y="3819283"/>
              <a:ext cx="64352" cy="88172"/>
            </a:xfrm>
            <a:custGeom>
              <a:avLst/>
              <a:pathLst>
                <a:path w="64352" h="88172">
                  <a:moveTo>
                    <a:pt x="0" y="10929"/>
                  </a:moveTo>
                  <a:lnTo>
                    <a:pt x="18491" y="0"/>
                  </a:lnTo>
                  <a:lnTo>
                    <a:pt x="64352" y="77026"/>
                  </a:lnTo>
                  <a:lnTo>
                    <a:pt x="45090" y="88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870947" y="3896537"/>
              <a:ext cx="58317" cy="53104"/>
            </a:xfrm>
            <a:custGeom>
              <a:avLst/>
              <a:pathLst>
                <a:path w="58317" h="53104">
                  <a:moveTo>
                    <a:pt x="16222" y="53104"/>
                  </a:moveTo>
                  <a:lnTo>
                    <a:pt x="0" y="24872"/>
                  </a:lnTo>
                  <a:lnTo>
                    <a:pt x="41934" y="0"/>
                  </a:lnTo>
                  <a:lnTo>
                    <a:pt x="58317" y="28263"/>
                  </a:lnTo>
                  <a:lnTo>
                    <a:pt x="39411" y="38939"/>
                  </a:lnTo>
                  <a:lnTo>
                    <a:pt x="28867" y="20615"/>
                  </a:lnTo>
                  <a:lnTo>
                    <a:pt x="19369" y="26135"/>
                  </a:lnTo>
                  <a:lnTo>
                    <a:pt x="29935" y="4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889305" y="3928331"/>
              <a:ext cx="60639" cy="56792"/>
            </a:xfrm>
            <a:custGeom>
              <a:avLst/>
              <a:pathLst>
                <a:path w="60639" h="56792">
                  <a:moveTo>
                    <a:pt x="0" y="24512"/>
                  </a:moveTo>
                  <a:lnTo>
                    <a:pt x="13943" y="16388"/>
                  </a:lnTo>
                  <a:lnTo>
                    <a:pt x="23300" y="32230"/>
                  </a:lnTo>
                  <a:lnTo>
                    <a:pt x="32124" y="26883"/>
                  </a:lnTo>
                  <a:lnTo>
                    <a:pt x="23371" y="11328"/>
                  </a:lnTo>
                  <a:lnTo>
                    <a:pt x="42704" y="0"/>
                  </a:lnTo>
                  <a:lnTo>
                    <a:pt x="60639" y="32036"/>
                  </a:lnTo>
                  <a:lnTo>
                    <a:pt x="19247" y="56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4945392" y="3951358"/>
              <a:ext cx="57088" cy="61597"/>
            </a:xfrm>
            <a:custGeom>
              <a:avLst/>
              <a:pathLst>
                <a:path w="57088" h="61597">
                  <a:moveTo>
                    <a:pt x="31831" y="0"/>
                  </a:moveTo>
                  <a:lnTo>
                    <a:pt x="57088" y="42716"/>
                  </a:lnTo>
                  <a:lnTo>
                    <a:pt x="24680" y="61597"/>
                  </a:lnTo>
                  <a:lnTo>
                    <a:pt x="0" y="18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47847" y="4071429"/>
              <a:ext cx="26706" cy="23981"/>
            </a:xfrm>
            <a:custGeom>
              <a:avLst/>
              <a:pathLst>
                <a:path w="26706" h="23981">
                  <a:moveTo>
                    <a:pt x="26388" y="12891"/>
                  </a:moveTo>
                  <a:lnTo>
                    <a:pt x="7374" y="23981"/>
                  </a:lnTo>
                  <a:lnTo>
                    <a:pt x="0" y="11071"/>
                  </a:lnTo>
                  <a:lnTo>
                    <a:pt x="551" y="10750"/>
                  </a:lnTo>
                  <a:lnTo>
                    <a:pt x="19150" y="0"/>
                  </a:lnTo>
                  <a:lnTo>
                    <a:pt x="19508" y="600"/>
                  </a:lnTo>
                  <a:lnTo>
                    <a:pt x="26526" y="12403"/>
                  </a:lnTo>
                  <a:lnTo>
                    <a:pt x="26706" y="12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659834" y="4085201"/>
              <a:ext cx="25515" cy="26492"/>
            </a:xfrm>
            <a:custGeom>
              <a:avLst/>
              <a:pathLst>
                <a:path w="25515" h="26492">
                  <a:moveTo>
                    <a:pt x="0" y="9528"/>
                  </a:moveTo>
                  <a:lnTo>
                    <a:pt x="15353" y="0"/>
                  </a:lnTo>
                  <a:lnTo>
                    <a:pt x="25515" y="17090"/>
                  </a:lnTo>
                  <a:lnTo>
                    <a:pt x="9779" y="26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42186" y="4061176"/>
              <a:ext cx="24199" cy="20234"/>
            </a:xfrm>
            <a:custGeom>
              <a:avLst/>
              <a:pathLst>
                <a:path w="24199" h="20234">
                  <a:moveTo>
                    <a:pt x="24199" y="9224"/>
                  </a:moveTo>
                  <a:lnTo>
                    <a:pt x="5038" y="20234"/>
                  </a:lnTo>
                  <a:lnTo>
                    <a:pt x="0" y="11414"/>
                  </a:lnTo>
                  <a:lnTo>
                    <a:pt x="18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472803" y="3998739"/>
              <a:ext cx="42797" cy="52558"/>
            </a:xfrm>
            <a:custGeom>
              <a:avLst/>
              <a:pathLst>
                <a:path w="42797" h="52558">
                  <a:moveTo>
                    <a:pt x="25009" y="52558"/>
                  </a:moveTo>
                  <a:lnTo>
                    <a:pt x="0" y="10868"/>
                  </a:lnTo>
                  <a:lnTo>
                    <a:pt x="18209" y="0"/>
                  </a:lnTo>
                  <a:lnTo>
                    <a:pt x="42797" y="41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28214" y="4014983"/>
              <a:ext cx="51968" cy="43127"/>
            </a:xfrm>
            <a:custGeom>
              <a:avLst/>
              <a:pathLst>
                <a:path w="51968" h="43127">
                  <a:moveTo>
                    <a:pt x="0" y="24366"/>
                  </a:moveTo>
                  <a:lnTo>
                    <a:pt x="41276" y="0"/>
                  </a:lnTo>
                  <a:lnTo>
                    <a:pt x="51968" y="18478"/>
                  </a:lnTo>
                  <a:lnTo>
                    <a:pt x="10758" y="43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08044" y="4109954"/>
              <a:ext cx="42226" cy="52443"/>
            </a:xfrm>
            <a:custGeom>
              <a:avLst/>
              <a:pathLst>
                <a:path w="42226" h="52443">
                  <a:moveTo>
                    <a:pt x="24269" y="52443"/>
                  </a:moveTo>
                  <a:lnTo>
                    <a:pt x="0" y="10730"/>
                  </a:lnTo>
                  <a:lnTo>
                    <a:pt x="18031" y="0"/>
                  </a:lnTo>
                  <a:lnTo>
                    <a:pt x="42226" y="4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46924" y="4115012"/>
              <a:ext cx="42794" cy="51890"/>
            </a:xfrm>
            <a:custGeom>
              <a:avLst/>
              <a:pathLst>
                <a:path w="42794" h="51890">
                  <a:moveTo>
                    <a:pt x="0" y="10566"/>
                  </a:moveTo>
                  <a:lnTo>
                    <a:pt x="17773" y="0"/>
                  </a:lnTo>
                  <a:lnTo>
                    <a:pt x="42794" y="41261"/>
                  </a:lnTo>
                  <a:lnTo>
                    <a:pt x="24246" y="51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29363" y="4020200"/>
              <a:ext cx="43134" cy="53263"/>
            </a:xfrm>
            <a:custGeom>
              <a:avLst/>
              <a:pathLst>
                <a:path w="43134" h="53263">
                  <a:moveTo>
                    <a:pt x="24517" y="53263"/>
                  </a:moveTo>
                  <a:lnTo>
                    <a:pt x="0" y="10710"/>
                  </a:lnTo>
                  <a:lnTo>
                    <a:pt x="18195" y="0"/>
                  </a:lnTo>
                  <a:lnTo>
                    <a:pt x="43134" y="421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494980" y="4073726"/>
              <a:ext cx="51138" cy="42481"/>
            </a:xfrm>
            <a:custGeom>
              <a:avLst/>
              <a:pathLst>
                <a:path w="51138" h="42481">
                  <a:moveTo>
                    <a:pt x="0" y="24439"/>
                  </a:moveTo>
                  <a:lnTo>
                    <a:pt x="40956" y="0"/>
                  </a:lnTo>
                  <a:lnTo>
                    <a:pt x="51138" y="18055"/>
                  </a:lnTo>
                  <a:lnTo>
                    <a:pt x="10046" y="42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30264" y="4096245"/>
              <a:ext cx="42635" cy="52436"/>
            </a:xfrm>
            <a:custGeom>
              <a:avLst/>
              <a:pathLst>
                <a:path w="42635" h="52436">
                  <a:moveTo>
                    <a:pt x="0" y="11102"/>
                  </a:moveTo>
                  <a:lnTo>
                    <a:pt x="18386" y="0"/>
                  </a:lnTo>
                  <a:lnTo>
                    <a:pt x="42635" y="41740"/>
                  </a:lnTo>
                  <a:lnTo>
                    <a:pt x="24425" y="52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37920" y="4152095"/>
              <a:ext cx="42444" cy="51753"/>
            </a:xfrm>
            <a:custGeom>
              <a:avLst/>
              <a:pathLst>
                <a:path w="42444" h="51753">
                  <a:moveTo>
                    <a:pt x="23827" y="51753"/>
                  </a:moveTo>
                  <a:lnTo>
                    <a:pt x="0" y="11033"/>
                  </a:lnTo>
                  <a:lnTo>
                    <a:pt x="18221" y="0"/>
                  </a:lnTo>
                  <a:lnTo>
                    <a:pt x="42444" y="409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36172" y="4157330"/>
              <a:ext cx="41224" cy="51581"/>
            </a:xfrm>
            <a:custGeom>
              <a:avLst/>
              <a:pathLst>
                <a:path w="41224" h="51581">
                  <a:moveTo>
                    <a:pt x="23605" y="51581"/>
                  </a:moveTo>
                  <a:lnTo>
                    <a:pt x="0" y="10728"/>
                  </a:lnTo>
                  <a:lnTo>
                    <a:pt x="17619" y="0"/>
                  </a:lnTo>
                  <a:lnTo>
                    <a:pt x="41224" y="410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560614" y="3977309"/>
              <a:ext cx="42174" cy="53047"/>
            </a:xfrm>
            <a:custGeom>
              <a:avLst/>
              <a:pathLst>
                <a:path w="42174" h="53047">
                  <a:moveTo>
                    <a:pt x="0" y="10858"/>
                  </a:moveTo>
                  <a:lnTo>
                    <a:pt x="17714" y="0"/>
                  </a:lnTo>
                  <a:lnTo>
                    <a:pt x="42174" y="42190"/>
                  </a:lnTo>
                  <a:lnTo>
                    <a:pt x="24331" y="53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52069" y="4006758"/>
              <a:ext cx="43260" cy="52843"/>
            </a:xfrm>
            <a:custGeom>
              <a:avLst/>
              <a:pathLst>
                <a:path w="43260" h="52843">
                  <a:moveTo>
                    <a:pt x="0" y="10777"/>
                  </a:moveTo>
                  <a:lnTo>
                    <a:pt x="18040" y="0"/>
                  </a:lnTo>
                  <a:lnTo>
                    <a:pt x="43260" y="41762"/>
                  </a:lnTo>
                  <a:lnTo>
                    <a:pt x="24758" y="52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50097" y="4012080"/>
              <a:ext cx="42878" cy="52943"/>
            </a:xfrm>
            <a:custGeom>
              <a:avLst/>
              <a:pathLst>
                <a:path w="42878" h="52943">
                  <a:moveTo>
                    <a:pt x="24700" y="52943"/>
                  </a:moveTo>
                  <a:lnTo>
                    <a:pt x="0" y="10695"/>
                  </a:lnTo>
                  <a:lnTo>
                    <a:pt x="18209" y="0"/>
                  </a:lnTo>
                  <a:lnTo>
                    <a:pt x="42878" y="422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15386" y="4166055"/>
              <a:ext cx="41471" cy="51214"/>
            </a:xfrm>
            <a:custGeom>
              <a:avLst/>
              <a:pathLst>
                <a:path w="41471" h="51214">
                  <a:moveTo>
                    <a:pt x="23457" y="51214"/>
                  </a:moveTo>
                  <a:lnTo>
                    <a:pt x="0" y="10612"/>
                  </a:lnTo>
                  <a:lnTo>
                    <a:pt x="17867" y="0"/>
                  </a:lnTo>
                  <a:lnTo>
                    <a:pt x="41471" y="40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00888" y="4128314"/>
              <a:ext cx="52025" cy="43123"/>
            </a:xfrm>
            <a:custGeom>
              <a:avLst/>
              <a:pathLst>
                <a:path w="52025" h="43123">
                  <a:moveTo>
                    <a:pt x="0" y="24308"/>
                  </a:moveTo>
                  <a:lnTo>
                    <a:pt x="41287" y="0"/>
                  </a:lnTo>
                  <a:lnTo>
                    <a:pt x="52025" y="18274"/>
                  </a:lnTo>
                  <a:lnTo>
                    <a:pt x="10900" y="43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558901" y="4143931"/>
              <a:ext cx="41364" cy="51120"/>
            </a:xfrm>
            <a:custGeom>
              <a:avLst/>
              <a:pathLst>
                <a:path w="41364" h="51120">
                  <a:moveTo>
                    <a:pt x="0" y="10408"/>
                  </a:moveTo>
                  <a:lnTo>
                    <a:pt x="17506" y="0"/>
                  </a:lnTo>
                  <a:lnTo>
                    <a:pt x="41364" y="40540"/>
                  </a:lnTo>
                  <a:lnTo>
                    <a:pt x="23660" y="51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52517" y="3842826"/>
              <a:ext cx="52393" cy="43228"/>
            </a:xfrm>
            <a:custGeom>
              <a:avLst/>
              <a:pathLst>
                <a:path w="52393" h="43228">
                  <a:moveTo>
                    <a:pt x="10823" y="43228"/>
                  </a:moveTo>
                  <a:lnTo>
                    <a:pt x="0" y="24027"/>
                  </a:lnTo>
                  <a:lnTo>
                    <a:pt x="41105" y="0"/>
                  </a:lnTo>
                  <a:lnTo>
                    <a:pt x="52393" y="19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17393" y="3849611"/>
              <a:ext cx="42151" cy="51537"/>
            </a:xfrm>
            <a:custGeom>
              <a:avLst/>
              <a:pathLst>
                <a:path w="42151" h="51537">
                  <a:moveTo>
                    <a:pt x="24307" y="51537"/>
                  </a:moveTo>
                  <a:lnTo>
                    <a:pt x="0" y="11069"/>
                  </a:lnTo>
                  <a:lnTo>
                    <a:pt x="18405" y="0"/>
                  </a:lnTo>
                  <a:lnTo>
                    <a:pt x="42151" y="40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24021" y="3968793"/>
              <a:ext cx="42099" cy="52012"/>
            </a:xfrm>
            <a:custGeom>
              <a:avLst/>
              <a:pathLst>
                <a:path w="42099" h="52012">
                  <a:moveTo>
                    <a:pt x="24506" y="52012"/>
                  </a:moveTo>
                  <a:lnTo>
                    <a:pt x="0" y="10644"/>
                  </a:lnTo>
                  <a:lnTo>
                    <a:pt x="17651" y="0"/>
                  </a:lnTo>
                  <a:lnTo>
                    <a:pt x="42099" y="418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61081" y="3969731"/>
              <a:ext cx="43211" cy="52953"/>
            </a:xfrm>
            <a:custGeom>
              <a:avLst/>
              <a:pathLst>
                <a:path w="43211" h="52953">
                  <a:moveTo>
                    <a:pt x="25297" y="52953"/>
                  </a:moveTo>
                  <a:lnTo>
                    <a:pt x="0" y="10911"/>
                  </a:lnTo>
                  <a:lnTo>
                    <a:pt x="18377" y="0"/>
                  </a:lnTo>
                  <a:lnTo>
                    <a:pt x="43211" y="42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465085" y="4198668"/>
              <a:ext cx="42921" cy="52701"/>
            </a:xfrm>
            <a:custGeom>
              <a:avLst/>
              <a:pathLst>
                <a:path w="42921" h="52701">
                  <a:moveTo>
                    <a:pt x="0" y="10899"/>
                  </a:moveTo>
                  <a:lnTo>
                    <a:pt x="18534" y="0"/>
                  </a:lnTo>
                  <a:lnTo>
                    <a:pt x="42921" y="41954"/>
                  </a:lnTo>
                  <a:lnTo>
                    <a:pt x="24603" y="52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562858" y="4190120"/>
              <a:ext cx="51283" cy="41649"/>
            </a:xfrm>
            <a:custGeom>
              <a:avLst/>
              <a:pathLst>
                <a:path w="51283" h="41649">
                  <a:moveTo>
                    <a:pt x="0" y="24398"/>
                  </a:moveTo>
                  <a:lnTo>
                    <a:pt x="41209" y="0"/>
                  </a:lnTo>
                  <a:lnTo>
                    <a:pt x="51283" y="17555"/>
                  </a:lnTo>
                  <a:lnTo>
                    <a:pt x="10031" y="41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25846" y="4193956"/>
              <a:ext cx="42485" cy="52007"/>
            </a:xfrm>
            <a:custGeom>
              <a:avLst/>
              <a:pathLst>
                <a:path w="42485" h="52007">
                  <a:moveTo>
                    <a:pt x="0" y="10678"/>
                  </a:moveTo>
                  <a:lnTo>
                    <a:pt x="18304" y="0"/>
                  </a:lnTo>
                  <a:lnTo>
                    <a:pt x="42485" y="41139"/>
                  </a:lnTo>
                  <a:lnTo>
                    <a:pt x="24388" y="52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471231" y="4100780"/>
              <a:ext cx="42783" cy="52400"/>
            </a:xfrm>
            <a:custGeom>
              <a:avLst/>
              <a:pathLst>
                <a:path w="42783" h="52400">
                  <a:moveTo>
                    <a:pt x="23955" y="52400"/>
                  </a:moveTo>
                  <a:lnTo>
                    <a:pt x="0" y="10422"/>
                  </a:lnTo>
                  <a:lnTo>
                    <a:pt x="18405" y="0"/>
                  </a:lnTo>
                  <a:lnTo>
                    <a:pt x="42783" y="41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384358" y="4100580"/>
              <a:ext cx="52140" cy="42912"/>
            </a:xfrm>
            <a:custGeom>
              <a:avLst/>
              <a:pathLst>
                <a:path w="52140" h="42912">
                  <a:moveTo>
                    <a:pt x="0" y="24367"/>
                  </a:moveTo>
                  <a:lnTo>
                    <a:pt x="41350" y="0"/>
                  </a:lnTo>
                  <a:lnTo>
                    <a:pt x="52140" y="18545"/>
                  </a:lnTo>
                  <a:lnTo>
                    <a:pt x="10874" y="42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22278" y="3965382"/>
              <a:ext cx="42642" cy="52256"/>
            </a:xfrm>
            <a:custGeom>
              <a:avLst/>
              <a:pathLst>
                <a:path w="42642" h="52256">
                  <a:moveTo>
                    <a:pt x="24447" y="52256"/>
                  </a:moveTo>
                  <a:lnTo>
                    <a:pt x="0" y="11069"/>
                  </a:lnTo>
                  <a:lnTo>
                    <a:pt x="18335" y="0"/>
                  </a:lnTo>
                  <a:lnTo>
                    <a:pt x="42642" y="42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40857" y="3835378"/>
              <a:ext cx="41680" cy="52041"/>
            </a:xfrm>
            <a:custGeom>
              <a:avLst/>
              <a:pathLst>
                <a:path w="41680" h="52041">
                  <a:moveTo>
                    <a:pt x="23674" y="52041"/>
                  </a:moveTo>
                  <a:lnTo>
                    <a:pt x="0" y="10853"/>
                  </a:lnTo>
                  <a:lnTo>
                    <a:pt x="17886" y="0"/>
                  </a:lnTo>
                  <a:lnTo>
                    <a:pt x="41680" y="41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01481" y="4208356"/>
              <a:ext cx="43204" cy="52743"/>
            </a:xfrm>
            <a:custGeom>
              <a:avLst/>
              <a:pathLst>
                <a:path w="43204" h="52743">
                  <a:moveTo>
                    <a:pt x="0" y="10952"/>
                  </a:moveTo>
                  <a:lnTo>
                    <a:pt x="18292" y="0"/>
                  </a:lnTo>
                  <a:lnTo>
                    <a:pt x="43204" y="41572"/>
                  </a:lnTo>
                  <a:lnTo>
                    <a:pt x="24742" y="527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667932" y="3882661"/>
              <a:ext cx="41792" cy="51811"/>
            </a:xfrm>
            <a:custGeom>
              <a:avLst/>
              <a:pathLst>
                <a:path w="41792" h="51811">
                  <a:moveTo>
                    <a:pt x="0" y="10699"/>
                  </a:moveTo>
                  <a:lnTo>
                    <a:pt x="17766" y="0"/>
                  </a:lnTo>
                  <a:lnTo>
                    <a:pt x="41792" y="40755"/>
                  </a:lnTo>
                  <a:lnTo>
                    <a:pt x="24377" y="5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05364" y="3884492"/>
              <a:ext cx="42713" cy="53478"/>
            </a:xfrm>
            <a:custGeom>
              <a:avLst/>
              <a:pathLst>
                <a:path w="42713" h="53478">
                  <a:moveTo>
                    <a:pt x="24953" y="53478"/>
                  </a:moveTo>
                  <a:lnTo>
                    <a:pt x="0" y="10753"/>
                  </a:lnTo>
                  <a:lnTo>
                    <a:pt x="17984" y="0"/>
                  </a:lnTo>
                  <a:lnTo>
                    <a:pt x="42713" y="42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44996" y="3896232"/>
              <a:ext cx="42606" cy="52470"/>
            </a:xfrm>
            <a:custGeom>
              <a:avLst/>
              <a:pathLst>
                <a:path w="42606" h="52470">
                  <a:moveTo>
                    <a:pt x="0" y="10653"/>
                  </a:moveTo>
                  <a:lnTo>
                    <a:pt x="18088" y="0"/>
                  </a:lnTo>
                  <a:lnTo>
                    <a:pt x="42606" y="41187"/>
                  </a:lnTo>
                  <a:lnTo>
                    <a:pt x="24563" y="52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42322" y="4212584"/>
              <a:ext cx="42534" cy="52492"/>
            </a:xfrm>
            <a:custGeom>
              <a:avLst/>
              <a:pathLst>
                <a:path w="42534" h="52492">
                  <a:moveTo>
                    <a:pt x="24363" y="52492"/>
                  </a:moveTo>
                  <a:lnTo>
                    <a:pt x="0" y="10831"/>
                  </a:lnTo>
                  <a:lnTo>
                    <a:pt x="18086" y="0"/>
                  </a:lnTo>
                  <a:lnTo>
                    <a:pt x="42534" y="416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469720" y="4245842"/>
              <a:ext cx="51515" cy="42350"/>
            </a:xfrm>
            <a:custGeom>
              <a:avLst/>
              <a:pathLst>
                <a:path w="51515" h="42350">
                  <a:moveTo>
                    <a:pt x="0" y="24323"/>
                  </a:moveTo>
                  <a:lnTo>
                    <a:pt x="40935" y="0"/>
                  </a:lnTo>
                  <a:lnTo>
                    <a:pt x="51515" y="18235"/>
                  </a:lnTo>
                  <a:lnTo>
                    <a:pt x="10706" y="42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566447" y="3879679"/>
              <a:ext cx="42207" cy="52228"/>
            </a:xfrm>
            <a:custGeom>
              <a:avLst/>
              <a:pathLst>
                <a:path w="42207" h="52228">
                  <a:moveTo>
                    <a:pt x="24293" y="52228"/>
                  </a:moveTo>
                  <a:lnTo>
                    <a:pt x="0" y="10537"/>
                  </a:lnTo>
                  <a:lnTo>
                    <a:pt x="17717" y="0"/>
                  </a:lnTo>
                  <a:lnTo>
                    <a:pt x="42207" y="41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594752" y="3913305"/>
              <a:ext cx="77823" cy="88462"/>
            </a:xfrm>
            <a:custGeom>
              <a:avLst/>
              <a:pathLst>
                <a:path w="77823" h="88462">
                  <a:moveTo>
                    <a:pt x="0" y="24151"/>
                  </a:moveTo>
                  <a:lnTo>
                    <a:pt x="40500" y="0"/>
                  </a:lnTo>
                  <a:lnTo>
                    <a:pt x="77823" y="64548"/>
                  </a:lnTo>
                  <a:lnTo>
                    <a:pt x="37479" y="884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497163" y="3922385"/>
              <a:ext cx="41919" cy="52201"/>
            </a:xfrm>
            <a:custGeom>
              <a:avLst/>
              <a:pathLst>
                <a:path w="41919" h="52201">
                  <a:moveTo>
                    <a:pt x="23949" y="52201"/>
                  </a:moveTo>
                  <a:lnTo>
                    <a:pt x="0" y="10369"/>
                  </a:lnTo>
                  <a:lnTo>
                    <a:pt x="17626" y="0"/>
                  </a:lnTo>
                  <a:lnTo>
                    <a:pt x="41919" y="415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29254" y="3869738"/>
              <a:ext cx="43040" cy="53701"/>
            </a:xfrm>
            <a:custGeom>
              <a:avLst/>
              <a:pathLst>
                <a:path w="43040" h="53701">
                  <a:moveTo>
                    <a:pt x="24707" y="53701"/>
                  </a:moveTo>
                  <a:lnTo>
                    <a:pt x="0" y="10997"/>
                  </a:lnTo>
                  <a:lnTo>
                    <a:pt x="18630" y="0"/>
                  </a:lnTo>
                  <a:lnTo>
                    <a:pt x="43040" y="42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59986" y="3898343"/>
              <a:ext cx="51700" cy="43382"/>
            </a:xfrm>
            <a:custGeom>
              <a:avLst/>
              <a:pathLst>
                <a:path w="51700" h="43382">
                  <a:moveTo>
                    <a:pt x="0" y="24234"/>
                  </a:moveTo>
                  <a:lnTo>
                    <a:pt x="40067" y="0"/>
                  </a:lnTo>
                  <a:lnTo>
                    <a:pt x="51700" y="19838"/>
                  </a:lnTo>
                  <a:lnTo>
                    <a:pt x="10917" y="43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584877" y="3962923"/>
              <a:ext cx="41845" cy="52716"/>
            </a:xfrm>
            <a:custGeom>
              <a:avLst/>
              <a:pathLst>
                <a:path w="41845" h="52716">
                  <a:moveTo>
                    <a:pt x="0" y="10575"/>
                  </a:moveTo>
                  <a:lnTo>
                    <a:pt x="17222" y="0"/>
                  </a:lnTo>
                  <a:lnTo>
                    <a:pt x="41845" y="41906"/>
                  </a:lnTo>
                  <a:lnTo>
                    <a:pt x="24287" y="527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00723" y="3982388"/>
              <a:ext cx="42748" cy="52098"/>
            </a:xfrm>
            <a:custGeom>
              <a:avLst/>
              <a:pathLst>
                <a:path w="42748" h="52098">
                  <a:moveTo>
                    <a:pt x="0" y="11088"/>
                  </a:moveTo>
                  <a:lnTo>
                    <a:pt x="18413" y="0"/>
                  </a:lnTo>
                  <a:lnTo>
                    <a:pt x="42748" y="41244"/>
                  </a:lnTo>
                  <a:lnTo>
                    <a:pt x="24173" y="52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478086" y="4045214"/>
              <a:ext cx="51986" cy="43185"/>
            </a:xfrm>
            <a:custGeom>
              <a:avLst/>
              <a:pathLst>
                <a:path w="51986" h="43185">
                  <a:moveTo>
                    <a:pt x="0" y="23979"/>
                  </a:moveTo>
                  <a:lnTo>
                    <a:pt x="40633" y="0"/>
                  </a:lnTo>
                  <a:lnTo>
                    <a:pt x="51986" y="18803"/>
                  </a:lnTo>
                  <a:lnTo>
                    <a:pt x="10790" y="43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40599" y="4049390"/>
              <a:ext cx="43275" cy="52874"/>
            </a:xfrm>
            <a:custGeom>
              <a:avLst/>
              <a:pathLst>
                <a:path w="43275" h="52874">
                  <a:moveTo>
                    <a:pt x="0" y="11213"/>
                  </a:moveTo>
                  <a:lnTo>
                    <a:pt x="19052" y="0"/>
                  </a:lnTo>
                  <a:lnTo>
                    <a:pt x="43275" y="41719"/>
                  </a:lnTo>
                  <a:lnTo>
                    <a:pt x="24335" y="52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380058" y="4054217"/>
              <a:ext cx="42614" cy="52436"/>
            </a:xfrm>
            <a:custGeom>
              <a:avLst/>
              <a:pathLst>
                <a:path w="42614" h="52436">
                  <a:moveTo>
                    <a:pt x="0" y="10638"/>
                  </a:moveTo>
                  <a:lnTo>
                    <a:pt x="18239" y="0"/>
                  </a:lnTo>
                  <a:lnTo>
                    <a:pt x="42614" y="41963"/>
                  </a:lnTo>
                  <a:lnTo>
                    <a:pt x="24693" y="524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16369" y="4063680"/>
              <a:ext cx="42964" cy="52788"/>
            </a:xfrm>
            <a:custGeom>
              <a:avLst/>
              <a:pathLst>
                <a:path w="42964" h="52788">
                  <a:moveTo>
                    <a:pt x="0" y="11201"/>
                  </a:moveTo>
                  <a:lnTo>
                    <a:pt x="18966" y="0"/>
                  </a:lnTo>
                  <a:lnTo>
                    <a:pt x="42964" y="41805"/>
                  </a:lnTo>
                  <a:lnTo>
                    <a:pt x="24923" y="52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57025" y="4067515"/>
              <a:ext cx="42748" cy="52041"/>
            </a:xfrm>
            <a:custGeom>
              <a:avLst/>
              <a:pathLst>
                <a:path w="42748" h="52041">
                  <a:moveTo>
                    <a:pt x="0" y="10817"/>
                  </a:moveTo>
                  <a:lnTo>
                    <a:pt x="18300" y="0"/>
                  </a:lnTo>
                  <a:lnTo>
                    <a:pt x="42748" y="41618"/>
                  </a:lnTo>
                  <a:lnTo>
                    <a:pt x="24201" y="52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589054" y="3866269"/>
              <a:ext cx="42318" cy="52429"/>
            </a:xfrm>
            <a:custGeom>
              <a:avLst/>
              <a:pathLst>
                <a:path w="42318" h="52429">
                  <a:moveTo>
                    <a:pt x="24417" y="52429"/>
                  </a:moveTo>
                  <a:lnTo>
                    <a:pt x="0" y="10638"/>
                  </a:lnTo>
                  <a:lnTo>
                    <a:pt x="18335" y="0"/>
                  </a:lnTo>
                  <a:lnTo>
                    <a:pt x="42318" y="414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45676" y="3951696"/>
              <a:ext cx="42315" cy="52472"/>
            </a:xfrm>
            <a:custGeom>
              <a:avLst/>
              <a:pathLst>
                <a:path w="42315" h="52472">
                  <a:moveTo>
                    <a:pt x="24190" y="52472"/>
                  </a:moveTo>
                  <a:lnTo>
                    <a:pt x="0" y="10907"/>
                  </a:lnTo>
                  <a:lnTo>
                    <a:pt x="18359" y="0"/>
                  </a:lnTo>
                  <a:lnTo>
                    <a:pt x="42315" y="416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385887" y="3955678"/>
              <a:ext cx="42825" cy="52731"/>
            </a:xfrm>
            <a:custGeom>
              <a:avLst/>
              <a:pathLst>
                <a:path w="42825" h="52731">
                  <a:moveTo>
                    <a:pt x="24335" y="52731"/>
                  </a:moveTo>
                  <a:lnTo>
                    <a:pt x="0" y="10465"/>
                  </a:lnTo>
                  <a:lnTo>
                    <a:pt x="17984" y="0"/>
                  </a:lnTo>
                  <a:lnTo>
                    <a:pt x="42825" y="41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672297" y="3928712"/>
              <a:ext cx="51677" cy="43142"/>
            </a:xfrm>
            <a:custGeom>
              <a:avLst/>
              <a:pathLst>
                <a:path w="51677" h="43142">
                  <a:moveTo>
                    <a:pt x="10348" y="43142"/>
                  </a:moveTo>
                  <a:lnTo>
                    <a:pt x="0" y="24582"/>
                  </a:lnTo>
                  <a:lnTo>
                    <a:pt x="40718" y="0"/>
                  </a:lnTo>
                  <a:lnTo>
                    <a:pt x="51677" y="18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473686" y="3935692"/>
              <a:ext cx="42684" cy="52616"/>
            </a:xfrm>
            <a:custGeom>
              <a:avLst/>
              <a:pathLst>
                <a:path w="42684" h="52616">
                  <a:moveTo>
                    <a:pt x="0" y="10408"/>
                  </a:moveTo>
                  <a:lnTo>
                    <a:pt x="17900" y="0"/>
                  </a:lnTo>
                  <a:lnTo>
                    <a:pt x="42684" y="41618"/>
                  </a:lnTo>
                  <a:lnTo>
                    <a:pt x="24138" y="52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15728" y="3983007"/>
              <a:ext cx="52117" cy="44153"/>
            </a:xfrm>
            <a:custGeom>
              <a:avLst/>
              <a:pathLst>
                <a:path w="52117" h="44153">
                  <a:moveTo>
                    <a:pt x="0" y="25458"/>
                  </a:moveTo>
                  <a:lnTo>
                    <a:pt x="41074" y="0"/>
                  </a:lnTo>
                  <a:lnTo>
                    <a:pt x="52117" y="19572"/>
                  </a:lnTo>
                  <a:lnTo>
                    <a:pt x="11092" y="441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02695" y="3811672"/>
              <a:ext cx="52858" cy="44064"/>
            </a:xfrm>
            <a:custGeom>
              <a:avLst/>
              <a:pathLst>
                <a:path w="52858" h="44064">
                  <a:moveTo>
                    <a:pt x="11746" y="44064"/>
                  </a:moveTo>
                  <a:lnTo>
                    <a:pt x="0" y="24816"/>
                  </a:lnTo>
                  <a:lnTo>
                    <a:pt x="41674" y="0"/>
                  </a:lnTo>
                  <a:lnTo>
                    <a:pt x="52858" y="19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08578" y="3928163"/>
              <a:ext cx="52478" cy="43846"/>
            </a:xfrm>
            <a:custGeom>
              <a:avLst/>
              <a:pathLst>
                <a:path w="52478" h="43846">
                  <a:moveTo>
                    <a:pt x="11029" y="43846"/>
                  </a:moveTo>
                  <a:lnTo>
                    <a:pt x="0" y="24798"/>
                  </a:lnTo>
                  <a:lnTo>
                    <a:pt x="41378" y="0"/>
                  </a:lnTo>
                  <a:lnTo>
                    <a:pt x="52478" y="1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389260" y="4002853"/>
              <a:ext cx="66913" cy="67408"/>
            </a:xfrm>
            <a:custGeom>
              <a:avLst/>
              <a:pathLst>
                <a:path w="66913" h="67408">
                  <a:moveTo>
                    <a:pt x="45953" y="54862"/>
                  </a:moveTo>
                  <a:lnTo>
                    <a:pt x="24762" y="67408"/>
                  </a:lnTo>
                  <a:lnTo>
                    <a:pt x="0" y="24999"/>
                  </a:lnTo>
                  <a:lnTo>
                    <a:pt x="42339" y="0"/>
                  </a:lnTo>
                  <a:lnTo>
                    <a:pt x="54323" y="20701"/>
                  </a:lnTo>
                  <a:lnTo>
                    <a:pt x="66913" y="42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34140" y="3918664"/>
              <a:ext cx="64519" cy="63954"/>
            </a:xfrm>
            <a:custGeom>
              <a:avLst/>
              <a:pathLst>
                <a:path w="64519" h="63954">
                  <a:moveTo>
                    <a:pt x="64519" y="38872"/>
                  </a:moveTo>
                  <a:lnTo>
                    <a:pt x="23369" y="63954"/>
                  </a:lnTo>
                  <a:lnTo>
                    <a:pt x="0" y="24899"/>
                  </a:lnTo>
                  <a:lnTo>
                    <a:pt x="4136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476099" y="4146551"/>
              <a:ext cx="55200" cy="45795"/>
            </a:xfrm>
            <a:custGeom>
              <a:avLst/>
              <a:pathLst>
                <a:path w="55200" h="45795">
                  <a:moveTo>
                    <a:pt x="55200" y="21494"/>
                  </a:moveTo>
                  <a:lnTo>
                    <a:pt x="11858" y="45795"/>
                  </a:lnTo>
                  <a:lnTo>
                    <a:pt x="0" y="25189"/>
                  </a:lnTo>
                  <a:lnTo>
                    <a:pt x="1656" y="24198"/>
                  </a:lnTo>
                  <a:lnTo>
                    <a:pt x="421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488722" y="4169008"/>
              <a:ext cx="54351" cy="44491"/>
            </a:xfrm>
            <a:custGeom>
              <a:avLst/>
              <a:pathLst>
                <a:path w="54351" h="44491">
                  <a:moveTo>
                    <a:pt x="54351" y="19213"/>
                  </a:moveTo>
                  <a:lnTo>
                    <a:pt x="11754" y="44491"/>
                  </a:lnTo>
                  <a:lnTo>
                    <a:pt x="3451" y="30216"/>
                  </a:lnTo>
                  <a:lnTo>
                    <a:pt x="0" y="24282"/>
                  </a:lnTo>
                  <a:lnTo>
                    <a:pt x="4320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39306" y="2898393"/>
              <a:ext cx="70383" cy="83345"/>
            </a:xfrm>
            <a:custGeom>
              <a:avLst/>
              <a:pathLst>
                <a:path w="70383" h="83345">
                  <a:moveTo>
                    <a:pt x="0" y="12141"/>
                  </a:moveTo>
                  <a:lnTo>
                    <a:pt x="19607" y="0"/>
                  </a:lnTo>
                  <a:lnTo>
                    <a:pt x="70383" y="67062"/>
                  </a:lnTo>
                  <a:lnTo>
                    <a:pt x="41827" y="83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466650" y="2856490"/>
              <a:ext cx="99133" cy="125042"/>
            </a:xfrm>
            <a:custGeom>
              <a:avLst/>
              <a:pathLst>
                <a:path w="99133" h="125042">
                  <a:moveTo>
                    <a:pt x="0" y="22255"/>
                  </a:moveTo>
                  <a:lnTo>
                    <a:pt x="41278" y="0"/>
                  </a:lnTo>
                  <a:lnTo>
                    <a:pt x="99133" y="98058"/>
                  </a:lnTo>
                  <a:lnTo>
                    <a:pt x="97780" y="102767"/>
                  </a:lnTo>
                  <a:lnTo>
                    <a:pt x="60617" y="12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20313" y="2956575"/>
              <a:ext cx="13988" cy="14583"/>
            </a:xfrm>
            <a:custGeom>
              <a:avLst/>
              <a:pathLst>
                <a:path w="13988" h="14583">
                  <a:moveTo>
                    <a:pt x="0" y="5025"/>
                  </a:moveTo>
                  <a:lnTo>
                    <a:pt x="7046" y="0"/>
                  </a:lnTo>
                  <a:lnTo>
                    <a:pt x="13988" y="9985"/>
                  </a:lnTo>
                  <a:lnTo>
                    <a:pt x="6948" y="14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51724" y="2909273"/>
              <a:ext cx="282477" cy="371265"/>
            </a:xfrm>
            <a:custGeom>
              <a:avLst/>
              <a:pathLst>
                <a:path w="282477" h="371265">
                  <a:moveTo>
                    <a:pt x="80189" y="18117"/>
                  </a:moveTo>
                  <a:lnTo>
                    <a:pt x="110889" y="0"/>
                  </a:lnTo>
                  <a:lnTo>
                    <a:pt x="282477" y="292760"/>
                  </a:lnTo>
                  <a:lnTo>
                    <a:pt x="282300" y="294282"/>
                  </a:lnTo>
                  <a:lnTo>
                    <a:pt x="155428" y="369678"/>
                  </a:lnTo>
                  <a:lnTo>
                    <a:pt x="149283" y="371265"/>
                  </a:lnTo>
                  <a:lnTo>
                    <a:pt x="0" y="115795"/>
                  </a:lnTo>
                  <a:lnTo>
                    <a:pt x="95754" y="56770"/>
                  </a:lnTo>
                  <a:lnTo>
                    <a:pt x="105780" y="73024"/>
                  </a:lnTo>
                  <a:lnTo>
                    <a:pt x="110100" y="69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690002" y="2916354"/>
              <a:ext cx="62962" cy="59582"/>
            </a:xfrm>
            <a:custGeom>
              <a:avLst/>
              <a:pathLst>
                <a:path w="62962" h="59582">
                  <a:moveTo>
                    <a:pt x="0" y="25175"/>
                  </a:moveTo>
                  <a:lnTo>
                    <a:pt x="43624" y="0"/>
                  </a:lnTo>
                  <a:lnTo>
                    <a:pt x="62962" y="32449"/>
                  </a:lnTo>
                  <a:lnTo>
                    <a:pt x="18594" y="59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669471" y="2866721"/>
              <a:ext cx="83818" cy="69846"/>
            </a:xfrm>
            <a:custGeom>
              <a:avLst/>
              <a:pathLst>
                <a:path w="83818" h="69846">
                  <a:moveTo>
                    <a:pt x="0" y="36796"/>
                  </a:moveTo>
                  <a:lnTo>
                    <a:pt x="65246" y="0"/>
                  </a:lnTo>
                  <a:lnTo>
                    <a:pt x="83818" y="29863"/>
                  </a:lnTo>
                  <a:lnTo>
                    <a:pt x="17034" y="6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35986" y="2994152"/>
              <a:ext cx="64689" cy="60235"/>
            </a:xfrm>
            <a:custGeom>
              <a:avLst/>
              <a:pathLst>
                <a:path w="64689" h="60235">
                  <a:moveTo>
                    <a:pt x="0" y="25623"/>
                  </a:moveTo>
                  <a:lnTo>
                    <a:pt x="43739" y="0"/>
                  </a:lnTo>
                  <a:lnTo>
                    <a:pt x="64689" y="34536"/>
                  </a:lnTo>
                  <a:lnTo>
                    <a:pt x="19855" y="60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13758" y="2823455"/>
              <a:ext cx="107933" cy="129664"/>
            </a:xfrm>
            <a:custGeom>
              <a:avLst/>
              <a:pathLst>
                <a:path w="107933" h="129664">
                  <a:moveTo>
                    <a:pt x="37584" y="90190"/>
                  </a:moveTo>
                  <a:lnTo>
                    <a:pt x="57131" y="76973"/>
                  </a:lnTo>
                  <a:lnTo>
                    <a:pt x="67615" y="90552"/>
                  </a:lnTo>
                  <a:lnTo>
                    <a:pt x="70686" y="87826"/>
                  </a:lnTo>
                  <a:lnTo>
                    <a:pt x="55195" y="61944"/>
                  </a:lnTo>
                  <a:lnTo>
                    <a:pt x="52446" y="63443"/>
                  </a:lnTo>
                  <a:lnTo>
                    <a:pt x="53992" y="66799"/>
                  </a:lnTo>
                  <a:lnTo>
                    <a:pt x="29856" y="80062"/>
                  </a:lnTo>
                  <a:lnTo>
                    <a:pt x="0" y="27367"/>
                  </a:lnTo>
                  <a:lnTo>
                    <a:pt x="46668" y="0"/>
                  </a:lnTo>
                  <a:lnTo>
                    <a:pt x="107933" y="101131"/>
                  </a:lnTo>
                  <a:lnTo>
                    <a:pt x="60062" y="129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674081" y="2750248"/>
              <a:ext cx="73350" cy="101099"/>
            </a:xfrm>
            <a:custGeom>
              <a:avLst/>
              <a:pathLst>
                <a:path w="73350" h="101099">
                  <a:moveTo>
                    <a:pt x="0" y="7831"/>
                  </a:moveTo>
                  <a:lnTo>
                    <a:pt x="12104" y="0"/>
                  </a:lnTo>
                  <a:lnTo>
                    <a:pt x="65570" y="82650"/>
                  </a:lnTo>
                  <a:lnTo>
                    <a:pt x="73350" y="98564"/>
                  </a:lnTo>
                  <a:lnTo>
                    <a:pt x="71485" y="99653"/>
                  </a:lnTo>
                  <a:lnTo>
                    <a:pt x="69470" y="10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02005" y="2765933"/>
              <a:ext cx="125520" cy="135834"/>
            </a:xfrm>
            <a:custGeom>
              <a:avLst/>
              <a:pathLst>
                <a:path w="125520" h="135834">
                  <a:moveTo>
                    <a:pt x="48930" y="4829"/>
                  </a:moveTo>
                  <a:lnTo>
                    <a:pt x="62948" y="30647"/>
                  </a:lnTo>
                  <a:lnTo>
                    <a:pt x="74485" y="48410"/>
                  </a:lnTo>
                  <a:lnTo>
                    <a:pt x="76134" y="47510"/>
                  </a:lnTo>
                  <a:lnTo>
                    <a:pt x="80089" y="54705"/>
                  </a:lnTo>
                  <a:lnTo>
                    <a:pt x="81408" y="54031"/>
                  </a:lnTo>
                  <a:lnTo>
                    <a:pt x="51165" y="3531"/>
                  </a:lnTo>
                  <a:lnTo>
                    <a:pt x="57246" y="0"/>
                  </a:lnTo>
                  <a:lnTo>
                    <a:pt x="89141" y="41331"/>
                  </a:lnTo>
                  <a:lnTo>
                    <a:pt x="98045" y="52869"/>
                  </a:lnTo>
                  <a:lnTo>
                    <a:pt x="105445" y="63295"/>
                  </a:lnTo>
                  <a:lnTo>
                    <a:pt x="125520" y="91718"/>
                  </a:lnTo>
                  <a:lnTo>
                    <a:pt x="124513" y="97174"/>
                  </a:lnTo>
                  <a:lnTo>
                    <a:pt x="59579" y="135834"/>
                  </a:lnTo>
                  <a:lnTo>
                    <a:pt x="0" y="33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30496" y="2930648"/>
              <a:ext cx="113592" cy="89621"/>
            </a:xfrm>
            <a:custGeom>
              <a:avLst/>
              <a:pathLst>
                <a:path w="113592" h="89621">
                  <a:moveTo>
                    <a:pt x="17941" y="89621"/>
                  </a:moveTo>
                  <a:lnTo>
                    <a:pt x="0" y="56755"/>
                  </a:lnTo>
                  <a:lnTo>
                    <a:pt x="93828" y="0"/>
                  </a:lnTo>
                  <a:lnTo>
                    <a:pt x="113592" y="32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781472" y="3090793"/>
              <a:ext cx="85082" cy="109231"/>
            </a:xfrm>
            <a:custGeom>
              <a:avLst/>
              <a:pathLst>
                <a:path w="85082" h="109231">
                  <a:moveTo>
                    <a:pt x="0" y="10288"/>
                  </a:moveTo>
                  <a:lnTo>
                    <a:pt x="19708" y="0"/>
                  </a:lnTo>
                  <a:lnTo>
                    <a:pt x="85082" y="94174"/>
                  </a:lnTo>
                  <a:lnTo>
                    <a:pt x="57191" y="109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11296" y="2953047"/>
              <a:ext cx="64638" cy="59628"/>
            </a:xfrm>
            <a:custGeom>
              <a:avLst/>
              <a:pathLst>
                <a:path w="64638" h="59628">
                  <a:moveTo>
                    <a:pt x="0" y="25854"/>
                  </a:moveTo>
                  <a:lnTo>
                    <a:pt x="42843" y="0"/>
                  </a:lnTo>
                  <a:lnTo>
                    <a:pt x="64638" y="34037"/>
                  </a:lnTo>
                  <a:lnTo>
                    <a:pt x="20310" y="59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782785" y="2967471"/>
              <a:ext cx="82434" cy="98402"/>
            </a:xfrm>
            <a:custGeom>
              <a:avLst/>
              <a:pathLst>
                <a:path w="82434" h="98402">
                  <a:moveTo>
                    <a:pt x="0" y="16505"/>
                  </a:moveTo>
                  <a:lnTo>
                    <a:pt x="28558" y="0"/>
                  </a:lnTo>
                  <a:lnTo>
                    <a:pt x="82434" y="77621"/>
                  </a:lnTo>
                  <a:lnTo>
                    <a:pt x="48187" y="9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758404" y="3033592"/>
              <a:ext cx="66669" cy="59557"/>
            </a:xfrm>
            <a:custGeom>
              <a:avLst/>
              <a:pathLst>
                <a:path w="66669" h="59557">
                  <a:moveTo>
                    <a:pt x="0" y="27068"/>
                  </a:moveTo>
                  <a:lnTo>
                    <a:pt x="45545" y="0"/>
                  </a:lnTo>
                  <a:lnTo>
                    <a:pt x="66669" y="35038"/>
                  </a:lnTo>
                  <a:lnTo>
                    <a:pt x="24650" y="59458"/>
                  </a:lnTo>
                  <a:lnTo>
                    <a:pt x="20880" y="59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06387" y="3072395"/>
              <a:ext cx="96662" cy="110093"/>
            </a:xfrm>
            <a:custGeom>
              <a:avLst/>
              <a:pathLst>
                <a:path w="96662" h="110093">
                  <a:moveTo>
                    <a:pt x="0" y="14646"/>
                  </a:moveTo>
                  <a:lnTo>
                    <a:pt x="27902" y="0"/>
                  </a:lnTo>
                  <a:lnTo>
                    <a:pt x="96662" y="90719"/>
                  </a:lnTo>
                  <a:lnTo>
                    <a:pt x="66970" y="110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568639" y="2801659"/>
              <a:ext cx="89086" cy="121072"/>
            </a:xfrm>
            <a:custGeom>
              <a:avLst/>
              <a:pathLst>
                <a:path w="89086" h="121072">
                  <a:moveTo>
                    <a:pt x="0" y="17309"/>
                  </a:moveTo>
                  <a:lnTo>
                    <a:pt x="29090" y="0"/>
                  </a:lnTo>
                  <a:lnTo>
                    <a:pt x="89086" y="102944"/>
                  </a:lnTo>
                  <a:lnTo>
                    <a:pt x="59389" y="12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841189" y="3051910"/>
              <a:ext cx="93469" cy="106611"/>
            </a:xfrm>
            <a:custGeom>
              <a:avLst/>
              <a:pathLst>
                <a:path w="93469" h="106611">
                  <a:moveTo>
                    <a:pt x="0" y="17783"/>
                  </a:moveTo>
                  <a:lnTo>
                    <a:pt x="28106" y="0"/>
                  </a:lnTo>
                  <a:lnTo>
                    <a:pt x="93469" y="88718"/>
                  </a:lnTo>
                  <a:lnTo>
                    <a:pt x="67447" y="106611"/>
                  </a:lnTo>
                  <a:lnTo>
                    <a:pt x="16817" y="38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778561" y="3236965"/>
              <a:ext cx="67148" cy="82993"/>
            </a:xfrm>
            <a:custGeom>
              <a:avLst/>
              <a:pathLst>
                <a:path w="67148" h="82993">
                  <a:moveTo>
                    <a:pt x="0" y="8453"/>
                  </a:moveTo>
                  <a:lnTo>
                    <a:pt x="14622" y="0"/>
                  </a:lnTo>
                  <a:lnTo>
                    <a:pt x="67148" y="69188"/>
                  </a:lnTo>
                  <a:lnTo>
                    <a:pt x="44366" y="82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841486" y="3194552"/>
              <a:ext cx="20044" cy="15059"/>
            </a:xfrm>
            <a:custGeom>
              <a:avLst/>
              <a:pathLst>
                <a:path w="20044" h="15059">
                  <a:moveTo>
                    <a:pt x="0" y="12079"/>
                  </a:moveTo>
                  <a:lnTo>
                    <a:pt x="17930" y="0"/>
                  </a:lnTo>
                  <a:lnTo>
                    <a:pt x="20044" y="3019"/>
                  </a:lnTo>
                  <a:lnTo>
                    <a:pt x="2055" y="1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14372" y="3461113"/>
              <a:ext cx="29293" cy="38608"/>
            </a:xfrm>
            <a:custGeom>
              <a:avLst/>
              <a:pathLst>
                <a:path w="29293" h="38608">
                  <a:moveTo>
                    <a:pt x="0" y="8620"/>
                  </a:moveTo>
                  <a:lnTo>
                    <a:pt x="13458" y="0"/>
                  </a:lnTo>
                  <a:lnTo>
                    <a:pt x="29293" y="25143"/>
                  </a:lnTo>
                  <a:lnTo>
                    <a:pt x="18258" y="38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796270" y="3208603"/>
              <a:ext cx="43680" cy="33501"/>
            </a:xfrm>
            <a:custGeom>
              <a:avLst/>
              <a:pathLst>
                <a:path w="43680" h="33501">
                  <a:moveTo>
                    <a:pt x="0" y="22302"/>
                  </a:moveTo>
                  <a:lnTo>
                    <a:pt x="38938" y="0"/>
                  </a:lnTo>
                  <a:lnTo>
                    <a:pt x="43680" y="4944"/>
                  </a:lnTo>
                  <a:lnTo>
                    <a:pt x="8085" y="3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00948" y="3437309"/>
              <a:ext cx="26251" cy="30918"/>
            </a:xfrm>
            <a:custGeom>
              <a:avLst/>
              <a:pathLst>
                <a:path w="26251" h="30918">
                  <a:moveTo>
                    <a:pt x="0" y="8883"/>
                  </a:moveTo>
                  <a:lnTo>
                    <a:pt x="12892" y="0"/>
                  </a:lnTo>
                  <a:lnTo>
                    <a:pt x="26251" y="22802"/>
                  </a:lnTo>
                  <a:lnTo>
                    <a:pt x="13032" y="30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22955" y="3305051"/>
              <a:ext cx="27931" cy="33657"/>
            </a:xfrm>
            <a:custGeom>
              <a:avLst/>
              <a:pathLst>
                <a:path w="27931" h="33657">
                  <a:moveTo>
                    <a:pt x="0" y="8176"/>
                  </a:moveTo>
                  <a:lnTo>
                    <a:pt x="13383" y="0"/>
                  </a:lnTo>
                  <a:lnTo>
                    <a:pt x="27931" y="25537"/>
                  </a:lnTo>
                  <a:lnTo>
                    <a:pt x="14040" y="33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759457" y="3317356"/>
              <a:ext cx="50512" cy="59450"/>
            </a:xfrm>
            <a:custGeom>
              <a:avLst/>
              <a:pathLst>
                <a:path w="50512" h="59450">
                  <a:moveTo>
                    <a:pt x="0" y="13250"/>
                  </a:moveTo>
                  <a:lnTo>
                    <a:pt x="23359" y="0"/>
                  </a:lnTo>
                  <a:lnTo>
                    <a:pt x="30074" y="11401"/>
                  </a:lnTo>
                  <a:lnTo>
                    <a:pt x="27613" y="13111"/>
                  </a:lnTo>
                  <a:lnTo>
                    <a:pt x="39983" y="34506"/>
                  </a:lnTo>
                  <a:lnTo>
                    <a:pt x="42722" y="33343"/>
                  </a:lnTo>
                  <a:lnTo>
                    <a:pt x="50512" y="47535"/>
                  </a:lnTo>
                  <a:lnTo>
                    <a:pt x="29570" y="59450"/>
                  </a:lnTo>
                  <a:lnTo>
                    <a:pt x="21095" y="45489"/>
                  </a:lnTo>
                  <a:lnTo>
                    <a:pt x="23464" y="43595"/>
                  </a:lnTo>
                  <a:lnTo>
                    <a:pt x="11101" y="23113"/>
                  </a:lnTo>
                  <a:lnTo>
                    <a:pt x="6446" y="2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25641" y="3307411"/>
              <a:ext cx="68346" cy="71557"/>
            </a:xfrm>
            <a:custGeom>
              <a:avLst/>
              <a:pathLst>
                <a:path w="68346" h="71557">
                  <a:moveTo>
                    <a:pt x="0" y="12867"/>
                  </a:moveTo>
                  <a:lnTo>
                    <a:pt x="20135" y="0"/>
                  </a:lnTo>
                  <a:lnTo>
                    <a:pt x="68346" y="51408"/>
                  </a:lnTo>
                  <a:lnTo>
                    <a:pt x="30637" y="71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783584" y="3304686"/>
              <a:ext cx="48597" cy="60190"/>
            </a:xfrm>
            <a:custGeom>
              <a:avLst/>
              <a:pathLst>
                <a:path w="48597" h="60190">
                  <a:moveTo>
                    <a:pt x="0" y="11017"/>
                  </a:moveTo>
                  <a:lnTo>
                    <a:pt x="18514" y="0"/>
                  </a:lnTo>
                  <a:lnTo>
                    <a:pt x="48597" y="47185"/>
                  </a:lnTo>
                  <a:lnTo>
                    <a:pt x="28675" y="60190"/>
                  </a:lnTo>
                  <a:lnTo>
                    <a:pt x="21730" y="49015"/>
                  </a:lnTo>
                  <a:lnTo>
                    <a:pt x="25550" y="45005"/>
                  </a:lnTo>
                  <a:lnTo>
                    <a:pt x="10823" y="20559"/>
                  </a:lnTo>
                  <a:lnTo>
                    <a:pt x="6903" y="23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25778" y="3386452"/>
              <a:ext cx="7986" cy="9211"/>
            </a:xfrm>
            <a:custGeom>
              <a:avLst/>
              <a:pathLst>
                <a:path w="7986" h="9211">
                  <a:moveTo>
                    <a:pt x="0" y="2496"/>
                  </a:moveTo>
                  <a:lnTo>
                    <a:pt x="3993" y="0"/>
                  </a:lnTo>
                  <a:lnTo>
                    <a:pt x="7986" y="6738"/>
                  </a:lnTo>
                  <a:lnTo>
                    <a:pt x="3955" y="9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39367" y="3331480"/>
              <a:ext cx="47392" cy="59387"/>
            </a:xfrm>
            <a:custGeom>
              <a:avLst/>
              <a:pathLst>
                <a:path w="47392" h="59387">
                  <a:moveTo>
                    <a:pt x="0" y="10798"/>
                  </a:moveTo>
                  <a:lnTo>
                    <a:pt x="18925" y="0"/>
                  </a:lnTo>
                  <a:lnTo>
                    <a:pt x="25031" y="11553"/>
                  </a:lnTo>
                  <a:lnTo>
                    <a:pt x="22499" y="13086"/>
                  </a:lnTo>
                  <a:lnTo>
                    <a:pt x="35514" y="34712"/>
                  </a:lnTo>
                  <a:lnTo>
                    <a:pt x="37993" y="32989"/>
                  </a:lnTo>
                  <a:lnTo>
                    <a:pt x="47392" y="48315"/>
                  </a:lnTo>
                  <a:lnTo>
                    <a:pt x="29234" y="59387"/>
                  </a:lnTo>
                  <a:lnTo>
                    <a:pt x="22211" y="48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13425" y="3356031"/>
              <a:ext cx="48797" cy="59282"/>
            </a:xfrm>
            <a:custGeom>
              <a:avLst/>
              <a:pathLst>
                <a:path w="48797" h="59282">
                  <a:moveTo>
                    <a:pt x="0" y="11215"/>
                  </a:moveTo>
                  <a:lnTo>
                    <a:pt x="19523" y="0"/>
                  </a:lnTo>
                  <a:lnTo>
                    <a:pt x="48797" y="46790"/>
                  </a:lnTo>
                  <a:lnTo>
                    <a:pt x="29037" y="59282"/>
                  </a:lnTo>
                  <a:lnTo>
                    <a:pt x="22421" y="48722"/>
                  </a:lnTo>
                  <a:lnTo>
                    <a:pt x="27066" y="45864"/>
                  </a:lnTo>
                  <a:lnTo>
                    <a:pt x="11662" y="20971"/>
                  </a:lnTo>
                  <a:lnTo>
                    <a:pt x="7255" y="23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04707" y="3317154"/>
              <a:ext cx="64015" cy="60049"/>
            </a:xfrm>
            <a:custGeom>
              <a:avLst/>
              <a:pathLst>
                <a:path w="64015" h="60049">
                  <a:moveTo>
                    <a:pt x="0" y="40295"/>
                  </a:moveTo>
                  <a:lnTo>
                    <a:pt x="30643" y="0"/>
                  </a:lnTo>
                  <a:lnTo>
                    <a:pt x="64015" y="32908"/>
                  </a:lnTo>
                  <a:lnTo>
                    <a:pt x="41089" y="47777"/>
                  </a:lnTo>
                  <a:lnTo>
                    <a:pt x="23080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770197" y="3383198"/>
              <a:ext cx="46014" cy="57954"/>
            </a:xfrm>
            <a:custGeom>
              <a:avLst/>
              <a:pathLst>
                <a:path w="46014" h="57954">
                  <a:moveTo>
                    <a:pt x="0" y="11305"/>
                  </a:moveTo>
                  <a:lnTo>
                    <a:pt x="18584" y="0"/>
                  </a:lnTo>
                  <a:lnTo>
                    <a:pt x="25510" y="12213"/>
                  </a:lnTo>
                  <a:lnTo>
                    <a:pt x="23211" y="13838"/>
                  </a:lnTo>
                  <a:lnTo>
                    <a:pt x="35156" y="34105"/>
                  </a:lnTo>
                  <a:lnTo>
                    <a:pt x="37197" y="33506"/>
                  </a:lnTo>
                  <a:lnTo>
                    <a:pt x="46014" y="47665"/>
                  </a:lnTo>
                  <a:lnTo>
                    <a:pt x="2746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790157" y="3368731"/>
              <a:ext cx="49992" cy="60429"/>
            </a:xfrm>
            <a:custGeom>
              <a:avLst/>
              <a:pathLst>
                <a:path w="49992" h="60429">
                  <a:moveTo>
                    <a:pt x="0" y="14098"/>
                  </a:moveTo>
                  <a:lnTo>
                    <a:pt x="22512" y="0"/>
                  </a:lnTo>
                  <a:lnTo>
                    <a:pt x="28669" y="10928"/>
                  </a:lnTo>
                  <a:lnTo>
                    <a:pt x="26266" y="12925"/>
                  </a:lnTo>
                  <a:lnTo>
                    <a:pt x="39300" y="36017"/>
                  </a:lnTo>
                  <a:lnTo>
                    <a:pt x="42318" y="34468"/>
                  </a:lnTo>
                  <a:lnTo>
                    <a:pt x="49992" y="47624"/>
                  </a:lnTo>
                  <a:lnTo>
                    <a:pt x="27194" y="60429"/>
                  </a:lnTo>
                  <a:lnTo>
                    <a:pt x="20544" y="49410"/>
                  </a:lnTo>
                  <a:lnTo>
                    <a:pt x="24740" y="46031"/>
                  </a:lnTo>
                  <a:lnTo>
                    <a:pt x="11114" y="22266"/>
                  </a:lnTo>
                  <a:lnTo>
                    <a:pt x="6424" y="25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861434" y="3360888"/>
              <a:ext cx="59311" cy="55216"/>
            </a:xfrm>
            <a:custGeom>
              <a:avLst/>
              <a:pathLst>
                <a:path w="59311" h="55216">
                  <a:moveTo>
                    <a:pt x="0" y="23889"/>
                  </a:moveTo>
                  <a:lnTo>
                    <a:pt x="35658" y="0"/>
                  </a:lnTo>
                  <a:lnTo>
                    <a:pt x="59311" y="18653"/>
                  </a:lnTo>
                  <a:lnTo>
                    <a:pt x="28875" y="55216"/>
                  </a:lnTo>
                  <a:lnTo>
                    <a:pt x="6822" y="37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27274" y="3407420"/>
              <a:ext cx="60388" cy="65158"/>
            </a:xfrm>
            <a:custGeom>
              <a:avLst/>
              <a:pathLst>
                <a:path w="60388" h="65158">
                  <a:moveTo>
                    <a:pt x="0" y="23654"/>
                  </a:moveTo>
                  <a:lnTo>
                    <a:pt x="37269" y="0"/>
                  </a:lnTo>
                  <a:lnTo>
                    <a:pt x="60388" y="18490"/>
                  </a:lnTo>
                  <a:lnTo>
                    <a:pt x="25568" y="6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29133" y="3455766"/>
              <a:ext cx="22643" cy="27609"/>
            </a:xfrm>
            <a:custGeom>
              <a:avLst/>
              <a:pathLst>
                <a:path w="22643" h="27609">
                  <a:moveTo>
                    <a:pt x="0" y="4621"/>
                  </a:moveTo>
                  <a:lnTo>
                    <a:pt x="7429" y="0"/>
                  </a:lnTo>
                  <a:lnTo>
                    <a:pt x="22643" y="22343"/>
                  </a:lnTo>
                  <a:lnTo>
                    <a:pt x="14766" y="27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873393" y="3281266"/>
              <a:ext cx="70859" cy="71423"/>
            </a:xfrm>
            <a:custGeom>
              <a:avLst/>
              <a:pathLst>
                <a:path w="70859" h="71423">
                  <a:moveTo>
                    <a:pt x="0" y="50010"/>
                  </a:moveTo>
                  <a:lnTo>
                    <a:pt x="61749" y="0"/>
                  </a:lnTo>
                  <a:lnTo>
                    <a:pt x="70859" y="8981"/>
                  </a:lnTo>
                  <a:lnTo>
                    <a:pt x="22733" y="71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15665" y="3432121"/>
              <a:ext cx="20222" cy="27225"/>
            </a:xfrm>
            <a:custGeom>
              <a:avLst/>
              <a:pathLst>
                <a:path w="20222" h="27225">
                  <a:moveTo>
                    <a:pt x="7218" y="0"/>
                  </a:moveTo>
                  <a:lnTo>
                    <a:pt x="20222" y="22656"/>
                  </a:lnTo>
                  <a:lnTo>
                    <a:pt x="19488" y="23107"/>
                  </a:lnTo>
                  <a:lnTo>
                    <a:pt x="12780" y="27225"/>
                  </a:lnTo>
                  <a:lnTo>
                    <a:pt x="0" y="4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4938194" y="3226955"/>
              <a:ext cx="94975" cy="118394"/>
            </a:xfrm>
            <a:custGeom>
              <a:avLst/>
              <a:pathLst>
                <a:path w="94975" h="118394">
                  <a:moveTo>
                    <a:pt x="0" y="85250"/>
                  </a:moveTo>
                  <a:lnTo>
                    <a:pt x="61132" y="0"/>
                  </a:lnTo>
                  <a:lnTo>
                    <a:pt x="94975" y="41912"/>
                  </a:lnTo>
                  <a:lnTo>
                    <a:pt x="50280" y="99621"/>
                  </a:lnTo>
                  <a:lnTo>
                    <a:pt x="35694" y="118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13431" y="3279261"/>
              <a:ext cx="21932" cy="30485"/>
            </a:xfrm>
            <a:custGeom>
              <a:avLst/>
              <a:pathLst>
                <a:path w="21932" h="30485">
                  <a:moveTo>
                    <a:pt x="0" y="5028"/>
                  </a:moveTo>
                  <a:lnTo>
                    <a:pt x="8941" y="0"/>
                  </a:lnTo>
                  <a:lnTo>
                    <a:pt x="21932" y="23189"/>
                  </a:lnTo>
                  <a:lnTo>
                    <a:pt x="9299" y="30485"/>
                  </a:lnTo>
                  <a:lnTo>
                    <a:pt x="837" y="1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06084" y="3192892"/>
              <a:ext cx="97008" cy="90716"/>
            </a:xfrm>
            <a:custGeom>
              <a:avLst/>
              <a:pathLst>
                <a:path w="97008" h="90716">
                  <a:moveTo>
                    <a:pt x="0" y="51875"/>
                  </a:moveTo>
                  <a:lnTo>
                    <a:pt x="66511" y="0"/>
                  </a:lnTo>
                  <a:lnTo>
                    <a:pt x="97008" y="41102"/>
                  </a:lnTo>
                  <a:lnTo>
                    <a:pt x="29848" y="90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38680" y="3301066"/>
              <a:ext cx="20950" cy="29201"/>
            </a:xfrm>
            <a:custGeom>
              <a:avLst/>
              <a:pathLst>
                <a:path w="20950" h="29201">
                  <a:moveTo>
                    <a:pt x="0" y="4071"/>
                  </a:moveTo>
                  <a:lnTo>
                    <a:pt x="6658" y="0"/>
                  </a:lnTo>
                  <a:lnTo>
                    <a:pt x="20950" y="24554"/>
                  </a:lnTo>
                  <a:lnTo>
                    <a:pt x="13313" y="2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12438" y="3143726"/>
              <a:ext cx="84040" cy="104662"/>
            </a:xfrm>
            <a:custGeom>
              <a:avLst/>
              <a:pathLst>
                <a:path w="84040" h="104662">
                  <a:moveTo>
                    <a:pt x="0" y="21478"/>
                  </a:moveTo>
                  <a:lnTo>
                    <a:pt x="26315" y="0"/>
                  </a:lnTo>
                  <a:lnTo>
                    <a:pt x="84040" y="78031"/>
                  </a:lnTo>
                  <a:lnTo>
                    <a:pt x="63845" y="104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24753" y="3274183"/>
              <a:ext cx="19721" cy="26401"/>
            </a:xfrm>
            <a:custGeom>
              <a:avLst/>
              <a:pathLst>
                <a:path w="19721" h="26401">
                  <a:moveTo>
                    <a:pt x="0" y="3591"/>
                  </a:moveTo>
                  <a:lnTo>
                    <a:pt x="6870" y="0"/>
                  </a:lnTo>
                  <a:lnTo>
                    <a:pt x="19721" y="22629"/>
                  </a:lnTo>
                  <a:lnTo>
                    <a:pt x="13854" y="2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881513" y="3169229"/>
              <a:ext cx="90360" cy="112804"/>
            </a:xfrm>
            <a:custGeom>
              <a:avLst/>
              <a:pathLst>
                <a:path w="90360" h="112804">
                  <a:moveTo>
                    <a:pt x="0" y="19835"/>
                  </a:moveTo>
                  <a:lnTo>
                    <a:pt x="25708" y="0"/>
                  </a:lnTo>
                  <a:lnTo>
                    <a:pt x="90360" y="85435"/>
                  </a:lnTo>
                  <a:lnTo>
                    <a:pt x="69753" y="11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35086" y="3263524"/>
              <a:ext cx="42317" cy="59802"/>
            </a:xfrm>
            <a:custGeom>
              <a:avLst/>
              <a:pathLst>
                <a:path w="42317" h="59802">
                  <a:moveTo>
                    <a:pt x="0" y="6512"/>
                  </a:moveTo>
                  <a:lnTo>
                    <a:pt x="11117" y="0"/>
                  </a:lnTo>
                  <a:lnTo>
                    <a:pt x="42317" y="51662"/>
                  </a:lnTo>
                  <a:lnTo>
                    <a:pt x="28875" y="598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749294" y="3249033"/>
              <a:ext cx="50999" cy="63895"/>
            </a:xfrm>
            <a:custGeom>
              <a:avLst/>
              <a:pathLst>
                <a:path w="50999" h="63895">
                  <a:moveTo>
                    <a:pt x="0" y="12239"/>
                  </a:moveTo>
                  <a:lnTo>
                    <a:pt x="21288" y="0"/>
                  </a:lnTo>
                  <a:lnTo>
                    <a:pt x="50999" y="52581"/>
                  </a:lnTo>
                  <a:lnTo>
                    <a:pt x="30807" y="63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840702" y="3239867"/>
              <a:ext cx="94455" cy="87099"/>
            </a:xfrm>
            <a:custGeom>
              <a:avLst/>
              <a:pathLst>
                <a:path w="94455" h="87099">
                  <a:moveTo>
                    <a:pt x="0" y="49423"/>
                  </a:moveTo>
                  <a:lnTo>
                    <a:pt x="65839" y="0"/>
                  </a:lnTo>
                  <a:lnTo>
                    <a:pt x="94455" y="37282"/>
                  </a:lnTo>
                  <a:lnTo>
                    <a:pt x="29402" y="8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11707" y="3272717"/>
              <a:ext cx="102170" cy="127769"/>
            </a:xfrm>
            <a:custGeom>
              <a:avLst/>
              <a:pathLst>
                <a:path w="102170" h="127769">
                  <a:moveTo>
                    <a:pt x="0" y="29599"/>
                  </a:moveTo>
                  <a:lnTo>
                    <a:pt x="24234" y="0"/>
                  </a:lnTo>
                  <a:lnTo>
                    <a:pt x="102170" y="108109"/>
                  </a:lnTo>
                  <a:lnTo>
                    <a:pt x="70645" y="127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4975790" y="3307035"/>
              <a:ext cx="105754" cy="111705"/>
            </a:xfrm>
            <a:custGeom>
              <a:avLst/>
              <a:pathLst>
                <a:path w="105754" h="111705">
                  <a:moveTo>
                    <a:pt x="0" y="42798"/>
                  </a:moveTo>
                  <a:lnTo>
                    <a:pt x="6920" y="34474"/>
                  </a:lnTo>
                  <a:lnTo>
                    <a:pt x="14573" y="24982"/>
                  </a:lnTo>
                  <a:lnTo>
                    <a:pt x="24258" y="12436"/>
                  </a:lnTo>
                  <a:lnTo>
                    <a:pt x="33147" y="0"/>
                  </a:lnTo>
                  <a:lnTo>
                    <a:pt x="105754" y="100827"/>
                  </a:lnTo>
                  <a:lnTo>
                    <a:pt x="90851" y="11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4947089" y="3353229"/>
              <a:ext cx="72275" cy="57660"/>
            </a:xfrm>
            <a:custGeom>
              <a:avLst/>
              <a:pathLst>
                <a:path w="72275" h="57660">
                  <a:moveTo>
                    <a:pt x="0" y="16233"/>
                  </a:moveTo>
                  <a:lnTo>
                    <a:pt x="24464" y="0"/>
                  </a:lnTo>
                  <a:lnTo>
                    <a:pt x="72275" y="34928"/>
                  </a:lnTo>
                  <a:lnTo>
                    <a:pt x="56109" y="57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085677" y="3385780"/>
              <a:ext cx="55604" cy="62444"/>
            </a:xfrm>
            <a:custGeom>
              <a:avLst/>
              <a:pathLst>
                <a:path w="55604" h="62444">
                  <a:moveTo>
                    <a:pt x="0" y="17710"/>
                  </a:moveTo>
                  <a:lnTo>
                    <a:pt x="29792" y="0"/>
                  </a:lnTo>
                  <a:lnTo>
                    <a:pt x="55604" y="45315"/>
                  </a:lnTo>
                  <a:lnTo>
                    <a:pt x="25170" y="62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06666" y="3390402"/>
              <a:ext cx="99153" cy="77126"/>
            </a:xfrm>
            <a:custGeom>
              <a:avLst/>
              <a:pathLst>
                <a:path w="99153" h="77126">
                  <a:moveTo>
                    <a:pt x="0" y="23200"/>
                  </a:moveTo>
                  <a:lnTo>
                    <a:pt x="16207" y="0"/>
                  </a:lnTo>
                  <a:lnTo>
                    <a:pt x="57672" y="32999"/>
                  </a:lnTo>
                  <a:lnTo>
                    <a:pt x="78426" y="24401"/>
                  </a:lnTo>
                  <a:lnTo>
                    <a:pt x="99153" y="61989"/>
                  </a:lnTo>
                  <a:lnTo>
                    <a:pt x="71825" y="7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398292" y="3632833"/>
              <a:ext cx="50932" cy="42126"/>
            </a:xfrm>
            <a:custGeom>
              <a:avLst/>
              <a:pathLst>
                <a:path w="50932" h="42126">
                  <a:moveTo>
                    <a:pt x="10446" y="42126"/>
                  </a:moveTo>
                  <a:lnTo>
                    <a:pt x="0" y="24094"/>
                  </a:lnTo>
                  <a:lnTo>
                    <a:pt x="40802" y="0"/>
                  </a:lnTo>
                  <a:lnTo>
                    <a:pt x="50932" y="17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487578" y="3440232"/>
              <a:ext cx="142267" cy="171335"/>
            </a:xfrm>
            <a:custGeom>
              <a:avLst/>
              <a:pathLst>
                <a:path w="142267" h="171335">
                  <a:moveTo>
                    <a:pt x="64486" y="0"/>
                  </a:moveTo>
                  <a:lnTo>
                    <a:pt x="142267" y="134072"/>
                  </a:lnTo>
                  <a:lnTo>
                    <a:pt x="80502" y="171335"/>
                  </a:lnTo>
                  <a:lnTo>
                    <a:pt x="0" y="38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682505" y="3562589"/>
              <a:ext cx="52773" cy="43415"/>
            </a:xfrm>
            <a:custGeom>
              <a:avLst/>
              <a:pathLst>
                <a:path w="52773" h="43415">
                  <a:moveTo>
                    <a:pt x="11043" y="43415"/>
                  </a:moveTo>
                  <a:lnTo>
                    <a:pt x="0" y="24410"/>
                  </a:lnTo>
                  <a:lnTo>
                    <a:pt x="41111" y="0"/>
                  </a:lnTo>
                  <a:lnTo>
                    <a:pt x="52773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12293" y="3655864"/>
              <a:ext cx="50314" cy="41740"/>
            </a:xfrm>
            <a:custGeom>
              <a:avLst/>
              <a:pathLst>
                <a:path w="50314" h="41740">
                  <a:moveTo>
                    <a:pt x="9786" y="41740"/>
                  </a:moveTo>
                  <a:lnTo>
                    <a:pt x="0" y="24458"/>
                  </a:lnTo>
                  <a:lnTo>
                    <a:pt x="40254" y="0"/>
                  </a:lnTo>
                  <a:lnTo>
                    <a:pt x="50314" y="1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57257" y="3562323"/>
              <a:ext cx="50735" cy="41690"/>
            </a:xfrm>
            <a:custGeom>
              <a:avLst/>
              <a:pathLst>
                <a:path w="50735" h="41690">
                  <a:moveTo>
                    <a:pt x="10270" y="41690"/>
                  </a:moveTo>
                  <a:lnTo>
                    <a:pt x="0" y="23935"/>
                  </a:lnTo>
                  <a:lnTo>
                    <a:pt x="40619" y="0"/>
                  </a:lnTo>
                  <a:lnTo>
                    <a:pt x="50735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01780" y="3661866"/>
              <a:ext cx="41701" cy="52496"/>
            </a:xfrm>
            <a:custGeom>
              <a:avLst/>
              <a:pathLst>
                <a:path w="41701" h="52496">
                  <a:moveTo>
                    <a:pt x="0" y="10979"/>
                  </a:moveTo>
                  <a:lnTo>
                    <a:pt x="18236" y="0"/>
                  </a:lnTo>
                  <a:lnTo>
                    <a:pt x="41701" y="41456"/>
                  </a:lnTo>
                  <a:lnTo>
                    <a:pt x="24279" y="52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38824" y="3663517"/>
              <a:ext cx="41308" cy="51408"/>
            </a:xfrm>
            <a:custGeom>
              <a:avLst/>
              <a:pathLst>
                <a:path w="41308" h="51408">
                  <a:moveTo>
                    <a:pt x="0" y="10638"/>
                  </a:moveTo>
                  <a:lnTo>
                    <a:pt x="17928" y="0"/>
                  </a:lnTo>
                  <a:lnTo>
                    <a:pt x="41308" y="41402"/>
                  </a:lnTo>
                  <a:lnTo>
                    <a:pt x="23885" y="51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36111" y="3668116"/>
              <a:ext cx="42563" cy="52321"/>
            </a:xfrm>
            <a:custGeom>
              <a:avLst/>
              <a:pathLst>
                <a:path w="42563" h="52321">
                  <a:moveTo>
                    <a:pt x="24193" y="52321"/>
                  </a:moveTo>
                  <a:lnTo>
                    <a:pt x="0" y="10954"/>
                  </a:lnTo>
                  <a:lnTo>
                    <a:pt x="18340" y="0"/>
                  </a:lnTo>
                  <a:lnTo>
                    <a:pt x="42563" y="41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389273" y="3525578"/>
              <a:ext cx="40708" cy="51013"/>
            </a:xfrm>
            <a:custGeom>
              <a:avLst/>
              <a:pathLst>
                <a:path w="40708" h="51013">
                  <a:moveTo>
                    <a:pt x="23461" y="51013"/>
                  </a:moveTo>
                  <a:lnTo>
                    <a:pt x="0" y="10471"/>
                  </a:lnTo>
                  <a:lnTo>
                    <a:pt x="17904" y="0"/>
                  </a:lnTo>
                  <a:lnTo>
                    <a:pt x="40708" y="4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44138" y="3618802"/>
              <a:ext cx="41799" cy="51753"/>
            </a:xfrm>
            <a:custGeom>
              <a:avLst/>
              <a:pathLst>
                <a:path w="41799" h="51753">
                  <a:moveTo>
                    <a:pt x="23920" y="51753"/>
                  </a:moveTo>
                  <a:lnTo>
                    <a:pt x="0" y="10889"/>
                  </a:lnTo>
                  <a:lnTo>
                    <a:pt x="17492" y="0"/>
                  </a:lnTo>
                  <a:lnTo>
                    <a:pt x="41799" y="41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15927" y="3677117"/>
              <a:ext cx="41920" cy="51494"/>
            </a:xfrm>
            <a:custGeom>
              <a:avLst/>
              <a:pathLst>
                <a:path w="41920" h="51494">
                  <a:moveTo>
                    <a:pt x="0" y="10850"/>
                  </a:moveTo>
                  <a:lnTo>
                    <a:pt x="17950" y="0"/>
                  </a:lnTo>
                  <a:lnTo>
                    <a:pt x="41920" y="40712"/>
                  </a:lnTo>
                  <a:lnTo>
                    <a:pt x="23514" y="51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33475" y="3610023"/>
              <a:ext cx="29580" cy="30605"/>
            </a:xfrm>
            <a:custGeom>
              <a:avLst/>
              <a:pathLst>
                <a:path w="29580" h="30605">
                  <a:moveTo>
                    <a:pt x="0" y="10898"/>
                  </a:moveTo>
                  <a:lnTo>
                    <a:pt x="18227" y="0"/>
                  </a:lnTo>
                  <a:lnTo>
                    <a:pt x="29580" y="19321"/>
                  </a:lnTo>
                  <a:lnTo>
                    <a:pt x="11417" y="30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02762" y="3718866"/>
              <a:ext cx="42683" cy="52940"/>
            </a:xfrm>
            <a:custGeom>
              <a:avLst/>
              <a:pathLst>
                <a:path w="42683" h="52940">
                  <a:moveTo>
                    <a:pt x="0" y="10909"/>
                  </a:moveTo>
                  <a:lnTo>
                    <a:pt x="17792" y="0"/>
                  </a:lnTo>
                  <a:lnTo>
                    <a:pt x="42683" y="41770"/>
                  </a:lnTo>
                  <a:lnTo>
                    <a:pt x="24390" y="5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658833" y="3655235"/>
              <a:ext cx="42349" cy="51710"/>
            </a:xfrm>
            <a:custGeom>
              <a:avLst/>
              <a:pathLst>
                <a:path w="42349" h="51710">
                  <a:moveTo>
                    <a:pt x="23887" y="51710"/>
                  </a:moveTo>
                  <a:lnTo>
                    <a:pt x="0" y="10498"/>
                  </a:lnTo>
                  <a:lnTo>
                    <a:pt x="18070" y="0"/>
                  </a:lnTo>
                  <a:lnTo>
                    <a:pt x="42349" y="4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58198" y="3565232"/>
              <a:ext cx="51373" cy="42659"/>
            </a:xfrm>
            <a:custGeom>
              <a:avLst/>
              <a:pathLst>
                <a:path w="51373" h="42659">
                  <a:moveTo>
                    <a:pt x="10445" y="42659"/>
                  </a:moveTo>
                  <a:lnTo>
                    <a:pt x="0" y="24496"/>
                  </a:lnTo>
                  <a:lnTo>
                    <a:pt x="40858" y="0"/>
                  </a:lnTo>
                  <a:lnTo>
                    <a:pt x="51373" y="17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45377" y="3566240"/>
              <a:ext cx="43338" cy="53591"/>
            </a:xfrm>
            <a:custGeom>
              <a:avLst/>
              <a:pathLst>
                <a:path w="43338" h="53591">
                  <a:moveTo>
                    <a:pt x="0" y="11260"/>
                  </a:moveTo>
                  <a:lnTo>
                    <a:pt x="18047" y="0"/>
                  </a:lnTo>
                  <a:lnTo>
                    <a:pt x="43338" y="42322"/>
                  </a:lnTo>
                  <a:lnTo>
                    <a:pt x="24757" y="53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01489" y="3638906"/>
              <a:ext cx="52621" cy="43990"/>
            </a:xfrm>
            <a:custGeom>
              <a:avLst/>
              <a:pathLst>
                <a:path w="52621" h="43990">
                  <a:moveTo>
                    <a:pt x="11313" y="43990"/>
                  </a:moveTo>
                  <a:lnTo>
                    <a:pt x="0" y="24785"/>
                  </a:lnTo>
                  <a:lnTo>
                    <a:pt x="41325" y="0"/>
                  </a:lnTo>
                  <a:lnTo>
                    <a:pt x="52621" y="19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37641" y="3657204"/>
              <a:ext cx="52263" cy="43070"/>
            </a:xfrm>
            <a:custGeom>
              <a:avLst/>
              <a:pathLst>
                <a:path w="52263" h="43070">
                  <a:moveTo>
                    <a:pt x="0" y="24497"/>
                  </a:moveTo>
                  <a:lnTo>
                    <a:pt x="41528" y="0"/>
                  </a:lnTo>
                  <a:lnTo>
                    <a:pt x="52263" y="17941"/>
                  </a:lnTo>
                  <a:lnTo>
                    <a:pt x="10786" y="43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780762" y="3567668"/>
              <a:ext cx="52204" cy="43559"/>
            </a:xfrm>
            <a:custGeom>
              <a:avLst/>
              <a:pathLst>
                <a:path w="52204" h="43559">
                  <a:moveTo>
                    <a:pt x="11261" y="43559"/>
                  </a:moveTo>
                  <a:lnTo>
                    <a:pt x="0" y="24648"/>
                  </a:lnTo>
                  <a:lnTo>
                    <a:pt x="41076" y="0"/>
                  </a:lnTo>
                  <a:lnTo>
                    <a:pt x="52204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393729" y="3571710"/>
              <a:ext cx="50845" cy="42092"/>
            </a:xfrm>
            <a:custGeom>
              <a:avLst/>
              <a:pathLst>
                <a:path w="50845" h="42092">
                  <a:moveTo>
                    <a:pt x="10155" y="42092"/>
                  </a:moveTo>
                  <a:lnTo>
                    <a:pt x="0" y="24069"/>
                  </a:lnTo>
                  <a:lnTo>
                    <a:pt x="39998" y="0"/>
                  </a:lnTo>
                  <a:lnTo>
                    <a:pt x="50845" y="1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743131" y="3571654"/>
              <a:ext cx="29814" cy="29743"/>
            </a:xfrm>
            <a:custGeom>
              <a:avLst/>
              <a:pathLst>
                <a:path w="29814" h="29743">
                  <a:moveTo>
                    <a:pt x="18968" y="0"/>
                  </a:moveTo>
                  <a:lnTo>
                    <a:pt x="29814" y="18588"/>
                  </a:lnTo>
                  <a:lnTo>
                    <a:pt x="10818" y="29743"/>
                  </a:lnTo>
                  <a:lnTo>
                    <a:pt x="0" y="10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19084" y="3587119"/>
              <a:ext cx="28302" cy="29049"/>
            </a:xfrm>
            <a:custGeom>
              <a:avLst/>
              <a:pathLst>
                <a:path w="28302" h="29049">
                  <a:moveTo>
                    <a:pt x="17346" y="0"/>
                  </a:moveTo>
                  <a:lnTo>
                    <a:pt x="28302" y="18526"/>
                  </a:lnTo>
                  <a:lnTo>
                    <a:pt x="10790" y="29049"/>
                  </a:lnTo>
                  <a:lnTo>
                    <a:pt x="0" y="10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761370" y="3497396"/>
              <a:ext cx="43626" cy="52929"/>
            </a:xfrm>
            <a:custGeom>
              <a:avLst/>
              <a:pathLst>
                <a:path w="43626" h="52929">
                  <a:moveTo>
                    <a:pt x="24995" y="52929"/>
                  </a:moveTo>
                  <a:lnTo>
                    <a:pt x="0" y="10506"/>
                  </a:lnTo>
                  <a:lnTo>
                    <a:pt x="18968" y="0"/>
                  </a:lnTo>
                  <a:lnTo>
                    <a:pt x="43626" y="4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52814" y="3504306"/>
              <a:ext cx="51705" cy="42265"/>
            </a:xfrm>
            <a:custGeom>
              <a:avLst/>
              <a:pathLst>
                <a:path w="51705" h="42265">
                  <a:moveTo>
                    <a:pt x="10790" y="42265"/>
                  </a:moveTo>
                  <a:lnTo>
                    <a:pt x="0" y="24151"/>
                  </a:lnTo>
                  <a:lnTo>
                    <a:pt x="41195" y="0"/>
                  </a:lnTo>
                  <a:lnTo>
                    <a:pt x="51705" y="1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28754" y="3533837"/>
              <a:ext cx="52988" cy="44508"/>
            </a:xfrm>
            <a:custGeom>
              <a:avLst/>
              <a:pathLst>
                <a:path w="52988" h="44508">
                  <a:moveTo>
                    <a:pt x="11624" y="44508"/>
                  </a:moveTo>
                  <a:lnTo>
                    <a:pt x="0" y="25179"/>
                  </a:lnTo>
                  <a:lnTo>
                    <a:pt x="41860" y="0"/>
                  </a:lnTo>
                  <a:lnTo>
                    <a:pt x="52988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43207" y="3539017"/>
              <a:ext cx="51283" cy="42138"/>
            </a:xfrm>
            <a:custGeom>
              <a:avLst/>
              <a:pathLst>
                <a:path w="51283" h="42138">
                  <a:moveTo>
                    <a:pt x="10312" y="42138"/>
                  </a:moveTo>
                  <a:lnTo>
                    <a:pt x="0" y="24237"/>
                  </a:lnTo>
                  <a:lnTo>
                    <a:pt x="41055" y="0"/>
                  </a:lnTo>
                  <a:lnTo>
                    <a:pt x="51283" y="17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668483" y="3539098"/>
              <a:ext cx="52379" cy="43472"/>
            </a:xfrm>
            <a:custGeom>
              <a:avLst/>
              <a:pathLst>
                <a:path w="52379" h="43472">
                  <a:moveTo>
                    <a:pt x="11352" y="43472"/>
                  </a:moveTo>
                  <a:lnTo>
                    <a:pt x="0" y="24496"/>
                  </a:lnTo>
                  <a:lnTo>
                    <a:pt x="41027" y="0"/>
                  </a:lnTo>
                  <a:lnTo>
                    <a:pt x="52379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43825" y="3540750"/>
              <a:ext cx="51255" cy="42610"/>
            </a:xfrm>
            <a:custGeom>
              <a:avLst/>
              <a:pathLst>
                <a:path w="51255" h="42610">
                  <a:moveTo>
                    <a:pt x="10453" y="42610"/>
                  </a:moveTo>
                  <a:lnTo>
                    <a:pt x="0" y="24439"/>
                  </a:lnTo>
                  <a:lnTo>
                    <a:pt x="40689" y="0"/>
                  </a:lnTo>
                  <a:lnTo>
                    <a:pt x="51255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766985" y="3544112"/>
              <a:ext cx="51255" cy="42762"/>
            </a:xfrm>
            <a:custGeom>
              <a:avLst/>
              <a:pathLst>
                <a:path w="51255" h="42762">
                  <a:moveTo>
                    <a:pt x="10678" y="42762"/>
                  </a:moveTo>
                  <a:lnTo>
                    <a:pt x="0" y="23786"/>
                  </a:lnTo>
                  <a:lnTo>
                    <a:pt x="40940" y="0"/>
                  </a:lnTo>
                  <a:lnTo>
                    <a:pt x="51255" y="18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494660" y="3574618"/>
              <a:ext cx="51386" cy="43242"/>
            </a:xfrm>
            <a:custGeom>
              <a:avLst/>
              <a:pathLst>
                <a:path w="51386" h="43242">
                  <a:moveTo>
                    <a:pt x="11202" y="43242"/>
                  </a:moveTo>
                  <a:lnTo>
                    <a:pt x="0" y="24156"/>
                  </a:lnTo>
                  <a:lnTo>
                    <a:pt x="40932" y="0"/>
                  </a:lnTo>
                  <a:lnTo>
                    <a:pt x="51386" y="1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672881" y="3599715"/>
              <a:ext cx="52815" cy="43041"/>
            </a:xfrm>
            <a:custGeom>
              <a:avLst/>
              <a:pathLst>
                <a:path w="52815" h="43041">
                  <a:moveTo>
                    <a:pt x="11071" y="43041"/>
                  </a:moveTo>
                  <a:lnTo>
                    <a:pt x="0" y="24237"/>
                  </a:lnTo>
                  <a:lnTo>
                    <a:pt x="41645" y="0"/>
                  </a:lnTo>
                  <a:lnTo>
                    <a:pt x="52815" y="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771285" y="3605230"/>
              <a:ext cx="52183" cy="43373"/>
            </a:xfrm>
            <a:custGeom>
              <a:avLst/>
              <a:pathLst>
                <a:path w="52183" h="43373">
                  <a:moveTo>
                    <a:pt x="10312" y="43373"/>
                  </a:moveTo>
                  <a:lnTo>
                    <a:pt x="0" y="25100"/>
                  </a:lnTo>
                  <a:lnTo>
                    <a:pt x="41476" y="0"/>
                  </a:lnTo>
                  <a:lnTo>
                    <a:pt x="52183" y="18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31454" y="3608017"/>
              <a:ext cx="41627" cy="51494"/>
            </a:xfrm>
            <a:custGeom>
              <a:avLst/>
              <a:pathLst>
                <a:path w="41627" h="51494">
                  <a:moveTo>
                    <a:pt x="0" y="10523"/>
                  </a:moveTo>
                  <a:lnTo>
                    <a:pt x="17366" y="0"/>
                  </a:lnTo>
                  <a:lnTo>
                    <a:pt x="41627" y="41007"/>
                  </a:lnTo>
                  <a:lnTo>
                    <a:pt x="23857" y="51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572076" y="3611913"/>
              <a:ext cx="41610" cy="51466"/>
            </a:xfrm>
            <a:custGeom>
              <a:avLst/>
              <a:pathLst>
                <a:path w="41610" h="51466">
                  <a:moveTo>
                    <a:pt x="0" y="10286"/>
                  </a:moveTo>
                  <a:lnTo>
                    <a:pt x="17368" y="0"/>
                  </a:lnTo>
                  <a:lnTo>
                    <a:pt x="41610" y="41066"/>
                  </a:lnTo>
                  <a:lnTo>
                    <a:pt x="24182" y="5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43992" y="3724795"/>
              <a:ext cx="41787" cy="51337"/>
            </a:xfrm>
            <a:custGeom>
              <a:avLst/>
              <a:pathLst>
                <a:path w="41787" h="51337">
                  <a:moveTo>
                    <a:pt x="23873" y="51337"/>
                  </a:moveTo>
                  <a:lnTo>
                    <a:pt x="0" y="10744"/>
                  </a:lnTo>
                  <a:lnTo>
                    <a:pt x="17508" y="0"/>
                  </a:lnTo>
                  <a:lnTo>
                    <a:pt x="41787" y="4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24159" y="3634433"/>
              <a:ext cx="52031" cy="42897"/>
            </a:xfrm>
            <a:custGeom>
              <a:avLst/>
              <a:pathLst>
                <a:path w="52031" h="42897">
                  <a:moveTo>
                    <a:pt x="10779" y="42897"/>
                  </a:moveTo>
                  <a:lnTo>
                    <a:pt x="0" y="24734"/>
                  </a:lnTo>
                  <a:lnTo>
                    <a:pt x="41240" y="0"/>
                  </a:lnTo>
                  <a:lnTo>
                    <a:pt x="52031" y="1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594498" y="3584124"/>
              <a:ext cx="51288" cy="42912"/>
            </a:xfrm>
            <a:custGeom>
              <a:avLst/>
              <a:pathLst>
                <a:path w="51288" h="42912">
                  <a:moveTo>
                    <a:pt x="0" y="24677"/>
                  </a:moveTo>
                  <a:lnTo>
                    <a:pt x="40918" y="0"/>
                  </a:lnTo>
                  <a:lnTo>
                    <a:pt x="51288" y="18631"/>
                  </a:lnTo>
                  <a:lnTo>
                    <a:pt x="10865" y="4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17698" y="3591101"/>
              <a:ext cx="42890" cy="52759"/>
            </a:xfrm>
            <a:custGeom>
              <a:avLst/>
              <a:pathLst>
                <a:path w="42890" h="52759">
                  <a:moveTo>
                    <a:pt x="0" y="11045"/>
                  </a:moveTo>
                  <a:lnTo>
                    <a:pt x="17951" y="0"/>
                  </a:lnTo>
                  <a:lnTo>
                    <a:pt x="42890" y="41834"/>
                  </a:lnTo>
                  <a:lnTo>
                    <a:pt x="24555" y="52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07500" y="3595589"/>
              <a:ext cx="51031" cy="42648"/>
            </a:xfrm>
            <a:custGeom>
              <a:avLst/>
              <a:pathLst>
                <a:path w="51031" h="42648">
                  <a:moveTo>
                    <a:pt x="10565" y="42648"/>
                  </a:moveTo>
                  <a:lnTo>
                    <a:pt x="0" y="24420"/>
                  </a:lnTo>
                  <a:lnTo>
                    <a:pt x="40713" y="0"/>
                  </a:lnTo>
                  <a:lnTo>
                    <a:pt x="51031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756536" y="3594601"/>
              <a:ext cx="30648" cy="31293"/>
            </a:xfrm>
            <a:custGeom>
              <a:avLst/>
              <a:pathLst>
                <a:path w="30648" h="31293">
                  <a:moveTo>
                    <a:pt x="19204" y="0"/>
                  </a:moveTo>
                  <a:lnTo>
                    <a:pt x="30648" y="19835"/>
                  </a:lnTo>
                  <a:lnTo>
                    <a:pt x="11914" y="31293"/>
                  </a:lnTo>
                  <a:lnTo>
                    <a:pt x="0" y="11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489760" y="3527220"/>
              <a:ext cx="43387" cy="54168"/>
            </a:xfrm>
            <a:custGeom>
              <a:avLst/>
              <a:pathLst>
                <a:path w="43387" h="54168">
                  <a:moveTo>
                    <a:pt x="25178" y="54168"/>
                  </a:moveTo>
                  <a:lnTo>
                    <a:pt x="0" y="11040"/>
                  </a:lnTo>
                  <a:lnTo>
                    <a:pt x="18490" y="0"/>
                  </a:lnTo>
                  <a:lnTo>
                    <a:pt x="43387" y="4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17136" y="3508762"/>
              <a:ext cx="41362" cy="51564"/>
            </a:xfrm>
            <a:custGeom>
              <a:avLst/>
              <a:pathLst>
                <a:path w="41362" h="51564">
                  <a:moveTo>
                    <a:pt x="23743" y="51564"/>
                  </a:moveTo>
                  <a:lnTo>
                    <a:pt x="0" y="10853"/>
                  </a:lnTo>
                  <a:lnTo>
                    <a:pt x="18125" y="0"/>
                  </a:lnTo>
                  <a:lnTo>
                    <a:pt x="41362" y="4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14903" y="3510490"/>
              <a:ext cx="53014" cy="44508"/>
            </a:xfrm>
            <a:custGeom>
              <a:avLst/>
              <a:pathLst>
                <a:path w="53014" h="44508">
                  <a:moveTo>
                    <a:pt x="11986" y="44508"/>
                  </a:moveTo>
                  <a:lnTo>
                    <a:pt x="0" y="25243"/>
                  </a:lnTo>
                  <a:lnTo>
                    <a:pt x="41886" y="0"/>
                  </a:lnTo>
                  <a:lnTo>
                    <a:pt x="53014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08492" y="3621300"/>
              <a:ext cx="42351" cy="51710"/>
            </a:xfrm>
            <a:custGeom>
              <a:avLst/>
              <a:pathLst>
                <a:path w="42351" h="51710">
                  <a:moveTo>
                    <a:pt x="0" y="10800"/>
                  </a:moveTo>
                  <a:lnTo>
                    <a:pt x="18409" y="0"/>
                  </a:lnTo>
                  <a:lnTo>
                    <a:pt x="42351" y="40669"/>
                  </a:lnTo>
                  <a:lnTo>
                    <a:pt x="23973" y="5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47528" y="3625547"/>
              <a:ext cx="41974" cy="52616"/>
            </a:xfrm>
            <a:custGeom>
              <a:avLst/>
              <a:pathLst>
                <a:path w="41974" h="52616">
                  <a:moveTo>
                    <a:pt x="0" y="10735"/>
                  </a:moveTo>
                  <a:lnTo>
                    <a:pt x="18313" y="0"/>
                  </a:lnTo>
                  <a:lnTo>
                    <a:pt x="41974" y="41805"/>
                  </a:lnTo>
                  <a:lnTo>
                    <a:pt x="24327" y="5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687937" y="3624571"/>
              <a:ext cx="51922" cy="43487"/>
            </a:xfrm>
            <a:custGeom>
              <a:avLst/>
              <a:pathLst>
                <a:path w="51922" h="43487">
                  <a:moveTo>
                    <a:pt x="10670" y="43487"/>
                  </a:moveTo>
                  <a:lnTo>
                    <a:pt x="0" y="24577"/>
                  </a:lnTo>
                  <a:lnTo>
                    <a:pt x="41314" y="0"/>
                  </a:lnTo>
                  <a:lnTo>
                    <a:pt x="51922" y="1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784773" y="3628260"/>
              <a:ext cx="52351" cy="43645"/>
            </a:xfrm>
            <a:custGeom>
              <a:avLst/>
              <a:pathLst>
                <a:path w="52351" h="43645">
                  <a:moveTo>
                    <a:pt x="0" y="25014"/>
                  </a:moveTo>
                  <a:lnTo>
                    <a:pt x="41561" y="0"/>
                  </a:lnTo>
                  <a:lnTo>
                    <a:pt x="52351" y="18890"/>
                  </a:lnTo>
                  <a:lnTo>
                    <a:pt x="10790" y="43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08434" y="3598252"/>
              <a:ext cx="51664" cy="42725"/>
            </a:xfrm>
            <a:custGeom>
              <a:avLst/>
              <a:pathLst>
                <a:path w="51664" h="42725">
                  <a:moveTo>
                    <a:pt x="10972" y="42725"/>
                  </a:moveTo>
                  <a:lnTo>
                    <a:pt x="0" y="23935"/>
                  </a:lnTo>
                  <a:lnTo>
                    <a:pt x="40590" y="0"/>
                  </a:lnTo>
                  <a:lnTo>
                    <a:pt x="51664" y="18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471779" y="3601990"/>
              <a:ext cx="42738" cy="52457"/>
            </a:xfrm>
            <a:custGeom>
              <a:avLst/>
              <a:pathLst>
                <a:path w="42738" h="52457">
                  <a:moveTo>
                    <a:pt x="24824" y="52457"/>
                  </a:moveTo>
                  <a:lnTo>
                    <a:pt x="0" y="10596"/>
                  </a:lnTo>
                  <a:lnTo>
                    <a:pt x="17784" y="0"/>
                  </a:lnTo>
                  <a:lnTo>
                    <a:pt x="42738" y="42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663021" y="3700878"/>
              <a:ext cx="51277" cy="42128"/>
            </a:xfrm>
            <a:custGeom>
              <a:avLst/>
              <a:pathLst>
                <a:path w="51277" h="42128">
                  <a:moveTo>
                    <a:pt x="0" y="24127"/>
                  </a:moveTo>
                  <a:lnTo>
                    <a:pt x="40985" y="0"/>
                  </a:lnTo>
                  <a:lnTo>
                    <a:pt x="51277" y="18336"/>
                  </a:lnTo>
                  <a:lnTo>
                    <a:pt x="10461" y="42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26475" y="3704088"/>
              <a:ext cx="42060" cy="52763"/>
            </a:xfrm>
            <a:custGeom>
              <a:avLst/>
              <a:pathLst>
                <a:path w="42060" h="52763">
                  <a:moveTo>
                    <a:pt x="0" y="11173"/>
                  </a:moveTo>
                  <a:lnTo>
                    <a:pt x="18287" y="0"/>
                  </a:lnTo>
                  <a:lnTo>
                    <a:pt x="42060" y="42351"/>
                  </a:lnTo>
                  <a:lnTo>
                    <a:pt x="24599" y="52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566215" y="3711224"/>
              <a:ext cx="41555" cy="51683"/>
            </a:xfrm>
            <a:custGeom>
              <a:avLst/>
              <a:pathLst>
                <a:path w="41555" h="51683">
                  <a:moveTo>
                    <a:pt x="23988" y="51683"/>
                  </a:moveTo>
                  <a:lnTo>
                    <a:pt x="0" y="10618"/>
                  </a:lnTo>
                  <a:lnTo>
                    <a:pt x="17909" y="0"/>
                  </a:lnTo>
                  <a:lnTo>
                    <a:pt x="41555" y="41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39811" y="3482224"/>
              <a:ext cx="51709" cy="41747"/>
            </a:xfrm>
            <a:custGeom>
              <a:avLst/>
              <a:pathLst>
                <a:path w="51709" h="41747">
                  <a:moveTo>
                    <a:pt x="10237" y="41747"/>
                  </a:moveTo>
                  <a:lnTo>
                    <a:pt x="0" y="24318"/>
                  </a:lnTo>
                  <a:lnTo>
                    <a:pt x="41429" y="0"/>
                  </a:lnTo>
                  <a:lnTo>
                    <a:pt x="51709" y="17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384499" y="3623775"/>
              <a:ext cx="26555" cy="26667"/>
            </a:xfrm>
            <a:custGeom>
              <a:avLst/>
              <a:pathLst>
                <a:path w="26555" h="26667">
                  <a:moveTo>
                    <a:pt x="9554" y="26667"/>
                  </a:moveTo>
                  <a:lnTo>
                    <a:pt x="0" y="10063"/>
                  </a:lnTo>
                  <a:lnTo>
                    <a:pt x="16930" y="0"/>
                  </a:lnTo>
                  <a:lnTo>
                    <a:pt x="26555" y="1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370268" y="3599317"/>
              <a:ext cx="28361" cy="28938"/>
            </a:xfrm>
            <a:custGeom>
              <a:avLst/>
              <a:pathLst>
                <a:path w="28361" h="28938">
                  <a:moveTo>
                    <a:pt x="18321" y="24187"/>
                  </a:moveTo>
                  <a:lnTo>
                    <a:pt x="10278" y="28938"/>
                  </a:lnTo>
                  <a:lnTo>
                    <a:pt x="6660" y="22551"/>
                  </a:lnTo>
                  <a:lnTo>
                    <a:pt x="1985" y="14296"/>
                  </a:lnTo>
                  <a:lnTo>
                    <a:pt x="0" y="10791"/>
                  </a:lnTo>
                  <a:lnTo>
                    <a:pt x="8103" y="5961"/>
                  </a:lnTo>
                  <a:lnTo>
                    <a:pt x="18104" y="0"/>
                  </a:lnTo>
                  <a:lnTo>
                    <a:pt x="28361" y="1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574337" y="3668836"/>
              <a:ext cx="35786" cy="35645"/>
            </a:xfrm>
            <a:custGeom>
              <a:avLst/>
              <a:pathLst>
                <a:path w="35786" h="35645">
                  <a:moveTo>
                    <a:pt x="34697" y="22016"/>
                  </a:moveTo>
                  <a:lnTo>
                    <a:pt x="12273" y="35645"/>
                  </a:lnTo>
                  <a:lnTo>
                    <a:pt x="0" y="14232"/>
                  </a:lnTo>
                  <a:lnTo>
                    <a:pt x="23815" y="0"/>
                  </a:lnTo>
                  <a:lnTo>
                    <a:pt x="35786" y="19407"/>
                  </a:lnTo>
                  <a:lnTo>
                    <a:pt x="35069" y="20032"/>
                  </a:lnTo>
                  <a:lnTo>
                    <a:pt x="34669" y="21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586926" y="3691568"/>
              <a:ext cx="35575" cy="34793"/>
            </a:xfrm>
            <a:custGeom>
              <a:avLst/>
              <a:pathLst>
                <a:path w="35575" h="34793">
                  <a:moveTo>
                    <a:pt x="35575" y="20776"/>
                  </a:moveTo>
                  <a:lnTo>
                    <a:pt x="12216" y="34793"/>
                  </a:lnTo>
                  <a:lnTo>
                    <a:pt x="0" y="13538"/>
                  </a:lnTo>
                  <a:lnTo>
                    <a:pt x="22501" y="0"/>
                  </a:lnTo>
                  <a:lnTo>
                    <a:pt x="23436" y="610"/>
                  </a:lnTo>
                  <a:lnTo>
                    <a:pt x="24440" y="830"/>
                  </a:lnTo>
                  <a:lnTo>
                    <a:pt x="25266" y="632"/>
                  </a:lnTo>
                  <a:lnTo>
                    <a:pt x="28725" y="4532"/>
                  </a:lnTo>
                  <a:lnTo>
                    <a:pt x="32800" y="9527"/>
                  </a:lnTo>
                  <a:lnTo>
                    <a:pt x="34205" y="14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598869" y="3658048"/>
              <a:ext cx="43048" cy="53895"/>
            </a:xfrm>
            <a:custGeom>
              <a:avLst/>
              <a:pathLst>
                <a:path w="43048" h="53895">
                  <a:moveTo>
                    <a:pt x="32855" y="24958"/>
                  </a:moveTo>
                  <a:lnTo>
                    <a:pt x="43048" y="42294"/>
                  </a:lnTo>
                  <a:lnTo>
                    <a:pt x="24333" y="53895"/>
                  </a:lnTo>
                  <a:lnTo>
                    <a:pt x="23111" y="47814"/>
                  </a:lnTo>
                  <a:lnTo>
                    <a:pt x="21594" y="42596"/>
                  </a:lnTo>
                  <a:lnTo>
                    <a:pt x="14197" y="33626"/>
                  </a:lnTo>
                  <a:lnTo>
                    <a:pt x="14809" y="32764"/>
                  </a:lnTo>
                  <a:lnTo>
                    <a:pt x="15019" y="31923"/>
                  </a:lnTo>
                  <a:lnTo>
                    <a:pt x="14724" y="30715"/>
                  </a:lnTo>
                  <a:lnTo>
                    <a:pt x="13839" y="29853"/>
                  </a:lnTo>
                  <a:lnTo>
                    <a:pt x="12806" y="29572"/>
                  </a:lnTo>
                  <a:lnTo>
                    <a:pt x="11872" y="29766"/>
                  </a:lnTo>
                  <a:lnTo>
                    <a:pt x="0" y="10395"/>
                  </a:lnTo>
                  <a:lnTo>
                    <a:pt x="18179" y="0"/>
                  </a:lnTo>
                  <a:lnTo>
                    <a:pt x="30517" y="20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570795" y="3756599"/>
              <a:ext cx="51257" cy="42926"/>
            </a:xfrm>
            <a:custGeom>
              <a:avLst/>
              <a:pathLst>
                <a:path w="51257" h="42926">
                  <a:moveTo>
                    <a:pt x="51257" y="18485"/>
                  </a:moveTo>
                  <a:lnTo>
                    <a:pt x="11229" y="42926"/>
                  </a:lnTo>
                  <a:lnTo>
                    <a:pt x="0" y="24051"/>
                  </a:lnTo>
                  <a:lnTo>
                    <a:pt x="399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00359" y="4159657"/>
              <a:ext cx="41589" cy="51537"/>
            </a:xfrm>
            <a:custGeom>
              <a:avLst/>
              <a:pathLst>
                <a:path w="41589" h="51537">
                  <a:moveTo>
                    <a:pt x="0" y="10135"/>
                  </a:moveTo>
                  <a:lnTo>
                    <a:pt x="17492" y="0"/>
                  </a:lnTo>
                  <a:lnTo>
                    <a:pt x="41589" y="41259"/>
                  </a:lnTo>
                  <a:lnTo>
                    <a:pt x="24728" y="51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4987449" y="3991852"/>
              <a:ext cx="93070" cy="68275"/>
            </a:xfrm>
            <a:custGeom>
              <a:avLst/>
              <a:pathLst>
                <a:path w="93070" h="68275">
                  <a:moveTo>
                    <a:pt x="0" y="48451"/>
                  </a:moveTo>
                  <a:lnTo>
                    <a:pt x="81520" y="0"/>
                  </a:lnTo>
                  <a:lnTo>
                    <a:pt x="93070" y="19148"/>
                  </a:lnTo>
                  <a:lnTo>
                    <a:pt x="11533" y="68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01572" y="4015837"/>
              <a:ext cx="93171" cy="68004"/>
            </a:xfrm>
            <a:custGeom>
              <a:avLst/>
              <a:pathLst>
                <a:path w="93171" h="68004">
                  <a:moveTo>
                    <a:pt x="10924" y="68004"/>
                  </a:moveTo>
                  <a:lnTo>
                    <a:pt x="0" y="48857"/>
                  </a:lnTo>
                  <a:lnTo>
                    <a:pt x="81439" y="0"/>
                  </a:lnTo>
                  <a:lnTo>
                    <a:pt x="93171" y="194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4931018" y="4116983"/>
              <a:ext cx="42113" cy="51655"/>
            </a:xfrm>
            <a:custGeom>
              <a:avLst/>
              <a:pathLst>
                <a:path w="42113" h="51655">
                  <a:moveTo>
                    <a:pt x="0" y="10849"/>
                  </a:moveTo>
                  <a:lnTo>
                    <a:pt x="17974" y="0"/>
                  </a:lnTo>
                  <a:lnTo>
                    <a:pt x="42113" y="41388"/>
                  </a:lnTo>
                  <a:lnTo>
                    <a:pt x="24505" y="5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10939" y="4125036"/>
              <a:ext cx="42151" cy="52386"/>
            </a:xfrm>
            <a:custGeom>
              <a:avLst/>
              <a:pathLst>
                <a:path w="42151" h="52386">
                  <a:moveTo>
                    <a:pt x="23717" y="52386"/>
                  </a:moveTo>
                  <a:lnTo>
                    <a:pt x="0" y="11040"/>
                  </a:lnTo>
                  <a:lnTo>
                    <a:pt x="17872" y="0"/>
                  </a:lnTo>
                  <a:lnTo>
                    <a:pt x="42151" y="417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03677" y="4070600"/>
              <a:ext cx="41308" cy="51882"/>
            </a:xfrm>
            <a:custGeom>
              <a:avLst/>
              <a:pathLst>
                <a:path w="41308" h="51882">
                  <a:moveTo>
                    <a:pt x="0" y="10321"/>
                  </a:moveTo>
                  <a:lnTo>
                    <a:pt x="17728" y="0"/>
                  </a:lnTo>
                  <a:lnTo>
                    <a:pt x="41308" y="41040"/>
                  </a:lnTo>
                  <a:lnTo>
                    <a:pt x="24021" y="518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843830" y="4074183"/>
              <a:ext cx="42502" cy="52191"/>
            </a:xfrm>
            <a:custGeom>
              <a:avLst/>
              <a:pathLst>
                <a:path w="42502" h="52191">
                  <a:moveTo>
                    <a:pt x="0" y="10781"/>
                  </a:moveTo>
                  <a:lnTo>
                    <a:pt x="18195" y="0"/>
                  </a:lnTo>
                  <a:lnTo>
                    <a:pt x="42502" y="41618"/>
                  </a:lnTo>
                  <a:lnTo>
                    <a:pt x="24012" y="52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846856" y="4120228"/>
              <a:ext cx="67820" cy="68142"/>
            </a:xfrm>
            <a:custGeom>
              <a:avLst/>
              <a:pathLst>
                <a:path w="67820" h="68142">
                  <a:moveTo>
                    <a:pt x="49925" y="54054"/>
                  </a:moveTo>
                  <a:lnTo>
                    <a:pt x="25009" y="68142"/>
                  </a:lnTo>
                  <a:lnTo>
                    <a:pt x="16478" y="53356"/>
                  </a:lnTo>
                  <a:lnTo>
                    <a:pt x="12624" y="46678"/>
                  </a:lnTo>
                  <a:lnTo>
                    <a:pt x="11860" y="45353"/>
                  </a:lnTo>
                  <a:lnTo>
                    <a:pt x="0" y="24798"/>
                  </a:lnTo>
                  <a:lnTo>
                    <a:pt x="13132" y="17098"/>
                  </a:lnTo>
                  <a:lnTo>
                    <a:pt x="21032" y="12465"/>
                  </a:lnTo>
                  <a:lnTo>
                    <a:pt x="36352" y="3482"/>
                  </a:lnTo>
                  <a:lnTo>
                    <a:pt x="42291" y="0"/>
                  </a:lnTo>
                  <a:lnTo>
                    <a:pt x="46713" y="7610"/>
                  </a:lnTo>
                  <a:lnTo>
                    <a:pt x="52717" y="17943"/>
                  </a:lnTo>
                  <a:lnTo>
                    <a:pt x="55107" y="22057"/>
                  </a:lnTo>
                  <a:lnTo>
                    <a:pt x="64098" y="37531"/>
                  </a:lnTo>
                  <a:lnTo>
                    <a:pt x="67820" y="43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21214" y="4302633"/>
              <a:ext cx="41812" cy="51899"/>
            </a:xfrm>
            <a:custGeom>
              <a:avLst/>
              <a:pathLst>
                <a:path w="41812" h="51899">
                  <a:moveTo>
                    <a:pt x="23975" y="51899"/>
                  </a:moveTo>
                  <a:lnTo>
                    <a:pt x="0" y="10241"/>
                  </a:lnTo>
                  <a:lnTo>
                    <a:pt x="17804" y="0"/>
                  </a:lnTo>
                  <a:lnTo>
                    <a:pt x="41812" y="41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699184" y="4304093"/>
              <a:ext cx="50964" cy="42708"/>
            </a:xfrm>
            <a:custGeom>
              <a:avLst/>
              <a:pathLst>
                <a:path w="50964" h="42708">
                  <a:moveTo>
                    <a:pt x="0" y="24501"/>
                  </a:moveTo>
                  <a:lnTo>
                    <a:pt x="40539" y="0"/>
                  </a:lnTo>
                  <a:lnTo>
                    <a:pt x="50964" y="18358"/>
                  </a:lnTo>
                  <a:lnTo>
                    <a:pt x="10570" y="42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499310" y="4309393"/>
              <a:ext cx="41962" cy="52117"/>
            </a:xfrm>
            <a:custGeom>
              <a:avLst/>
              <a:pathLst>
                <a:path w="41962" h="52117">
                  <a:moveTo>
                    <a:pt x="24194" y="52117"/>
                  </a:moveTo>
                  <a:lnTo>
                    <a:pt x="0" y="10887"/>
                  </a:lnTo>
                  <a:lnTo>
                    <a:pt x="18461" y="0"/>
                  </a:lnTo>
                  <a:lnTo>
                    <a:pt x="41962" y="417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760075" y="4156243"/>
              <a:ext cx="41467" cy="50617"/>
            </a:xfrm>
            <a:custGeom>
              <a:avLst/>
              <a:pathLst>
                <a:path w="41467" h="50617">
                  <a:moveTo>
                    <a:pt x="23623" y="50617"/>
                  </a:moveTo>
                  <a:lnTo>
                    <a:pt x="0" y="10248"/>
                  </a:lnTo>
                  <a:lnTo>
                    <a:pt x="17075" y="0"/>
                  </a:lnTo>
                  <a:lnTo>
                    <a:pt x="41467" y="40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898337" y="4167773"/>
              <a:ext cx="42351" cy="52069"/>
            </a:xfrm>
            <a:custGeom>
              <a:avLst/>
              <a:pathLst>
                <a:path w="42351" h="52069">
                  <a:moveTo>
                    <a:pt x="0" y="10968"/>
                  </a:moveTo>
                  <a:lnTo>
                    <a:pt x="18774" y="0"/>
                  </a:lnTo>
                  <a:lnTo>
                    <a:pt x="42351" y="41546"/>
                  </a:lnTo>
                  <a:lnTo>
                    <a:pt x="24198" y="5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4935293" y="4163561"/>
              <a:ext cx="51986" cy="42552"/>
            </a:xfrm>
            <a:custGeom>
              <a:avLst/>
              <a:pathLst>
                <a:path w="51986" h="42552">
                  <a:moveTo>
                    <a:pt x="0" y="24007"/>
                  </a:moveTo>
                  <a:lnTo>
                    <a:pt x="41308" y="0"/>
                  </a:lnTo>
                  <a:lnTo>
                    <a:pt x="51986" y="18329"/>
                  </a:lnTo>
                  <a:lnTo>
                    <a:pt x="10397" y="42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08036" y="4130568"/>
              <a:ext cx="42221" cy="52041"/>
            </a:xfrm>
            <a:custGeom>
              <a:avLst/>
              <a:pathLst>
                <a:path w="42221" h="52041">
                  <a:moveTo>
                    <a:pt x="24307" y="52041"/>
                  </a:moveTo>
                  <a:lnTo>
                    <a:pt x="0" y="10135"/>
                  </a:lnTo>
                  <a:lnTo>
                    <a:pt x="17281" y="0"/>
                  </a:lnTo>
                  <a:lnTo>
                    <a:pt x="42221" y="41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23203" y="4132932"/>
              <a:ext cx="51791" cy="42869"/>
            </a:xfrm>
            <a:custGeom>
              <a:avLst/>
              <a:pathLst>
                <a:path w="51791" h="42869">
                  <a:moveTo>
                    <a:pt x="11073" y="42869"/>
                  </a:moveTo>
                  <a:lnTo>
                    <a:pt x="0" y="23556"/>
                  </a:lnTo>
                  <a:lnTo>
                    <a:pt x="40579" y="0"/>
                  </a:lnTo>
                  <a:lnTo>
                    <a:pt x="51791" y="18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788489" y="4139231"/>
              <a:ext cx="41165" cy="51509"/>
            </a:xfrm>
            <a:custGeom>
              <a:avLst/>
              <a:pathLst>
                <a:path w="41165" h="51509">
                  <a:moveTo>
                    <a:pt x="0" y="10250"/>
                  </a:moveTo>
                  <a:lnTo>
                    <a:pt x="17394" y="0"/>
                  </a:lnTo>
                  <a:lnTo>
                    <a:pt x="41165" y="41238"/>
                  </a:lnTo>
                  <a:lnTo>
                    <a:pt x="23323" y="51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4973357" y="3968447"/>
              <a:ext cx="93538" cy="67993"/>
            </a:xfrm>
            <a:custGeom>
              <a:avLst/>
              <a:pathLst>
                <a:path w="93538" h="67993">
                  <a:moveTo>
                    <a:pt x="11648" y="67993"/>
                  </a:moveTo>
                  <a:lnTo>
                    <a:pt x="0" y="48168"/>
                  </a:lnTo>
                  <a:lnTo>
                    <a:pt x="81955" y="0"/>
                  </a:lnTo>
                  <a:lnTo>
                    <a:pt x="93538" y="194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787854" y="4202217"/>
              <a:ext cx="41986" cy="52256"/>
            </a:xfrm>
            <a:custGeom>
              <a:avLst/>
              <a:pathLst>
                <a:path w="41986" h="52256">
                  <a:moveTo>
                    <a:pt x="24001" y="52256"/>
                  </a:moveTo>
                  <a:lnTo>
                    <a:pt x="0" y="10323"/>
                  </a:lnTo>
                  <a:lnTo>
                    <a:pt x="17116" y="0"/>
                  </a:lnTo>
                  <a:lnTo>
                    <a:pt x="41986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29982" y="4187640"/>
              <a:ext cx="51897" cy="42854"/>
            </a:xfrm>
            <a:custGeom>
              <a:avLst/>
              <a:pathLst>
                <a:path w="51897" h="42854">
                  <a:moveTo>
                    <a:pt x="0" y="24419"/>
                  </a:moveTo>
                  <a:lnTo>
                    <a:pt x="40825" y="0"/>
                  </a:lnTo>
                  <a:lnTo>
                    <a:pt x="51897" y="18516"/>
                  </a:lnTo>
                  <a:lnTo>
                    <a:pt x="10460" y="428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755923" y="4253415"/>
              <a:ext cx="41083" cy="50890"/>
            </a:xfrm>
            <a:custGeom>
              <a:avLst/>
              <a:pathLst>
                <a:path w="41083" h="50890">
                  <a:moveTo>
                    <a:pt x="23801" y="50890"/>
                  </a:moveTo>
                  <a:lnTo>
                    <a:pt x="0" y="10795"/>
                  </a:lnTo>
                  <a:lnTo>
                    <a:pt x="17408" y="0"/>
                  </a:lnTo>
                  <a:lnTo>
                    <a:pt x="41083" y="40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594218" y="4256014"/>
              <a:ext cx="40596" cy="50819"/>
            </a:xfrm>
            <a:custGeom>
              <a:avLst/>
              <a:pathLst>
                <a:path w="40596" h="50819">
                  <a:moveTo>
                    <a:pt x="23244" y="50819"/>
                  </a:moveTo>
                  <a:lnTo>
                    <a:pt x="0" y="10580"/>
                  </a:lnTo>
                  <a:lnTo>
                    <a:pt x="18045" y="0"/>
                  </a:lnTo>
                  <a:lnTo>
                    <a:pt x="40596" y="40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18181" y="4396730"/>
              <a:ext cx="33720" cy="27084"/>
            </a:xfrm>
            <a:custGeom>
              <a:avLst/>
              <a:pathLst>
                <a:path w="33720" h="27084">
                  <a:moveTo>
                    <a:pt x="0" y="16906"/>
                  </a:moveTo>
                  <a:lnTo>
                    <a:pt x="27904" y="0"/>
                  </a:lnTo>
                  <a:lnTo>
                    <a:pt x="33720" y="10005"/>
                  </a:lnTo>
                  <a:lnTo>
                    <a:pt x="5479" y="270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774439" y="4101969"/>
              <a:ext cx="51002" cy="41661"/>
            </a:xfrm>
            <a:custGeom>
              <a:avLst/>
              <a:pathLst>
                <a:path w="51002" h="41661">
                  <a:moveTo>
                    <a:pt x="0" y="24324"/>
                  </a:moveTo>
                  <a:lnTo>
                    <a:pt x="40886" y="0"/>
                  </a:lnTo>
                  <a:lnTo>
                    <a:pt x="51002" y="17682"/>
                  </a:lnTo>
                  <a:lnTo>
                    <a:pt x="10200" y="4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22826" y="4296083"/>
              <a:ext cx="41463" cy="51684"/>
            </a:xfrm>
            <a:custGeom>
              <a:avLst/>
              <a:pathLst>
                <a:path w="41463" h="51684">
                  <a:moveTo>
                    <a:pt x="0" y="10598"/>
                  </a:moveTo>
                  <a:lnTo>
                    <a:pt x="17604" y="0"/>
                  </a:lnTo>
                  <a:lnTo>
                    <a:pt x="41463" y="40960"/>
                  </a:lnTo>
                  <a:lnTo>
                    <a:pt x="23542" y="51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837944" y="4172160"/>
              <a:ext cx="42600" cy="52124"/>
            </a:xfrm>
            <a:custGeom>
              <a:avLst/>
              <a:pathLst>
                <a:path w="42600" h="52124">
                  <a:moveTo>
                    <a:pt x="24795" y="52124"/>
                  </a:moveTo>
                  <a:lnTo>
                    <a:pt x="0" y="10868"/>
                  </a:lnTo>
                  <a:lnTo>
                    <a:pt x="18209" y="0"/>
                  </a:lnTo>
                  <a:lnTo>
                    <a:pt x="42600" y="4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675921" y="4173343"/>
              <a:ext cx="42492" cy="53119"/>
            </a:xfrm>
            <a:custGeom>
              <a:avLst/>
              <a:pathLst>
                <a:path w="42492" h="53119">
                  <a:moveTo>
                    <a:pt x="24859" y="53119"/>
                  </a:moveTo>
                  <a:lnTo>
                    <a:pt x="0" y="11214"/>
                  </a:lnTo>
                  <a:lnTo>
                    <a:pt x="18185" y="0"/>
                  </a:lnTo>
                  <a:lnTo>
                    <a:pt x="42492" y="42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874539" y="4181703"/>
              <a:ext cx="41982" cy="51451"/>
            </a:xfrm>
            <a:custGeom>
              <a:avLst/>
              <a:pathLst>
                <a:path w="41982" h="51451">
                  <a:moveTo>
                    <a:pt x="0" y="10436"/>
                  </a:moveTo>
                  <a:lnTo>
                    <a:pt x="18209" y="0"/>
                  </a:lnTo>
                  <a:lnTo>
                    <a:pt x="41982" y="41359"/>
                  </a:lnTo>
                  <a:lnTo>
                    <a:pt x="24672" y="514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15231" y="4186139"/>
              <a:ext cx="41540" cy="51724"/>
            </a:xfrm>
            <a:custGeom>
              <a:avLst/>
              <a:pathLst>
                <a:path w="41540" h="51724">
                  <a:moveTo>
                    <a:pt x="0" y="10273"/>
                  </a:moveTo>
                  <a:lnTo>
                    <a:pt x="17780" y="0"/>
                  </a:lnTo>
                  <a:lnTo>
                    <a:pt x="41540" y="41589"/>
                  </a:lnTo>
                  <a:lnTo>
                    <a:pt x="24609" y="51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04544" y="4206449"/>
              <a:ext cx="66090" cy="67351"/>
            </a:xfrm>
            <a:custGeom>
              <a:avLst/>
              <a:pathLst>
                <a:path w="66090" h="67351">
                  <a:moveTo>
                    <a:pt x="44619" y="55131"/>
                  </a:moveTo>
                  <a:lnTo>
                    <a:pt x="24781" y="67351"/>
                  </a:lnTo>
                  <a:lnTo>
                    <a:pt x="23508" y="65201"/>
                  </a:lnTo>
                  <a:lnTo>
                    <a:pt x="16950" y="54132"/>
                  </a:lnTo>
                  <a:lnTo>
                    <a:pt x="0" y="25523"/>
                  </a:lnTo>
                  <a:lnTo>
                    <a:pt x="22857" y="11537"/>
                  </a:lnTo>
                  <a:lnTo>
                    <a:pt x="41712" y="0"/>
                  </a:lnTo>
                  <a:lnTo>
                    <a:pt x="51200" y="16310"/>
                  </a:lnTo>
                  <a:lnTo>
                    <a:pt x="54317" y="21668"/>
                  </a:lnTo>
                  <a:lnTo>
                    <a:pt x="66090" y="41906"/>
                  </a:lnTo>
                  <a:lnTo>
                    <a:pt x="52461" y="5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880578" y="4083808"/>
              <a:ext cx="42207" cy="52156"/>
            </a:xfrm>
            <a:custGeom>
              <a:avLst/>
              <a:pathLst>
                <a:path w="42207" h="52156">
                  <a:moveTo>
                    <a:pt x="0" y="10810"/>
                  </a:moveTo>
                  <a:lnTo>
                    <a:pt x="18377" y="0"/>
                  </a:lnTo>
                  <a:lnTo>
                    <a:pt x="42207" y="41690"/>
                  </a:lnTo>
                  <a:lnTo>
                    <a:pt x="23941" y="52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695191" y="4259019"/>
              <a:ext cx="41441" cy="51142"/>
            </a:xfrm>
            <a:custGeom>
              <a:avLst/>
              <a:pathLst>
                <a:path w="41441" h="51142">
                  <a:moveTo>
                    <a:pt x="23798" y="51142"/>
                  </a:moveTo>
                  <a:lnTo>
                    <a:pt x="0" y="10239"/>
                  </a:lnTo>
                  <a:lnTo>
                    <a:pt x="17419" y="0"/>
                  </a:lnTo>
                  <a:lnTo>
                    <a:pt x="41441" y="404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32604" y="4260183"/>
              <a:ext cx="41663" cy="51049"/>
            </a:xfrm>
            <a:custGeom>
              <a:avLst/>
              <a:pathLst>
                <a:path w="41663" h="51049">
                  <a:moveTo>
                    <a:pt x="0" y="10781"/>
                  </a:moveTo>
                  <a:lnTo>
                    <a:pt x="17619" y="0"/>
                  </a:lnTo>
                  <a:lnTo>
                    <a:pt x="41663" y="40450"/>
                  </a:lnTo>
                  <a:lnTo>
                    <a:pt x="23843" y="510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31734" y="4268524"/>
              <a:ext cx="40839" cy="50876"/>
            </a:xfrm>
            <a:custGeom>
              <a:avLst/>
              <a:pathLst>
                <a:path w="40839" h="50876">
                  <a:moveTo>
                    <a:pt x="23726" y="50876"/>
                  </a:moveTo>
                  <a:lnTo>
                    <a:pt x="0" y="10262"/>
                  </a:lnTo>
                  <a:lnTo>
                    <a:pt x="16995" y="0"/>
                  </a:lnTo>
                  <a:lnTo>
                    <a:pt x="40839" y="405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671780" y="4272381"/>
              <a:ext cx="42094" cy="51638"/>
            </a:xfrm>
            <a:custGeom>
              <a:avLst/>
              <a:pathLst>
                <a:path w="42094" h="51638">
                  <a:moveTo>
                    <a:pt x="0" y="10580"/>
                  </a:moveTo>
                  <a:lnTo>
                    <a:pt x="18040" y="0"/>
                  </a:lnTo>
                  <a:lnTo>
                    <a:pt x="42094" y="41230"/>
                  </a:lnTo>
                  <a:lnTo>
                    <a:pt x="24503" y="516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44094" y="4288849"/>
              <a:ext cx="42102" cy="51873"/>
            </a:xfrm>
            <a:custGeom>
              <a:avLst/>
              <a:pathLst>
                <a:path w="42102" h="51873">
                  <a:moveTo>
                    <a:pt x="0" y="10342"/>
                  </a:moveTo>
                  <a:lnTo>
                    <a:pt x="17585" y="0"/>
                  </a:lnTo>
                  <a:lnTo>
                    <a:pt x="42102" y="41259"/>
                  </a:lnTo>
                  <a:lnTo>
                    <a:pt x="24000" y="518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37290" y="4169124"/>
              <a:ext cx="41919" cy="51379"/>
            </a:xfrm>
            <a:custGeom>
              <a:avLst/>
              <a:pathLst>
                <a:path w="41919" h="51379">
                  <a:moveTo>
                    <a:pt x="23590" y="51379"/>
                  </a:moveTo>
                  <a:lnTo>
                    <a:pt x="0" y="10997"/>
                  </a:lnTo>
                  <a:lnTo>
                    <a:pt x="18476" y="0"/>
                  </a:lnTo>
                  <a:lnTo>
                    <a:pt x="41919" y="40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667142" y="4211619"/>
              <a:ext cx="41676" cy="50958"/>
            </a:xfrm>
            <a:custGeom>
              <a:avLst/>
              <a:pathLst>
                <a:path w="41676" h="50958">
                  <a:moveTo>
                    <a:pt x="24324" y="50958"/>
                  </a:moveTo>
                  <a:lnTo>
                    <a:pt x="0" y="10638"/>
                  </a:lnTo>
                  <a:lnTo>
                    <a:pt x="17771" y="0"/>
                  </a:lnTo>
                  <a:lnTo>
                    <a:pt x="41676" y="40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764498" y="4215415"/>
              <a:ext cx="42622" cy="52328"/>
            </a:xfrm>
            <a:custGeom>
              <a:avLst/>
              <a:pathLst>
                <a:path w="42622" h="52328">
                  <a:moveTo>
                    <a:pt x="25059" y="52328"/>
                  </a:moveTo>
                  <a:lnTo>
                    <a:pt x="0" y="10737"/>
                  </a:lnTo>
                  <a:lnTo>
                    <a:pt x="18315" y="0"/>
                  </a:lnTo>
                  <a:lnTo>
                    <a:pt x="42622" y="41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580068" y="4218361"/>
              <a:ext cx="50721" cy="42532"/>
            </a:xfrm>
            <a:custGeom>
              <a:avLst/>
              <a:pathLst>
                <a:path w="50721" h="42532">
                  <a:moveTo>
                    <a:pt x="10867" y="42532"/>
                  </a:moveTo>
                  <a:lnTo>
                    <a:pt x="0" y="23950"/>
                  </a:lnTo>
                  <a:lnTo>
                    <a:pt x="40177" y="0"/>
                  </a:lnTo>
                  <a:lnTo>
                    <a:pt x="50721" y="18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792054" y="4249088"/>
              <a:ext cx="50932" cy="41632"/>
            </a:xfrm>
            <a:custGeom>
              <a:avLst/>
              <a:pathLst>
                <a:path w="50932" h="41632">
                  <a:moveTo>
                    <a:pt x="10355" y="41632"/>
                  </a:moveTo>
                  <a:lnTo>
                    <a:pt x="0" y="24209"/>
                  </a:lnTo>
                  <a:lnTo>
                    <a:pt x="40802" y="0"/>
                  </a:lnTo>
                  <a:lnTo>
                    <a:pt x="50932" y="178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19976" y="4088415"/>
              <a:ext cx="42260" cy="51897"/>
            </a:xfrm>
            <a:custGeom>
              <a:avLst/>
              <a:pathLst>
                <a:path w="42260" h="51897">
                  <a:moveTo>
                    <a:pt x="0" y="10844"/>
                  </a:moveTo>
                  <a:lnTo>
                    <a:pt x="18164" y="0"/>
                  </a:lnTo>
                  <a:lnTo>
                    <a:pt x="42260" y="41330"/>
                  </a:lnTo>
                  <a:lnTo>
                    <a:pt x="24205" y="5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4987299" y="4103532"/>
              <a:ext cx="98592" cy="72224"/>
            </a:xfrm>
            <a:custGeom>
              <a:avLst/>
              <a:pathLst>
                <a:path w="98592" h="72224">
                  <a:moveTo>
                    <a:pt x="0" y="54225"/>
                  </a:moveTo>
                  <a:lnTo>
                    <a:pt x="36124" y="31138"/>
                  </a:lnTo>
                  <a:lnTo>
                    <a:pt x="86874" y="0"/>
                  </a:lnTo>
                  <a:lnTo>
                    <a:pt x="98592" y="20011"/>
                  </a:lnTo>
                  <a:lnTo>
                    <a:pt x="10435" y="722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579953" y="4415828"/>
              <a:ext cx="39211" cy="32834"/>
            </a:xfrm>
            <a:custGeom>
              <a:avLst/>
              <a:pathLst>
                <a:path w="39211" h="32834">
                  <a:moveTo>
                    <a:pt x="0" y="20816"/>
                  </a:moveTo>
                  <a:lnTo>
                    <a:pt x="34732" y="0"/>
                  </a:lnTo>
                  <a:lnTo>
                    <a:pt x="39211" y="15152"/>
                  </a:lnTo>
                  <a:lnTo>
                    <a:pt x="8103" y="32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083897" y="3981396"/>
              <a:ext cx="18968" cy="20988"/>
            </a:xfrm>
            <a:custGeom>
              <a:avLst/>
              <a:pathLst>
                <a:path w="18968" h="20988">
                  <a:moveTo>
                    <a:pt x="0" y="6109"/>
                  </a:moveTo>
                  <a:lnTo>
                    <a:pt x="10608" y="0"/>
                  </a:lnTo>
                  <a:lnTo>
                    <a:pt x="18968" y="14735"/>
                  </a:lnTo>
                  <a:lnTo>
                    <a:pt x="8640" y="20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559684" y="4293491"/>
              <a:ext cx="65633" cy="64895"/>
            </a:xfrm>
            <a:custGeom>
              <a:avLst/>
              <a:pathLst>
                <a:path w="65633" h="64895">
                  <a:moveTo>
                    <a:pt x="48435" y="50160"/>
                  </a:moveTo>
                  <a:lnTo>
                    <a:pt x="23869" y="64895"/>
                  </a:lnTo>
                  <a:lnTo>
                    <a:pt x="11836" y="44416"/>
                  </a:lnTo>
                  <a:lnTo>
                    <a:pt x="0" y="24270"/>
                  </a:lnTo>
                  <a:lnTo>
                    <a:pt x="11551" y="17629"/>
                  </a:lnTo>
                  <a:lnTo>
                    <a:pt x="14462" y="15956"/>
                  </a:lnTo>
                  <a:lnTo>
                    <a:pt x="42217" y="0"/>
                  </a:lnTo>
                  <a:lnTo>
                    <a:pt x="51787" y="16285"/>
                  </a:lnTo>
                  <a:lnTo>
                    <a:pt x="60035" y="30318"/>
                  </a:lnTo>
                  <a:lnTo>
                    <a:pt x="62695" y="34844"/>
                  </a:lnTo>
                  <a:lnTo>
                    <a:pt x="65633" y="39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13572" y="4067606"/>
              <a:ext cx="56833" cy="55271"/>
            </a:xfrm>
            <a:custGeom>
              <a:avLst/>
              <a:pathLst>
                <a:path w="56833" h="55271">
                  <a:moveTo>
                    <a:pt x="19881" y="55271"/>
                  </a:moveTo>
                  <a:lnTo>
                    <a:pt x="0" y="21631"/>
                  </a:lnTo>
                  <a:lnTo>
                    <a:pt x="37093" y="0"/>
                  </a:lnTo>
                  <a:lnTo>
                    <a:pt x="56833" y="33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4997574" y="4110303"/>
              <a:ext cx="28826" cy="28424"/>
            </a:xfrm>
            <a:custGeom>
              <a:avLst/>
              <a:pathLst>
                <a:path w="28826" h="28424">
                  <a:moveTo>
                    <a:pt x="0" y="11837"/>
                  </a:moveTo>
                  <a:lnTo>
                    <a:pt x="18831" y="0"/>
                  </a:lnTo>
                  <a:lnTo>
                    <a:pt x="28826" y="16611"/>
                  </a:lnTo>
                  <a:lnTo>
                    <a:pt x="9986" y="284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078809" y="4040536"/>
              <a:ext cx="52036" cy="67961"/>
            </a:xfrm>
            <a:custGeom>
              <a:avLst/>
              <a:pathLst>
                <a:path w="52036" h="67961">
                  <a:moveTo>
                    <a:pt x="0" y="11522"/>
                  </a:moveTo>
                  <a:lnTo>
                    <a:pt x="19242" y="0"/>
                  </a:lnTo>
                  <a:lnTo>
                    <a:pt x="52036" y="56454"/>
                  </a:lnTo>
                  <a:lnTo>
                    <a:pt x="32436" y="67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866835" y="4046865"/>
              <a:ext cx="51098" cy="42121"/>
            </a:xfrm>
            <a:custGeom>
              <a:avLst/>
              <a:pathLst>
                <a:path w="51098" h="42121">
                  <a:moveTo>
                    <a:pt x="0" y="24181"/>
                  </a:moveTo>
                  <a:lnTo>
                    <a:pt x="40912" y="0"/>
                  </a:lnTo>
                  <a:lnTo>
                    <a:pt x="51098" y="17898"/>
                  </a:lnTo>
                  <a:lnTo>
                    <a:pt x="10703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4963166" y="4052665"/>
              <a:ext cx="52135" cy="67797"/>
            </a:xfrm>
            <a:custGeom>
              <a:avLst/>
              <a:pathLst>
                <a:path w="52135" h="67797">
                  <a:moveTo>
                    <a:pt x="18897" y="0"/>
                  </a:moveTo>
                  <a:lnTo>
                    <a:pt x="52135" y="55980"/>
                  </a:lnTo>
                  <a:lnTo>
                    <a:pt x="33355" y="67797"/>
                  </a:lnTo>
                  <a:lnTo>
                    <a:pt x="0" y="111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056042" y="4055192"/>
              <a:ext cx="51030" cy="66733"/>
            </a:xfrm>
            <a:custGeom>
              <a:avLst/>
              <a:pathLst>
                <a:path w="51030" h="66733">
                  <a:moveTo>
                    <a:pt x="0" y="10638"/>
                  </a:moveTo>
                  <a:lnTo>
                    <a:pt x="17872" y="0"/>
                  </a:lnTo>
                  <a:lnTo>
                    <a:pt x="51030" y="55908"/>
                  </a:lnTo>
                  <a:lnTo>
                    <a:pt x="32315" y="66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4940086" y="4065968"/>
              <a:ext cx="62805" cy="87032"/>
            </a:xfrm>
            <a:custGeom>
              <a:avLst/>
              <a:pathLst>
                <a:path w="62805" h="87032">
                  <a:moveTo>
                    <a:pt x="44595" y="87032"/>
                  </a:moveTo>
                  <a:lnTo>
                    <a:pt x="0" y="11040"/>
                  </a:lnTo>
                  <a:lnTo>
                    <a:pt x="18883" y="0"/>
                  </a:lnTo>
                  <a:lnTo>
                    <a:pt x="62805" y="756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843075" y="4218937"/>
              <a:ext cx="50940" cy="42265"/>
            </a:xfrm>
            <a:custGeom>
              <a:avLst/>
              <a:pathLst>
                <a:path w="50940" h="42265">
                  <a:moveTo>
                    <a:pt x="0" y="24391"/>
                  </a:moveTo>
                  <a:lnTo>
                    <a:pt x="40571" y="0"/>
                  </a:lnTo>
                  <a:lnTo>
                    <a:pt x="50940" y="17164"/>
                  </a:lnTo>
                  <a:lnTo>
                    <a:pt x="10391" y="4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43940" y="4225161"/>
              <a:ext cx="41901" cy="50821"/>
            </a:xfrm>
            <a:custGeom>
              <a:avLst/>
              <a:pathLst>
                <a:path w="41901" h="50821">
                  <a:moveTo>
                    <a:pt x="0" y="10361"/>
                  </a:moveTo>
                  <a:lnTo>
                    <a:pt x="17959" y="0"/>
                  </a:lnTo>
                  <a:lnTo>
                    <a:pt x="41901" y="40454"/>
                  </a:lnTo>
                  <a:lnTo>
                    <a:pt x="24243" y="508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48069" y="4335166"/>
              <a:ext cx="51464" cy="42121"/>
            </a:xfrm>
            <a:custGeom>
              <a:avLst/>
              <a:pathLst>
                <a:path w="51464" h="42121">
                  <a:moveTo>
                    <a:pt x="0" y="24391"/>
                  </a:moveTo>
                  <a:lnTo>
                    <a:pt x="40996" y="0"/>
                  </a:lnTo>
                  <a:lnTo>
                    <a:pt x="51464" y="17682"/>
                  </a:lnTo>
                  <a:lnTo>
                    <a:pt x="10156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12132" y="4339348"/>
              <a:ext cx="41456" cy="50877"/>
            </a:xfrm>
            <a:custGeom>
              <a:avLst/>
              <a:pathLst>
                <a:path w="41456" h="50877">
                  <a:moveTo>
                    <a:pt x="0" y="9905"/>
                  </a:moveTo>
                  <a:lnTo>
                    <a:pt x="17132" y="0"/>
                  </a:lnTo>
                  <a:lnTo>
                    <a:pt x="41456" y="40310"/>
                  </a:lnTo>
                  <a:lnTo>
                    <a:pt x="23893" y="50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51189" y="4343874"/>
              <a:ext cx="40535" cy="51364"/>
            </a:xfrm>
            <a:custGeom>
              <a:avLst/>
              <a:pathLst>
                <a:path w="40535" h="51364">
                  <a:moveTo>
                    <a:pt x="0" y="10458"/>
                  </a:moveTo>
                  <a:lnTo>
                    <a:pt x="17471" y="0"/>
                  </a:lnTo>
                  <a:lnTo>
                    <a:pt x="40535" y="41194"/>
                  </a:lnTo>
                  <a:lnTo>
                    <a:pt x="23285" y="51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587285" y="4353308"/>
              <a:ext cx="41824" cy="51120"/>
            </a:xfrm>
            <a:custGeom>
              <a:avLst/>
              <a:pathLst>
                <a:path w="41824" h="51120">
                  <a:moveTo>
                    <a:pt x="0" y="10819"/>
                  </a:moveTo>
                  <a:lnTo>
                    <a:pt x="17966" y="0"/>
                  </a:lnTo>
                  <a:lnTo>
                    <a:pt x="41824" y="40600"/>
                  </a:lnTo>
                  <a:lnTo>
                    <a:pt x="24345" y="51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27804" y="4357653"/>
              <a:ext cx="41608" cy="50780"/>
            </a:xfrm>
            <a:custGeom>
              <a:avLst/>
              <a:pathLst>
                <a:path w="41608" h="50780">
                  <a:moveTo>
                    <a:pt x="0" y="10671"/>
                  </a:moveTo>
                  <a:lnTo>
                    <a:pt x="18115" y="0"/>
                  </a:lnTo>
                  <a:lnTo>
                    <a:pt x="41608" y="40540"/>
                  </a:lnTo>
                  <a:lnTo>
                    <a:pt x="23267" y="50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55203" y="4390380"/>
              <a:ext cx="50452" cy="41601"/>
            </a:xfrm>
            <a:custGeom>
              <a:avLst/>
              <a:pathLst>
                <a:path w="50452" h="41601">
                  <a:moveTo>
                    <a:pt x="0" y="24350"/>
                  </a:moveTo>
                  <a:lnTo>
                    <a:pt x="40420" y="0"/>
                  </a:lnTo>
                  <a:lnTo>
                    <a:pt x="50452" y="17337"/>
                  </a:lnTo>
                  <a:lnTo>
                    <a:pt x="9779" y="416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16664" y="4242412"/>
              <a:ext cx="40955" cy="50797"/>
            </a:xfrm>
            <a:custGeom>
              <a:avLst/>
              <a:pathLst>
                <a:path w="40955" h="50797">
                  <a:moveTo>
                    <a:pt x="0" y="10628"/>
                  </a:moveTo>
                  <a:lnTo>
                    <a:pt x="17331" y="0"/>
                  </a:lnTo>
                  <a:lnTo>
                    <a:pt x="40955" y="40095"/>
                  </a:lnTo>
                  <a:lnTo>
                    <a:pt x="23392" y="50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556916" y="4245429"/>
              <a:ext cx="41870" cy="51588"/>
            </a:xfrm>
            <a:custGeom>
              <a:avLst/>
              <a:pathLst>
                <a:path w="41870" h="51588">
                  <a:moveTo>
                    <a:pt x="0" y="10566"/>
                  </a:moveTo>
                  <a:lnTo>
                    <a:pt x="17534" y="0"/>
                  </a:lnTo>
                  <a:lnTo>
                    <a:pt x="41870" y="40971"/>
                  </a:lnTo>
                  <a:lnTo>
                    <a:pt x="23554" y="51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121843" y="3435203"/>
              <a:ext cx="30590" cy="36134"/>
            </a:xfrm>
            <a:custGeom>
              <a:avLst/>
              <a:pathLst>
                <a:path w="30590" h="36134">
                  <a:moveTo>
                    <a:pt x="30590" y="25251"/>
                  </a:moveTo>
                  <a:lnTo>
                    <a:pt x="12338" y="36134"/>
                  </a:lnTo>
                  <a:lnTo>
                    <a:pt x="0" y="14079"/>
                  </a:lnTo>
                  <a:lnTo>
                    <a:pt x="24134" y="0"/>
                  </a:lnTo>
                  <a:lnTo>
                    <a:pt x="26586" y="3831"/>
                  </a:lnTo>
                  <a:lnTo>
                    <a:pt x="28012" y="8510"/>
                  </a:lnTo>
                  <a:lnTo>
                    <a:pt x="27920" y="15260"/>
                  </a:lnTo>
                  <a:lnTo>
                    <a:pt x="28974" y="19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162648" y="3567461"/>
              <a:ext cx="34109" cy="59534"/>
            </a:xfrm>
            <a:custGeom>
              <a:avLst/>
              <a:pathLst>
                <a:path w="34109" h="59534">
                  <a:moveTo>
                    <a:pt x="14425" y="59534"/>
                  </a:moveTo>
                  <a:lnTo>
                    <a:pt x="0" y="4578"/>
                  </a:lnTo>
                  <a:lnTo>
                    <a:pt x="18879" y="0"/>
                  </a:lnTo>
                  <a:lnTo>
                    <a:pt x="34109" y="5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865014" y="3546038"/>
              <a:ext cx="31816" cy="39726"/>
            </a:xfrm>
            <a:custGeom>
              <a:avLst/>
              <a:pathLst>
                <a:path w="31816" h="39726">
                  <a:moveTo>
                    <a:pt x="0" y="7803"/>
                  </a:moveTo>
                  <a:lnTo>
                    <a:pt x="13389" y="0"/>
                  </a:lnTo>
                  <a:lnTo>
                    <a:pt x="31816" y="32179"/>
                  </a:lnTo>
                  <a:lnTo>
                    <a:pt x="18995" y="39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18248" y="3618464"/>
              <a:ext cx="56004" cy="77299"/>
            </a:xfrm>
            <a:custGeom>
              <a:avLst/>
              <a:pathLst>
                <a:path w="56004" h="77299">
                  <a:moveTo>
                    <a:pt x="0" y="9704"/>
                  </a:moveTo>
                  <a:lnTo>
                    <a:pt x="17000" y="0"/>
                  </a:lnTo>
                  <a:lnTo>
                    <a:pt x="56004" y="67308"/>
                  </a:lnTo>
                  <a:lnTo>
                    <a:pt x="39003" y="77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847086" y="3515407"/>
              <a:ext cx="30896" cy="37102"/>
            </a:xfrm>
            <a:custGeom>
              <a:avLst/>
              <a:pathLst>
                <a:path w="30896" h="37102">
                  <a:moveTo>
                    <a:pt x="0" y="7705"/>
                  </a:moveTo>
                  <a:lnTo>
                    <a:pt x="13249" y="0"/>
                  </a:lnTo>
                  <a:lnTo>
                    <a:pt x="30896" y="29082"/>
                  </a:lnTo>
                  <a:lnTo>
                    <a:pt x="17028" y="37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20982" y="3613971"/>
              <a:ext cx="65400" cy="49913"/>
            </a:xfrm>
            <a:custGeom>
              <a:avLst/>
              <a:pathLst>
                <a:path w="65400" h="49913">
                  <a:moveTo>
                    <a:pt x="10098" y="49913"/>
                  </a:moveTo>
                  <a:lnTo>
                    <a:pt x="0" y="32855"/>
                  </a:lnTo>
                  <a:lnTo>
                    <a:pt x="55733" y="0"/>
                  </a:lnTo>
                  <a:lnTo>
                    <a:pt x="65400" y="17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00191" y="3667780"/>
              <a:ext cx="46259" cy="61169"/>
            </a:xfrm>
            <a:custGeom>
              <a:avLst/>
              <a:pathLst>
                <a:path w="46259" h="61169">
                  <a:moveTo>
                    <a:pt x="46259" y="51106"/>
                  </a:moveTo>
                  <a:lnTo>
                    <a:pt x="29820" y="61169"/>
                  </a:lnTo>
                  <a:lnTo>
                    <a:pt x="0" y="9924"/>
                  </a:lnTo>
                  <a:lnTo>
                    <a:pt x="168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4954852" y="3673196"/>
              <a:ext cx="66124" cy="50459"/>
            </a:xfrm>
            <a:custGeom>
              <a:avLst/>
              <a:pathLst>
                <a:path w="66124" h="50459">
                  <a:moveTo>
                    <a:pt x="58164" y="22403"/>
                  </a:moveTo>
                  <a:lnTo>
                    <a:pt x="10133" y="50459"/>
                  </a:lnTo>
                  <a:lnTo>
                    <a:pt x="0" y="32862"/>
                  </a:lnTo>
                  <a:lnTo>
                    <a:pt x="47979" y="4533"/>
                  </a:lnTo>
                  <a:lnTo>
                    <a:pt x="55657" y="0"/>
                  </a:lnTo>
                  <a:lnTo>
                    <a:pt x="66124" y="17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041564" y="3679245"/>
              <a:ext cx="65791" cy="50028"/>
            </a:xfrm>
            <a:custGeom>
              <a:avLst/>
              <a:pathLst>
                <a:path w="65791" h="50028">
                  <a:moveTo>
                    <a:pt x="0" y="33226"/>
                  </a:moveTo>
                  <a:lnTo>
                    <a:pt x="55886" y="0"/>
                  </a:lnTo>
                  <a:lnTo>
                    <a:pt x="65791" y="17682"/>
                  </a:lnTo>
                  <a:lnTo>
                    <a:pt x="9871" y="50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030156" y="3736052"/>
              <a:ext cx="55014" cy="74611"/>
            </a:xfrm>
            <a:custGeom>
              <a:avLst/>
              <a:pathLst>
                <a:path w="55014" h="74611">
                  <a:moveTo>
                    <a:pt x="38153" y="74611"/>
                  </a:moveTo>
                  <a:lnTo>
                    <a:pt x="0" y="10185"/>
                  </a:lnTo>
                  <a:lnTo>
                    <a:pt x="17162" y="0"/>
                  </a:lnTo>
                  <a:lnTo>
                    <a:pt x="55014" y="65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128260" y="3719821"/>
              <a:ext cx="48867" cy="31224"/>
            </a:xfrm>
            <a:custGeom>
              <a:avLst/>
              <a:pathLst>
                <a:path w="48867" h="31224">
                  <a:moveTo>
                    <a:pt x="0" y="12593"/>
                  </a:moveTo>
                  <a:lnTo>
                    <a:pt x="43663" y="0"/>
                  </a:lnTo>
                  <a:lnTo>
                    <a:pt x="48867" y="18832"/>
                  </a:lnTo>
                  <a:lnTo>
                    <a:pt x="5058" y="3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15465" y="3374089"/>
              <a:ext cx="82363" cy="71189"/>
            </a:xfrm>
            <a:custGeom>
              <a:avLst/>
              <a:pathLst>
                <a:path w="82363" h="71189">
                  <a:moveTo>
                    <a:pt x="27398" y="0"/>
                  </a:moveTo>
                  <a:lnTo>
                    <a:pt x="82363" y="41402"/>
                  </a:lnTo>
                  <a:lnTo>
                    <a:pt x="60332" y="71189"/>
                  </a:lnTo>
                  <a:lnTo>
                    <a:pt x="0" y="26078"/>
                  </a:lnTo>
                  <a:lnTo>
                    <a:pt x="11661" y="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879673" y="3428793"/>
              <a:ext cx="53927" cy="48685"/>
            </a:xfrm>
            <a:custGeom>
              <a:avLst/>
              <a:pathLst>
                <a:path w="53927" h="48685">
                  <a:moveTo>
                    <a:pt x="53927" y="31146"/>
                  </a:moveTo>
                  <a:lnTo>
                    <a:pt x="40860" y="48685"/>
                  </a:lnTo>
                  <a:lnTo>
                    <a:pt x="0" y="18298"/>
                  </a:lnTo>
                  <a:lnTo>
                    <a:pt x="13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147586" y="3432637"/>
              <a:ext cx="16993" cy="29686"/>
            </a:xfrm>
            <a:custGeom>
              <a:avLst/>
              <a:pathLst>
                <a:path w="16993" h="29686">
                  <a:moveTo>
                    <a:pt x="0" y="1653"/>
                  </a:moveTo>
                  <a:lnTo>
                    <a:pt x="2950" y="0"/>
                  </a:lnTo>
                  <a:lnTo>
                    <a:pt x="7376" y="790"/>
                  </a:lnTo>
                  <a:lnTo>
                    <a:pt x="11542" y="2566"/>
                  </a:lnTo>
                  <a:lnTo>
                    <a:pt x="13846" y="5326"/>
                  </a:lnTo>
                  <a:lnTo>
                    <a:pt x="15701" y="9179"/>
                  </a:lnTo>
                  <a:lnTo>
                    <a:pt x="16881" y="13549"/>
                  </a:lnTo>
                  <a:lnTo>
                    <a:pt x="16993" y="17632"/>
                  </a:lnTo>
                  <a:lnTo>
                    <a:pt x="16038" y="22347"/>
                  </a:lnTo>
                  <a:lnTo>
                    <a:pt x="13558" y="26739"/>
                  </a:lnTo>
                  <a:lnTo>
                    <a:pt x="9764" y="29686"/>
                  </a:lnTo>
                  <a:lnTo>
                    <a:pt x="6111" y="21923"/>
                  </a:lnTo>
                  <a:lnTo>
                    <a:pt x="4685" y="17459"/>
                  </a:lnTo>
                  <a:lnTo>
                    <a:pt x="4706" y="10566"/>
                  </a:lnTo>
                  <a:lnTo>
                    <a:pt x="2662" y="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4944231" y="3654137"/>
              <a:ext cx="64985" cy="49514"/>
            </a:xfrm>
            <a:custGeom>
              <a:avLst/>
              <a:pathLst>
                <a:path w="64985" h="49514">
                  <a:moveTo>
                    <a:pt x="9205" y="49514"/>
                  </a:moveTo>
                  <a:lnTo>
                    <a:pt x="0" y="33208"/>
                  </a:lnTo>
                  <a:lnTo>
                    <a:pt x="55049" y="0"/>
                  </a:lnTo>
                  <a:lnTo>
                    <a:pt x="64985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4981843" y="3566409"/>
              <a:ext cx="85918" cy="61805"/>
            </a:xfrm>
            <a:custGeom>
              <a:avLst/>
              <a:pathLst>
                <a:path w="85918" h="61805">
                  <a:moveTo>
                    <a:pt x="0" y="44194"/>
                  </a:moveTo>
                  <a:lnTo>
                    <a:pt x="75914" y="0"/>
                  </a:lnTo>
                  <a:lnTo>
                    <a:pt x="85918" y="17455"/>
                  </a:lnTo>
                  <a:lnTo>
                    <a:pt x="10397" y="6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134859" y="3660173"/>
              <a:ext cx="50834" cy="41189"/>
            </a:xfrm>
            <a:custGeom>
              <a:avLst/>
              <a:pathLst>
                <a:path w="50834" h="41189">
                  <a:moveTo>
                    <a:pt x="0" y="24841"/>
                  </a:moveTo>
                  <a:lnTo>
                    <a:pt x="41476" y="0"/>
                  </a:lnTo>
                  <a:lnTo>
                    <a:pt x="50834" y="16733"/>
                  </a:lnTo>
                  <a:lnTo>
                    <a:pt x="9055" y="4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884663" y="3521537"/>
              <a:ext cx="14290" cy="14994"/>
            </a:xfrm>
            <a:custGeom>
              <a:avLst/>
              <a:pathLst>
                <a:path w="14290" h="14994">
                  <a:moveTo>
                    <a:pt x="6836" y="14994"/>
                  </a:moveTo>
                  <a:lnTo>
                    <a:pt x="2073" y="6670"/>
                  </a:lnTo>
                  <a:lnTo>
                    <a:pt x="0" y="4815"/>
                  </a:lnTo>
                  <a:lnTo>
                    <a:pt x="1061" y="0"/>
                  </a:lnTo>
                  <a:lnTo>
                    <a:pt x="14290" y="10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144664" y="3676622"/>
              <a:ext cx="54590" cy="40391"/>
            </a:xfrm>
            <a:custGeom>
              <a:avLst/>
              <a:pathLst>
                <a:path w="54590" h="40391">
                  <a:moveTo>
                    <a:pt x="27467" y="35719"/>
                  </a:moveTo>
                  <a:lnTo>
                    <a:pt x="22966" y="34194"/>
                  </a:lnTo>
                  <a:lnTo>
                    <a:pt x="17740" y="32987"/>
                  </a:lnTo>
                  <a:lnTo>
                    <a:pt x="9984" y="31377"/>
                  </a:lnTo>
                  <a:lnTo>
                    <a:pt x="4645" y="30169"/>
                  </a:lnTo>
                  <a:lnTo>
                    <a:pt x="2621" y="28846"/>
                  </a:lnTo>
                  <a:lnTo>
                    <a:pt x="0" y="26020"/>
                  </a:lnTo>
                  <a:lnTo>
                    <a:pt x="44890" y="0"/>
                  </a:lnTo>
                  <a:lnTo>
                    <a:pt x="54590" y="34871"/>
                  </a:lnTo>
                  <a:lnTo>
                    <a:pt x="33795" y="40391"/>
                  </a:lnTo>
                  <a:lnTo>
                    <a:pt x="32472" y="38249"/>
                  </a:lnTo>
                  <a:lnTo>
                    <a:pt x="30610" y="3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143605" y="3712226"/>
              <a:ext cx="28269" cy="12880"/>
            </a:xfrm>
            <a:custGeom>
              <a:avLst/>
              <a:pathLst>
                <a:path w="28269" h="12880">
                  <a:moveTo>
                    <a:pt x="10003" y="2070"/>
                  </a:moveTo>
                  <a:lnTo>
                    <a:pt x="20906" y="4370"/>
                  </a:lnTo>
                  <a:lnTo>
                    <a:pt x="25796" y="5692"/>
                  </a:lnTo>
                  <a:lnTo>
                    <a:pt x="28269" y="6828"/>
                  </a:lnTo>
                  <a:lnTo>
                    <a:pt x="7362" y="128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842393" y="3489035"/>
              <a:ext cx="24574" cy="22987"/>
            </a:xfrm>
            <a:custGeom>
              <a:avLst/>
              <a:pathLst>
                <a:path w="24574" h="22987">
                  <a:moveTo>
                    <a:pt x="4763" y="0"/>
                  </a:moveTo>
                  <a:lnTo>
                    <a:pt x="19136" y="10738"/>
                  </a:lnTo>
                  <a:lnTo>
                    <a:pt x="24574" y="19321"/>
                  </a:lnTo>
                  <a:lnTo>
                    <a:pt x="17787" y="22987"/>
                  </a:lnTo>
                  <a:lnTo>
                    <a:pt x="13741" y="16431"/>
                  </a:lnTo>
                  <a:lnTo>
                    <a:pt x="8865" y="12110"/>
                  </a:lnTo>
                  <a:lnTo>
                    <a:pt x="0" y="6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4938769" y="3497954"/>
              <a:ext cx="63844" cy="56353"/>
            </a:xfrm>
            <a:custGeom>
              <a:avLst/>
              <a:pathLst>
                <a:path w="63844" h="56353">
                  <a:moveTo>
                    <a:pt x="20018" y="44471"/>
                  </a:moveTo>
                  <a:lnTo>
                    <a:pt x="0" y="56353"/>
                  </a:lnTo>
                  <a:lnTo>
                    <a:pt x="12570" y="38943"/>
                  </a:lnTo>
                  <a:lnTo>
                    <a:pt x="40689" y="0"/>
                  </a:lnTo>
                  <a:lnTo>
                    <a:pt x="63844" y="18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835864" y="3496402"/>
              <a:ext cx="22898" cy="25324"/>
            </a:xfrm>
            <a:custGeom>
              <a:avLst/>
              <a:pathLst>
                <a:path w="22898" h="25324">
                  <a:moveTo>
                    <a:pt x="10309" y="25324"/>
                  </a:moveTo>
                  <a:lnTo>
                    <a:pt x="0" y="8349"/>
                  </a:lnTo>
                  <a:lnTo>
                    <a:pt x="5827" y="0"/>
                  </a:lnTo>
                  <a:lnTo>
                    <a:pt x="14482" y="5917"/>
                  </a:lnTo>
                  <a:lnTo>
                    <a:pt x="18852" y="9833"/>
                  </a:lnTo>
                  <a:lnTo>
                    <a:pt x="22898" y="16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094500" y="3564224"/>
              <a:ext cx="66563" cy="49791"/>
            </a:xfrm>
            <a:custGeom>
              <a:avLst/>
              <a:pathLst>
                <a:path w="66563" h="49791">
                  <a:moveTo>
                    <a:pt x="0" y="32971"/>
                  </a:moveTo>
                  <a:lnTo>
                    <a:pt x="56412" y="0"/>
                  </a:lnTo>
                  <a:lnTo>
                    <a:pt x="66563" y="16891"/>
                  </a:lnTo>
                  <a:lnTo>
                    <a:pt x="10397" y="49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899357" y="3404714"/>
              <a:ext cx="71876" cy="61784"/>
            </a:xfrm>
            <a:custGeom>
              <a:avLst/>
              <a:pathLst>
                <a:path w="71876" h="61784">
                  <a:moveTo>
                    <a:pt x="12308" y="0"/>
                  </a:moveTo>
                  <a:lnTo>
                    <a:pt x="71876" y="46353"/>
                  </a:lnTo>
                  <a:lnTo>
                    <a:pt x="61040" y="61784"/>
                  </a:lnTo>
                  <a:lnTo>
                    <a:pt x="0" y="15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879970" y="3538093"/>
              <a:ext cx="30517" cy="38694"/>
            </a:xfrm>
            <a:custGeom>
              <a:avLst/>
              <a:pathLst>
                <a:path w="30517" h="38694">
                  <a:moveTo>
                    <a:pt x="30517" y="32138"/>
                  </a:moveTo>
                  <a:lnTo>
                    <a:pt x="19263" y="38694"/>
                  </a:lnTo>
                  <a:lnTo>
                    <a:pt x="0" y="6952"/>
                  </a:lnTo>
                  <a:lnTo>
                    <a:pt x="116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075672" y="3540964"/>
              <a:ext cx="79075" cy="58654"/>
            </a:xfrm>
            <a:custGeom>
              <a:avLst/>
              <a:pathLst>
                <a:path w="79075" h="58654">
                  <a:moveTo>
                    <a:pt x="9160" y="58654"/>
                  </a:moveTo>
                  <a:lnTo>
                    <a:pt x="0" y="42035"/>
                  </a:lnTo>
                  <a:lnTo>
                    <a:pt x="69352" y="0"/>
                  </a:lnTo>
                  <a:lnTo>
                    <a:pt x="79075" y="17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09560" y="3610378"/>
              <a:ext cx="63774" cy="49086"/>
            </a:xfrm>
            <a:custGeom>
              <a:avLst/>
              <a:pathLst>
                <a:path w="63774" h="49086">
                  <a:moveTo>
                    <a:pt x="0" y="31792"/>
                  </a:moveTo>
                  <a:lnTo>
                    <a:pt x="53652" y="0"/>
                  </a:lnTo>
                  <a:lnTo>
                    <a:pt x="63774" y="17517"/>
                  </a:lnTo>
                  <a:lnTo>
                    <a:pt x="10074" y="49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134041" y="3741586"/>
              <a:ext cx="49151" cy="31267"/>
            </a:xfrm>
            <a:custGeom>
              <a:avLst/>
              <a:pathLst>
                <a:path w="49151" h="31267">
                  <a:moveTo>
                    <a:pt x="4822" y="31267"/>
                  </a:moveTo>
                  <a:lnTo>
                    <a:pt x="0" y="12347"/>
                  </a:lnTo>
                  <a:lnTo>
                    <a:pt x="43882" y="0"/>
                  </a:lnTo>
                  <a:lnTo>
                    <a:pt x="49151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064231" y="3741407"/>
              <a:ext cx="43361" cy="56526"/>
            </a:xfrm>
            <a:custGeom>
              <a:avLst/>
              <a:pathLst>
                <a:path w="43361" h="56526">
                  <a:moveTo>
                    <a:pt x="0" y="10120"/>
                  </a:moveTo>
                  <a:lnTo>
                    <a:pt x="17227" y="0"/>
                  </a:lnTo>
                  <a:lnTo>
                    <a:pt x="43361" y="46808"/>
                  </a:lnTo>
                  <a:lnTo>
                    <a:pt x="26332" y="56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10320" y="3747536"/>
              <a:ext cx="55187" cy="74435"/>
            </a:xfrm>
            <a:custGeom>
              <a:avLst/>
              <a:pathLst>
                <a:path w="55187" h="74435">
                  <a:moveTo>
                    <a:pt x="55187" y="64781"/>
                  </a:moveTo>
                  <a:lnTo>
                    <a:pt x="37813" y="74435"/>
                  </a:lnTo>
                  <a:lnTo>
                    <a:pt x="11091" y="29362"/>
                  </a:lnTo>
                  <a:lnTo>
                    <a:pt x="4959" y="19020"/>
                  </a:lnTo>
                  <a:lnTo>
                    <a:pt x="0" y="10654"/>
                  </a:lnTo>
                  <a:lnTo>
                    <a:pt x="10071" y="4545"/>
                  </a:lnTo>
                  <a:lnTo>
                    <a:pt x="17563" y="0"/>
                  </a:lnTo>
                  <a:lnTo>
                    <a:pt x="22490" y="8483"/>
                  </a:lnTo>
                  <a:lnTo>
                    <a:pt x="28611" y="19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038087" y="3607042"/>
              <a:ext cx="55819" cy="77278"/>
            </a:xfrm>
            <a:custGeom>
              <a:avLst/>
              <a:pathLst>
                <a:path w="55819" h="77278">
                  <a:moveTo>
                    <a:pt x="0" y="9825"/>
                  </a:moveTo>
                  <a:lnTo>
                    <a:pt x="17047" y="0"/>
                  </a:lnTo>
                  <a:lnTo>
                    <a:pt x="55819" y="67143"/>
                  </a:lnTo>
                  <a:lnTo>
                    <a:pt x="38432" y="77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123006" y="3636858"/>
              <a:ext cx="56940" cy="44766"/>
            </a:xfrm>
            <a:custGeom>
              <a:avLst/>
              <a:pathLst>
                <a:path w="56940" h="44766">
                  <a:moveTo>
                    <a:pt x="0" y="27753"/>
                  </a:moveTo>
                  <a:lnTo>
                    <a:pt x="47217" y="0"/>
                  </a:lnTo>
                  <a:lnTo>
                    <a:pt x="56940" y="17251"/>
                  </a:lnTo>
                  <a:lnTo>
                    <a:pt x="10040" y="44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098265" y="3588084"/>
              <a:ext cx="68664" cy="51386"/>
            </a:xfrm>
            <a:custGeom>
              <a:avLst/>
              <a:pathLst>
                <a:path w="68664" h="51386">
                  <a:moveTo>
                    <a:pt x="0" y="34890"/>
                  </a:moveTo>
                  <a:lnTo>
                    <a:pt x="59011" y="0"/>
                  </a:lnTo>
                  <a:lnTo>
                    <a:pt x="68664" y="16733"/>
                  </a:lnTo>
                  <a:lnTo>
                    <a:pt x="9635" y="5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052486" y="3586686"/>
              <a:ext cx="61540" cy="85752"/>
            </a:xfrm>
            <a:custGeom>
              <a:avLst/>
              <a:pathLst>
                <a:path w="61540" h="85752">
                  <a:moveTo>
                    <a:pt x="44300" y="85752"/>
                  </a:moveTo>
                  <a:lnTo>
                    <a:pt x="0" y="10106"/>
                  </a:lnTo>
                  <a:lnTo>
                    <a:pt x="16818" y="0"/>
                  </a:lnTo>
                  <a:lnTo>
                    <a:pt x="61540" y="75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4991472" y="3759312"/>
              <a:ext cx="54712" cy="74453"/>
            </a:xfrm>
            <a:custGeom>
              <a:avLst/>
              <a:pathLst>
                <a:path w="54712" h="74453">
                  <a:moveTo>
                    <a:pt x="37472" y="74453"/>
                  </a:moveTo>
                  <a:lnTo>
                    <a:pt x="0" y="9890"/>
                  </a:lnTo>
                  <a:lnTo>
                    <a:pt x="17085" y="0"/>
                  </a:lnTo>
                  <a:lnTo>
                    <a:pt x="54712" y="63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184740" y="3728499"/>
              <a:ext cx="46567" cy="30400"/>
            </a:xfrm>
            <a:custGeom>
              <a:avLst/>
              <a:pathLst>
                <a:path w="46567" h="30400">
                  <a:moveTo>
                    <a:pt x="5074" y="30400"/>
                  </a:moveTo>
                  <a:lnTo>
                    <a:pt x="0" y="11165"/>
                  </a:lnTo>
                  <a:lnTo>
                    <a:pt x="41088" y="0"/>
                  </a:lnTo>
                  <a:lnTo>
                    <a:pt x="46567" y="18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084018" y="3721022"/>
              <a:ext cx="52466" cy="65191"/>
            </a:xfrm>
            <a:custGeom>
              <a:avLst/>
              <a:pathLst>
                <a:path w="52466" h="65191">
                  <a:moveTo>
                    <a:pt x="26248" y="65191"/>
                  </a:moveTo>
                  <a:lnTo>
                    <a:pt x="0" y="19263"/>
                  </a:lnTo>
                  <a:lnTo>
                    <a:pt x="33720" y="0"/>
                  </a:lnTo>
                  <a:lnTo>
                    <a:pt x="42151" y="14088"/>
                  </a:lnTo>
                  <a:lnTo>
                    <a:pt x="52466" y="53029"/>
                  </a:lnTo>
                  <a:lnTo>
                    <a:pt x="40411" y="5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892110" y="3533004"/>
              <a:ext cx="39713" cy="36913"/>
            </a:xfrm>
            <a:custGeom>
              <a:avLst/>
              <a:pathLst>
                <a:path w="39713" h="36913">
                  <a:moveTo>
                    <a:pt x="39713" y="24324"/>
                  </a:moveTo>
                  <a:lnTo>
                    <a:pt x="18785" y="36913"/>
                  </a:lnTo>
                  <a:lnTo>
                    <a:pt x="0" y="4745"/>
                  </a:lnTo>
                  <a:lnTo>
                    <a:pt x="7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146949" y="3512264"/>
              <a:ext cx="33931" cy="57935"/>
            </a:xfrm>
            <a:custGeom>
              <a:avLst/>
              <a:pathLst>
                <a:path w="33931" h="57935">
                  <a:moveTo>
                    <a:pt x="0" y="5031"/>
                  </a:moveTo>
                  <a:lnTo>
                    <a:pt x="18897" y="0"/>
                  </a:lnTo>
                  <a:lnTo>
                    <a:pt x="33931" y="53406"/>
                  </a:lnTo>
                  <a:lnTo>
                    <a:pt x="15385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861614" y="3509484"/>
              <a:ext cx="29463" cy="34329"/>
            </a:xfrm>
            <a:custGeom>
              <a:avLst/>
              <a:pathLst>
                <a:path w="29463" h="34329">
                  <a:moveTo>
                    <a:pt x="8500" y="0"/>
                  </a:moveTo>
                  <a:lnTo>
                    <a:pt x="23674" y="11673"/>
                  </a:lnTo>
                  <a:lnTo>
                    <a:pt x="22550" y="17136"/>
                  </a:lnTo>
                  <a:lnTo>
                    <a:pt x="24574" y="18976"/>
                  </a:lnTo>
                  <a:lnTo>
                    <a:pt x="29463" y="27314"/>
                  </a:lnTo>
                  <a:lnTo>
                    <a:pt x="17324" y="34329"/>
                  </a:lnTo>
                  <a:lnTo>
                    <a:pt x="0" y="4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887001" y="3518274"/>
              <a:ext cx="133002" cy="91862"/>
            </a:xfrm>
            <a:custGeom>
              <a:avLst/>
              <a:pathLst>
                <a:path w="133002" h="91862">
                  <a:moveTo>
                    <a:pt x="12422" y="91862"/>
                  </a:moveTo>
                  <a:lnTo>
                    <a:pt x="0" y="70445"/>
                  </a:lnTo>
                  <a:lnTo>
                    <a:pt x="120750" y="0"/>
                  </a:lnTo>
                  <a:lnTo>
                    <a:pt x="133002" y="20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063742" y="3521187"/>
              <a:ext cx="79748" cy="59085"/>
            </a:xfrm>
            <a:custGeom>
              <a:avLst/>
              <a:pathLst>
                <a:path w="79748" h="59085">
                  <a:moveTo>
                    <a:pt x="79748" y="17323"/>
                  </a:moveTo>
                  <a:lnTo>
                    <a:pt x="10164" y="59085"/>
                  </a:lnTo>
                  <a:lnTo>
                    <a:pt x="0" y="41555"/>
                  </a:lnTo>
                  <a:lnTo>
                    <a:pt x="698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4980021" y="3716141"/>
              <a:ext cx="65165" cy="50028"/>
            </a:xfrm>
            <a:custGeom>
              <a:avLst/>
              <a:pathLst>
                <a:path w="65165" h="50028">
                  <a:moveTo>
                    <a:pt x="9610" y="50028"/>
                  </a:moveTo>
                  <a:lnTo>
                    <a:pt x="0" y="32604"/>
                  </a:lnTo>
                  <a:lnTo>
                    <a:pt x="55555" y="0"/>
                  </a:lnTo>
                  <a:lnTo>
                    <a:pt x="65165" y="1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4994123" y="3621124"/>
              <a:ext cx="60627" cy="85824"/>
            </a:xfrm>
            <a:custGeom>
              <a:avLst/>
              <a:pathLst>
                <a:path w="60627" h="85824">
                  <a:moveTo>
                    <a:pt x="44399" y="85824"/>
                  </a:moveTo>
                  <a:lnTo>
                    <a:pt x="0" y="9344"/>
                  </a:lnTo>
                  <a:lnTo>
                    <a:pt x="16087" y="0"/>
                  </a:lnTo>
                  <a:lnTo>
                    <a:pt x="60627" y="7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179107" y="3627746"/>
              <a:ext cx="39565" cy="81356"/>
            </a:xfrm>
            <a:custGeom>
              <a:avLst/>
              <a:pathLst>
                <a:path w="39565" h="81356">
                  <a:moveTo>
                    <a:pt x="20471" y="81356"/>
                  </a:moveTo>
                  <a:lnTo>
                    <a:pt x="0" y="5309"/>
                  </a:lnTo>
                  <a:lnTo>
                    <a:pt x="5074" y="3186"/>
                  </a:lnTo>
                  <a:lnTo>
                    <a:pt x="19605" y="0"/>
                  </a:lnTo>
                  <a:lnTo>
                    <a:pt x="39565" y="7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861964" y="3449373"/>
              <a:ext cx="56032" cy="50951"/>
            </a:xfrm>
            <a:custGeom>
              <a:avLst/>
              <a:pathLst>
                <a:path w="56032" h="50951">
                  <a:moveTo>
                    <a:pt x="15574" y="0"/>
                  </a:moveTo>
                  <a:lnTo>
                    <a:pt x="56032" y="30681"/>
                  </a:lnTo>
                  <a:lnTo>
                    <a:pt x="40858" y="50951"/>
                  </a:lnTo>
                  <a:lnTo>
                    <a:pt x="0" y="20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848483" y="3471354"/>
              <a:ext cx="52332" cy="46707"/>
            </a:xfrm>
            <a:custGeom>
              <a:avLst/>
              <a:pathLst>
                <a:path w="52332" h="46707">
                  <a:moveTo>
                    <a:pt x="11867" y="0"/>
                  </a:moveTo>
                  <a:lnTo>
                    <a:pt x="52332" y="31138"/>
                  </a:lnTo>
                  <a:lnTo>
                    <a:pt x="40755" y="46707"/>
                  </a:lnTo>
                  <a:lnTo>
                    <a:pt x="0" y="1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24163" y="3462602"/>
              <a:ext cx="52440" cy="48893"/>
            </a:xfrm>
            <a:custGeom>
              <a:avLst/>
              <a:pathLst>
                <a:path w="52440" h="48893">
                  <a:moveTo>
                    <a:pt x="12582" y="0"/>
                  </a:moveTo>
                  <a:lnTo>
                    <a:pt x="52440" y="32975"/>
                  </a:lnTo>
                  <a:lnTo>
                    <a:pt x="40448" y="48893"/>
                  </a:lnTo>
                  <a:lnTo>
                    <a:pt x="0" y="16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06414" y="3483131"/>
              <a:ext cx="55387" cy="50687"/>
            </a:xfrm>
            <a:custGeom>
              <a:avLst/>
              <a:pathLst>
                <a:path w="55387" h="50687">
                  <a:moveTo>
                    <a:pt x="40157" y="50687"/>
                  </a:moveTo>
                  <a:lnTo>
                    <a:pt x="0" y="20126"/>
                  </a:lnTo>
                  <a:lnTo>
                    <a:pt x="14823" y="0"/>
                  </a:lnTo>
                  <a:lnTo>
                    <a:pt x="55387" y="3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893136" y="3505328"/>
              <a:ext cx="51790" cy="46185"/>
            </a:xfrm>
            <a:custGeom>
              <a:avLst/>
              <a:pathLst>
                <a:path w="51790" h="46185">
                  <a:moveTo>
                    <a:pt x="0" y="14749"/>
                  </a:moveTo>
                  <a:lnTo>
                    <a:pt x="10875" y="0"/>
                  </a:lnTo>
                  <a:lnTo>
                    <a:pt x="51790" y="30960"/>
                  </a:lnTo>
                  <a:lnTo>
                    <a:pt x="40452" y="46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4932766" y="3634667"/>
              <a:ext cx="64294" cy="48883"/>
            </a:xfrm>
            <a:custGeom>
              <a:avLst/>
              <a:pathLst>
                <a:path w="64294" h="48883">
                  <a:moveTo>
                    <a:pt x="9273" y="48883"/>
                  </a:moveTo>
                  <a:lnTo>
                    <a:pt x="0" y="32321"/>
                  </a:lnTo>
                  <a:lnTo>
                    <a:pt x="55037" y="0"/>
                  </a:lnTo>
                  <a:lnTo>
                    <a:pt x="64294" y="1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4966661" y="3693582"/>
              <a:ext cx="65416" cy="49597"/>
            </a:xfrm>
            <a:custGeom>
              <a:avLst/>
              <a:pathLst>
                <a:path w="65416" h="49597">
                  <a:moveTo>
                    <a:pt x="9281" y="49597"/>
                  </a:moveTo>
                  <a:lnTo>
                    <a:pt x="0" y="32944"/>
                  </a:lnTo>
                  <a:lnTo>
                    <a:pt x="56069" y="0"/>
                  </a:lnTo>
                  <a:lnTo>
                    <a:pt x="65416" y="1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052836" y="3699544"/>
              <a:ext cx="65971" cy="50200"/>
            </a:xfrm>
            <a:custGeom>
              <a:avLst/>
              <a:pathLst>
                <a:path w="65971" h="50200">
                  <a:moveTo>
                    <a:pt x="0" y="32610"/>
                  </a:moveTo>
                  <a:lnTo>
                    <a:pt x="56079" y="0"/>
                  </a:lnTo>
                  <a:lnTo>
                    <a:pt x="65971" y="17423"/>
                  </a:lnTo>
                  <a:lnTo>
                    <a:pt x="10275" y="50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178555" y="3706802"/>
              <a:ext cx="46454" cy="29930"/>
            </a:xfrm>
            <a:custGeom>
              <a:avLst/>
              <a:pathLst>
                <a:path w="46454" h="29930">
                  <a:moveTo>
                    <a:pt x="0" y="11034"/>
                  </a:moveTo>
                  <a:lnTo>
                    <a:pt x="40693" y="0"/>
                  </a:lnTo>
                  <a:lnTo>
                    <a:pt x="46454" y="18789"/>
                  </a:lnTo>
                  <a:lnTo>
                    <a:pt x="5426" y="2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4965614" y="3454893"/>
              <a:ext cx="64182" cy="52170"/>
            </a:xfrm>
            <a:custGeom>
              <a:avLst/>
              <a:pathLst>
                <a:path w="64182" h="52170">
                  <a:moveTo>
                    <a:pt x="0" y="15741"/>
                  </a:moveTo>
                  <a:lnTo>
                    <a:pt x="10889" y="0"/>
                  </a:lnTo>
                  <a:lnTo>
                    <a:pt x="64182" y="41316"/>
                  </a:lnTo>
                  <a:lnTo>
                    <a:pt x="47391" y="52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14160" y="3450808"/>
              <a:ext cx="117492" cy="83414"/>
            </a:xfrm>
            <a:custGeom>
              <a:avLst/>
              <a:pathLst>
                <a:path w="117492" h="83414">
                  <a:moveTo>
                    <a:pt x="0" y="62317"/>
                  </a:moveTo>
                  <a:lnTo>
                    <a:pt x="105184" y="0"/>
                  </a:lnTo>
                  <a:lnTo>
                    <a:pt x="117492" y="22167"/>
                  </a:lnTo>
                  <a:lnTo>
                    <a:pt x="11796" y="8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4981052" y="3419600"/>
              <a:ext cx="90835" cy="71983"/>
            </a:xfrm>
            <a:custGeom>
              <a:avLst/>
              <a:pathLst>
                <a:path w="90835" h="71983">
                  <a:moveTo>
                    <a:pt x="0" y="30364"/>
                  </a:moveTo>
                  <a:lnTo>
                    <a:pt x="22006" y="0"/>
                  </a:lnTo>
                  <a:lnTo>
                    <a:pt x="90835" y="51497"/>
                  </a:lnTo>
                  <a:lnTo>
                    <a:pt x="55217" y="7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40611" y="4361516"/>
              <a:ext cx="52929" cy="44582"/>
            </a:xfrm>
            <a:custGeom>
              <a:avLst/>
              <a:pathLst>
                <a:path w="52929" h="44582">
                  <a:moveTo>
                    <a:pt x="0" y="25284"/>
                  </a:moveTo>
                  <a:lnTo>
                    <a:pt x="42100" y="0"/>
                  </a:lnTo>
                  <a:lnTo>
                    <a:pt x="52929" y="18469"/>
                  </a:lnTo>
                  <a:lnTo>
                    <a:pt x="11002" y="44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12446" y="4641321"/>
              <a:ext cx="39369" cy="31583"/>
            </a:xfrm>
            <a:custGeom>
              <a:avLst/>
              <a:pathLst>
                <a:path w="39369" h="31583">
                  <a:moveTo>
                    <a:pt x="9653" y="21536"/>
                  </a:moveTo>
                  <a:lnTo>
                    <a:pt x="6564" y="23671"/>
                  </a:lnTo>
                  <a:lnTo>
                    <a:pt x="0" y="17626"/>
                  </a:lnTo>
                  <a:lnTo>
                    <a:pt x="28760" y="0"/>
                  </a:lnTo>
                  <a:lnTo>
                    <a:pt x="39369" y="19956"/>
                  </a:lnTo>
                  <a:lnTo>
                    <a:pt x="19395" y="315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61009" y="4441623"/>
              <a:ext cx="52918" cy="42179"/>
            </a:xfrm>
            <a:custGeom>
              <a:avLst/>
              <a:pathLst>
                <a:path w="52918" h="42179">
                  <a:moveTo>
                    <a:pt x="42404" y="0"/>
                  </a:moveTo>
                  <a:lnTo>
                    <a:pt x="52918" y="17491"/>
                  </a:lnTo>
                  <a:lnTo>
                    <a:pt x="11718" y="42179"/>
                  </a:lnTo>
                  <a:lnTo>
                    <a:pt x="0" y="24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32855" y="4561700"/>
              <a:ext cx="53110" cy="44508"/>
            </a:xfrm>
            <a:custGeom>
              <a:avLst/>
              <a:pathLst>
                <a:path w="53110" h="44508">
                  <a:moveTo>
                    <a:pt x="11465" y="44508"/>
                  </a:moveTo>
                  <a:lnTo>
                    <a:pt x="0" y="24381"/>
                  </a:lnTo>
                  <a:lnTo>
                    <a:pt x="41757" y="0"/>
                  </a:lnTo>
                  <a:lnTo>
                    <a:pt x="53110" y="18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54305" y="4565774"/>
              <a:ext cx="50862" cy="40916"/>
            </a:xfrm>
            <a:custGeom>
              <a:avLst/>
              <a:pathLst>
                <a:path w="50862" h="40916">
                  <a:moveTo>
                    <a:pt x="0" y="25505"/>
                  </a:moveTo>
                  <a:lnTo>
                    <a:pt x="41300" y="0"/>
                  </a:lnTo>
                  <a:lnTo>
                    <a:pt x="50862" y="15327"/>
                  </a:lnTo>
                  <a:lnTo>
                    <a:pt x="8992" y="409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87159" y="4573675"/>
              <a:ext cx="61962" cy="44493"/>
            </a:xfrm>
            <a:custGeom>
              <a:avLst/>
              <a:pathLst>
                <a:path w="61962" h="44493">
                  <a:moveTo>
                    <a:pt x="0" y="28464"/>
                  </a:moveTo>
                  <a:lnTo>
                    <a:pt x="8468" y="24592"/>
                  </a:lnTo>
                  <a:lnTo>
                    <a:pt x="17737" y="19803"/>
                  </a:lnTo>
                  <a:lnTo>
                    <a:pt x="51073" y="0"/>
                  </a:lnTo>
                  <a:lnTo>
                    <a:pt x="61962" y="16676"/>
                  </a:lnTo>
                  <a:lnTo>
                    <a:pt x="45695" y="26394"/>
                  </a:lnTo>
                  <a:lnTo>
                    <a:pt x="38702" y="31330"/>
                  </a:lnTo>
                  <a:lnTo>
                    <a:pt x="35374" y="34174"/>
                  </a:lnTo>
                  <a:lnTo>
                    <a:pt x="24869" y="44493"/>
                  </a:lnTo>
                  <a:lnTo>
                    <a:pt x="22071" y="42993"/>
                  </a:lnTo>
                  <a:lnTo>
                    <a:pt x="5198" y="37377"/>
                  </a:lnTo>
                  <a:lnTo>
                    <a:pt x="491" y="29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3439" y="4558272"/>
              <a:ext cx="51883" cy="42303"/>
            </a:xfrm>
            <a:custGeom>
              <a:avLst/>
              <a:pathLst>
                <a:path w="51883" h="42303">
                  <a:moveTo>
                    <a:pt x="0" y="23516"/>
                  </a:moveTo>
                  <a:lnTo>
                    <a:pt x="41247" y="0"/>
                  </a:lnTo>
                  <a:lnTo>
                    <a:pt x="51883" y="17997"/>
                  </a:lnTo>
                  <a:lnTo>
                    <a:pt x="10902" y="42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68806" y="4422869"/>
              <a:ext cx="52031" cy="39643"/>
            </a:xfrm>
            <a:custGeom>
              <a:avLst/>
              <a:pathLst>
                <a:path w="52031" h="39643">
                  <a:moveTo>
                    <a:pt x="0" y="25378"/>
                  </a:moveTo>
                  <a:lnTo>
                    <a:pt x="42898" y="0"/>
                  </a:lnTo>
                  <a:lnTo>
                    <a:pt x="52031" y="15238"/>
                  </a:lnTo>
                  <a:lnTo>
                    <a:pt x="9169" y="39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26868" y="4409572"/>
              <a:ext cx="36474" cy="45122"/>
            </a:xfrm>
            <a:custGeom>
              <a:avLst/>
              <a:pathLst>
                <a:path w="36474" h="45122">
                  <a:moveTo>
                    <a:pt x="0" y="9430"/>
                  </a:moveTo>
                  <a:lnTo>
                    <a:pt x="16129" y="0"/>
                  </a:lnTo>
                  <a:lnTo>
                    <a:pt x="36474" y="36054"/>
                  </a:lnTo>
                  <a:lnTo>
                    <a:pt x="21443" y="45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47689" y="4417903"/>
              <a:ext cx="53026" cy="43052"/>
            </a:xfrm>
            <a:custGeom>
              <a:avLst/>
              <a:pathLst>
                <a:path w="53026" h="43052">
                  <a:moveTo>
                    <a:pt x="41139" y="0"/>
                  </a:moveTo>
                  <a:lnTo>
                    <a:pt x="53026" y="19062"/>
                  </a:lnTo>
                  <a:lnTo>
                    <a:pt x="11423" y="43052"/>
                  </a:lnTo>
                  <a:lnTo>
                    <a:pt x="0" y="24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65547" y="4585061"/>
              <a:ext cx="51113" cy="41684"/>
            </a:xfrm>
            <a:custGeom>
              <a:avLst/>
              <a:pathLst>
                <a:path w="51113" h="41684">
                  <a:moveTo>
                    <a:pt x="0" y="26276"/>
                  </a:moveTo>
                  <a:lnTo>
                    <a:pt x="42031" y="0"/>
                  </a:lnTo>
                  <a:lnTo>
                    <a:pt x="43827" y="2836"/>
                  </a:lnTo>
                  <a:lnTo>
                    <a:pt x="51113" y="15130"/>
                  </a:lnTo>
                  <a:lnTo>
                    <a:pt x="8204" y="41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31075" y="4594256"/>
              <a:ext cx="32842" cy="27687"/>
            </a:xfrm>
            <a:custGeom>
              <a:avLst/>
              <a:pathLst>
                <a:path w="32842" h="27687">
                  <a:moveTo>
                    <a:pt x="3012" y="15899"/>
                  </a:moveTo>
                  <a:lnTo>
                    <a:pt x="0" y="11132"/>
                  </a:lnTo>
                  <a:lnTo>
                    <a:pt x="18220" y="0"/>
                  </a:lnTo>
                  <a:lnTo>
                    <a:pt x="32842" y="24365"/>
                  </a:lnTo>
                  <a:lnTo>
                    <a:pt x="29512" y="26475"/>
                  </a:lnTo>
                  <a:lnTo>
                    <a:pt x="27600" y="27687"/>
                  </a:lnTo>
                  <a:lnTo>
                    <a:pt x="25995" y="24647"/>
                  </a:lnTo>
                  <a:lnTo>
                    <a:pt x="20083" y="15108"/>
                  </a:lnTo>
                  <a:lnTo>
                    <a:pt x="14143" y="15968"/>
                  </a:lnTo>
                  <a:lnTo>
                    <a:pt x="11399" y="15336"/>
                  </a:lnTo>
                  <a:lnTo>
                    <a:pt x="6529" y="15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6911" y="4585212"/>
              <a:ext cx="52202" cy="43102"/>
            </a:xfrm>
            <a:custGeom>
              <a:avLst/>
              <a:pathLst>
                <a:path w="52202" h="43102">
                  <a:moveTo>
                    <a:pt x="0" y="24202"/>
                  </a:moveTo>
                  <a:lnTo>
                    <a:pt x="39821" y="618"/>
                  </a:lnTo>
                  <a:lnTo>
                    <a:pt x="40962" y="0"/>
                  </a:lnTo>
                  <a:lnTo>
                    <a:pt x="52202" y="18688"/>
                  </a:lnTo>
                  <a:lnTo>
                    <a:pt x="44546" y="23142"/>
                  </a:lnTo>
                  <a:lnTo>
                    <a:pt x="10766" y="431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6192" y="4580267"/>
              <a:ext cx="52773" cy="43740"/>
            </a:xfrm>
            <a:custGeom>
              <a:avLst/>
              <a:pathLst>
                <a:path w="52773" h="43740">
                  <a:moveTo>
                    <a:pt x="0" y="25100"/>
                  </a:moveTo>
                  <a:lnTo>
                    <a:pt x="40802" y="0"/>
                  </a:lnTo>
                  <a:lnTo>
                    <a:pt x="52773" y="19062"/>
                  </a:lnTo>
                  <a:lnTo>
                    <a:pt x="11865" y="43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77460" y="4603622"/>
              <a:ext cx="51138" cy="40575"/>
            </a:xfrm>
            <a:custGeom>
              <a:avLst/>
              <a:pathLst>
                <a:path w="51138" h="40575">
                  <a:moveTo>
                    <a:pt x="10181" y="39635"/>
                  </a:moveTo>
                  <a:lnTo>
                    <a:pt x="8683" y="40575"/>
                  </a:lnTo>
                  <a:lnTo>
                    <a:pt x="0" y="25826"/>
                  </a:lnTo>
                  <a:lnTo>
                    <a:pt x="1592" y="24845"/>
                  </a:lnTo>
                  <a:lnTo>
                    <a:pt x="27404" y="8958"/>
                  </a:lnTo>
                  <a:lnTo>
                    <a:pt x="42013" y="0"/>
                  </a:lnTo>
                  <a:lnTo>
                    <a:pt x="51138" y="1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91729" y="4623251"/>
              <a:ext cx="48201" cy="38885"/>
            </a:xfrm>
            <a:custGeom>
              <a:avLst/>
              <a:pathLst>
                <a:path w="48201" h="38885">
                  <a:moveTo>
                    <a:pt x="0" y="22902"/>
                  </a:moveTo>
                  <a:lnTo>
                    <a:pt x="38549" y="0"/>
                  </a:lnTo>
                  <a:lnTo>
                    <a:pt x="48201" y="15866"/>
                  </a:lnTo>
                  <a:lnTo>
                    <a:pt x="10299" y="38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16334" y="4501947"/>
              <a:ext cx="51761" cy="40885"/>
            </a:xfrm>
            <a:custGeom>
              <a:avLst/>
              <a:pathLst>
                <a:path w="51761" h="40885">
                  <a:moveTo>
                    <a:pt x="0" y="25272"/>
                  </a:moveTo>
                  <a:lnTo>
                    <a:pt x="41223" y="0"/>
                  </a:lnTo>
                  <a:lnTo>
                    <a:pt x="51761" y="16302"/>
                  </a:lnTo>
                  <a:lnTo>
                    <a:pt x="9779" y="40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84889" y="4509365"/>
              <a:ext cx="36249" cy="45311"/>
            </a:xfrm>
            <a:custGeom>
              <a:avLst/>
              <a:pathLst>
                <a:path w="36249" h="45311">
                  <a:moveTo>
                    <a:pt x="36249" y="36371"/>
                  </a:moveTo>
                  <a:lnTo>
                    <a:pt x="21032" y="45311"/>
                  </a:lnTo>
                  <a:lnTo>
                    <a:pt x="0" y="8927"/>
                  </a:lnTo>
                  <a:lnTo>
                    <a:pt x="147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53220" y="4489397"/>
              <a:ext cx="43854" cy="36541"/>
            </a:xfrm>
            <a:custGeom>
              <a:avLst/>
              <a:pathLst>
                <a:path w="43854" h="36541">
                  <a:moveTo>
                    <a:pt x="0" y="21089"/>
                  </a:moveTo>
                  <a:lnTo>
                    <a:pt x="35154" y="0"/>
                  </a:lnTo>
                  <a:lnTo>
                    <a:pt x="43854" y="15357"/>
                  </a:lnTo>
                  <a:lnTo>
                    <a:pt x="9094" y="36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84223" y="4473531"/>
              <a:ext cx="50961" cy="39857"/>
            </a:xfrm>
            <a:custGeom>
              <a:avLst/>
              <a:pathLst>
                <a:path w="50961" h="39857">
                  <a:moveTo>
                    <a:pt x="3414" y="22377"/>
                  </a:moveTo>
                  <a:lnTo>
                    <a:pt x="41729" y="0"/>
                  </a:lnTo>
                  <a:lnTo>
                    <a:pt x="50961" y="15821"/>
                  </a:lnTo>
                  <a:lnTo>
                    <a:pt x="9062" y="39857"/>
                  </a:lnTo>
                  <a:lnTo>
                    <a:pt x="0" y="24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513940" y="4460530"/>
              <a:ext cx="52553" cy="41177"/>
            </a:xfrm>
            <a:custGeom>
              <a:avLst/>
              <a:pathLst>
                <a:path w="52553" h="41177">
                  <a:moveTo>
                    <a:pt x="0" y="25112"/>
                  </a:moveTo>
                  <a:lnTo>
                    <a:pt x="3491" y="23174"/>
                  </a:lnTo>
                  <a:lnTo>
                    <a:pt x="43338" y="0"/>
                  </a:lnTo>
                  <a:lnTo>
                    <a:pt x="44369" y="1790"/>
                  </a:lnTo>
                  <a:lnTo>
                    <a:pt x="52553" y="15995"/>
                  </a:lnTo>
                  <a:lnTo>
                    <a:pt x="42888" y="22829"/>
                  </a:lnTo>
                  <a:lnTo>
                    <a:pt x="35863" y="27141"/>
                  </a:lnTo>
                  <a:lnTo>
                    <a:pt x="9694" y="411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34314" y="4362505"/>
              <a:ext cx="51916" cy="40572"/>
            </a:xfrm>
            <a:custGeom>
              <a:avLst/>
              <a:pathLst>
                <a:path w="51916" h="40572">
                  <a:moveTo>
                    <a:pt x="8746" y="40572"/>
                  </a:moveTo>
                  <a:lnTo>
                    <a:pt x="0" y="26394"/>
                  </a:lnTo>
                  <a:lnTo>
                    <a:pt x="43570" y="0"/>
                  </a:lnTo>
                  <a:lnTo>
                    <a:pt x="51916" y="15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24044" y="4345426"/>
              <a:ext cx="52829" cy="40487"/>
            </a:xfrm>
            <a:custGeom>
              <a:avLst/>
              <a:pathLst>
                <a:path w="52829" h="40487">
                  <a:moveTo>
                    <a:pt x="8912" y="40487"/>
                  </a:moveTo>
                  <a:lnTo>
                    <a:pt x="0" y="26164"/>
                  </a:lnTo>
                  <a:lnTo>
                    <a:pt x="44118" y="0"/>
                  </a:lnTo>
                  <a:lnTo>
                    <a:pt x="52829" y="14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60777" y="4432889"/>
              <a:ext cx="52268" cy="41230"/>
            </a:xfrm>
            <a:custGeom>
              <a:avLst/>
              <a:pathLst>
                <a:path w="52268" h="41230">
                  <a:moveTo>
                    <a:pt x="0" y="25359"/>
                  </a:moveTo>
                  <a:lnTo>
                    <a:pt x="42909" y="0"/>
                  </a:lnTo>
                  <a:lnTo>
                    <a:pt x="52268" y="16754"/>
                  </a:lnTo>
                  <a:lnTo>
                    <a:pt x="8936" y="41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92701" y="4462816"/>
              <a:ext cx="50862" cy="39677"/>
            </a:xfrm>
            <a:custGeom>
              <a:avLst/>
              <a:pathLst>
                <a:path w="50862" h="39677">
                  <a:moveTo>
                    <a:pt x="0" y="23979"/>
                  </a:moveTo>
                  <a:lnTo>
                    <a:pt x="38815" y="1676"/>
                  </a:lnTo>
                  <a:lnTo>
                    <a:pt x="41310" y="307"/>
                  </a:lnTo>
                  <a:lnTo>
                    <a:pt x="41870" y="0"/>
                  </a:lnTo>
                  <a:lnTo>
                    <a:pt x="50862" y="15008"/>
                  </a:lnTo>
                  <a:lnTo>
                    <a:pt x="49386" y="15978"/>
                  </a:lnTo>
                  <a:lnTo>
                    <a:pt x="30391" y="27258"/>
                  </a:lnTo>
                  <a:lnTo>
                    <a:pt x="9359" y="39368"/>
                  </a:lnTo>
                  <a:lnTo>
                    <a:pt x="8823" y="39677"/>
                  </a:lnTo>
                  <a:lnTo>
                    <a:pt x="853" y="2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72491" y="4453469"/>
              <a:ext cx="51822" cy="40267"/>
            </a:xfrm>
            <a:custGeom>
              <a:avLst/>
              <a:pathLst>
                <a:path w="51822" h="40267">
                  <a:moveTo>
                    <a:pt x="0" y="24166"/>
                  </a:moveTo>
                  <a:lnTo>
                    <a:pt x="29225" y="7592"/>
                  </a:lnTo>
                  <a:lnTo>
                    <a:pt x="29811" y="7272"/>
                  </a:lnTo>
                  <a:lnTo>
                    <a:pt x="43120" y="0"/>
                  </a:lnTo>
                  <a:lnTo>
                    <a:pt x="51531" y="15112"/>
                  </a:lnTo>
                  <a:lnTo>
                    <a:pt x="51822" y="15586"/>
                  </a:lnTo>
                  <a:lnTo>
                    <a:pt x="12334" y="38529"/>
                  </a:lnTo>
                  <a:lnTo>
                    <a:pt x="9343" y="40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704532" y="4482971"/>
              <a:ext cx="50603" cy="39978"/>
            </a:xfrm>
            <a:custGeom>
              <a:avLst/>
              <a:pathLst>
                <a:path w="50603" h="39978">
                  <a:moveTo>
                    <a:pt x="0" y="24151"/>
                  </a:moveTo>
                  <a:lnTo>
                    <a:pt x="41308" y="0"/>
                  </a:lnTo>
                  <a:lnTo>
                    <a:pt x="50603" y="14812"/>
                  </a:lnTo>
                  <a:lnTo>
                    <a:pt x="9202" y="3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53160" y="4480220"/>
              <a:ext cx="36530" cy="44565"/>
            </a:xfrm>
            <a:custGeom>
              <a:avLst/>
              <a:pathLst>
                <a:path w="36530" h="44565">
                  <a:moveTo>
                    <a:pt x="0" y="9775"/>
                  </a:moveTo>
                  <a:lnTo>
                    <a:pt x="15174" y="0"/>
                  </a:lnTo>
                  <a:lnTo>
                    <a:pt x="36530" y="35939"/>
                  </a:lnTo>
                  <a:lnTo>
                    <a:pt x="21075" y="4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95533" y="4492974"/>
              <a:ext cx="51340" cy="40684"/>
            </a:xfrm>
            <a:custGeom>
              <a:avLst/>
              <a:pathLst>
                <a:path w="51340" h="40684">
                  <a:moveTo>
                    <a:pt x="0" y="24870"/>
                  </a:moveTo>
                  <a:lnTo>
                    <a:pt x="42221" y="0"/>
                  </a:lnTo>
                  <a:lnTo>
                    <a:pt x="51340" y="15670"/>
                  </a:lnTo>
                  <a:lnTo>
                    <a:pt x="9484" y="40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9995" y="4608387"/>
              <a:ext cx="53194" cy="42970"/>
            </a:xfrm>
            <a:custGeom>
              <a:avLst/>
              <a:pathLst>
                <a:path w="53194" h="42970">
                  <a:moveTo>
                    <a:pt x="0" y="24927"/>
                  </a:moveTo>
                  <a:lnTo>
                    <a:pt x="41729" y="0"/>
                  </a:lnTo>
                  <a:lnTo>
                    <a:pt x="53194" y="18976"/>
                  </a:lnTo>
                  <a:lnTo>
                    <a:pt x="11318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22045" y="4436002"/>
              <a:ext cx="52283" cy="43038"/>
            </a:xfrm>
            <a:custGeom>
              <a:avLst/>
              <a:pathLst>
                <a:path w="52283" h="43038">
                  <a:moveTo>
                    <a:pt x="10959" y="43038"/>
                  </a:moveTo>
                  <a:lnTo>
                    <a:pt x="0" y="25212"/>
                  </a:lnTo>
                  <a:lnTo>
                    <a:pt x="41588" y="0"/>
                  </a:lnTo>
                  <a:lnTo>
                    <a:pt x="52283" y="18128"/>
                  </a:lnTo>
                  <a:lnTo>
                    <a:pt x="44183" y="23110"/>
                  </a:lnTo>
                  <a:lnTo>
                    <a:pt x="12170" y="42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64938" y="4520967"/>
              <a:ext cx="36643" cy="44996"/>
            </a:xfrm>
            <a:custGeom>
              <a:avLst/>
              <a:pathLst>
                <a:path w="36643" h="44996">
                  <a:moveTo>
                    <a:pt x="36643" y="35625"/>
                  </a:moveTo>
                  <a:lnTo>
                    <a:pt x="21398" y="44996"/>
                  </a:lnTo>
                  <a:lnTo>
                    <a:pt x="0" y="8884"/>
                  </a:lnTo>
                  <a:lnTo>
                    <a:pt x="14584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92063" y="4492611"/>
              <a:ext cx="52464" cy="43099"/>
            </a:xfrm>
            <a:custGeom>
              <a:avLst/>
              <a:pathLst>
                <a:path w="52464" h="43099">
                  <a:moveTo>
                    <a:pt x="40996" y="0"/>
                  </a:moveTo>
                  <a:lnTo>
                    <a:pt x="50658" y="15468"/>
                  </a:lnTo>
                  <a:lnTo>
                    <a:pt x="51624" y="17083"/>
                  </a:lnTo>
                  <a:lnTo>
                    <a:pt x="52464" y="18487"/>
                  </a:lnTo>
                  <a:lnTo>
                    <a:pt x="51872" y="18879"/>
                  </a:lnTo>
                  <a:lnTo>
                    <a:pt x="42868" y="24339"/>
                  </a:lnTo>
                  <a:lnTo>
                    <a:pt x="11184" y="43099"/>
                  </a:lnTo>
                  <a:lnTo>
                    <a:pt x="10862" y="42469"/>
                  </a:lnTo>
                  <a:lnTo>
                    <a:pt x="352" y="24333"/>
                  </a:lnTo>
                  <a:lnTo>
                    <a:pt x="0" y="237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26117" y="4543968"/>
              <a:ext cx="37140" cy="44421"/>
            </a:xfrm>
            <a:custGeom>
              <a:avLst/>
              <a:pathLst>
                <a:path w="37140" h="44421">
                  <a:moveTo>
                    <a:pt x="0" y="9056"/>
                  </a:moveTo>
                  <a:lnTo>
                    <a:pt x="15933" y="0"/>
                  </a:lnTo>
                  <a:lnTo>
                    <a:pt x="37140" y="35196"/>
                  </a:lnTo>
                  <a:lnTo>
                    <a:pt x="21511" y="444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42924" y="4547303"/>
              <a:ext cx="50918" cy="40357"/>
            </a:xfrm>
            <a:custGeom>
              <a:avLst/>
              <a:pathLst>
                <a:path w="50918" h="40357">
                  <a:moveTo>
                    <a:pt x="0" y="25186"/>
                  </a:moveTo>
                  <a:lnTo>
                    <a:pt x="41645" y="0"/>
                  </a:lnTo>
                  <a:lnTo>
                    <a:pt x="50918" y="15094"/>
                  </a:lnTo>
                  <a:lnTo>
                    <a:pt x="10345" y="39379"/>
                  </a:lnTo>
                  <a:lnTo>
                    <a:pt x="8711" y="40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8321" y="4538008"/>
              <a:ext cx="53594" cy="43933"/>
            </a:xfrm>
            <a:custGeom>
              <a:avLst/>
              <a:pathLst>
                <a:path w="53594" h="43933">
                  <a:moveTo>
                    <a:pt x="11330" y="43933"/>
                  </a:moveTo>
                  <a:lnTo>
                    <a:pt x="3251" y="29913"/>
                  </a:lnTo>
                  <a:lnTo>
                    <a:pt x="0" y="24739"/>
                  </a:lnTo>
                  <a:lnTo>
                    <a:pt x="42297" y="0"/>
                  </a:lnTo>
                  <a:lnTo>
                    <a:pt x="53594" y="18688"/>
                  </a:lnTo>
                  <a:lnTo>
                    <a:pt x="44885" y="2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46205" y="4532538"/>
              <a:ext cx="37018" cy="44860"/>
            </a:xfrm>
            <a:custGeom>
              <a:avLst/>
              <a:pathLst>
                <a:path w="37018" h="44860">
                  <a:moveTo>
                    <a:pt x="0" y="9735"/>
                  </a:moveTo>
                  <a:lnTo>
                    <a:pt x="15421" y="0"/>
                  </a:lnTo>
                  <a:lnTo>
                    <a:pt x="37018" y="35353"/>
                  </a:lnTo>
                  <a:lnTo>
                    <a:pt x="20688" y="4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31214" y="4528564"/>
              <a:ext cx="51283" cy="40116"/>
            </a:xfrm>
            <a:custGeom>
              <a:avLst/>
              <a:pathLst>
                <a:path w="51283" h="40116">
                  <a:moveTo>
                    <a:pt x="0" y="24590"/>
                  </a:moveTo>
                  <a:lnTo>
                    <a:pt x="41974" y="0"/>
                  </a:lnTo>
                  <a:lnTo>
                    <a:pt x="42373" y="619"/>
                  </a:lnTo>
                  <a:lnTo>
                    <a:pt x="51283" y="15101"/>
                  </a:lnTo>
                  <a:lnTo>
                    <a:pt x="8851" y="40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805591" y="4515311"/>
              <a:ext cx="51953" cy="42667"/>
            </a:xfrm>
            <a:custGeom>
              <a:avLst/>
              <a:pathLst>
                <a:path w="51953" h="42667">
                  <a:moveTo>
                    <a:pt x="0" y="24022"/>
                  </a:moveTo>
                  <a:lnTo>
                    <a:pt x="40881" y="0"/>
                  </a:lnTo>
                  <a:lnTo>
                    <a:pt x="51953" y="18228"/>
                  </a:lnTo>
                  <a:lnTo>
                    <a:pt x="43748" y="23174"/>
                  </a:lnTo>
                  <a:lnTo>
                    <a:pt x="10926" y="42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52037" y="4487019"/>
              <a:ext cx="52773" cy="43795"/>
            </a:xfrm>
            <a:custGeom>
              <a:avLst/>
              <a:pathLst>
                <a:path w="52773" h="43795">
                  <a:moveTo>
                    <a:pt x="0" y="25589"/>
                  </a:moveTo>
                  <a:lnTo>
                    <a:pt x="41420" y="0"/>
                  </a:lnTo>
                  <a:lnTo>
                    <a:pt x="52773" y="18688"/>
                  </a:lnTo>
                  <a:lnTo>
                    <a:pt x="11005" y="437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607125" y="4512166"/>
              <a:ext cx="50260" cy="40827"/>
            </a:xfrm>
            <a:custGeom>
              <a:avLst/>
              <a:pathLst>
                <a:path w="50260" h="40827">
                  <a:moveTo>
                    <a:pt x="0" y="25445"/>
                  </a:moveTo>
                  <a:lnTo>
                    <a:pt x="41167" y="0"/>
                  </a:lnTo>
                  <a:lnTo>
                    <a:pt x="50260" y="16256"/>
                  </a:lnTo>
                  <a:lnTo>
                    <a:pt x="8851" y="40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77099" y="4519806"/>
              <a:ext cx="34977" cy="43740"/>
            </a:xfrm>
            <a:custGeom>
              <a:avLst/>
              <a:pathLst>
                <a:path w="34977" h="43740">
                  <a:moveTo>
                    <a:pt x="0" y="8720"/>
                  </a:moveTo>
                  <a:lnTo>
                    <a:pt x="14480" y="0"/>
                  </a:lnTo>
                  <a:lnTo>
                    <a:pt x="28165" y="23260"/>
                  </a:lnTo>
                  <a:lnTo>
                    <a:pt x="34977" y="35032"/>
                  </a:lnTo>
                  <a:lnTo>
                    <a:pt x="19726" y="43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76115" y="4555350"/>
              <a:ext cx="60240" cy="45365"/>
            </a:xfrm>
            <a:custGeom>
              <a:avLst/>
              <a:pathLst>
                <a:path w="60240" h="45365">
                  <a:moveTo>
                    <a:pt x="60240" y="15022"/>
                  </a:moveTo>
                  <a:lnTo>
                    <a:pt x="17832" y="40444"/>
                  </a:lnTo>
                  <a:lnTo>
                    <a:pt x="9694" y="45365"/>
                  </a:lnTo>
                  <a:lnTo>
                    <a:pt x="0" y="29696"/>
                  </a:lnTo>
                  <a:lnTo>
                    <a:pt x="5121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807726" y="4412353"/>
              <a:ext cx="53406" cy="44349"/>
            </a:xfrm>
            <a:custGeom>
              <a:avLst/>
              <a:pathLst>
                <a:path w="53406" h="44349">
                  <a:moveTo>
                    <a:pt x="41434" y="0"/>
                  </a:moveTo>
                  <a:lnTo>
                    <a:pt x="53406" y="19038"/>
                  </a:lnTo>
                  <a:lnTo>
                    <a:pt x="21511" y="38311"/>
                  </a:lnTo>
                  <a:lnTo>
                    <a:pt x="11619" y="44349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6261" y="4510625"/>
              <a:ext cx="65666" cy="67020"/>
            </a:xfrm>
            <a:custGeom>
              <a:avLst/>
              <a:pathLst>
                <a:path w="65666" h="67020">
                  <a:moveTo>
                    <a:pt x="25201" y="67020"/>
                  </a:moveTo>
                  <a:lnTo>
                    <a:pt x="0" y="24837"/>
                  </a:lnTo>
                  <a:lnTo>
                    <a:pt x="40712" y="0"/>
                  </a:lnTo>
                  <a:lnTo>
                    <a:pt x="65666" y="43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57891" y="4402240"/>
              <a:ext cx="51283" cy="40755"/>
            </a:xfrm>
            <a:custGeom>
              <a:avLst/>
              <a:pathLst>
                <a:path w="51283" h="40755">
                  <a:moveTo>
                    <a:pt x="0" y="25804"/>
                  </a:moveTo>
                  <a:lnTo>
                    <a:pt x="41617" y="0"/>
                  </a:lnTo>
                  <a:lnTo>
                    <a:pt x="51283" y="15813"/>
                  </a:lnTo>
                  <a:lnTo>
                    <a:pt x="8711" y="4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90973" y="4544422"/>
              <a:ext cx="7251" cy="7837"/>
            </a:xfrm>
            <a:custGeom>
              <a:avLst/>
              <a:pathLst>
                <a:path w="7251" h="7837">
                  <a:moveTo>
                    <a:pt x="0" y="2241"/>
                  </a:moveTo>
                  <a:lnTo>
                    <a:pt x="4044" y="0"/>
                  </a:lnTo>
                  <a:lnTo>
                    <a:pt x="7251" y="5767"/>
                  </a:lnTo>
                  <a:lnTo>
                    <a:pt x="3316" y="7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54683" y="4382782"/>
              <a:ext cx="54109" cy="45643"/>
            </a:xfrm>
            <a:custGeom>
              <a:avLst/>
              <a:pathLst>
                <a:path w="54109" h="45643">
                  <a:moveTo>
                    <a:pt x="0" y="27601"/>
                  </a:moveTo>
                  <a:lnTo>
                    <a:pt x="43626" y="0"/>
                  </a:lnTo>
                  <a:lnTo>
                    <a:pt x="54109" y="19766"/>
                  </a:lnTo>
                  <a:lnTo>
                    <a:pt x="52129" y="20942"/>
                  </a:lnTo>
                  <a:lnTo>
                    <a:pt x="12769" y="44334"/>
                  </a:lnTo>
                  <a:lnTo>
                    <a:pt x="10537" y="45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607478" y="4420785"/>
              <a:ext cx="36924" cy="46923"/>
            </a:xfrm>
            <a:custGeom>
              <a:avLst/>
              <a:pathLst>
                <a:path w="36924" h="46923">
                  <a:moveTo>
                    <a:pt x="0" y="9545"/>
                  </a:moveTo>
                  <a:lnTo>
                    <a:pt x="15792" y="0"/>
                  </a:lnTo>
                  <a:lnTo>
                    <a:pt x="36924" y="37550"/>
                  </a:lnTo>
                  <a:lnTo>
                    <a:pt x="20738" y="469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80231" y="4441846"/>
              <a:ext cx="51986" cy="40637"/>
            </a:xfrm>
            <a:custGeom>
              <a:avLst/>
              <a:pathLst>
                <a:path w="51986" h="40637">
                  <a:moveTo>
                    <a:pt x="0" y="24439"/>
                  </a:moveTo>
                  <a:lnTo>
                    <a:pt x="42572" y="0"/>
                  </a:lnTo>
                  <a:lnTo>
                    <a:pt x="51986" y="16029"/>
                  </a:lnTo>
                  <a:lnTo>
                    <a:pt x="10189" y="40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75593" y="4464049"/>
              <a:ext cx="52014" cy="43041"/>
            </a:xfrm>
            <a:custGeom>
              <a:avLst/>
              <a:pathLst>
                <a:path w="52014" h="43041">
                  <a:moveTo>
                    <a:pt x="0" y="24496"/>
                  </a:moveTo>
                  <a:lnTo>
                    <a:pt x="40802" y="0"/>
                  </a:lnTo>
                  <a:lnTo>
                    <a:pt x="52014" y="17941"/>
                  </a:lnTo>
                  <a:lnTo>
                    <a:pt x="51201" y="18429"/>
                  </a:lnTo>
                  <a:lnTo>
                    <a:pt x="10200" y="430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45077" y="4380647"/>
              <a:ext cx="53044" cy="43631"/>
            </a:xfrm>
            <a:custGeom>
              <a:avLst/>
              <a:pathLst>
                <a:path w="53044" h="43631">
                  <a:moveTo>
                    <a:pt x="10004" y="43631"/>
                  </a:moveTo>
                  <a:lnTo>
                    <a:pt x="0" y="26451"/>
                  </a:lnTo>
                  <a:lnTo>
                    <a:pt x="44624" y="0"/>
                  </a:lnTo>
                  <a:lnTo>
                    <a:pt x="53044" y="17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9075" y="4463759"/>
              <a:ext cx="51761" cy="43774"/>
            </a:xfrm>
            <a:custGeom>
              <a:avLst/>
              <a:pathLst>
                <a:path w="51761" h="43774">
                  <a:moveTo>
                    <a:pt x="0" y="25273"/>
                  </a:moveTo>
                  <a:lnTo>
                    <a:pt x="40760" y="0"/>
                  </a:lnTo>
                  <a:lnTo>
                    <a:pt x="51761" y="18976"/>
                  </a:lnTo>
                  <a:lnTo>
                    <a:pt x="51381" y="19202"/>
                  </a:lnTo>
                  <a:lnTo>
                    <a:pt x="10411" y="43774"/>
                  </a:lnTo>
                  <a:lnTo>
                    <a:pt x="421" y="26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31364" y="4450572"/>
              <a:ext cx="54712" cy="54945"/>
            </a:xfrm>
            <a:custGeom>
              <a:avLst/>
              <a:pathLst>
                <a:path w="54712" h="54945">
                  <a:moveTo>
                    <a:pt x="0" y="20011"/>
                  </a:moveTo>
                  <a:lnTo>
                    <a:pt x="33636" y="0"/>
                  </a:lnTo>
                  <a:lnTo>
                    <a:pt x="54712" y="34761"/>
                  </a:lnTo>
                  <a:lnTo>
                    <a:pt x="20401" y="549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503174" y="4425214"/>
              <a:ext cx="35744" cy="31454"/>
            </a:xfrm>
            <a:custGeom>
              <a:avLst/>
              <a:pathLst>
                <a:path w="35744" h="31454">
                  <a:moveTo>
                    <a:pt x="0" y="16216"/>
                  </a:moveTo>
                  <a:lnTo>
                    <a:pt x="26189" y="0"/>
                  </a:lnTo>
                  <a:lnTo>
                    <a:pt x="35744" y="15641"/>
                  </a:lnTo>
                  <a:lnTo>
                    <a:pt x="9947" y="314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30613" y="4421807"/>
              <a:ext cx="28382" cy="36789"/>
            </a:xfrm>
            <a:custGeom>
              <a:avLst/>
              <a:pathLst>
                <a:path w="28382" h="36789">
                  <a:moveTo>
                    <a:pt x="22979" y="36789"/>
                  </a:moveTo>
                  <a:lnTo>
                    <a:pt x="19868" y="32823"/>
                  </a:lnTo>
                  <a:lnTo>
                    <a:pt x="13455" y="24647"/>
                  </a:lnTo>
                  <a:lnTo>
                    <a:pt x="9009" y="18107"/>
                  </a:lnTo>
                  <a:lnTo>
                    <a:pt x="2756" y="8425"/>
                  </a:lnTo>
                  <a:lnTo>
                    <a:pt x="0" y="3617"/>
                  </a:lnTo>
                  <a:lnTo>
                    <a:pt x="5972" y="0"/>
                  </a:lnTo>
                  <a:lnTo>
                    <a:pt x="15091" y="14026"/>
                  </a:lnTo>
                  <a:lnTo>
                    <a:pt x="22130" y="24654"/>
                  </a:lnTo>
                  <a:lnTo>
                    <a:pt x="28382" y="32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81065" y="4366968"/>
              <a:ext cx="65045" cy="67279"/>
            </a:xfrm>
            <a:custGeom>
              <a:avLst/>
              <a:pathLst>
                <a:path w="65045" h="67279">
                  <a:moveTo>
                    <a:pt x="0" y="23864"/>
                  </a:moveTo>
                  <a:lnTo>
                    <a:pt x="40605" y="0"/>
                  </a:lnTo>
                  <a:lnTo>
                    <a:pt x="42221" y="2743"/>
                  </a:lnTo>
                  <a:lnTo>
                    <a:pt x="65045" y="42511"/>
                  </a:lnTo>
                  <a:lnTo>
                    <a:pt x="24370" y="67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515032" y="4443846"/>
              <a:ext cx="36643" cy="30822"/>
            </a:xfrm>
            <a:custGeom>
              <a:avLst/>
              <a:pathLst>
                <a:path w="36643" h="30822">
                  <a:moveTo>
                    <a:pt x="0" y="14893"/>
                  </a:moveTo>
                  <a:lnTo>
                    <a:pt x="25965" y="0"/>
                  </a:lnTo>
                  <a:lnTo>
                    <a:pt x="36643" y="15756"/>
                  </a:lnTo>
                  <a:lnTo>
                    <a:pt x="10846" y="30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62381" y="4585864"/>
              <a:ext cx="23568" cy="20818"/>
            </a:xfrm>
            <a:custGeom>
              <a:avLst/>
              <a:pathLst>
                <a:path w="23568" h="20818">
                  <a:moveTo>
                    <a:pt x="1912" y="5403"/>
                  </a:moveTo>
                  <a:lnTo>
                    <a:pt x="11303" y="0"/>
                  </a:lnTo>
                  <a:lnTo>
                    <a:pt x="23568" y="19124"/>
                  </a:lnTo>
                  <a:lnTo>
                    <a:pt x="20618" y="20818"/>
                  </a:lnTo>
                  <a:lnTo>
                    <a:pt x="16116" y="18965"/>
                  </a:lnTo>
                  <a:lnTo>
                    <a:pt x="9751" y="15047"/>
                  </a:lnTo>
                  <a:lnTo>
                    <a:pt x="5197" y="11870"/>
                  </a:lnTo>
                  <a:lnTo>
                    <a:pt x="2669" y="10386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85596" y="4374542"/>
              <a:ext cx="42889" cy="34445"/>
            </a:xfrm>
            <a:custGeom>
              <a:avLst/>
              <a:pathLst>
                <a:path w="42889" h="34445">
                  <a:moveTo>
                    <a:pt x="42889" y="13967"/>
                  </a:moveTo>
                  <a:lnTo>
                    <a:pt x="9044" y="34445"/>
                  </a:lnTo>
                  <a:lnTo>
                    <a:pt x="0" y="19608"/>
                  </a:lnTo>
                  <a:lnTo>
                    <a:pt x="3118" y="17849"/>
                  </a:lnTo>
                  <a:lnTo>
                    <a:pt x="3476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97004" y="4391266"/>
              <a:ext cx="40911" cy="34516"/>
            </a:xfrm>
            <a:custGeom>
              <a:avLst/>
              <a:pathLst>
                <a:path w="40911" h="34516">
                  <a:moveTo>
                    <a:pt x="40911" y="13870"/>
                  </a:moveTo>
                  <a:lnTo>
                    <a:pt x="7663" y="34516"/>
                  </a:lnTo>
                  <a:lnTo>
                    <a:pt x="0" y="20128"/>
                  </a:lnTo>
                  <a:lnTo>
                    <a:pt x="1765" y="19068"/>
                  </a:lnTo>
                  <a:lnTo>
                    <a:pt x="3352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65387" y="4396544"/>
              <a:ext cx="34970" cy="39605"/>
            </a:xfrm>
            <a:custGeom>
              <a:avLst/>
              <a:pathLst>
                <a:path w="34970" h="39605">
                  <a:moveTo>
                    <a:pt x="34970" y="30850"/>
                  </a:moveTo>
                  <a:lnTo>
                    <a:pt x="21495" y="39605"/>
                  </a:lnTo>
                  <a:lnTo>
                    <a:pt x="0" y="9778"/>
                  </a:lnTo>
                  <a:lnTo>
                    <a:pt x="808" y="9302"/>
                  </a:lnTo>
                  <a:lnTo>
                    <a:pt x="1659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37962" y="4406607"/>
              <a:ext cx="47752" cy="47897"/>
            </a:xfrm>
            <a:custGeom>
              <a:avLst/>
              <a:pathLst>
                <a:path w="47752" h="47897">
                  <a:moveTo>
                    <a:pt x="38741" y="18000"/>
                  </a:moveTo>
                  <a:lnTo>
                    <a:pt x="20776" y="31341"/>
                  </a:lnTo>
                  <a:lnTo>
                    <a:pt x="21978" y="32632"/>
                  </a:lnTo>
                  <a:lnTo>
                    <a:pt x="39839" y="19491"/>
                  </a:lnTo>
                  <a:lnTo>
                    <a:pt x="47752" y="30789"/>
                  </a:lnTo>
                  <a:lnTo>
                    <a:pt x="22193" y="47897"/>
                  </a:lnTo>
                  <a:lnTo>
                    <a:pt x="0" y="15728"/>
                  </a:lnTo>
                  <a:lnTo>
                    <a:pt x="1429" y="14870"/>
                  </a:lnTo>
                  <a:lnTo>
                    <a:pt x="26188" y="0"/>
                  </a:lnTo>
                  <a:lnTo>
                    <a:pt x="32141" y="8499"/>
                  </a:lnTo>
                  <a:lnTo>
                    <a:pt x="13325" y="21013"/>
                  </a:lnTo>
                  <a:lnTo>
                    <a:pt x="14287" y="22611"/>
                  </a:lnTo>
                  <a:lnTo>
                    <a:pt x="33088" y="9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6315" y="3877448"/>
              <a:ext cx="42524" cy="52665"/>
            </a:xfrm>
            <a:custGeom>
              <a:avLst/>
              <a:pathLst>
                <a:path w="42524" h="52665">
                  <a:moveTo>
                    <a:pt x="0" y="11010"/>
                  </a:moveTo>
                  <a:lnTo>
                    <a:pt x="18793" y="0"/>
                  </a:lnTo>
                  <a:lnTo>
                    <a:pt x="42524" y="41704"/>
                  </a:lnTo>
                  <a:lnTo>
                    <a:pt x="24333" y="52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5131" y="3634507"/>
              <a:ext cx="43585" cy="53377"/>
            </a:xfrm>
            <a:custGeom>
              <a:avLst/>
              <a:pathLst>
                <a:path w="43585" h="53377">
                  <a:moveTo>
                    <a:pt x="24819" y="53377"/>
                  </a:moveTo>
                  <a:lnTo>
                    <a:pt x="0" y="10957"/>
                  </a:lnTo>
                  <a:lnTo>
                    <a:pt x="19078" y="0"/>
                  </a:lnTo>
                  <a:lnTo>
                    <a:pt x="43585" y="42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61607" y="3668493"/>
              <a:ext cx="52907" cy="43455"/>
            </a:xfrm>
            <a:custGeom>
              <a:avLst/>
              <a:pathLst>
                <a:path w="52907" h="43455">
                  <a:moveTo>
                    <a:pt x="0" y="25065"/>
                  </a:moveTo>
                  <a:lnTo>
                    <a:pt x="41715" y="0"/>
                  </a:lnTo>
                  <a:lnTo>
                    <a:pt x="52907" y="18017"/>
                  </a:lnTo>
                  <a:lnTo>
                    <a:pt x="10616" y="43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1450" y="4021529"/>
              <a:ext cx="44525" cy="54104"/>
            </a:xfrm>
            <a:custGeom>
              <a:avLst/>
              <a:pathLst>
                <a:path w="44525" h="54104">
                  <a:moveTo>
                    <a:pt x="0" y="11192"/>
                  </a:moveTo>
                  <a:lnTo>
                    <a:pt x="18813" y="0"/>
                  </a:lnTo>
                  <a:lnTo>
                    <a:pt x="44525" y="42085"/>
                  </a:lnTo>
                  <a:lnTo>
                    <a:pt x="34445" y="48085"/>
                  </a:lnTo>
                  <a:lnTo>
                    <a:pt x="35815" y="47272"/>
                  </a:lnTo>
                  <a:lnTo>
                    <a:pt x="24658" y="54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71347" y="3732524"/>
              <a:ext cx="42465" cy="52784"/>
            </a:xfrm>
            <a:custGeom>
              <a:avLst/>
              <a:pathLst>
                <a:path w="42465" h="52784">
                  <a:moveTo>
                    <a:pt x="0" y="10366"/>
                  </a:moveTo>
                  <a:lnTo>
                    <a:pt x="17755" y="0"/>
                  </a:lnTo>
                  <a:lnTo>
                    <a:pt x="42465" y="41700"/>
                  </a:lnTo>
                  <a:lnTo>
                    <a:pt x="23787" y="52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5830" y="3671256"/>
              <a:ext cx="44424" cy="53204"/>
            </a:xfrm>
            <a:custGeom>
              <a:avLst/>
              <a:pathLst>
                <a:path w="44424" h="53204">
                  <a:moveTo>
                    <a:pt x="24866" y="53204"/>
                  </a:moveTo>
                  <a:lnTo>
                    <a:pt x="0" y="11194"/>
                  </a:lnTo>
                  <a:lnTo>
                    <a:pt x="19121" y="0"/>
                  </a:lnTo>
                  <a:lnTo>
                    <a:pt x="44424" y="4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24096" y="3671986"/>
              <a:ext cx="44067" cy="53230"/>
            </a:xfrm>
            <a:custGeom>
              <a:avLst/>
              <a:pathLst>
                <a:path w="44067" h="53230">
                  <a:moveTo>
                    <a:pt x="0" y="10962"/>
                  </a:moveTo>
                  <a:lnTo>
                    <a:pt x="18309" y="0"/>
                  </a:lnTo>
                  <a:lnTo>
                    <a:pt x="44067" y="42404"/>
                  </a:lnTo>
                  <a:lnTo>
                    <a:pt x="25609" y="5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3687" y="3677081"/>
              <a:ext cx="43391" cy="52867"/>
            </a:xfrm>
            <a:custGeom>
              <a:avLst/>
              <a:pathLst>
                <a:path w="43391" h="52867">
                  <a:moveTo>
                    <a:pt x="0" y="11328"/>
                  </a:moveTo>
                  <a:lnTo>
                    <a:pt x="19259" y="0"/>
                  </a:lnTo>
                  <a:lnTo>
                    <a:pt x="43391" y="41659"/>
                  </a:lnTo>
                  <a:lnTo>
                    <a:pt x="24624" y="5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43024" y="3684135"/>
              <a:ext cx="44377" cy="53548"/>
            </a:xfrm>
            <a:custGeom>
              <a:avLst/>
              <a:pathLst>
                <a:path w="44377" h="53548">
                  <a:moveTo>
                    <a:pt x="24640" y="53548"/>
                  </a:moveTo>
                  <a:lnTo>
                    <a:pt x="0" y="11536"/>
                  </a:lnTo>
                  <a:lnTo>
                    <a:pt x="19601" y="0"/>
                  </a:lnTo>
                  <a:lnTo>
                    <a:pt x="44377" y="41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0744" y="3686417"/>
              <a:ext cx="43152" cy="53542"/>
            </a:xfrm>
            <a:custGeom>
              <a:avLst/>
              <a:pathLst>
                <a:path w="43152" h="53542">
                  <a:moveTo>
                    <a:pt x="0" y="10507"/>
                  </a:moveTo>
                  <a:lnTo>
                    <a:pt x="18188" y="0"/>
                  </a:lnTo>
                  <a:lnTo>
                    <a:pt x="43152" y="42161"/>
                  </a:lnTo>
                  <a:lnTo>
                    <a:pt x="24453" y="53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88365" y="3826143"/>
              <a:ext cx="44118" cy="52633"/>
            </a:xfrm>
            <a:custGeom>
              <a:avLst/>
              <a:pathLst>
                <a:path w="44118" h="52633">
                  <a:moveTo>
                    <a:pt x="44118" y="40989"/>
                  </a:moveTo>
                  <a:lnTo>
                    <a:pt x="24517" y="52633"/>
                  </a:lnTo>
                  <a:lnTo>
                    <a:pt x="12699" y="33160"/>
                  </a:lnTo>
                  <a:lnTo>
                    <a:pt x="11685" y="31490"/>
                  </a:lnTo>
                  <a:lnTo>
                    <a:pt x="668" y="13338"/>
                  </a:lnTo>
                  <a:lnTo>
                    <a:pt x="0" y="12237"/>
                  </a:lnTo>
                  <a:lnTo>
                    <a:pt x="1466" y="11347"/>
                  </a:lnTo>
                  <a:lnTo>
                    <a:pt x="20169" y="0"/>
                  </a:lnTo>
                  <a:lnTo>
                    <a:pt x="30851" y="18282"/>
                  </a:lnTo>
                  <a:lnTo>
                    <a:pt x="32427" y="20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0073" y="3812890"/>
              <a:ext cx="45139" cy="53523"/>
            </a:xfrm>
            <a:custGeom>
              <a:avLst/>
              <a:pathLst>
                <a:path w="45139" h="53523">
                  <a:moveTo>
                    <a:pt x="45139" y="41174"/>
                  </a:moveTo>
                  <a:lnTo>
                    <a:pt x="24026" y="53523"/>
                  </a:lnTo>
                  <a:lnTo>
                    <a:pt x="12277" y="33524"/>
                  </a:lnTo>
                  <a:lnTo>
                    <a:pt x="11480" y="32167"/>
                  </a:lnTo>
                  <a:lnTo>
                    <a:pt x="0" y="12624"/>
                  </a:lnTo>
                  <a:lnTo>
                    <a:pt x="3660" y="10211"/>
                  </a:lnTo>
                  <a:lnTo>
                    <a:pt x="20958" y="0"/>
                  </a:lnTo>
                  <a:lnTo>
                    <a:pt x="32674" y="19949"/>
                  </a:lnTo>
                  <a:lnTo>
                    <a:pt x="33515" y="21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72776" y="3969484"/>
              <a:ext cx="44109" cy="55761"/>
            </a:xfrm>
            <a:custGeom>
              <a:avLst/>
              <a:pathLst>
                <a:path w="44109" h="55761">
                  <a:moveTo>
                    <a:pt x="44109" y="44862"/>
                  </a:moveTo>
                  <a:lnTo>
                    <a:pt x="25710" y="55761"/>
                  </a:lnTo>
                  <a:lnTo>
                    <a:pt x="1352" y="13245"/>
                  </a:lnTo>
                  <a:lnTo>
                    <a:pt x="0" y="10858"/>
                  </a:lnTo>
                  <a:lnTo>
                    <a:pt x="18615" y="0"/>
                  </a:lnTo>
                  <a:lnTo>
                    <a:pt x="21954" y="5786"/>
                  </a:lnTo>
                  <a:lnTo>
                    <a:pt x="26262" y="13384"/>
                  </a:lnTo>
                  <a:lnTo>
                    <a:pt x="27264" y="15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07440" y="3737847"/>
              <a:ext cx="52363" cy="43293"/>
            </a:xfrm>
            <a:custGeom>
              <a:avLst/>
              <a:pathLst>
                <a:path w="52363" h="43293">
                  <a:moveTo>
                    <a:pt x="52363" y="18306"/>
                  </a:moveTo>
                  <a:lnTo>
                    <a:pt x="11171" y="43293"/>
                  </a:lnTo>
                  <a:lnTo>
                    <a:pt x="0" y="24493"/>
                  </a:lnTo>
                  <a:lnTo>
                    <a:pt x="416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64071" y="4008162"/>
              <a:ext cx="43015" cy="52880"/>
            </a:xfrm>
            <a:custGeom>
              <a:avLst/>
              <a:pathLst>
                <a:path w="43015" h="52880">
                  <a:moveTo>
                    <a:pt x="0" y="11189"/>
                  </a:moveTo>
                  <a:lnTo>
                    <a:pt x="18219" y="0"/>
                  </a:lnTo>
                  <a:lnTo>
                    <a:pt x="43015" y="42244"/>
                  </a:lnTo>
                  <a:lnTo>
                    <a:pt x="25290" y="5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37983" y="4012174"/>
              <a:ext cx="53529" cy="44289"/>
            </a:xfrm>
            <a:custGeom>
              <a:avLst/>
              <a:pathLst>
                <a:path w="53529" h="44289">
                  <a:moveTo>
                    <a:pt x="0" y="24780"/>
                  </a:moveTo>
                  <a:lnTo>
                    <a:pt x="42094" y="0"/>
                  </a:lnTo>
                  <a:lnTo>
                    <a:pt x="53529" y="19499"/>
                  </a:lnTo>
                  <a:lnTo>
                    <a:pt x="11533" y="44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3362" y="3643707"/>
              <a:ext cx="42660" cy="52592"/>
            </a:xfrm>
            <a:custGeom>
              <a:avLst/>
              <a:pathLst>
                <a:path w="42660" h="52592">
                  <a:moveTo>
                    <a:pt x="42660" y="41832"/>
                  </a:moveTo>
                  <a:lnTo>
                    <a:pt x="24452" y="52592"/>
                  </a:lnTo>
                  <a:lnTo>
                    <a:pt x="0" y="10856"/>
                  </a:lnTo>
                  <a:lnTo>
                    <a:pt x="181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8929" y="3647270"/>
              <a:ext cx="53522" cy="44432"/>
            </a:xfrm>
            <a:custGeom>
              <a:avLst/>
              <a:pathLst>
                <a:path w="53522" h="44432">
                  <a:moveTo>
                    <a:pt x="11550" y="44432"/>
                  </a:moveTo>
                  <a:lnTo>
                    <a:pt x="0" y="24987"/>
                  </a:lnTo>
                  <a:lnTo>
                    <a:pt x="41641" y="0"/>
                  </a:lnTo>
                  <a:lnTo>
                    <a:pt x="53522" y="20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00474" y="4017396"/>
              <a:ext cx="44050" cy="53291"/>
            </a:xfrm>
            <a:custGeom>
              <a:avLst/>
              <a:pathLst>
                <a:path w="44050" h="53291">
                  <a:moveTo>
                    <a:pt x="0" y="11106"/>
                  </a:moveTo>
                  <a:lnTo>
                    <a:pt x="18928" y="0"/>
                  </a:lnTo>
                  <a:lnTo>
                    <a:pt x="44050" y="42179"/>
                  </a:lnTo>
                  <a:lnTo>
                    <a:pt x="25215" y="53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75850" y="3854190"/>
              <a:ext cx="52812" cy="44112"/>
            </a:xfrm>
            <a:custGeom>
              <a:avLst/>
              <a:pathLst>
                <a:path w="52812" h="44112">
                  <a:moveTo>
                    <a:pt x="0" y="24619"/>
                  </a:moveTo>
                  <a:lnTo>
                    <a:pt x="41434" y="0"/>
                  </a:lnTo>
                  <a:lnTo>
                    <a:pt x="52812" y="18648"/>
                  </a:lnTo>
                  <a:lnTo>
                    <a:pt x="11352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27813" y="3574080"/>
              <a:ext cx="44458" cy="54023"/>
            </a:xfrm>
            <a:custGeom>
              <a:avLst/>
              <a:pathLst>
                <a:path w="44458" h="54023">
                  <a:moveTo>
                    <a:pt x="0" y="11179"/>
                  </a:moveTo>
                  <a:lnTo>
                    <a:pt x="18976" y="0"/>
                  </a:lnTo>
                  <a:lnTo>
                    <a:pt x="44458" y="42494"/>
                  </a:lnTo>
                  <a:lnTo>
                    <a:pt x="25122" y="54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1991" y="3680528"/>
              <a:ext cx="44692" cy="55375"/>
            </a:xfrm>
            <a:custGeom>
              <a:avLst/>
              <a:pathLst>
                <a:path w="44692" h="55375">
                  <a:moveTo>
                    <a:pt x="44692" y="43875"/>
                  </a:moveTo>
                  <a:lnTo>
                    <a:pt x="24965" y="55375"/>
                  </a:lnTo>
                  <a:lnTo>
                    <a:pt x="13100" y="34721"/>
                  </a:lnTo>
                  <a:lnTo>
                    <a:pt x="6922" y="23968"/>
                  </a:lnTo>
                  <a:lnTo>
                    <a:pt x="0" y="11918"/>
                  </a:lnTo>
                  <a:lnTo>
                    <a:pt x="525" y="11600"/>
                  </a:lnTo>
                  <a:lnTo>
                    <a:pt x="11274" y="5104"/>
                  </a:lnTo>
                  <a:lnTo>
                    <a:pt x="16316" y="2057"/>
                  </a:lnTo>
                  <a:lnTo>
                    <a:pt x="19721" y="0"/>
                  </a:lnTo>
                  <a:lnTo>
                    <a:pt x="23741" y="7062"/>
                  </a:lnTo>
                  <a:lnTo>
                    <a:pt x="32704" y="22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34523" y="3966338"/>
              <a:ext cx="43709" cy="53100"/>
            </a:xfrm>
            <a:custGeom>
              <a:avLst/>
              <a:pathLst>
                <a:path w="43709" h="53100">
                  <a:moveTo>
                    <a:pt x="24565" y="53100"/>
                  </a:moveTo>
                  <a:lnTo>
                    <a:pt x="0" y="11327"/>
                  </a:lnTo>
                  <a:lnTo>
                    <a:pt x="19259" y="0"/>
                  </a:lnTo>
                  <a:lnTo>
                    <a:pt x="43709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4474" y="3764882"/>
              <a:ext cx="43267" cy="53209"/>
            </a:xfrm>
            <a:custGeom>
              <a:avLst/>
              <a:pathLst>
                <a:path w="43267" h="53209">
                  <a:moveTo>
                    <a:pt x="0" y="11102"/>
                  </a:moveTo>
                  <a:lnTo>
                    <a:pt x="18582" y="0"/>
                  </a:lnTo>
                  <a:lnTo>
                    <a:pt x="43267" y="42323"/>
                  </a:lnTo>
                  <a:lnTo>
                    <a:pt x="24669" y="53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7800" y="3765115"/>
              <a:ext cx="52954" cy="43614"/>
            </a:xfrm>
            <a:custGeom>
              <a:avLst/>
              <a:pathLst>
                <a:path w="52954" h="43614">
                  <a:moveTo>
                    <a:pt x="0" y="24870"/>
                  </a:moveTo>
                  <a:lnTo>
                    <a:pt x="41589" y="0"/>
                  </a:lnTo>
                  <a:lnTo>
                    <a:pt x="52954" y="19020"/>
                  </a:lnTo>
                  <a:lnTo>
                    <a:pt x="10618" y="43614"/>
                  </a:lnTo>
                  <a:lnTo>
                    <a:pt x="1027" y="26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1313" y="3774946"/>
              <a:ext cx="43454" cy="53292"/>
            </a:xfrm>
            <a:custGeom>
              <a:avLst/>
              <a:pathLst>
                <a:path w="43454" h="53292">
                  <a:moveTo>
                    <a:pt x="24265" y="53292"/>
                  </a:moveTo>
                  <a:lnTo>
                    <a:pt x="0" y="10583"/>
                  </a:lnTo>
                  <a:lnTo>
                    <a:pt x="18215" y="0"/>
                  </a:lnTo>
                  <a:lnTo>
                    <a:pt x="43454" y="4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0498" y="3778984"/>
              <a:ext cx="43731" cy="53232"/>
            </a:xfrm>
            <a:custGeom>
              <a:avLst/>
              <a:pathLst>
                <a:path w="43731" h="53232">
                  <a:moveTo>
                    <a:pt x="0" y="11325"/>
                  </a:moveTo>
                  <a:lnTo>
                    <a:pt x="18955" y="0"/>
                  </a:lnTo>
                  <a:lnTo>
                    <a:pt x="43731" y="41985"/>
                  </a:lnTo>
                  <a:lnTo>
                    <a:pt x="24535" y="53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34107" y="3634597"/>
              <a:ext cx="44509" cy="53510"/>
            </a:xfrm>
            <a:custGeom>
              <a:avLst/>
              <a:pathLst>
                <a:path w="44509" h="53510">
                  <a:moveTo>
                    <a:pt x="0" y="11328"/>
                  </a:moveTo>
                  <a:lnTo>
                    <a:pt x="19490" y="0"/>
                  </a:lnTo>
                  <a:lnTo>
                    <a:pt x="44509" y="42141"/>
                  </a:lnTo>
                  <a:lnTo>
                    <a:pt x="24887" y="53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692" y="3829945"/>
              <a:ext cx="42909" cy="53202"/>
            </a:xfrm>
            <a:custGeom>
              <a:avLst/>
              <a:pathLst>
                <a:path w="42909" h="53202">
                  <a:moveTo>
                    <a:pt x="0" y="10954"/>
                  </a:moveTo>
                  <a:lnTo>
                    <a:pt x="18377" y="0"/>
                  </a:lnTo>
                  <a:lnTo>
                    <a:pt x="42909" y="41834"/>
                  </a:lnTo>
                  <a:lnTo>
                    <a:pt x="23748" y="53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69668" y="3895514"/>
              <a:ext cx="53578" cy="44284"/>
            </a:xfrm>
            <a:custGeom>
              <a:avLst/>
              <a:pathLst>
                <a:path w="53578" h="44284">
                  <a:moveTo>
                    <a:pt x="11828" y="44284"/>
                  </a:moveTo>
                  <a:lnTo>
                    <a:pt x="0" y="24611"/>
                  </a:lnTo>
                  <a:lnTo>
                    <a:pt x="41251" y="0"/>
                  </a:lnTo>
                  <a:lnTo>
                    <a:pt x="53578" y="19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1937" y="3550504"/>
              <a:ext cx="54482" cy="44319"/>
            </a:xfrm>
            <a:custGeom>
              <a:avLst/>
              <a:pathLst>
                <a:path w="54482" h="44319">
                  <a:moveTo>
                    <a:pt x="54482" y="19170"/>
                  </a:moveTo>
                  <a:lnTo>
                    <a:pt x="11573" y="44319"/>
                  </a:lnTo>
                  <a:lnTo>
                    <a:pt x="0" y="24791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900320" y="3607492"/>
              <a:ext cx="51798" cy="42083"/>
            </a:xfrm>
            <a:custGeom>
              <a:avLst/>
              <a:pathLst>
                <a:path w="51798" h="42083">
                  <a:moveTo>
                    <a:pt x="0" y="24198"/>
                  </a:moveTo>
                  <a:lnTo>
                    <a:pt x="41268" y="0"/>
                  </a:lnTo>
                  <a:lnTo>
                    <a:pt x="51798" y="17893"/>
                  </a:lnTo>
                  <a:lnTo>
                    <a:pt x="10856" y="42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68247" y="3723682"/>
              <a:ext cx="52069" cy="43201"/>
            </a:xfrm>
            <a:custGeom>
              <a:avLst/>
              <a:pathLst>
                <a:path w="52069" h="43201">
                  <a:moveTo>
                    <a:pt x="0" y="24299"/>
                  </a:moveTo>
                  <a:lnTo>
                    <a:pt x="40943" y="0"/>
                  </a:lnTo>
                  <a:lnTo>
                    <a:pt x="52069" y="19011"/>
                  </a:lnTo>
                  <a:lnTo>
                    <a:pt x="11127" y="43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29977" y="3728386"/>
              <a:ext cx="43700" cy="53047"/>
            </a:xfrm>
            <a:custGeom>
              <a:avLst/>
              <a:pathLst>
                <a:path w="43700" h="53047">
                  <a:moveTo>
                    <a:pt x="0" y="11078"/>
                  </a:moveTo>
                  <a:lnTo>
                    <a:pt x="18652" y="0"/>
                  </a:lnTo>
                  <a:lnTo>
                    <a:pt x="43700" y="41572"/>
                  </a:lnTo>
                  <a:lnTo>
                    <a:pt x="24716" y="53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06562" y="3919222"/>
              <a:ext cx="45208" cy="54549"/>
            </a:xfrm>
            <a:custGeom>
              <a:avLst/>
              <a:pathLst>
                <a:path w="45208" h="54549">
                  <a:moveTo>
                    <a:pt x="0" y="11130"/>
                  </a:moveTo>
                  <a:lnTo>
                    <a:pt x="19765" y="0"/>
                  </a:lnTo>
                  <a:lnTo>
                    <a:pt x="45208" y="43698"/>
                  </a:lnTo>
                  <a:lnTo>
                    <a:pt x="25780" y="54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15582" y="3873288"/>
              <a:ext cx="42825" cy="52673"/>
            </a:xfrm>
            <a:custGeom>
              <a:avLst/>
              <a:pathLst>
                <a:path w="42825" h="52673">
                  <a:moveTo>
                    <a:pt x="0" y="10853"/>
                  </a:moveTo>
                  <a:lnTo>
                    <a:pt x="18441" y="0"/>
                  </a:lnTo>
                  <a:lnTo>
                    <a:pt x="42825" y="41776"/>
                  </a:lnTo>
                  <a:lnTo>
                    <a:pt x="24474" y="5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06330" y="3587342"/>
              <a:ext cx="43621" cy="53437"/>
            </a:xfrm>
            <a:custGeom>
              <a:avLst/>
              <a:pathLst>
                <a:path w="43621" h="53437">
                  <a:moveTo>
                    <a:pt x="43621" y="42489"/>
                  </a:moveTo>
                  <a:lnTo>
                    <a:pt x="25004" y="53437"/>
                  </a:lnTo>
                  <a:lnTo>
                    <a:pt x="0" y="10595"/>
                  </a:lnTo>
                  <a:lnTo>
                    <a:pt x="18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5403" y="3592880"/>
              <a:ext cx="43774" cy="53073"/>
            </a:xfrm>
            <a:custGeom>
              <a:avLst/>
              <a:pathLst>
                <a:path w="43774" h="53073">
                  <a:moveTo>
                    <a:pt x="0" y="11072"/>
                  </a:moveTo>
                  <a:lnTo>
                    <a:pt x="19191" y="0"/>
                  </a:lnTo>
                  <a:lnTo>
                    <a:pt x="43774" y="41744"/>
                  </a:lnTo>
                  <a:lnTo>
                    <a:pt x="24629" y="53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42672" y="3760439"/>
              <a:ext cx="44987" cy="54372"/>
            </a:xfrm>
            <a:custGeom>
              <a:avLst/>
              <a:pathLst>
                <a:path w="44987" h="54372">
                  <a:moveTo>
                    <a:pt x="25387" y="54372"/>
                  </a:moveTo>
                  <a:lnTo>
                    <a:pt x="0" y="11314"/>
                  </a:lnTo>
                  <a:lnTo>
                    <a:pt x="19606" y="0"/>
                  </a:lnTo>
                  <a:lnTo>
                    <a:pt x="44987" y="4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3210" y="3909631"/>
              <a:ext cx="52461" cy="44012"/>
            </a:xfrm>
            <a:custGeom>
              <a:avLst/>
              <a:pathLst>
                <a:path w="52461" h="44012">
                  <a:moveTo>
                    <a:pt x="0" y="24922"/>
                  </a:moveTo>
                  <a:lnTo>
                    <a:pt x="41741" y="0"/>
                  </a:lnTo>
                  <a:lnTo>
                    <a:pt x="52461" y="18901"/>
                  </a:lnTo>
                  <a:lnTo>
                    <a:pt x="11003" y="44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3270" y="3973813"/>
              <a:ext cx="43991" cy="54051"/>
            </a:xfrm>
            <a:custGeom>
              <a:avLst/>
              <a:pathLst>
                <a:path w="43991" h="54051">
                  <a:moveTo>
                    <a:pt x="0" y="11123"/>
                  </a:moveTo>
                  <a:lnTo>
                    <a:pt x="18720" y="0"/>
                  </a:lnTo>
                  <a:lnTo>
                    <a:pt x="43991" y="42553"/>
                  </a:lnTo>
                  <a:lnTo>
                    <a:pt x="24985" y="540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68565" y="4053984"/>
              <a:ext cx="53176" cy="44234"/>
            </a:xfrm>
            <a:custGeom>
              <a:avLst/>
              <a:pathLst>
                <a:path w="53176" h="44234">
                  <a:moveTo>
                    <a:pt x="0" y="24852"/>
                  </a:moveTo>
                  <a:lnTo>
                    <a:pt x="41531" y="0"/>
                  </a:lnTo>
                  <a:lnTo>
                    <a:pt x="53176" y="19249"/>
                  </a:lnTo>
                  <a:lnTo>
                    <a:pt x="11383" y="44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4060" y="3793066"/>
              <a:ext cx="53658" cy="44025"/>
            </a:xfrm>
            <a:custGeom>
              <a:avLst/>
              <a:pathLst>
                <a:path w="53658" h="44025">
                  <a:moveTo>
                    <a:pt x="53658" y="18249"/>
                  </a:moveTo>
                  <a:lnTo>
                    <a:pt x="10780" y="44025"/>
                  </a:lnTo>
                  <a:lnTo>
                    <a:pt x="0" y="25251"/>
                  </a:lnTo>
                  <a:lnTo>
                    <a:pt x="430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39066" y="3859085"/>
              <a:ext cx="43387" cy="52846"/>
            </a:xfrm>
            <a:custGeom>
              <a:avLst/>
              <a:pathLst>
                <a:path w="43387" h="52846">
                  <a:moveTo>
                    <a:pt x="0" y="10868"/>
                  </a:moveTo>
                  <a:lnTo>
                    <a:pt x="18827" y="0"/>
                  </a:lnTo>
                  <a:lnTo>
                    <a:pt x="43387" y="41862"/>
                  </a:lnTo>
                  <a:lnTo>
                    <a:pt x="24897" y="52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79422" y="3864143"/>
              <a:ext cx="42388" cy="52008"/>
            </a:xfrm>
            <a:custGeom>
              <a:avLst/>
              <a:pathLst>
                <a:path w="42388" h="52008">
                  <a:moveTo>
                    <a:pt x="17247" y="561"/>
                  </a:moveTo>
                  <a:lnTo>
                    <a:pt x="18364" y="0"/>
                  </a:lnTo>
                  <a:lnTo>
                    <a:pt x="42388" y="41234"/>
                  </a:lnTo>
                  <a:lnTo>
                    <a:pt x="39835" y="42838"/>
                  </a:lnTo>
                  <a:lnTo>
                    <a:pt x="23892" y="52008"/>
                  </a:lnTo>
                  <a:lnTo>
                    <a:pt x="0" y="10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45077" y="3923815"/>
              <a:ext cx="43896" cy="52688"/>
            </a:xfrm>
            <a:custGeom>
              <a:avLst/>
              <a:pathLst>
                <a:path w="43896" h="52688">
                  <a:moveTo>
                    <a:pt x="0" y="11084"/>
                  </a:moveTo>
                  <a:lnTo>
                    <a:pt x="19005" y="0"/>
                  </a:lnTo>
                  <a:lnTo>
                    <a:pt x="43896" y="41844"/>
                  </a:lnTo>
                  <a:lnTo>
                    <a:pt x="24984" y="5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36244" y="3960043"/>
              <a:ext cx="43868" cy="54645"/>
            </a:xfrm>
            <a:custGeom>
              <a:avLst/>
              <a:pathLst>
                <a:path w="43868" h="54645">
                  <a:moveTo>
                    <a:pt x="43868" y="42928"/>
                  </a:moveTo>
                  <a:lnTo>
                    <a:pt x="24953" y="54645"/>
                  </a:lnTo>
                  <a:lnTo>
                    <a:pt x="0" y="11604"/>
                  </a:lnTo>
                  <a:lnTo>
                    <a:pt x="189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56825" y="3621259"/>
              <a:ext cx="43949" cy="53828"/>
            </a:xfrm>
            <a:custGeom>
              <a:avLst/>
              <a:pathLst>
                <a:path w="43949" h="53828">
                  <a:moveTo>
                    <a:pt x="0" y="11093"/>
                  </a:moveTo>
                  <a:lnTo>
                    <a:pt x="18737" y="0"/>
                  </a:lnTo>
                  <a:lnTo>
                    <a:pt x="43949" y="42642"/>
                  </a:lnTo>
                  <a:lnTo>
                    <a:pt x="25325" y="5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83176" y="3932434"/>
              <a:ext cx="43925" cy="53306"/>
            </a:xfrm>
            <a:custGeom>
              <a:avLst/>
              <a:pathLst>
                <a:path w="43925" h="53306">
                  <a:moveTo>
                    <a:pt x="0" y="11501"/>
                  </a:moveTo>
                  <a:lnTo>
                    <a:pt x="19112" y="0"/>
                  </a:lnTo>
                  <a:lnTo>
                    <a:pt x="43925" y="41956"/>
                  </a:lnTo>
                  <a:lnTo>
                    <a:pt x="24086" y="53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0247" y="3938251"/>
              <a:ext cx="51890" cy="43112"/>
            </a:xfrm>
            <a:custGeom>
              <a:avLst/>
              <a:pathLst>
                <a:path w="51890" h="43112">
                  <a:moveTo>
                    <a:pt x="0" y="24253"/>
                  </a:moveTo>
                  <a:lnTo>
                    <a:pt x="40859" y="0"/>
                  </a:lnTo>
                  <a:lnTo>
                    <a:pt x="51890" y="18683"/>
                  </a:lnTo>
                  <a:lnTo>
                    <a:pt x="10943" y="43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5627" y="3629752"/>
              <a:ext cx="43697" cy="53087"/>
            </a:xfrm>
            <a:custGeom>
              <a:avLst/>
              <a:pathLst>
                <a:path w="43697" h="53087">
                  <a:moveTo>
                    <a:pt x="43697" y="41721"/>
                  </a:moveTo>
                  <a:lnTo>
                    <a:pt x="24465" y="53087"/>
                  </a:lnTo>
                  <a:lnTo>
                    <a:pt x="0" y="11327"/>
                  </a:lnTo>
                  <a:lnTo>
                    <a:pt x="19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12084" y="3980683"/>
              <a:ext cx="42671" cy="52392"/>
            </a:xfrm>
            <a:custGeom>
              <a:avLst/>
              <a:pathLst>
                <a:path w="42671" h="52392">
                  <a:moveTo>
                    <a:pt x="24219" y="52392"/>
                  </a:moveTo>
                  <a:lnTo>
                    <a:pt x="0" y="10737"/>
                  </a:lnTo>
                  <a:lnTo>
                    <a:pt x="18106" y="0"/>
                  </a:lnTo>
                  <a:lnTo>
                    <a:pt x="42671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0651" y="3691395"/>
              <a:ext cx="42643" cy="52306"/>
            </a:xfrm>
            <a:custGeom>
              <a:avLst/>
              <a:pathLst>
                <a:path w="42643" h="52306">
                  <a:moveTo>
                    <a:pt x="0" y="10856"/>
                  </a:moveTo>
                  <a:lnTo>
                    <a:pt x="18221" y="0"/>
                  </a:lnTo>
                  <a:lnTo>
                    <a:pt x="42643" y="41740"/>
                  </a:lnTo>
                  <a:lnTo>
                    <a:pt x="24672" y="52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55223" y="3696666"/>
              <a:ext cx="143811" cy="173004"/>
            </a:xfrm>
            <a:custGeom>
              <a:avLst/>
              <a:pathLst>
                <a:path w="143811" h="173004">
                  <a:moveTo>
                    <a:pt x="0" y="38106"/>
                  </a:moveTo>
                  <a:lnTo>
                    <a:pt x="63999" y="0"/>
                  </a:lnTo>
                  <a:lnTo>
                    <a:pt x="143811" y="135084"/>
                  </a:lnTo>
                  <a:lnTo>
                    <a:pt x="79604" y="173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3715" y="3718871"/>
              <a:ext cx="43622" cy="52791"/>
            </a:xfrm>
            <a:custGeom>
              <a:avLst/>
              <a:pathLst>
                <a:path w="43622" h="52791">
                  <a:moveTo>
                    <a:pt x="0" y="11572"/>
                  </a:moveTo>
                  <a:lnTo>
                    <a:pt x="18771" y="0"/>
                  </a:lnTo>
                  <a:lnTo>
                    <a:pt x="43622" y="41425"/>
                  </a:lnTo>
                  <a:lnTo>
                    <a:pt x="24968" y="5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71419" y="3808890"/>
              <a:ext cx="43248" cy="52393"/>
            </a:xfrm>
            <a:custGeom>
              <a:avLst/>
              <a:pathLst>
                <a:path w="43248" h="52393">
                  <a:moveTo>
                    <a:pt x="24796" y="52393"/>
                  </a:moveTo>
                  <a:lnTo>
                    <a:pt x="0" y="10738"/>
                  </a:lnTo>
                  <a:lnTo>
                    <a:pt x="18568" y="0"/>
                  </a:lnTo>
                  <a:lnTo>
                    <a:pt x="43248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1454" y="3816043"/>
              <a:ext cx="42407" cy="53155"/>
            </a:xfrm>
            <a:custGeom>
              <a:avLst/>
              <a:pathLst>
                <a:path w="42407" h="53155">
                  <a:moveTo>
                    <a:pt x="18420" y="0"/>
                  </a:moveTo>
                  <a:lnTo>
                    <a:pt x="42407" y="42062"/>
                  </a:lnTo>
                  <a:lnTo>
                    <a:pt x="23794" y="53155"/>
                  </a:lnTo>
                  <a:lnTo>
                    <a:pt x="505" y="12219"/>
                  </a:lnTo>
                  <a:lnTo>
                    <a:pt x="0" y="11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49356" y="3821753"/>
              <a:ext cx="43168" cy="53111"/>
            </a:xfrm>
            <a:custGeom>
              <a:avLst/>
              <a:pathLst>
                <a:path w="43168" h="53111">
                  <a:moveTo>
                    <a:pt x="0" y="11234"/>
                  </a:moveTo>
                  <a:lnTo>
                    <a:pt x="18371" y="0"/>
                  </a:lnTo>
                  <a:lnTo>
                    <a:pt x="43168" y="41772"/>
                  </a:lnTo>
                  <a:lnTo>
                    <a:pt x="24217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69708" y="3578392"/>
              <a:ext cx="42854" cy="53143"/>
            </a:xfrm>
            <a:custGeom>
              <a:avLst/>
              <a:pathLst>
                <a:path w="42854" h="53143">
                  <a:moveTo>
                    <a:pt x="0" y="10700"/>
                  </a:moveTo>
                  <a:lnTo>
                    <a:pt x="18077" y="0"/>
                  </a:lnTo>
                  <a:lnTo>
                    <a:pt x="42854" y="41984"/>
                  </a:lnTo>
                  <a:lnTo>
                    <a:pt x="24539" y="53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4019" y="3639211"/>
              <a:ext cx="45624" cy="54143"/>
            </a:xfrm>
            <a:custGeom>
              <a:avLst/>
              <a:pathLst>
                <a:path w="45624" h="54143">
                  <a:moveTo>
                    <a:pt x="20389" y="0"/>
                  </a:moveTo>
                  <a:lnTo>
                    <a:pt x="45624" y="42150"/>
                  </a:lnTo>
                  <a:lnTo>
                    <a:pt x="24577" y="54143"/>
                  </a:lnTo>
                  <a:lnTo>
                    <a:pt x="0" y="12464"/>
                  </a:lnTo>
                  <a:lnTo>
                    <a:pt x="18554" y="1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3995179" y="3625858"/>
              <a:ext cx="46550" cy="55226"/>
            </a:xfrm>
            <a:custGeom>
              <a:avLst/>
              <a:pathLst>
                <a:path w="46550" h="55226">
                  <a:moveTo>
                    <a:pt x="21293" y="0"/>
                  </a:moveTo>
                  <a:lnTo>
                    <a:pt x="46550" y="42716"/>
                  </a:lnTo>
                  <a:lnTo>
                    <a:pt x="25278" y="55226"/>
                  </a:lnTo>
                  <a:lnTo>
                    <a:pt x="0" y="1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74242" y="4264288"/>
              <a:ext cx="58681" cy="49453"/>
            </a:xfrm>
            <a:custGeom>
              <a:avLst/>
              <a:pathLst>
                <a:path w="58681" h="49453">
                  <a:moveTo>
                    <a:pt x="0" y="26499"/>
                  </a:moveTo>
                  <a:lnTo>
                    <a:pt x="45348" y="0"/>
                  </a:lnTo>
                  <a:lnTo>
                    <a:pt x="58681" y="22488"/>
                  </a:lnTo>
                  <a:lnTo>
                    <a:pt x="57635" y="23103"/>
                  </a:lnTo>
                  <a:lnTo>
                    <a:pt x="12849" y="49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49363" y="4030114"/>
              <a:ext cx="52289" cy="43064"/>
            </a:xfrm>
            <a:custGeom>
              <a:avLst/>
              <a:pathLst>
                <a:path w="52289" h="43064">
                  <a:moveTo>
                    <a:pt x="0" y="24398"/>
                  </a:moveTo>
                  <a:lnTo>
                    <a:pt x="41234" y="0"/>
                  </a:lnTo>
                  <a:lnTo>
                    <a:pt x="52289" y="18624"/>
                  </a:lnTo>
                  <a:lnTo>
                    <a:pt x="10924" y="43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3190" y="4053792"/>
              <a:ext cx="52977" cy="43514"/>
            </a:xfrm>
            <a:custGeom>
              <a:avLst/>
              <a:pathLst>
                <a:path w="52977" h="43514">
                  <a:moveTo>
                    <a:pt x="0" y="23931"/>
                  </a:moveTo>
                  <a:lnTo>
                    <a:pt x="41663" y="0"/>
                  </a:lnTo>
                  <a:lnTo>
                    <a:pt x="52977" y="19257"/>
                  </a:lnTo>
                  <a:lnTo>
                    <a:pt x="11350" y="43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41612" y="4061352"/>
              <a:ext cx="52853" cy="42709"/>
            </a:xfrm>
            <a:custGeom>
              <a:avLst/>
              <a:pathLst>
                <a:path w="52853" h="42709">
                  <a:moveTo>
                    <a:pt x="11071" y="42709"/>
                  </a:moveTo>
                  <a:lnTo>
                    <a:pt x="0" y="24065"/>
                  </a:lnTo>
                  <a:lnTo>
                    <a:pt x="41542" y="0"/>
                  </a:lnTo>
                  <a:lnTo>
                    <a:pt x="52853" y="18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81391" y="4065886"/>
              <a:ext cx="52025" cy="42459"/>
            </a:xfrm>
            <a:custGeom>
              <a:avLst/>
              <a:pathLst>
                <a:path w="52025" h="42459">
                  <a:moveTo>
                    <a:pt x="0" y="23969"/>
                  </a:moveTo>
                  <a:lnTo>
                    <a:pt x="41078" y="0"/>
                  </a:lnTo>
                  <a:lnTo>
                    <a:pt x="52025" y="18266"/>
                  </a:lnTo>
                  <a:lnTo>
                    <a:pt x="10720" y="42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29122" y="4222460"/>
              <a:ext cx="51761" cy="42782"/>
            </a:xfrm>
            <a:custGeom>
              <a:avLst/>
              <a:pathLst>
                <a:path w="51761" h="42782">
                  <a:moveTo>
                    <a:pt x="0" y="23691"/>
                  </a:moveTo>
                  <a:lnTo>
                    <a:pt x="41308" y="0"/>
                  </a:lnTo>
                  <a:lnTo>
                    <a:pt x="51761" y="18401"/>
                  </a:lnTo>
                  <a:lnTo>
                    <a:pt x="10903" y="42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45061" y="4239541"/>
              <a:ext cx="52737" cy="43130"/>
            </a:xfrm>
            <a:custGeom>
              <a:avLst/>
              <a:pathLst>
                <a:path w="52737" h="43130">
                  <a:moveTo>
                    <a:pt x="0" y="24173"/>
                  </a:moveTo>
                  <a:lnTo>
                    <a:pt x="41826" y="0"/>
                  </a:lnTo>
                  <a:lnTo>
                    <a:pt x="52737" y="18691"/>
                  </a:lnTo>
                  <a:lnTo>
                    <a:pt x="10938" y="43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8239" y="4070098"/>
              <a:ext cx="53144" cy="44145"/>
            </a:xfrm>
            <a:custGeom>
              <a:avLst/>
              <a:pathLst>
                <a:path w="53144" h="44145">
                  <a:moveTo>
                    <a:pt x="53144" y="18547"/>
                  </a:moveTo>
                  <a:lnTo>
                    <a:pt x="10745" y="44145"/>
                  </a:lnTo>
                  <a:lnTo>
                    <a:pt x="0" y="25359"/>
                  </a:lnTo>
                  <a:lnTo>
                    <a:pt x="42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8388" y="4037655"/>
              <a:ext cx="52710" cy="43359"/>
            </a:xfrm>
            <a:custGeom>
              <a:avLst/>
              <a:pathLst>
                <a:path w="52710" h="43359">
                  <a:moveTo>
                    <a:pt x="11560" y="43359"/>
                  </a:moveTo>
                  <a:lnTo>
                    <a:pt x="0" y="24346"/>
                  </a:lnTo>
                  <a:lnTo>
                    <a:pt x="40134" y="628"/>
                  </a:lnTo>
                  <a:lnTo>
                    <a:pt x="41287" y="0"/>
                  </a:lnTo>
                  <a:lnTo>
                    <a:pt x="51392" y="16999"/>
                  </a:lnTo>
                  <a:lnTo>
                    <a:pt x="52515" y="18923"/>
                  </a:lnTo>
                  <a:lnTo>
                    <a:pt x="52710" y="19256"/>
                  </a:lnTo>
                  <a:lnTo>
                    <a:pt x="50264" y="20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7024" y="4155481"/>
              <a:ext cx="51892" cy="42493"/>
            </a:xfrm>
            <a:custGeom>
              <a:avLst/>
              <a:pathLst>
                <a:path w="51892" h="42493">
                  <a:moveTo>
                    <a:pt x="0" y="23935"/>
                  </a:moveTo>
                  <a:lnTo>
                    <a:pt x="40956" y="0"/>
                  </a:lnTo>
                  <a:lnTo>
                    <a:pt x="51892" y="17997"/>
                  </a:lnTo>
                  <a:lnTo>
                    <a:pt x="10728" y="4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35484" y="4160225"/>
              <a:ext cx="52939" cy="41618"/>
            </a:xfrm>
            <a:custGeom>
              <a:avLst/>
              <a:pathLst>
                <a:path w="52939" h="41618">
                  <a:moveTo>
                    <a:pt x="10748" y="41618"/>
                  </a:moveTo>
                  <a:lnTo>
                    <a:pt x="0" y="23217"/>
                  </a:lnTo>
                  <a:lnTo>
                    <a:pt x="41940" y="0"/>
                  </a:lnTo>
                  <a:lnTo>
                    <a:pt x="52939" y="18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24495" y="4161195"/>
              <a:ext cx="52548" cy="42595"/>
            </a:xfrm>
            <a:custGeom>
              <a:avLst/>
              <a:pathLst>
                <a:path w="52548" h="42595">
                  <a:moveTo>
                    <a:pt x="52548" y="18113"/>
                  </a:moveTo>
                  <a:lnTo>
                    <a:pt x="10470" y="42595"/>
                  </a:lnTo>
                  <a:lnTo>
                    <a:pt x="0" y="24654"/>
                  </a:lnTo>
                  <a:lnTo>
                    <a:pt x="41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40759" y="4178750"/>
              <a:ext cx="52654" cy="42955"/>
            </a:xfrm>
            <a:custGeom>
              <a:avLst/>
              <a:pathLst>
                <a:path w="52654" h="42955">
                  <a:moveTo>
                    <a:pt x="0" y="24339"/>
                  </a:moveTo>
                  <a:lnTo>
                    <a:pt x="41608" y="0"/>
                  </a:lnTo>
                  <a:lnTo>
                    <a:pt x="52654" y="18893"/>
                  </a:lnTo>
                  <a:lnTo>
                    <a:pt x="10706" y="4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604416" y="4182478"/>
              <a:ext cx="42136" cy="52873"/>
            </a:xfrm>
            <a:custGeom>
              <a:avLst/>
              <a:pathLst>
                <a:path w="42136" h="52873">
                  <a:moveTo>
                    <a:pt x="0" y="10867"/>
                  </a:moveTo>
                  <a:lnTo>
                    <a:pt x="18242" y="0"/>
                  </a:lnTo>
                  <a:lnTo>
                    <a:pt x="42136" y="42161"/>
                  </a:lnTo>
                  <a:lnTo>
                    <a:pt x="23563" y="52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83058" y="4131940"/>
              <a:ext cx="51255" cy="42351"/>
            </a:xfrm>
            <a:custGeom>
              <a:avLst/>
              <a:pathLst>
                <a:path w="51255" h="42351">
                  <a:moveTo>
                    <a:pt x="11296" y="42351"/>
                  </a:moveTo>
                  <a:lnTo>
                    <a:pt x="0" y="23892"/>
                  </a:lnTo>
                  <a:lnTo>
                    <a:pt x="41982" y="0"/>
                  </a:lnTo>
                  <a:lnTo>
                    <a:pt x="51255" y="18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27820" y="4155452"/>
              <a:ext cx="52742" cy="42676"/>
            </a:xfrm>
            <a:custGeom>
              <a:avLst/>
              <a:pathLst>
                <a:path w="52742" h="42676">
                  <a:moveTo>
                    <a:pt x="0" y="24248"/>
                  </a:moveTo>
                  <a:lnTo>
                    <a:pt x="41951" y="0"/>
                  </a:lnTo>
                  <a:lnTo>
                    <a:pt x="52742" y="18186"/>
                  </a:lnTo>
                  <a:lnTo>
                    <a:pt x="12003" y="41828"/>
                  </a:lnTo>
                  <a:lnTo>
                    <a:pt x="10427" y="4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9400" y="4149966"/>
              <a:ext cx="52773" cy="42616"/>
            </a:xfrm>
            <a:custGeom>
              <a:avLst/>
              <a:pathLst>
                <a:path w="52773" h="42616">
                  <a:moveTo>
                    <a:pt x="0" y="23899"/>
                  </a:moveTo>
                  <a:lnTo>
                    <a:pt x="41982" y="0"/>
                  </a:lnTo>
                  <a:lnTo>
                    <a:pt x="52773" y="18861"/>
                  </a:lnTo>
                  <a:lnTo>
                    <a:pt x="10622" y="4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88859" y="4151982"/>
              <a:ext cx="51050" cy="42095"/>
            </a:xfrm>
            <a:custGeom>
              <a:avLst/>
              <a:pathLst>
                <a:path w="51050" h="42095">
                  <a:moveTo>
                    <a:pt x="0" y="23935"/>
                  </a:moveTo>
                  <a:lnTo>
                    <a:pt x="40465" y="0"/>
                  </a:lnTo>
                  <a:lnTo>
                    <a:pt x="51050" y="17974"/>
                  </a:lnTo>
                  <a:lnTo>
                    <a:pt x="10171" y="42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73669" y="4023108"/>
              <a:ext cx="44516" cy="54044"/>
            </a:xfrm>
            <a:custGeom>
              <a:avLst/>
              <a:pathLst>
                <a:path w="44516" h="54044">
                  <a:moveTo>
                    <a:pt x="25026" y="54044"/>
                  </a:moveTo>
                  <a:lnTo>
                    <a:pt x="0" y="11327"/>
                  </a:lnTo>
                  <a:lnTo>
                    <a:pt x="19721" y="0"/>
                  </a:lnTo>
                  <a:lnTo>
                    <a:pt x="44516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9534" y="4183152"/>
              <a:ext cx="52829" cy="42915"/>
            </a:xfrm>
            <a:custGeom>
              <a:avLst/>
              <a:pathLst>
                <a:path w="52829" h="42915">
                  <a:moveTo>
                    <a:pt x="0" y="23938"/>
                  </a:moveTo>
                  <a:lnTo>
                    <a:pt x="41266" y="0"/>
                  </a:lnTo>
                  <a:lnTo>
                    <a:pt x="52829" y="19482"/>
                  </a:lnTo>
                  <a:lnTo>
                    <a:pt x="10748" y="42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38829" y="4184939"/>
              <a:ext cx="52409" cy="43232"/>
            </a:xfrm>
            <a:custGeom>
              <a:avLst/>
              <a:pathLst>
                <a:path w="52409" h="43232">
                  <a:moveTo>
                    <a:pt x="52409" y="18832"/>
                  </a:moveTo>
                  <a:lnTo>
                    <a:pt x="9891" y="43232"/>
                  </a:lnTo>
                  <a:lnTo>
                    <a:pt x="0" y="24831"/>
                  </a:lnTo>
                  <a:lnTo>
                    <a:pt x="414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12371" y="4186749"/>
              <a:ext cx="43134" cy="52616"/>
            </a:xfrm>
            <a:custGeom>
              <a:avLst/>
              <a:pathLst>
                <a:path w="43134" h="52616">
                  <a:moveTo>
                    <a:pt x="0" y="11141"/>
                  </a:moveTo>
                  <a:lnTo>
                    <a:pt x="19038" y="0"/>
                  </a:lnTo>
                  <a:lnTo>
                    <a:pt x="43134" y="41618"/>
                  </a:lnTo>
                  <a:lnTo>
                    <a:pt x="23885" y="5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74421" y="4207940"/>
              <a:ext cx="44148" cy="53383"/>
            </a:xfrm>
            <a:custGeom>
              <a:avLst/>
              <a:pathLst>
                <a:path w="44148" h="53383">
                  <a:moveTo>
                    <a:pt x="0" y="11392"/>
                  </a:moveTo>
                  <a:lnTo>
                    <a:pt x="19557" y="0"/>
                  </a:lnTo>
                  <a:lnTo>
                    <a:pt x="44148" y="42374"/>
                  </a:lnTo>
                  <a:lnTo>
                    <a:pt x="24519" y="53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30539" y="4214990"/>
              <a:ext cx="53398" cy="43063"/>
            </a:xfrm>
            <a:custGeom>
              <a:avLst/>
              <a:pathLst>
                <a:path w="53398" h="43063">
                  <a:moveTo>
                    <a:pt x="0" y="24613"/>
                  </a:moveTo>
                  <a:lnTo>
                    <a:pt x="42846" y="0"/>
                  </a:lnTo>
                  <a:lnTo>
                    <a:pt x="53398" y="18109"/>
                  </a:lnTo>
                  <a:lnTo>
                    <a:pt x="10761" y="43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4228" y="3982753"/>
              <a:ext cx="44243" cy="52886"/>
            </a:xfrm>
            <a:custGeom>
              <a:avLst/>
              <a:pathLst>
                <a:path w="44243" h="52886">
                  <a:moveTo>
                    <a:pt x="0" y="10619"/>
                  </a:moveTo>
                  <a:lnTo>
                    <a:pt x="18884" y="0"/>
                  </a:lnTo>
                  <a:lnTo>
                    <a:pt x="44243" y="42212"/>
                  </a:lnTo>
                  <a:lnTo>
                    <a:pt x="25463" y="5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8896" y="3996822"/>
              <a:ext cx="53397" cy="43629"/>
            </a:xfrm>
            <a:custGeom>
              <a:avLst/>
              <a:pathLst>
                <a:path w="53397" h="43629">
                  <a:moveTo>
                    <a:pt x="0" y="24059"/>
                  </a:moveTo>
                  <a:lnTo>
                    <a:pt x="41672" y="0"/>
                  </a:lnTo>
                  <a:lnTo>
                    <a:pt x="53397" y="19134"/>
                  </a:lnTo>
                  <a:lnTo>
                    <a:pt x="11454" y="43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2992" y="4020723"/>
              <a:ext cx="52755" cy="42875"/>
            </a:xfrm>
            <a:custGeom>
              <a:avLst/>
              <a:pathLst>
                <a:path w="52755" h="42875">
                  <a:moveTo>
                    <a:pt x="0" y="24231"/>
                  </a:moveTo>
                  <a:lnTo>
                    <a:pt x="41840" y="0"/>
                  </a:lnTo>
                  <a:lnTo>
                    <a:pt x="52755" y="18070"/>
                  </a:lnTo>
                  <a:lnTo>
                    <a:pt x="10725" y="42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3999942" y="4076753"/>
              <a:ext cx="43077" cy="53670"/>
            </a:xfrm>
            <a:custGeom>
              <a:avLst/>
              <a:pathLst>
                <a:path w="43077" h="53670">
                  <a:moveTo>
                    <a:pt x="0" y="10705"/>
                  </a:moveTo>
                  <a:lnTo>
                    <a:pt x="16360" y="1084"/>
                  </a:lnTo>
                  <a:lnTo>
                    <a:pt x="18289" y="0"/>
                  </a:lnTo>
                  <a:lnTo>
                    <a:pt x="43077" y="42758"/>
                  </a:lnTo>
                  <a:lnTo>
                    <a:pt x="24656" y="53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207" y="4056703"/>
              <a:ext cx="44677" cy="55232"/>
            </a:xfrm>
            <a:custGeom>
              <a:avLst/>
              <a:pathLst>
                <a:path w="44677" h="55232">
                  <a:moveTo>
                    <a:pt x="18335" y="0"/>
                  </a:moveTo>
                  <a:lnTo>
                    <a:pt x="44677" y="44017"/>
                  </a:lnTo>
                  <a:lnTo>
                    <a:pt x="25023" y="55232"/>
                  </a:lnTo>
                  <a:lnTo>
                    <a:pt x="0" y="10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94273" y="4087223"/>
              <a:ext cx="54666" cy="44014"/>
            </a:xfrm>
            <a:custGeom>
              <a:avLst/>
              <a:pathLst>
                <a:path w="54666" h="44014">
                  <a:moveTo>
                    <a:pt x="10725" y="44014"/>
                  </a:moveTo>
                  <a:lnTo>
                    <a:pt x="0" y="25369"/>
                  </a:lnTo>
                  <a:lnTo>
                    <a:pt x="43710" y="0"/>
                  </a:lnTo>
                  <a:lnTo>
                    <a:pt x="54666" y="18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4153" y="4090897"/>
              <a:ext cx="52333" cy="43185"/>
            </a:xfrm>
            <a:custGeom>
              <a:avLst/>
              <a:pathLst>
                <a:path w="52333" h="43185">
                  <a:moveTo>
                    <a:pt x="11015" y="43185"/>
                  </a:moveTo>
                  <a:lnTo>
                    <a:pt x="0" y="24669"/>
                  </a:lnTo>
                  <a:lnTo>
                    <a:pt x="41532" y="0"/>
                  </a:lnTo>
                  <a:lnTo>
                    <a:pt x="52333" y="184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84674" y="4125263"/>
              <a:ext cx="52522" cy="43048"/>
            </a:xfrm>
            <a:custGeom>
              <a:avLst/>
              <a:pathLst>
                <a:path w="52522" h="43048">
                  <a:moveTo>
                    <a:pt x="0" y="23779"/>
                  </a:moveTo>
                  <a:lnTo>
                    <a:pt x="41676" y="0"/>
                  </a:lnTo>
                  <a:lnTo>
                    <a:pt x="52522" y="19298"/>
                  </a:lnTo>
                  <a:lnTo>
                    <a:pt x="11264" y="43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74537" y="4128110"/>
              <a:ext cx="52765" cy="42756"/>
            </a:xfrm>
            <a:custGeom>
              <a:avLst/>
              <a:pathLst>
                <a:path w="52765" h="42756">
                  <a:moveTo>
                    <a:pt x="0" y="23782"/>
                  </a:moveTo>
                  <a:lnTo>
                    <a:pt x="41458" y="0"/>
                  </a:lnTo>
                  <a:lnTo>
                    <a:pt x="52765" y="18844"/>
                  </a:lnTo>
                  <a:lnTo>
                    <a:pt x="11046" y="42756"/>
                  </a:lnTo>
                  <a:lnTo>
                    <a:pt x="912" y="25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81772" y="4249664"/>
              <a:ext cx="52146" cy="42234"/>
            </a:xfrm>
            <a:custGeom>
              <a:avLst/>
              <a:pathLst>
                <a:path w="52146" h="42234">
                  <a:moveTo>
                    <a:pt x="0" y="24039"/>
                  </a:moveTo>
                  <a:lnTo>
                    <a:pt x="41472" y="0"/>
                  </a:lnTo>
                  <a:lnTo>
                    <a:pt x="52146" y="18381"/>
                  </a:lnTo>
                  <a:lnTo>
                    <a:pt x="10344" y="42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42217" y="4246202"/>
              <a:ext cx="51916" cy="41967"/>
            </a:xfrm>
            <a:custGeom>
              <a:avLst/>
              <a:pathLst>
                <a:path w="51916" h="41967">
                  <a:moveTo>
                    <a:pt x="0" y="23756"/>
                  </a:moveTo>
                  <a:lnTo>
                    <a:pt x="40872" y="0"/>
                  </a:lnTo>
                  <a:lnTo>
                    <a:pt x="51916" y="18602"/>
                  </a:lnTo>
                  <a:lnTo>
                    <a:pt x="10541" y="41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52408" y="4319473"/>
              <a:ext cx="53143" cy="43290"/>
            </a:xfrm>
            <a:custGeom>
              <a:avLst/>
              <a:pathLst>
                <a:path w="53143" h="43290">
                  <a:moveTo>
                    <a:pt x="0" y="24213"/>
                  </a:moveTo>
                  <a:lnTo>
                    <a:pt x="41813" y="0"/>
                  </a:lnTo>
                  <a:lnTo>
                    <a:pt x="53143" y="18691"/>
                  </a:lnTo>
                  <a:lnTo>
                    <a:pt x="11063" y="43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58150" y="4091874"/>
              <a:ext cx="42430" cy="53342"/>
            </a:xfrm>
            <a:custGeom>
              <a:avLst/>
              <a:pathLst>
                <a:path w="42430" h="53342">
                  <a:moveTo>
                    <a:pt x="0" y="10843"/>
                  </a:moveTo>
                  <a:lnTo>
                    <a:pt x="18402" y="0"/>
                  </a:lnTo>
                  <a:lnTo>
                    <a:pt x="42430" y="42796"/>
                  </a:lnTo>
                  <a:lnTo>
                    <a:pt x="23991" y="53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2494" y="4095837"/>
              <a:ext cx="52934" cy="42792"/>
            </a:xfrm>
            <a:custGeom>
              <a:avLst/>
              <a:pathLst>
                <a:path w="52934" h="42792">
                  <a:moveTo>
                    <a:pt x="11373" y="42792"/>
                  </a:moveTo>
                  <a:lnTo>
                    <a:pt x="0" y="24330"/>
                  </a:lnTo>
                  <a:lnTo>
                    <a:pt x="42010" y="0"/>
                  </a:lnTo>
                  <a:lnTo>
                    <a:pt x="52934" y="18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67920" y="4114675"/>
              <a:ext cx="52728" cy="44048"/>
            </a:xfrm>
            <a:custGeom>
              <a:avLst/>
              <a:pathLst>
                <a:path w="52728" h="44048">
                  <a:moveTo>
                    <a:pt x="0" y="24406"/>
                  </a:moveTo>
                  <a:lnTo>
                    <a:pt x="41170" y="0"/>
                  </a:lnTo>
                  <a:lnTo>
                    <a:pt x="52728" y="19683"/>
                  </a:lnTo>
                  <a:lnTo>
                    <a:pt x="11488" y="44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20490" y="4114257"/>
              <a:ext cx="43275" cy="53119"/>
            </a:xfrm>
            <a:custGeom>
              <a:avLst/>
              <a:pathLst>
                <a:path w="43275" h="53119">
                  <a:moveTo>
                    <a:pt x="0" y="10781"/>
                  </a:moveTo>
                  <a:lnTo>
                    <a:pt x="19249" y="0"/>
                  </a:lnTo>
                  <a:lnTo>
                    <a:pt x="43275" y="42153"/>
                  </a:lnTo>
                  <a:lnTo>
                    <a:pt x="24307" y="53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750" y="4118398"/>
              <a:ext cx="44090" cy="54254"/>
            </a:xfrm>
            <a:custGeom>
              <a:avLst/>
              <a:pathLst>
                <a:path w="44090" h="54254">
                  <a:moveTo>
                    <a:pt x="0" y="10868"/>
                  </a:moveTo>
                  <a:lnTo>
                    <a:pt x="18799" y="0"/>
                  </a:lnTo>
                  <a:lnTo>
                    <a:pt x="44090" y="43127"/>
                  </a:lnTo>
                  <a:lnTo>
                    <a:pt x="25627" y="5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12090" y="4314720"/>
              <a:ext cx="53536" cy="44100"/>
            </a:xfrm>
            <a:custGeom>
              <a:avLst/>
              <a:pathLst>
                <a:path w="53536" h="44100">
                  <a:moveTo>
                    <a:pt x="53536" y="18925"/>
                  </a:moveTo>
                  <a:lnTo>
                    <a:pt x="11239" y="44100"/>
                  </a:lnTo>
                  <a:lnTo>
                    <a:pt x="0" y="24658"/>
                  </a:lnTo>
                  <a:lnTo>
                    <a:pt x="424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78199" y="4188927"/>
              <a:ext cx="65814" cy="66142"/>
            </a:xfrm>
            <a:custGeom>
              <a:avLst/>
              <a:pathLst>
                <a:path w="65814" h="66142">
                  <a:moveTo>
                    <a:pt x="41887" y="0"/>
                  </a:moveTo>
                  <a:lnTo>
                    <a:pt x="65814" y="42184"/>
                  </a:lnTo>
                  <a:lnTo>
                    <a:pt x="24307" y="66142"/>
                  </a:lnTo>
                  <a:lnTo>
                    <a:pt x="0" y="24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32194" y="4098995"/>
              <a:ext cx="67517" cy="67279"/>
            </a:xfrm>
            <a:custGeom>
              <a:avLst/>
              <a:pathLst>
                <a:path w="67517" h="67279">
                  <a:moveTo>
                    <a:pt x="41898" y="0"/>
                  </a:moveTo>
                  <a:lnTo>
                    <a:pt x="67517" y="42739"/>
                  </a:lnTo>
                  <a:lnTo>
                    <a:pt x="24447" y="67279"/>
                  </a:lnTo>
                  <a:lnTo>
                    <a:pt x="0" y="23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66146" y="4342504"/>
              <a:ext cx="53104" cy="43639"/>
            </a:xfrm>
            <a:custGeom>
              <a:avLst/>
              <a:pathLst>
                <a:path w="53104" h="43639">
                  <a:moveTo>
                    <a:pt x="0" y="24903"/>
                  </a:moveTo>
                  <a:lnTo>
                    <a:pt x="42029" y="0"/>
                  </a:lnTo>
                  <a:lnTo>
                    <a:pt x="53104" y="18629"/>
                  </a:lnTo>
                  <a:lnTo>
                    <a:pt x="10719" y="4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25618" y="4337954"/>
              <a:ext cx="53417" cy="44255"/>
            </a:xfrm>
            <a:custGeom>
              <a:avLst/>
              <a:pathLst>
                <a:path w="53417" h="44255">
                  <a:moveTo>
                    <a:pt x="53417" y="18529"/>
                  </a:moveTo>
                  <a:lnTo>
                    <a:pt x="11232" y="44255"/>
                  </a:lnTo>
                  <a:lnTo>
                    <a:pt x="980" y="26521"/>
                  </a:lnTo>
                  <a:lnTo>
                    <a:pt x="0" y="24850"/>
                  </a:lnTo>
                  <a:lnTo>
                    <a:pt x="31455" y="6473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705905" y="4347220"/>
              <a:ext cx="53042" cy="43873"/>
            </a:xfrm>
            <a:custGeom>
              <a:avLst/>
              <a:pathLst>
                <a:path w="53042" h="43873">
                  <a:moveTo>
                    <a:pt x="0" y="23698"/>
                  </a:moveTo>
                  <a:lnTo>
                    <a:pt x="41635" y="0"/>
                  </a:lnTo>
                  <a:lnTo>
                    <a:pt x="53042" y="19069"/>
                  </a:lnTo>
                  <a:lnTo>
                    <a:pt x="11670" y="43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98663" y="4291303"/>
              <a:ext cx="53137" cy="44415"/>
            </a:xfrm>
            <a:custGeom>
              <a:avLst/>
              <a:pathLst>
                <a:path w="53137" h="44415">
                  <a:moveTo>
                    <a:pt x="0" y="24848"/>
                  </a:moveTo>
                  <a:lnTo>
                    <a:pt x="41504" y="0"/>
                  </a:lnTo>
                  <a:lnTo>
                    <a:pt x="53137" y="19477"/>
                  </a:lnTo>
                  <a:lnTo>
                    <a:pt x="11311" y="4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95215" y="4274053"/>
              <a:ext cx="51961" cy="41040"/>
            </a:xfrm>
            <a:custGeom>
              <a:avLst/>
              <a:pathLst>
                <a:path w="51961" h="41040">
                  <a:moveTo>
                    <a:pt x="0" y="23251"/>
                  </a:moveTo>
                  <a:lnTo>
                    <a:pt x="41859" y="0"/>
                  </a:lnTo>
                  <a:lnTo>
                    <a:pt x="51961" y="17497"/>
                  </a:lnTo>
                  <a:lnTo>
                    <a:pt x="9823" y="41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59048" y="4276957"/>
              <a:ext cx="41139" cy="51667"/>
            </a:xfrm>
            <a:custGeom>
              <a:avLst/>
              <a:pathLst>
                <a:path w="41139" h="51667">
                  <a:moveTo>
                    <a:pt x="0" y="10695"/>
                  </a:moveTo>
                  <a:lnTo>
                    <a:pt x="18125" y="0"/>
                  </a:lnTo>
                  <a:lnTo>
                    <a:pt x="41139" y="41057"/>
                  </a:lnTo>
                  <a:lnTo>
                    <a:pt x="23267" y="51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20000" y="4370337"/>
              <a:ext cx="52373" cy="43692"/>
            </a:xfrm>
            <a:custGeom>
              <a:avLst/>
              <a:pathLst>
                <a:path w="52373" h="43692">
                  <a:moveTo>
                    <a:pt x="0" y="25047"/>
                  </a:moveTo>
                  <a:lnTo>
                    <a:pt x="41314" y="0"/>
                  </a:lnTo>
                  <a:lnTo>
                    <a:pt x="52373" y="18912"/>
                  </a:lnTo>
                  <a:lnTo>
                    <a:pt x="10536" y="4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33695" y="4394182"/>
              <a:ext cx="52267" cy="42289"/>
            </a:xfrm>
            <a:custGeom>
              <a:avLst/>
              <a:pathLst>
                <a:path w="52267" h="42289">
                  <a:moveTo>
                    <a:pt x="52267" y="18027"/>
                  </a:moveTo>
                  <a:lnTo>
                    <a:pt x="10765" y="42289"/>
                  </a:lnTo>
                  <a:lnTo>
                    <a:pt x="0" y="23979"/>
                  </a:lnTo>
                  <a:lnTo>
                    <a:pt x="4139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46617" y="4300123"/>
              <a:ext cx="24670" cy="29078"/>
            </a:xfrm>
            <a:custGeom>
              <a:avLst/>
              <a:pathLst>
                <a:path w="24670" h="29078">
                  <a:moveTo>
                    <a:pt x="13479" y="29078"/>
                  </a:moveTo>
                  <a:lnTo>
                    <a:pt x="0" y="6370"/>
                  </a:lnTo>
                  <a:lnTo>
                    <a:pt x="11538" y="0"/>
                  </a:lnTo>
                  <a:lnTo>
                    <a:pt x="24670" y="22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56037" y="3553677"/>
              <a:ext cx="51583" cy="43519"/>
            </a:xfrm>
            <a:custGeom>
              <a:avLst/>
              <a:pathLst>
                <a:path w="51583" h="43519">
                  <a:moveTo>
                    <a:pt x="0" y="23876"/>
                  </a:moveTo>
                  <a:lnTo>
                    <a:pt x="40196" y="0"/>
                  </a:lnTo>
                  <a:lnTo>
                    <a:pt x="51583" y="19453"/>
                  </a:lnTo>
                  <a:lnTo>
                    <a:pt x="27941" y="33496"/>
                  </a:lnTo>
                  <a:lnTo>
                    <a:pt x="11147" y="43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57433" y="3558150"/>
              <a:ext cx="42342" cy="52101"/>
            </a:xfrm>
            <a:custGeom>
              <a:avLst/>
              <a:pathLst>
                <a:path w="42342" h="52101">
                  <a:moveTo>
                    <a:pt x="42342" y="41493"/>
                  </a:moveTo>
                  <a:lnTo>
                    <a:pt x="24396" y="52101"/>
                  </a:lnTo>
                  <a:lnTo>
                    <a:pt x="0" y="10265"/>
                  </a:lnTo>
                  <a:lnTo>
                    <a:pt x="17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18905" y="3402528"/>
              <a:ext cx="44448" cy="54475"/>
            </a:xfrm>
            <a:custGeom>
              <a:avLst/>
              <a:pathLst>
                <a:path w="44448" h="54475">
                  <a:moveTo>
                    <a:pt x="0" y="11662"/>
                  </a:moveTo>
                  <a:lnTo>
                    <a:pt x="19378" y="0"/>
                  </a:lnTo>
                  <a:lnTo>
                    <a:pt x="42648" y="40076"/>
                  </a:lnTo>
                  <a:lnTo>
                    <a:pt x="44448" y="43175"/>
                  </a:lnTo>
                  <a:lnTo>
                    <a:pt x="25311" y="54475"/>
                  </a:lnTo>
                  <a:lnTo>
                    <a:pt x="23812" y="51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60293" y="3407266"/>
              <a:ext cx="43495" cy="53207"/>
            </a:xfrm>
            <a:custGeom>
              <a:avLst/>
              <a:pathLst>
                <a:path w="43495" h="53207">
                  <a:moveTo>
                    <a:pt x="0" y="10800"/>
                  </a:moveTo>
                  <a:lnTo>
                    <a:pt x="18767" y="0"/>
                  </a:lnTo>
                  <a:lnTo>
                    <a:pt x="43495" y="42351"/>
                  </a:lnTo>
                  <a:lnTo>
                    <a:pt x="24696" y="53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287422" y="3516006"/>
              <a:ext cx="44653" cy="54475"/>
            </a:xfrm>
            <a:custGeom>
              <a:avLst/>
              <a:pathLst>
                <a:path w="44653" h="54475">
                  <a:moveTo>
                    <a:pt x="0" y="11920"/>
                  </a:moveTo>
                  <a:lnTo>
                    <a:pt x="19719" y="0"/>
                  </a:lnTo>
                  <a:lnTo>
                    <a:pt x="44653" y="42557"/>
                  </a:lnTo>
                  <a:lnTo>
                    <a:pt x="24932" y="54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43387" y="3521057"/>
              <a:ext cx="52436" cy="42824"/>
            </a:xfrm>
            <a:custGeom>
              <a:avLst/>
              <a:pathLst>
                <a:path w="52436" h="42824">
                  <a:moveTo>
                    <a:pt x="0" y="23427"/>
                  </a:moveTo>
                  <a:lnTo>
                    <a:pt x="1346" y="22509"/>
                  </a:lnTo>
                  <a:lnTo>
                    <a:pt x="41166" y="0"/>
                  </a:lnTo>
                  <a:lnTo>
                    <a:pt x="52436" y="19038"/>
                  </a:lnTo>
                  <a:lnTo>
                    <a:pt x="44991" y="23364"/>
                  </a:lnTo>
                  <a:lnTo>
                    <a:pt x="12619" y="42068"/>
                  </a:lnTo>
                  <a:lnTo>
                    <a:pt x="11310" y="42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28009" y="3519998"/>
              <a:ext cx="43757" cy="53172"/>
            </a:xfrm>
            <a:custGeom>
              <a:avLst/>
              <a:pathLst>
                <a:path w="43757" h="53172">
                  <a:moveTo>
                    <a:pt x="25117" y="53172"/>
                  </a:moveTo>
                  <a:lnTo>
                    <a:pt x="0" y="11155"/>
                  </a:lnTo>
                  <a:lnTo>
                    <a:pt x="18715" y="0"/>
                  </a:lnTo>
                  <a:lnTo>
                    <a:pt x="43757" y="41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476751" y="3209074"/>
              <a:ext cx="215917" cy="217478"/>
            </a:xfrm>
            <a:custGeom>
              <a:avLst/>
              <a:pathLst>
                <a:path w="215917" h="217478">
                  <a:moveTo>
                    <a:pt x="80384" y="217478"/>
                  </a:moveTo>
                  <a:lnTo>
                    <a:pt x="0" y="80359"/>
                  </a:lnTo>
                  <a:lnTo>
                    <a:pt x="136665" y="0"/>
                  </a:lnTo>
                  <a:lnTo>
                    <a:pt x="215917" y="13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44248" y="3601291"/>
              <a:ext cx="43485" cy="52828"/>
            </a:xfrm>
            <a:custGeom>
              <a:avLst/>
              <a:pathLst>
                <a:path w="43485" h="52828">
                  <a:moveTo>
                    <a:pt x="31169" y="20037"/>
                  </a:moveTo>
                  <a:lnTo>
                    <a:pt x="43485" y="40910"/>
                  </a:lnTo>
                  <a:lnTo>
                    <a:pt x="24225" y="52828"/>
                  </a:lnTo>
                  <a:lnTo>
                    <a:pt x="0" y="11408"/>
                  </a:lnTo>
                  <a:lnTo>
                    <a:pt x="19099" y="0"/>
                  </a:lnTo>
                  <a:lnTo>
                    <a:pt x="19343" y="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12225" y="3638097"/>
              <a:ext cx="52520" cy="43041"/>
            </a:xfrm>
            <a:custGeom>
              <a:avLst/>
              <a:pathLst>
                <a:path w="52520" h="43041">
                  <a:moveTo>
                    <a:pt x="10369" y="43041"/>
                  </a:moveTo>
                  <a:lnTo>
                    <a:pt x="0" y="25100"/>
                  </a:lnTo>
                  <a:lnTo>
                    <a:pt x="41561" y="0"/>
                  </a:lnTo>
                  <a:lnTo>
                    <a:pt x="52520" y="18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23937" y="3459596"/>
              <a:ext cx="42588" cy="53503"/>
            </a:xfrm>
            <a:custGeom>
              <a:avLst/>
              <a:pathLst>
                <a:path w="42588" h="53503">
                  <a:moveTo>
                    <a:pt x="0" y="10305"/>
                  </a:moveTo>
                  <a:lnTo>
                    <a:pt x="17827" y="0"/>
                  </a:lnTo>
                  <a:lnTo>
                    <a:pt x="42588" y="42455"/>
                  </a:lnTo>
                  <a:lnTo>
                    <a:pt x="25046" y="53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36397" y="3465266"/>
              <a:ext cx="53126" cy="44039"/>
            </a:xfrm>
            <a:custGeom>
              <a:avLst/>
              <a:pathLst>
                <a:path w="53126" h="44039">
                  <a:moveTo>
                    <a:pt x="0" y="25169"/>
                  </a:moveTo>
                  <a:lnTo>
                    <a:pt x="41624" y="0"/>
                  </a:lnTo>
                  <a:lnTo>
                    <a:pt x="53126" y="19496"/>
                  </a:lnTo>
                  <a:lnTo>
                    <a:pt x="11104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24262" y="3463111"/>
              <a:ext cx="44997" cy="54457"/>
            </a:xfrm>
            <a:custGeom>
              <a:avLst/>
              <a:pathLst>
                <a:path w="44997" h="54457">
                  <a:moveTo>
                    <a:pt x="0" y="11910"/>
                  </a:moveTo>
                  <a:lnTo>
                    <a:pt x="20078" y="0"/>
                  </a:lnTo>
                  <a:lnTo>
                    <a:pt x="44997" y="42531"/>
                  </a:lnTo>
                  <a:lnTo>
                    <a:pt x="25315" y="54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02751" y="3465918"/>
              <a:ext cx="52925" cy="44998"/>
            </a:xfrm>
            <a:custGeom>
              <a:avLst/>
              <a:pathLst>
                <a:path w="52925" h="44998">
                  <a:moveTo>
                    <a:pt x="0" y="25174"/>
                  </a:moveTo>
                  <a:lnTo>
                    <a:pt x="41343" y="0"/>
                  </a:lnTo>
                  <a:lnTo>
                    <a:pt x="52925" y="19433"/>
                  </a:lnTo>
                  <a:lnTo>
                    <a:pt x="11763" y="44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00862" y="3473017"/>
              <a:ext cx="43364" cy="54007"/>
            </a:xfrm>
            <a:custGeom>
              <a:avLst/>
              <a:pathLst>
                <a:path w="43364" h="54007">
                  <a:moveTo>
                    <a:pt x="0" y="10923"/>
                  </a:moveTo>
                  <a:lnTo>
                    <a:pt x="18363" y="0"/>
                  </a:lnTo>
                  <a:lnTo>
                    <a:pt x="43364" y="42747"/>
                  </a:lnTo>
                  <a:lnTo>
                    <a:pt x="24507" y="54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18558" y="3388697"/>
              <a:ext cx="55641" cy="47400"/>
            </a:xfrm>
            <a:custGeom>
              <a:avLst/>
              <a:pathLst>
                <a:path w="55641" h="47400">
                  <a:moveTo>
                    <a:pt x="30324" y="37137"/>
                  </a:moveTo>
                  <a:lnTo>
                    <a:pt x="12833" y="47400"/>
                  </a:lnTo>
                  <a:lnTo>
                    <a:pt x="0" y="25445"/>
                  </a:lnTo>
                  <a:lnTo>
                    <a:pt x="17734" y="14814"/>
                  </a:lnTo>
                  <a:lnTo>
                    <a:pt x="42448" y="0"/>
                  </a:lnTo>
                  <a:lnTo>
                    <a:pt x="55641" y="22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06596" y="3368226"/>
              <a:ext cx="54157" cy="45556"/>
            </a:xfrm>
            <a:custGeom>
              <a:avLst/>
              <a:pathLst>
                <a:path w="54157" h="45556">
                  <a:moveTo>
                    <a:pt x="42495" y="0"/>
                  </a:moveTo>
                  <a:lnTo>
                    <a:pt x="54157" y="20126"/>
                  </a:lnTo>
                  <a:lnTo>
                    <a:pt x="11735" y="45556"/>
                  </a:lnTo>
                  <a:lnTo>
                    <a:pt x="0" y="24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3999016" y="4768142"/>
              <a:ext cx="48522" cy="54722"/>
            </a:xfrm>
            <a:custGeom>
              <a:avLst/>
              <a:pathLst>
                <a:path w="48522" h="54722">
                  <a:moveTo>
                    <a:pt x="0" y="43523"/>
                  </a:moveTo>
                  <a:lnTo>
                    <a:pt x="29607" y="0"/>
                  </a:lnTo>
                  <a:lnTo>
                    <a:pt x="48522" y="13829"/>
                  </a:lnTo>
                  <a:lnTo>
                    <a:pt x="19846" y="547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399" y="4727494"/>
              <a:ext cx="53399" cy="43734"/>
            </a:xfrm>
            <a:custGeom>
              <a:avLst/>
              <a:pathLst>
                <a:path w="53399" h="43734">
                  <a:moveTo>
                    <a:pt x="0" y="24942"/>
                  </a:moveTo>
                  <a:lnTo>
                    <a:pt x="24588" y="10135"/>
                  </a:lnTo>
                  <a:lnTo>
                    <a:pt x="41940" y="0"/>
                  </a:lnTo>
                  <a:lnTo>
                    <a:pt x="53399" y="19147"/>
                  </a:lnTo>
                  <a:lnTo>
                    <a:pt x="11256" y="43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2171" y="4786291"/>
              <a:ext cx="46176" cy="50354"/>
            </a:xfrm>
            <a:custGeom>
              <a:avLst/>
              <a:pathLst>
                <a:path w="46176" h="50354">
                  <a:moveTo>
                    <a:pt x="0" y="38543"/>
                  </a:moveTo>
                  <a:lnTo>
                    <a:pt x="27897" y="0"/>
                  </a:lnTo>
                  <a:lnTo>
                    <a:pt x="46176" y="12207"/>
                  </a:lnTo>
                  <a:lnTo>
                    <a:pt x="19424" y="50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17136" y="4609993"/>
              <a:ext cx="46016" cy="52865"/>
            </a:xfrm>
            <a:custGeom>
              <a:avLst/>
              <a:pathLst>
                <a:path w="46016" h="52865">
                  <a:moveTo>
                    <a:pt x="0" y="39649"/>
                  </a:moveTo>
                  <a:lnTo>
                    <a:pt x="27679" y="0"/>
                  </a:lnTo>
                  <a:lnTo>
                    <a:pt x="46016" y="13806"/>
                  </a:lnTo>
                  <a:lnTo>
                    <a:pt x="18222" y="528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81523" y="4798680"/>
              <a:ext cx="45754" cy="50371"/>
            </a:xfrm>
            <a:custGeom>
              <a:avLst/>
              <a:pathLst>
                <a:path w="45754" h="50371">
                  <a:moveTo>
                    <a:pt x="0" y="38696"/>
                  </a:moveTo>
                  <a:lnTo>
                    <a:pt x="27429" y="0"/>
                  </a:lnTo>
                  <a:lnTo>
                    <a:pt x="44125" y="11236"/>
                  </a:lnTo>
                  <a:lnTo>
                    <a:pt x="45754" y="12332"/>
                  </a:lnTo>
                  <a:lnTo>
                    <a:pt x="18693" y="50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2869" y="4669608"/>
              <a:ext cx="50084" cy="56088"/>
            </a:xfrm>
            <a:custGeom>
              <a:avLst/>
              <a:pathLst>
                <a:path w="50084" h="56088">
                  <a:moveTo>
                    <a:pt x="0" y="16001"/>
                  </a:moveTo>
                  <a:lnTo>
                    <a:pt x="26039" y="0"/>
                  </a:lnTo>
                  <a:lnTo>
                    <a:pt x="50084" y="39700"/>
                  </a:lnTo>
                  <a:lnTo>
                    <a:pt x="22685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0884" y="4649310"/>
              <a:ext cx="51843" cy="43113"/>
            </a:xfrm>
            <a:custGeom>
              <a:avLst/>
              <a:pathLst>
                <a:path w="51843" h="43113">
                  <a:moveTo>
                    <a:pt x="0" y="25340"/>
                  </a:moveTo>
                  <a:lnTo>
                    <a:pt x="40547" y="0"/>
                  </a:lnTo>
                  <a:lnTo>
                    <a:pt x="51843" y="19148"/>
                  </a:lnTo>
                  <a:lnTo>
                    <a:pt x="26637" y="34502"/>
                  </a:lnTo>
                  <a:lnTo>
                    <a:pt x="10378" y="43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08025" y="4669467"/>
              <a:ext cx="45093" cy="51802"/>
            </a:xfrm>
            <a:custGeom>
              <a:avLst/>
              <a:pathLst>
                <a:path w="45093" h="51802">
                  <a:moveTo>
                    <a:pt x="45093" y="12153"/>
                  </a:moveTo>
                  <a:lnTo>
                    <a:pt x="17068" y="51802"/>
                  </a:lnTo>
                  <a:lnTo>
                    <a:pt x="0" y="39058"/>
                  </a:lnTo>
                  <a:lnTo>
                    <a:pt x="2779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4313" y="4762238"/>
              <a:ext cx="54962" cy="46056"/>
            </a:xfrm>
            <a:custGeom>
              <a:avLst/>
              <a:pathLst>
                <a:path w="54962" h="46056">
                  <a:moveTo>
                    <a:pt x="0" y="27982"/>
                  </a:moveTo>
                  <a:lnTo>
                    <a:pt x="44194" y="0"/>
                  </a:lnTo>
                  <a:lnTo>
                    <a:pt x="54962" y="17591"/>
                  </a:lnTo>
                  <a:lnTo>
                    <a:pt x="11125" y="4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35407" y="4750615"/>
              <a:ext cx="49452" cy="44489"/>
            </a:xfrm>
            <a:custGeom>
              <a:avLst/>
              <a:pathLst>
                <a:path w="49452" h="44489">
                  <a:moveTo>
                    <a:pt x="0" y="18181"/>
                  </a:moveTo>
                  <a:lnTo>
                    <a:pt x="13812" y="0"/>
                  </a:lnTo>
                  <a:lnTo>
                    <a:pt x="49452" y="26126"/>
                  </a:lnTo>
                  <a:lnTo>
                    <a:pt x="35069" y="44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31926" y="4748293"/>
              <a:ext cx="54389" cy="47943"/>
            </a:xfrm>
            <a:custGeom>
              <a:avLst/>
              <a:pathLst>
                <a:path w="54389" h="47943">
                  <a:moveTo>
                    <a:pt x="0" y="19479"/>
                  </a:moveTo>
                  <a:lnTo>
                    <a:pt x="14401" y="0"/>
                  </a:lnTo>
                  <a:lnTo>
                    <a:pt x="54389" y="29806"/>
                  </a:lnTo>
                  <a:lnTo>
                    <a:pt x="39973" y="47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6094" y="4761508"/>
              <a:ext cx="58337" cy="47570"/>
            </a:xfrm>
            <a:custGeom>
              <a:avLst/>
              <a:pathLst>
                <a:path w="58337" h="47570">
                  <a:moveTo>
                    <a:pt x="0" y="33956"/>
                  </a:moveTo>
                  <a:lnTo>
                    <a:pt x="53279" y="0"/>
                  </a:lnTo>
                  <a:lnTo>
                    <a:pt x="58337" y="4600"/>
                  </a:lnTo>
                  <a:lnTo>
                    <a:pt x="28852" y="475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6910" y="4782554"/>
              <a:ext cx="53465" cy="47677"/>
            </a:xfrm>
            <a:custGeom>
              <a:avLst/>
              <a:pathLst>
                <a:path w="53465" h="47677">
                  <a:moveTo>
                    <a:pt x="30619" y="37413"/>
                  </a:moveTo>
                  <a:lnTo>
                    <a:pt x="11483" y="47677"/>
                  </a:lnTo>
                  <a:lnTo>
                    <a:pt x="0" y="30777"/>
                  </a:lnTo>
                  <a:lnTo>
                    <a:pt x="44023" y="1962"/>
                  </a:lnTo>
                  <a:lnTo>
                    <a:pt x="47037" y="0"/>
                  </a:lnTo>
                  <a:lnTo>
                    <a:pt x="53465" y="9294"/>
                  </a:lnTo>
                  <a:lnTo>
                    <a:pt x="52285" y="17747"/>
                  </a:lnTo>
                  <a:lnTo>
                    <a:pt x="48600" y="25156"/>
                  </a:lnTo>
                  <a:lnTo>
                    <a:pt x="43609" y="28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58291" y="4782544"/>
              <a:ext cx="46095" cy="54057"/>
            </a:xfrm>
            <a:custGeom>
              <a:avLst/>
              <a:pathLst>
                <a:path w="46095" h="54057">
                  <a:moveTo>
                    <a:pt x="0" y="40925"/>
                  </a:moveTo>
                  <a:lnTo>
                    <a:pt x="28560" y="0"/>
                  </a:lnTo>
                  <a:lnTo>
                    <a:pt x="46095" y="12420"/>
                  </a:lnTo>
                  <a:lnTo>
                    <a:pt x="17800" y="54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83621" y="4781056"/>
              <a:ext cx="23885" cy="17323"/>
            </a:xfrm>
            <a:custGeom>
              <a:avLst/>
              <a:pathLst>
                <a:path w="23885" h="17323">
                  <a:moveTo>
                    <a:pt x="0" y="6613"/>
                  </a:moveTo>
                  <a:lnTo>
                    <a:pt x="5409" y="0"/>
                  </a:lnTo>
                  <a:lnTo>
                    <a:pt x="23885" y="12650"/>
                  </a:lnTo>
                  <a:lnTo>
                    <a:pt x="20162" y="1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49127" y="4792197"/>
              <a:ext cx="51881" cy="56425"/>
            </a:xfrm>
            <a:custGeom>
              <a:avLst/>
              <a:pathLst>
                <a:path w="51881" h="56425">
                  <a:moveTo>
                    <a:pt x="0" y="45787"/>
                  </a:moveTo>
                  <a:lnTo>
                    <a:pt x="30770" y="0"/>
                  </a:lnTo>
                  <a:lnTo>
                    <a:pt x="51881" y="10916"/>
                  </a:lnTo>
                  <a:lnTo>
                    <a:pt x="18335" y="56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28207" y="4683862"/>
              <a:ext cx="46131" cy="53337"/>
            </a:xfrm>
            <a:custGeom>
              <a:avLst/>
              <a:pathLst>
                <a:path w="46131" h="53337">
                  <a:moveTo>
                    <a:pt x="28139" y="0"/>
                  </a:moveTo>
                  <a:lnTo>
                    <a:pt x="46131" y="13688"/>
                  </a:lnTo>
                  <a:lnTo>
                    <a:pt x="18337" y="53337"/>
                  </a:lnTo>
                  <a:lnTo>
                    <a:pt x="0" y="40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3401" y="4690304"/>
              <a:ext cx="39903" cy="35939"/>
            </a:xfrm>
            <a:custGeom>
              <a:avLst/>
              <a:pathLst>
                <a:path w="39903" h="35939">
                  <a:moveTo>
                    <a:pt x="0" y="16819"/>
                  </a:moveTo>
                  <a:lnTo>
                    <a:pt x="28452" y="0"/>
                  </a:lnTo>
                  <a:lnTo>
                    <a:pt x="39903" y="19551"/>
                  </a:lnTo>
                  <a:lnTo>
                    <a:pt x="11521" y="35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24288" y="4672757"/>
              <a:ext cx="51702" cy="43846"/>
            </a:xfrm>
            <a:custGeom>
              <a:avLst/>
              <a:pathLst>
                <a:path w="51702" h="43846">
                  <a:moveTo>
                    <a:pt x="51702" y="18185"/>
                  </a:moveTo>
                  <a:lnTo>
                    <a:pt x="10886" y="43846"/>
                  </a:lnTo>
                  <a:lnTo>
                    <a:pt x="0" y="25176"/>
                  </a:lnTo>
                  <a:lnTo>
                    <a:pt x="403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48524" y="4682382"/>
              <a:ext cx="51816" cy="46109"/>
            </a:xfrm>
            <a:custGeom>
              <a:avLst/>
              <a:pathLst>
                <a:path w="51816" h="46109">
                  <a:moveTo>
                    <a:pt x="0" y="17219"/>
                  </a:moveTo>
                  <a:lnTo>
                    <a:pt x="12500" y="0"/>
                  </a:lnTo>
                  <a:lnTo>
                    <a:pt x="51816" y="28088"/>
                  </a:lnTo>
                  <a:lnTo>
                    <a:pt x="39337" y="4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69445" y="4848188"/>
              <a:ext cx="51390" cy="33493"/>
            </a:xfrm>
            <a:custGeom>
              <a:avLst/>
              <a:pathLst>
                <a:path w="51390" h="33493">
                  <a:moveTo>
                    <a:pt x="0" y="13110"/>
                  </a:moveTo>
                  <a:lnTo>
                    <a:pt x="8093" y="0"/>
                  </a:lnTo>
                  <a:lnTo>
                    <a:pt x="51390" y="23229"/>
                  </a:lnTo>
                  <a:lnTo>
                    <a:pt x="44898" y="33493"/>
                  </a:lnTo>
                  <a:lnTo>
                    <a:pt x="7637" y="177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88087" y="4895927"/>
              <a:ext cx="37180" cy="30072"/>
            </a:xfrm>
            <a:custGeom>
              <a:avLst/>
              <a:pathLst>
                <a:path w="37180" h="30072">
                  <a:moveTo>
                    <a:pt x="0" y="14712"/>
                  </a:moveTo>
                  <a:lnTo>
                    <a:pt x="7955" y="0"/>
                  </a:lnTo>
                  <a:lnTo>
                    <a:pt x="37180" y="14951"/>
                  </a:lnTo>
                  <a:lnTo>
                    <a:pt x="28292" y="30072"/>
                  </a:lnTo>
                  <a:lnTo>
                    <a:pt x="23744" y="27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098178" y="4885576"/>
              <a:ext cx="39003" cy="21661"/>
            </a:xfrm>
            <a:custGeom>
              <a:avLst/>
              <a:pathLst>
                <a:path w="39003" h="21661">
                  <a:moveTo>
                    <a:pt x="0" y="6325"/>
                  </a:moveTo>
                  <a:lnTo>
                    <a:pt x="2135" y="2875"/>
                  </a:lnTo>
                  <a:lnTo>
                    <a:pt x="20344" y="11270"/>
                  </a:lnTo>
                  <a:lnTo>
                    <a:pt x="26976" y="0"/>
                  </a:lnTo>
                  <a:lnTo>
                    <a:pt x="39003" y="6785"/>
                  </a:lnTo>
                  <a:lnTo>
                    <a:pt x="29783" y="21495"/>
                  </a:lnTo>
                  <a:lnTo>
                    <a:pt x="29545" y="2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02281" y="4878676"/>
              <a:ext cx="19726" cy="15660"/>
            </a:xfrm>
            <a:custGeom>
              <a:avLst/>
              <a:pathLst>
                <a:path w="19726" h="15660">
                  <a:moveTo>
                    <a:pt x="0" y="9028"/>
                  </a:moveTo>
                  <a:lnTo>
                    <a:pt x="5732" y="0"/>
                  </a:lnTo>
                  <a:lnTo>
                    <a:pt x="19726" y="7417"/>
                  </a:lnTo>
                  <a:lnTo>
                    <a:pt x="14782" y="15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30661" y="4895795"/>
              <a:ext cx="77147" cy="50302"/>
            </a:xfrm>
            <a:custGeom>
              <a:avLst/>
              <a:pathLst>
                <a:path w="77147" h="50302">
                  <a:moveTo>
                    <a:pt x="0" y="13832"/>
                  </a:moveTo>
                  <a:lnTo>
                    <a:pt x="496" y="13008"/>
                  </a:lnTo>
                  <a:lnTo>
                    <a:pt x="5642" y="4873"/>
                  </a:lnTo>
                  <a:lnTo>
                    <a:pt x="8725" y="0"/>
                  </a:lnTo>
                  <a:lnTo>
                    <a:pt x="77147" y="35242"/>
                  </a:lnTo>
                  <a:lnTo>
                    <a:pt x="76143" y="36855"/>
                  </a:lnTo>
                  <a:lnTo>
                    <a:pt x="68189" y="49627"/>
                  </a:lnTo>
                  <a:lnTo>
                    <a:pt x="67769" y="50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20589" y="4912780"/>
              <a:ext cx="76346" cy="51926"/>
            </a:xfrm>
            <a:custGeom>
              <a:avLst/>
              <a:pathLst>
                <a:path w="76346" h="51926">
                  <a:moveTo>
                    <a:pt x="0" y="14055"/>
                  </a:moveTo>
                  <a:lnTo>
                    <a:pt x="8259" y="0"/>
                  </a:lnTo>
                  <a:lnTo>
                    <a:pt x="76346" y="37198"/>
                  </a:lnTo>
                  <a:lnTo>
                    <a:pt x="67439" y="51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13255" y="4929772"/>
              <a:ext cx="72751" cy="46233"/>
            </a:xfrm>
            <a:custGeom>
              <a:avLst/>
              <a:pathLst>
                <a:path w="72751" h="46233">
                  <a:moveTo>
                    <a:pt x="0" y="9627"/>
                  </a:moveTo>
                  <a:lnTo>
                    <a:pt x="5562" y="0"/>
                  </a:lnTo>
                  <a:lnTo>
                    <a:pt x="72751" y="36658"/>
                  </a:lnTo>
                  <a:lnTo>
                    <a:pt x="66259" y="46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090646" y="4736131"/>
              <a:ext cx="48754" cy="53622"/>
            </a:xfrm>
            <a:custGeom>
              <a:avLst/>
              <a:pathLst>
                <a:path w="48754" h="53622">
                  <a:moveTo>
                    <a:pt x="0" y="39965"/>
                  </a:moveTo>
                  <a:lnTo>
                    <a:pt x="29224" y="0"/>
                  </a:lnTo>
                  <a:lnTo>
                    <a:pt x="48754" y="12219"/>
                  </a:lnTo>
                  <a:lnTo>
                    <a:pt x="19038" y="53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4421" y="4751592"/>
              <a:ext cx="52773" cy="41456"/>
            </a:xfrm>
            <a:custGeom>
              <a:avLst/>
              <a:pathLst>
                <a:path w="52773" h="41456">
                  <a:moveTo>
                    <a:pt x="8008" y="36109"/>
                  </a:moveTo>
                  <a:lnTo>
                    <a:pt x="5648" y="33348"/>
                  </a:lnTo>
                  <a:lnTo>
                    <a:pt x="0" y="24550"/>
                  </a:lnTo>
                  <a:lnTo>
                    <a:pt x="13478" y="16792"/>
                  </a:lnTo>
                  <a:lnTo>
                    <a:pt x="41986" y="0"/>
                  </a:lnTo>
                  <a:lnTo>
                    <a:pt x="52773" y="18340"/>
                  </a:lnTo>
                  <a:lnTo>
                    <a:pt x="16691" y="41456"/>
                  </a:lnTo>
                  <a:lnTo>
                    <a:pt x="13561" y="40033"/>
                  </a:lnTo>
                  <a:lnTo>
                    <a:pt x="10525" y="38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64121" y="4716824"/>
              <a:ext cx="51581" cy="40795"/>
            </a:xfrm>
            <a:custGeom>
              <a:avLst/>
              <a:pathLst>
                <a:path w="51581" h="40795">
                  <a:moveTo>
                    <a:pt x="2622" y="21394"/>
                  </a:moveTo>
                  <a:lnTo>
                    <a:pt x="0" y="19493"/>
                  </a:lnTo>
                  <a:lnTo>
                    <a:pt x="31023" y="0"/>
                  </a:lnTo>
                  <a:lnTo>
                    <a:pt x="32971" y="1382"/>
                  </a:lnTo>
                  <a:lnTo>
                    <a:pt x="51581" y="14691"/>
                  </a:lnTo>
                  <a:lnTo>
                    <a:pt x="33435" y="407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89705" y="4722448"/>
              <a:ext cx="54345" cy="45326"/>
            </a:xfrm>
            <a:custGeom>
              <a:avLst/>
              <a:pathLst>
                <a:path w="54345" h="45326">
                  <a:moveTo>
                    <a:pt x="0" y="26178"/>
                  </a:moveTo>
                  <a:lnTo>
                    <a:pt x="43626" y="0"/>
                  </a:lnTo>
                  <a:lnTo>
                    <a:pt x="54345" y="18668"/>
                  </a:lnTo>
                  <a:lnTo>
                    <a:pt x="11607" y="45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276337" y="4736207"/>
              <a:ext cx="51499" cy="46552"/>
            </a:xfrm>
            <a:custGeom>
              <a:avLst/>
              <a:pathLst>
                <a:path w="51499" h="46552">
                  <a:moveTo>
                    <a:pt x="51499" y="28137"/>
                  </a:moveTo>
                  <a:lnTo>
                    <a:pt x="39136" y="46552"/>
                  </a:lnTo>
                  <a:lnTo>
                    <a:pt x="0" y="17825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60077" y="4739257"/>
              <a:ext cx="55513" cy="46380"/>
            </a:xfrm>
            <a:custGeom>
              <a:avLst/>
              <a:pathLst>
                <a:path w="55513" h="46380">
                  <a:moveTo>
                    <a:pt x="37440" y="4056"/>
                  </a:moveTo>
                  <a:lnTo>
                    <a:pt x="44145" y="0"/>
                  </a:lnTo>
                  <a:lnTo>
                    <a:pt x="54428" y="16674"/>
                  </a:lnTo>
                  <a:lnTo>
                    <a:pt x="55513" y="18433"/>
                  </a:lnTo>
                  <a:lnTo>
                    <a:pt x="11113" y="46380"/>
                  </a:lnTo>
                  <a:lnTo>
                    <a:pt x="850" y="28595"/>
                  </a:lnTo>
                  <a:lnTo>
                    <a:pt x="357" y="27629"/>
                  </a:lnTo>
                  <a:lnTo>
                    <a:pt x="0" y="26929"/>
                  </a:lnTo>
                  <a:lnTo>
                    <a:pt x="19255" y="151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32599" y="4704925"/>
              <a:ext cx="52785" cy="47076"/>
            </a:xfrm>
            <a:custGeom>
              <a:avLst/>
              <a:pathLst>
                <a:path w="52785" h="47076">
                  <a:moveTo>
                    <a:pt x="52785" y="28989"/>
                  </a:moveTo>
                  <a:lnTo>
                    <a:pt x="40420" y="47076"/>
                  </a:lnTo>
                  <a:lnTo>
                    <a:pt x="0" y="17287"/>
                  </a:lnTo>
                  <a:lnTo>
                    <a:pt x="123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847" y="4713665"/>
              <a:ext cx="38076" cy="34979"/>
            </a:xfrm>
            <a:custGeom>
              <a:avLst/>
              <a:pathLst>
                <a:path w="38076" h="34979">
                  <a:moveTo>
                    <a:pt x="0" y="15885"/>
                  </a:moveTo>
                  <a:lnTo>
                    <a:pt x="28733" y="0"/>
                  </a:lnTo>
                  <a:lnTo>
                    <a:pt x="38076" y="19120"/>
                  </a:lnTo>
                  <a:lnTo>
                    <a:pt x="10925" y="34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6086" y="4699332"/>
              <a:ext cx="54950" cy="45450"/>
            </a:xfrm>
            <a:custGeom>
              <a:avLst/>
              <a:pathLst>
                <a:path w="54950" h="45450">
                  <a:moveTo>
                    <a:pt x="0" y="26044"/>
                  </a:moveTo>
                  <a:lnTo>
                    <a:pt x="43793" y="0"/>
                  </a:lnTo>
                  <a:lnTo>
                    <a:pt x="54950" y="19834"/>
                  </a:lnTo>
                  <a:lnTo>
                    <a:pt x="11813" y="454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38110" y="4695285"/>
              <a:ext cx="52156" cy="43372"/>
            </a:xfrm>
            <a:custGeom>
              <a:avLst/>
              <a:pathLst>
                <a:path w="52156" h="43372">
                  <a:moveTo>
                    <a:pt x="0" y="25432"/>
                  </a:moveTo>
                  <a:lnTo>
                    <a:pt x="40283" y="0"/>
                  </a:lnTo>
                  <a:lnTo>
                    <a:pt x="52156" y="17970"/>
                  </a:lnTo>
                  <a:lnTo>
                    <a:pt x="10129" y="43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45597" y="4714715"/>
              <a:ext cx="56042" cy="48217"/>
            </a:xfrm>
            <a:custGeom>
              <a:avLst/>
              <a:pathLst>
                <a:path w="56042" h="48217">
                  <a:moveTo>
                    <a:pt x="0" y="28815"/>
                  </a:moveTo>
                  <a:lnTo>
                    <a:pt x="43085" y="0"/>
                  </a:lnTo>
                  <a:lnTo>
                    <a:pt x="56042" y="20420"/>
                  </a:lnTo>
                  <a:lnTo>
                    <a:pt x="11199" y="48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292686" y="4712583"/>
              <a:ext cx="51331" cy="46447"/>
            </a:xfrm>
            <a:custGeom>
              <a:avLst/>
              <a:pathLst>
                <a:path w="51331" h="46447">
                  <a:moveTo>
                    <a:pt x="0" y="17772"/>
                  </a:moveTo>
                  <a:lnTo>
                    <a:pt x="12223" y="0"/>
                  </a:lnTo>
                  <a:lnTo>
                    <a:pt x="51331" y="28234"/>
                  </a:lnTo>
                  <a:lnTo>
                    <a:pt x="38519" y="46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70657" y="4804997"/>
              <a:ext cx="53752" cy="56669"/>
            </a:xfrm>
            <a:custGeom>
              <a:avLst/>
              <a:pathLst>
                <a:path w="53752" h="56669">
                  <a:moveTo>
                    <a:pt x="0" y="44949"/>
                  </a:moveTo>
                  <a:lnTo>
                    <a:pt x="34419" y="0"/>
                  </a:lnTo>
                  <a:lnTo>
                    <a:pt x="53752" y="10385"/>
                  </a:lnTo>
                  <a:lnTo>
                    <a:pt x="22336" y="56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4587" y="4797102"/>
              <a:ext cx="54374" cy="42696"/>
            </a:xfrm>
            <a:custGeom>
              <a:avLst/>
              <a:pathLst>
                <a:path w="54374" h="42696">
                  <a:moveTo>
                    <a:pt x="0" y="19838"/>
                  </a:moveTo>
                  <a:lnTo>
                    <a:pt x="10706" y="0"/>
                  </a:lnTo>
                  <a:lnTo>
                    <a:pt x="54374" y="23030"/>
                  </a:lnTo>
                  <a:lnTo>
                    <a:pt x="42825" y="42696"/>
                  </a:lnTo>
                  <a:lnTo>
                    <a:pt x="21581" y="31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06519" y="4814896"/>
              <a:ext cx="45711" cy="46663"/>
            </a:xfrm>
            <a:custGeom>
              <a:avLst/>
              <a:pathLst>
                <a:path w="45711" h="46663">
                  <a:moveTo>
                    <a:pt x="0" y="35209"/>
                  </a:moveTo>
                  <a:lnTo>
                    <a:pt x="25887" y="0"/>
                  </a:lnTo>
                  <a:lnTo>
                    <a:pt x="41967" y="9500"/>
                  </a:lnTo>
                  <a:lnTo>
                    <a:pt x="45711" y="11643"/>
                  </a:lnTo>
                  <a:lnTo>
                    <a:pt x="19999" y="46663"/>
                  </a:lnTo>
                  <a:lnTo>
                    <a:pt x="16710" y="447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095719" y="4817136"/>
              <a:ext cx="52861" cy="57195"/>
            </a:xfrm>
            <a:custGeom>
              <a:avLst/>
              <a:pathLst>
                <a:path w="52861" h="57195">
                  <a:moveTo>
                    <a:pt x="0" y="45960"/>
                  </a:moveTo>
                  <a:lnTo>
                    <a:pt x="744" y="44866"/>
                  </a:lnTo>
                  <a:lnTo>
                    <a:pt x="32104" y="0"/>
                  </a:lnTo>
                  <a:lnTo>
                    <a:pt x="51057" y="10009"/>
                  </a:lnTo>
                  <a:lnTo>
                    <a:pt x="52861" y="10962"/>
                  </a:lnTo>
                  <a:lnTo>
                    <a:pt x="20152" y="57195"/>
                  </a:lnTo>
                  <a:lnTo>
                    <a:pt x="19234" y="568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26176" y="4571645"/>
              <a:ext cx="51631" cy="47228"/>
            </a:xfrm>
            <a:custGeom>
              <a:avLst/>
              <a:pathLst>
                <a:path w="51631" h="47228">
                  <a:moveTo>
                    <a:pt x="0" y="17740"/>
                  </a:moveTo>
                  <a:lnTo>
                    <a:pt x="12665" y="0"/>
                  </a:lnTo>
                  <a:lnTo>
                    <a:pt x="51631" y="29764"/>
                  </a:lnTo>
                  <a:lnTo>
                    <a:pt x="39290" y="47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0179" y="4580765"/>
              <a:ext cx="53067" cy="42984"/>
            </a:xfrm>
            <a:custGeom>
              <a:avLst/>
              <a:pathLst>
                <a:path w="53067" h="42984">
                  <a:moveTo>
                    <a:pt x="0" y="24398"/>
                  </a:moveTo>
                  <a:lnTo>
                    <a:pt x="41770" y="0"/>
                  </a:lnTo>
                  <a:lnTo>
                    <a:pt x="53067" y="19148"/>
                  </a:lnTo>
                  <a:lnTo>
                    <a:pt x="37161" y="28521"/>
                  </a:lnTo>
                  <a:lnTo>
                    <a:pt x="11196" y="429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477" y="4608099"/>
              <a:ext cx="54209" cy="44218"/>
            </a:xfrm>
            <a:custGeom>
              <a:avLst/>
              <a:pathLst>
                <a:path w="54209" h="44218">
                  <a:moveTo>
                    <a:pt x="0" y="25373"/>
                  </a:moveTo>
                  <a:lnTo>
                    <a:pt x="42853" y="0"/>
                  </a:lnTo>
                  <a:lnTo>
                    <a:pt x="54209" y="18233"/>
                  </a:lnTo>
                  <a:lnTo>
                    <a:pt x="11636" y="442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368803" y="4604406"/>
              <a:ext cx="51839" cy="45787"/>
            </a:xfrm>
            <a:custGeom>
              <a:avLst/>
              <a:pathLst>
                <a:path w="51839" h="45787">
                  <a:moveTo>
                    <a:pt x="0" y="17741"/>
                  </a:moveTo>
                  <a:lnTo>
                    <a:pt x="12638" y="0"/>
                  </a:lnTo>
                  <a:lnTo>
                    <a:pt x="51839" y="27817"/>
                  </a:lnTo>
                  <a:lnTo>
                    <a:pt x="39615" y="45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2725" y="4603393"/>
              <a:ext cx="54206" cy="43723"/>
            </a:xfrm>
            <a:custGeom>
              <a:avLst/>
              <a:pathLst>
                <a:path w="54206" h="43723">
                  <a:moveTo>
                    <a:pt x="0" y="24594"/>
                  </a:moveTo>
                  <a:lnTo>
                    <a:pt x="43163" y="0"/>
                  </a:lnTo>
                  <a:lnTo>
                    <a:pt x="54206" y="18286"/>
                  </a:lnTo>
                  <a:lnTo>
                    <a:pt x="11133" y="437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6771" y="4635744"/>
              <a:ext cx="52913" cy="43988"/>
            </a:xfrm>
            <a:custGeom>
              <a:avLst/>
              <a:pathLst>
                <a:path w="52913" h="43988">
                  <a:moveTo>
                    <a:pt x="0" y="25316"/>
                  </a:moveTo>
                  <a:lnTo>
                    <a:pt x="41518" y="0"/>
                  </a:lnTo>
                  <a:lnTo>
                    <a:pt x="52913" y="19350"/>
                  </a:lnTo>
                  <a:lnTo>
                    <a:pt x="11302" y="43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38432" y="4625179"/>
              <a:ext cx="45554" cy="53455"/>
            </a:xfrm>
            <a:custGeom>
              <a:avLst/>
              <a:pathLst>
                <a:path w="45554" h="53455">
                  <a:moveTo>
                    <a:pt x="18452" y="53455"/>
                  </a:moveTo>
                  <a:lnTo>
                    <a:pt x="0" y="40120"/>
                  </a:lnTo>
                  <a:lnTo>
                    <a:pt x="28255" y="0"/>
                  </a:lnTo>
                  <a:lnTo>
                    <a:pt x="45554" y="132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6876" y="4630942"/>
              <a:ext cx="52494" cy="44603"/>
            </a:xfrm>
            <a:custGeom>
              <a:avLst/>
              <a:pathLst>
                <a:path w="52494" h="44603">
                  <a:moveTo>
                    <a:pt x="0" y="25971"/>
                  </a:moveTo>
                  <a:lnTo>
                    <a:pt x="41465" y="0"/>
                  </a:lnTo>
                  <a:lnTo>
                    <a:pt x="52494" y="18616"/>
                  </a:lnTo>
                  <a:lnTo>
                    <a:pt x="11014" y="446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197822" y="4741391"/>
              <a:ext cx="104872" cy="83093"/>
            </a:xfrm>
            <a:custGeom>
              <a:avLst/>
              <a:pathLst>
                <a:path w="104872" h="83093">
                  <a:moveTo>
                    <a:pt x="0" y="26020"/>
                  </a:moveTo>
                  <a:lnTo>
                    <a:pt x="18546" y="0"/>
                  </a:lnTo>
                  <a:lnTo>
                    <a:pt x="104872" y="56641"/>
                  </a:lnTo>
                  <a:lnTo>
                    <a:pt x="86550" y="830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63046" y="4634774"/>
              <a:ext cx="70235" cy="70565"/>
            </a:xfrm>
            <a:custGeom>
              <a:avLst/>
              <a:pathLst>
                <a:path w="70235" h="70565">
                  <a:moveTo>
                    <a:pt x="0" y="41300"/>
                  </a:moveTo>
                  <a:lnTo>
                    <a:pt x="27448" y="0"/>
                  </a:lnTo>
                  <a:lnTo>
                    <a:pt x="70235" y="30326"/>
                  </a:lnTo>
                  <a:lnTo>
                    <a:pt x="42095" y="70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3996635" y="4625554"/>
              <a:ext cx="53107" cy="44163"/>
            </a:xfrm>
            <a:custGeom>
              <a:avLst/>
              <a:pathLst>
                <a:path w="53107" h="44163">
                  <a:moveTo>
                    <a:pt x="0" y="25768"/>
                  </a:moveTo>
                  <a:lnTo>
                    <a:pt x="41980" y="0"/>
                  </a:lnTo>
                  <a:lnTo>
                    <a:pt x="53107" y="18631"/>
                  </a:lnTo>
                  <a:lnTo>
                    <a:pt x="11294" y="44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59883" y="4641137"/>
              <a:ext cx="46231" cy="53449"/>
            </a:xfrm>
            <a:custGeom>
              <a:avLst/>
              <a:pathLst>
                <a:path w="46231" h="53449">
                  <a:moveTo>
                    <a:pt x="0" y="40210"/>
                  </a:moveTo>
                  <a:lnTo>
                    <a:pt x="28086" y="0"/>
                  </a:lnTo>
                  <a:lnTo>
                    <a:pt x="46231" y="12908"/>
                  </a:lnTo>
                  <a:lnTo>
                    <a:pt x="17821" y="53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19539" y="4880976"/>
              <a:ext cx="43400" cy="28662"/>
            </a:xfrm>
            <a:custGeom>
              <a:avLst/>
              <a:pathLst>
                <a:path w="43400" h="28662">
                  <a:moveTo>
                    <a:pt x="384" y="6825"/>
                  </a:moveTo>
                  <a:lnTo>
                    <a:pt x="0" y="6468"/>
                  </a:lnTo>
                  <a:lnTo>
                    <a:pt x="3778" y="0"/>
                  </a:lnTo>
                  <a:lnTo>
                    <a:pt x="43400" y="20485"/>
                  </a:lnTo>
                  <a:lnTo>
                    <a:pt x="38976" y="28662"/>
                  </a:lnTo>
                  <a:lnTo>
                    <a:pt x="33762" y="27946"/>
                  </a:lnTo>
                  <a:lnTo>
                    <a:pt x="24095" y="22886"/>
                  </a:lnTo>
                  <a:lnTo>
                    <a:pt x="4298" y="9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295221" y="4593698"/>
              <a:ext cx="46148" cy="53366"/>
            </a:xfrm>
            <a:custGeom>
              <a:avLst/>
              <a:pathLst>
                <a:path w="46148" h="53366">
                  <a:moveTo>
                    <a:pt x="0" y="40171"/>
                  </a:moveTo>
                  <a:lnTo>
                    <a:pt x="27788" y="0"/>
                  </a:lnTo>
                  <a:lnTo>
                    <a:pt x="46148" y="13718"/>
                  </a:lnTo>
                  <a:lnTo>
                    <a:pt x="18176" y="53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21191" y="4830224"/>
              <a:ext cx="52960" cy="57964"/>
            </a:xfrm>
            <a:custGeom>
              <a:avLst/>
              <a:pathLst>
                <a:path w="52960" h="57964">
                  <a:moveTo>
                    <a:pt x="0" y="46290"/>
                  </a:moveTo>
                  <a:lnTo>
                    <a:pt x="3846" y="40622"/>
                  </a:lnTo>
                  <a:lnTo>
                    <a:pt x="32100" y="0"/>
                  </a:lnTo>
                  <a:lnTo>
                    <a:pt x="52960" y="10499"/>
                  </a:lnTo>
                  <a:lnTo>
                    <a:pt x="20004" y="57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0091" y="4824839"/>
              <a:ext cx="53652" cy="43731"/>
            </a:xfrm>
            <a:custGeom>
              <a:avLst/>
              <a:pathLst>
                <a:path w="53652" h="43731">
                  <a:moveTo>
                    <a:pt x="0" y="18992"/>
                  </a:moveTo>
                  <a:lnTo>
                    <a:pt x="10985" y="0"/>
                  </a:lnTo>
                  <a:lnTo>
                    <a:pt x="53652" y="24460"/>
                  </a:lnTo>
                  <a:lnTo>
                    <a:pt x="42682" y="43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90020" y="4659223"/>
              <a:ext cx="53314" cy="43419"/>
            </a:xfrm>
            <a:custGeom>
              <a:avLst/>
              <a:pathLst>
                <a:path w="53314" h="43419">
                  <a:moveTo>
                    <a:pt x="0" y="24733"/>
                  </a:moveTo>
                  <a:lnTo>
                    <a:pt x="41558" y="0"/>
                  </a:lnTo>
                  <a:lnTo>
                    <a:pt x="53314" y="19079"/>
                  </a:lnTo>
                  <a:lnTo>
                    <a:pt x="11412" y="43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62922" y="4903007"/>
              <a:ext cx="22079" cy="14699"/>
            </a:xfrm>
            <a:custGeom>
              <a:avLst/>
              <a:pathLst>
                <a:path w="22079" h="14699">
                  <a:moveTo>
                    <a:pt x="0" y="6111"/>
                  </a:moveTo>
                  <a:lnTo>
                    <a:pt x="3626" y="0"/>
                  </a:lnTo>
                  <a:lnTo>
                    <a:pt x="22079" y="9086"/>
                  </a:lnTo>
                  <a:lnTo>
                    <a:pt x="18674" y="14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84052" y="4912305"/>
              <a:ext cx="31873" cy="21780"/>
            </a:xfrm>
            <a:custGeom>
              <a:avLst/>
              <a:pathLst>
                <a:path w="31873" h="21780">
                  <a:moveTo>
                    <a:pt x="0" y="6849"/>
                  </a:moveTo>
                  <a:lnTo>
                    <a:pt x="3556" y="0"/>
                  </a:lnTo>
                  <a:lnTo>
                    <a:pt x="31873" y="15046"/>
                  </a:lnTo>
                  <a:lnTo>
                    <a:pt x="27705" y="21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31605" y="4827843"/>
              <a:ext cx="43033" cy="46883"/>
            </a:xfrm>
            <a:custGeom>
              <a:avLst/>
              <a:pathLst>
                <a:path w="43033" h="46883">
                  <a:moveTo>
                    <a:pt x="564" y="34636"/>
                  </a:moveTo>
                  <a:lnTo>
                    <a:pt x="22947" y="2933"/>
                  </a:lnTo>
                  <a:lnTo>
                    <a:pt x="25086" y="0"/>
                  </a:lnTo>
                  <a:lnTo>
                    <a:pt x="43033" y="12171"/>
                  </a:lnTo>
                  <a:lnTo>
                    <a:pt x="29423" y="32219"/>
                  </a:lnTo>
                  <a:lnTo>
                    <a:pt x="20177" y="45293"/>
                  </a:lnTo>
                  <a:lnTo>
                    <a:pt x="19052" y="46883"/>
                  </a:lnTo>
                  <a:lnTo>
                    <a:pt x="0" y="353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45495" y="4872085"/>
              <a:ext cx="81538" cy="54460"/>
            </a:xfrm>
            <a:custGeom>
              <a:avLst/>
              <a:pathLst>
                <a:path w="81538" h="54460">
                  <a:moveTo>
                    <a:pt x="0" y="18187"/>
                  </a:moveTo>
                  <a:lnTo>
                    <a:pt x="11919" y="0"/>
                  </a:lnTo>
                  <a:lnTo>
                    <a:pt x="81538" y="36083"/>
                  </a:lnTo>
                  <a:lnTo>
                    <a:pt x="69226" y="54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3142" y="4654536"/>
              <a:ext cx="43247" cy="53026"/>
            </a:xfrm>
            <a:custGeom>
              <a:avLst/>
              <a:pathLst>
                <a:path w="43247" h="53026">
                  <a:moveTo>
                    <a:pt x="0" y="11644"/>
                  </a:moveTo>
                  <a:lnTo>
                    <a:pt x="18799" y="0"/>
                  </a:lnTo>
                  <a:lnTo>
                    <a:pt x="43247" y="42006"/>
                  </a:lnTo>
                  <a:lnTo>
                    <a:pt x="27937" y="51077"/>
                  </a:lnTo>
                  <a:lnTo>
                    <a:pt x="24590" y="53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60695" y="4858535"/>
              <a:ext cx="75534" cy="44955"/>
            </a:xfrm>
            <a:custGeom>
              <a:avLst/>
              <a:pathLst>
                <a:path w="75534" h="44955">
                  <a:moveTo>
                    <a:pt x="0" y="9574"/>
                  </a:moveTo>
                  <a:lnTo>
                    <a:pt x="6491" y="0"/>
                  </a:lnTo>
                  <a:lnTo>
                    <a:pt x="75534" y="35796"/>
                  </a:lnTo>
                  <a:lnTo>
                    <a:pt x="69053" y="44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2190" y="4862774"/>
              <a:ext cx="49812" cy="36460"/>
            </a:xfrm>
            <a:custGeom>
              <a:avLst/>
              <a:pathLst>
                <a:path w="49812" h="36460">
                  <a:moveTo>
                    <a:pt x="0" y="14511"/>
                  </a:moveTo>
                  <a:lnTo>
                    <a:pt x="8771" y="0"/>
                  </a:lnTo>
                  <a:lnTo>
                    <a:pt x="49812" y="21451"/>
                  </a:lnTo>
                  <a:lnTo>
                    <a:pt x="41733" y="36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33638" y="4842733"/>
              <a:ext cx="71003" cy="48590"/>
            </a:xfrm>
            <a:custGeom>
              <a:avLst/>
              <a:pathLst>
                <a:path w="71003" h="48590">
                  <a:moveTo>
                    <a:pt x="0" y="15813"/>
                  </a:moveTo>
                  <a:lnTo>
                    <a:pt x="8430" y="0"/>
                  </a:lnTo>
                  <a:lnTo>
                    <a:pt x="71003" y="33139"/>
                  </a:lnTo>
                  <a:lnTo>
                    <a:pt x="61821" y="4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67680" y="4885630"/>
              <a:ext cx="26260" cy="24024"/>
            </a:xfrm>
            <a:custGeom>
              <a:avLst/>
              <a:pathLst>
                <a:path w="26260" h="24024">
                  <a:moveTo>
                    <a:pt x="0" y="14302"/>
                  </a:moveTo>
                  <a:lnTo>
                    <a:pt x="8154" y="0"/>
                  </a:lnTo>
                  <a:lnTo>
                    <a:pt x="26260" y="10974"/>
                  </a:lnTo>
                  <a:lnTo>
                    <a:pt x="18456" y="240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69912" y="4844350"/>
              <a:ext cx="76771" cy="46704"/>
            </a:xfrm>
            <a:custGeom>
              <a:avLst/>
              <a:pathLst>
                <a:path w="76771" h="46704">
                  <a:moveTo>
                    <a:pt x="0" y="12122"/>
                  </a:moveTo>
                  <a:lnTo>
                    <a:pt x="8414" y="0"/>
                  </a:lnTo>
                  <a:lnTo>
                    <a:pt x="76771" y="34542"/>
                  </a:lnTo>
                  <a:lnTo>
                    <a:pt x="68341" y="46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13527" y="4772452"/>
              <a:ext cx="53732" cy="47244"/>
            </a:xfrm>
            <a:custGeom>
              <a:avLst/>
              <a:pathLst>
                <a:path w="53732" h="47244">
                  <a:moveTo>
                    <a:pt x="53732" y="27067"/>
                  </a:moveTo>
                  <a:lnTo>
                    <a:pt x="38907" y="47244"/>
                  </a:lnTo>
                  <a:lnTo>
                    <a:pt x="0" y="22052"/>
                  </a:lnTo>
                  <a:lnTo>
                    <a:pt x="8979" y="9239"/>
                  </a:lnTo>
                  <a:lnTo>
                    <a:pt x="14630" y="1177"/>
                  </a:lnTo>
                  <a:lnTo>
                    <a:pt x="154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725306" y="4351167"/>
              <a:ext cx="52116" cy="39315"/>
            </a:xfrm>
            <a:custGeom>
              <a:avLst/>
              <a:pathLst>
                <a:path w="52116" h="39315">
                  <a:moveTo>
                    <a:pt x="0" y="21485"/>
                  </a:moveTo>
                  <a:lnTo>
                    <a:pt x="7791" y="0"/>
                  </a:lnTo>
                  <a:lnTo>
                    <a:pt x="52116" y="17556"/>
                  </a:lnTo>
                  <a:lnTo>
                    <a:pt x="43904" y="39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754071" y="4419700"/>
              <a:ext cx="51338" cy="37635"/>
            </a:xfrm>
            <a:custGeom>
              <a:avLst/>
              <a:pathLst>
                <a:path w="51338" h="37635">
                  <a:moveTo>
                    <a:pt x="0" y="20775"/>
                  </a:moveTo>
                  <a:lnTo>
                    <a:pt x="7758" y="0"/>
                  </a:lnTo>
                  <a:lnTo>
                    <a:pt x="51338" y="16789"/>
                  </a:lnTo>
                  <a:lnTo>
                    <a:pt x="42907" y="37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587308" y="4613731"/>
              <a:ext cx="57925" cy="46077"/>
            </a:xfrm>
            <a:custGeom>
              <a:avLst/>
              <a:pathLst>
                <a:path w="57925" h="46077">
                  <a:moveTo>
                    <a:pt x="0" y="28893"/>
                  </a:moveTo>
                  <a:lnTo>
                    <a:pt x="48062" y="0"/>
                  </a:lnTo>
                  <a:lnTo>
                    <a:pt x="57925" y="17156"/>
                  </a:lnTo>
                  <a:lnTo>
                    <a:pt x="9849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611563" y="4658343"/>
              <a:ext cx="46803" cy="63025"/>
            </a:xfrm>
            <a:custGeom>
              <a:avLst/>
              <a:pathLst>
                <a:path w="46803" h="63025">
                  <a:moveTo>
                    <a:pt x="0" y="27370"/>
                  </a:moveTo>
                  <a:lnTo>
                    <a:pt x="46803" y="0"/>
                  </a:lnTo>
                  <a:lnTo>
                    <a:pt x="21886" y="63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669651" y="4774348"/>
              <a:ext cx="71564" cy="44720"/>
            </a:xfrm>
            <a:custGeom>
              <a:avLst/>
              <a:pathLst>
                <a:path w="71564" h="44720">
                  <a:moveTo>
                    <a:pt x="0" y="19874"/>
                  </a:moveTo>
                  <a:lnTo>
                    <a:pt x="7186" y="0"/>
                  </a:lnTo>
                  <a:lnTo>
                    <a:pt x="71564" y="24941"/>
                  </a:lnTo>
                  <a:lnTo>
                    <a:pt x="64391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534130" y="4671973"/>
              <a:ext cx="58610" cy="46361"/>
            </a:xfrm>
            <a:custGeom>
              <a:avLst/>
              <a:pathLst>
                <a:path w="58610" h="46361">
                  <a:moveTo>
                    <a:pt x="0" y="28689"/>
                  </a:moveTo>
                  <a:lnTo>
                    <a:pt x="48075" y="0"/>
                  </a:lnTo>
                  <a:lnTo>
                    <a:pt x="58610" y="17826"/>
                  </a:lnTo>
                  <a:lnTo>
                    <a:pt x="9813" y="46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589361" y="4688442"/>
              <a:ext cx="44356" cy="56877"/>
            </a:xfrm>
            <a:custGeom>
              <a:avLst/>
              <a:pathLst>
                <a:path w="44356" h="56877">
                  <a:moveTo>
                    <a:pt x="0" y="10569"/>
                  </a:moveTo>
                  <a:lnTo>
                    <a:pt x="17629" y="0"/>
                  </a:lnTo>
                  <a:lnTo>
                    <a:pt x="44356" y="46670"/>
                  </a:lnTo>
                  <a:lnTo>
                    <a:pt x="27987" y="568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639701" y="4690747"/>
              <a:ext cx="37657" cy="46933"/>
            </a:xfrm>
            <a:custGeom>
              <a:avLst/>
              <a:pathLst>
                <a:path w="37657" h="46933">
                  <a:moveTo>
                    <a:pt x="0" y="38020"/>
                  </a:moveTo>
                  <a:lnTo>
                    <a:pt x="14730" y="0"/>
                  </a:lnTo>
                  <a:lnTo>
                    <a:pt x="37657" y="8931"/>
                  </a:lnTo>
                  <a:lnTo>
                    <a:pt x="21975" y="46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637565" y="4735531"/>
              <a:ext cx="44767" cy="33644"/>
            </a:xfrm>
            <a:custGeom>
              <a:avLst/>
              <a:pathLst>
                <a:path w="44767" h="33644">
                  <a:moveTo>
                    <a:pt x="0" y="19337"/>
                  </a:moveTo>
                  <a:lnTo>
                    <a:pt x="6824" y="0"/>
                  </a:lnTo>
                  <a:lnTo>
                    <a:pt x="44767" y="14362"/>
                  </a:lnTo>
                  <a:lnTo>
                    <a:pt x="37795" y="33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731146" y="4725981"/>
              <a:ext cx="36180" cy="46629"/>
            </a:xfrm>
            <a:custGeom>
              <a:avLst/>
              <a:pathLst>
                <a:path w="36180" h="46629">
                  <a:moveTo>
                    <a:pt x="0" y="37964"/>
                  </a:moveTo>
                  <a:lnTo>
                    <a:pt x="13745" y="0"/>
                  </a:lnTo>
                  <a:lnTo>
                    <a:pt x="36180" y="8599"/>
                  </a:lnTo>
                  <a:lnTo>
                    <a:pt x="22069" y="46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568573" y="4701395"/>
              <a:ext cx="54537" cy="78421"/>
            </a:xfrm>
            <a:custGeom>
              <a:avLst/>
              <a:pathLst>
                <a:path w="54537" h="78421">
                  <a:moveTo>
                    <a:pt x="0" y="9940"/>
                  </a:moveTo>
                  <a:lnTo>
                    <a:pt x="16767" y="0"/>
                  </a:lnTo>
                  <a:lnTo>
                    <a:pt x="54537" y="62373"/>
                  </a:lnTo>
                  <a:lnTo>
                    <a:pt x="50018" y="72364"/>
                  </a:lnTo>
                  <a:lnTo>
                    <a:pt x="39606" y="78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671988" y="4701080"/>
              <a:ext cx="69577" cy="45039"/>
            </a:xfrm>
            <a:custGeom>
              <a:avLst/>
              <a:pathLst>
                <a:path w="69577" h="45039">
                  <a:moveTo>
                    <a:pt x="0" y="21288"/>
                  </a:moveTo>
                  <a:lnTo>
                    <a:pt x="8329" y="0"/>
                  </a:lnTo>
                  <a:lnTo>
                    <a:pt x="69577" y="23612"/>
                  </a:lnTo>
                  <a:lnTo>
                    <a:pt x="61649" y="4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547680" y="4713458"/>
              <a:ext cx="58246" cy="80136"/>
            </a:xfrm>
            <a:custGeom>
              <a:avLst/>
              <a:pathLst>
                <a:path w="58246" h="80136">
                  <a:moveTo>
                    <a:pt x="0" y="10013"/>
                  </a:moveTo>
                  <a:lnTo>
                    <a:pt x="17208" y="0"/>
                  </a:lnTo>
                  <a:lnTo>
                    <a:pt x="58246" y="69201"/>
                  </a:lnTo>
                  <a:lnTo>
                    <a:pt x="39533" y="80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664704" y="4727180"/>
              <a:ext cx="67214" cy="36191"/>
            </a:xfrm>
            <a:custGeom>
              <a:avLst/>
              <a:pathLst>
                <a:path w="67214" h="36191">
                  <a:moveTo>
                    <a:pt x="0" y="11786"/>
                  </a:moveTo>
                  <a:lnTo>
                    <a:pt x="4536" y="0"/>
                  </a:lnTo>
                  <a:lnTo>
                    <a:pt x="67214" y="23442"/>
                  </a:lnTo>
                  <a:lnTo>
                    <a:pt x="62337" y="36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519245" y="4731614"/>
              <a:ext cx="56833" cy="78234"/>
            </a:xfrm>
            <a:custGeom>
              <a:avLst/>
              <a:pathLst>
                <a:path w="56833" h="78234">
                  <a:moveTo>
                    <a:pt x="0" y="10467"/>
                  </a:moveTo>
                  <a:lnTo>
                    <a:pt x="18081" y="0"/>
                  </a:lnTo>
                  <a:lnTo>
                    <a:pt x="56833" y="68026"/>
                  </a:lnTo>
                  <a:lnTo>
                    <a:pt x="39517" y="78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699956" y="4548396"/>
              <a:ext cx="71453" cy="49896"/>
            </a:xfrm>
            <a:custGeom>
              <a:avLst/>
              <a:pathLst>
                <a:path w="71453" h="49896">
                  <a:moveTo>
                    <a:pt x="10207" y="0"/>
                  </a:moveTo>
                  <a:lnTo>
                    <a:pt x="71453" y="24755"/>
                  </a:lnTo>
                  <a:lnTo>
                    <a:pt x="61994" y="49896"/>
                  </a:lnTo>
                  <a:lnTo>
                    <a:pt x="0" y="2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715334" y="4375759"/>
              <a:ext cx="52759" cy="39242"/>
            </a:xfrm>
            <a:custGeom>
              <a:avLst/>
              <a:pathLst>
                <a:path w="52759" h="39242">
                  <a:moveTo>
                    <a:pt x="8352" y="0"/>
                  </a:moveTo>
                  <a:lnTo>
                    <a:pt x="52759" y="17818"/>
                  </a:lnTo>
                  <a:lnTo>
                    <a:pt x="44610" y="39242"/>
                  </a:lnTo>
                  <a:lnTo>
                    <a:pt x="0" y="22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810128" y="4388549"/>
              <a:ext cx="82912" cy="74581"/>
            </a:xfrm>
            <a:custGeom>
              <a:avLst/>
              <a:pathLst>
                <a:path w="82912" h="74581">
                  <a:moveTo>
                    <a:pt x="0" y="47521"/>
                  </a:moveTo>
                  <a:lnTo>
                    <a:pt x="18128" y="0"/>
                  </a:lnTo>
                  <a:lnTo>
                    <a:pt x="82912" y="25059"/>
                  </a:lnTo>
                  <a:lnTo>
                    <a:pt x="63716" y="74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660897" y="4799120"/>
              <a:ext cx="71298" cy="42743"/>
            </a:xfrm>
            <a:custGeom>
              <a:avLst/>
              <a:pathLst>
                <a:path w="71298" h="42743">
                  <a:moveTo>
                    <a:pt x="0" y="17936"/>
                  </a:moveTo>
                  <a:lnTo>
                    <a:pt x="6688" y="0"/>
                  </a:lnTo>
                  <a:lnTo>
                    <a:pt x="71298" y="24691"/>
                  </a:lnTo>
                  <a:lnTo>
                    <a:pt x="64357" y="42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705590" y="4402290"/>
              <a:ext cx="52503" cy="37515"/>
            </a:xfrm>
            <a:custGeom>
              <a:avLst/>
              <a:pathLst>
                <a:path w="52503" h="37515">
                  <a:moveTo>
                    <a:pt x="0" y="21626"/>
                  </a:moveTo>
                  <a:lnTo>
                    <a:pt x="7884" y="0"/>
                  </a:lnTo>
                  <a:lnTo>
                    <a:pt x="52503" y="16349"/>
                  </a:lnTo>
                  <a:lnTo>
                    <a:pt x="44569" y="37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610436" y="4804977"/>
              <a:ext cx="45540" cy="33528"/>
            </a:xfrm>
            <a:custGeom>
              <a:avLst/>
              <a:pathLst>
                <a:path w="45540" h="33528">
                  <a:moveTo>
                    <a:pt x="38117" y="33528"/>
                  </a:moveTo>
                  <a:lnTo>
                    <a:pt x="0" y="18525"/>
                  </a:lnTo>
                  <a:lnTo>
                    <a:pt x="7529" y="0"/>
                  </a:lnTo>
                  <a:lnTo>
                    <a:pt x="45540" y="14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561953" y="4805242"/>
              <a:ext cx="36740" cy="43942"/>
            </a:xfrm>
            <a:custGeom>
              <a:avLst/>
              <a:pathLst>
                <a:path w="36740" h="43942">
                  <a:moveTo>
                    <a:pt x="0" y="10078"/>
                  </a:moveTo>
                  <a:lnTo>
                    <a:pt x="17316" y="0"/>
                  </a:lnTo>
                  <a:lnTo>
                    <a:pt x="36740" y="34097"/>
                  </a:lnTo>
                  <a:lnTo>
                    <a:pt x="19747" y="4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651609" y="4820874"/>
              <a:ext cx="72300" cy="44556"/>
            </a:xfrm>
            <a:custGeom>
              <a:avLst/>
              <a:pathLst>
                <a:path w="72300" h="44556">
                  <a:moveTo>
                    <a:pt x="0" y="18879"/>
                  </a:moveTo>
                  <a:lnTo>
                    <a:pt x="7510" y="0"/>
                  </a:lnTo>
                  <a:lnTo>
                    <a:pt x="72300" y="24488"/>
                  </a:lnTo>
                  <a:lnTo>
                    <a:pt x="65133" y="44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690386" y="4578968"/>
              <a:ext cx="69613" cy="46238"/>
            </a:xfrm>
            <a:custGeom>
              <a:avLst/>
              <a:pathLst>
                <a:path w="69613" h="46238">
                  <a:moveTo>
                    <a:pt x="8711" y="0"/>
                  </a:moveTo>
                  <a:lnTo>
                    <a:pt x="69613" y="24157"/>
                  </a:lnTo>
                  <a:lnTo>
                    <a:pt x="61857" y="46238"/>
                  </a:lnTo>
                  <a:lnTo>
                    <a:pt x="0" y="21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747799" y="4574629"/>
              <a:ext cx="49676" cy="79399"/>
            </a:xfrm>
            <a:custGeom>
              <a:avLst/>
              <a:pathLst>
                <a:path w="49676" h="79399">
                  <a:moveTo>
                    <a:pt x="0" y="70409"/>
                  </a:moveTo>
                  <a:lnTo>
                    <a:pt x="27315" y="0"/>
                  </a:lnTo>
                  <a:lnTo>
                    <a:pt x="49676" y="8543"/>
                  </a:lnTo>
                  <a:lnTo>
                    <a:pt x="22196" y="79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655114" y="4605515"/>
              <a:ext cx="55345" cy="89461"/>
            </a:xfrm>
            <a:custGeom>
              <a:avLst/>
              <a:pathLst>
                <a:path w="55345" h="89461">
                  <a:moveTo>
                    <a:pt x="0" y="80536"/>
                  </a:moveTo>
                  <a:lnTo>
                    <a:pt x="33634" y="0"/>
                  </a:lnTo>
                  <a:lnTo>
                    <a:pt x="55345" y="9091"/>
                  </a:lnTo>
                  <a:lnTo>
                    <a:pt x="24142" y="8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683033" y="4634319"/>
              <a:ext cx="111173" cy="95283"/>
            </a:xfrm>
            <a:custGeom>
              <a:avLst/>
              <a:pathLst>
                <a:path w="111173" h="95283">
                  <a:moveTo>
                    <a:pt x="0" y="62085"/>
                  </a:moveTo>
                  <a:lnTo>
                    <a:pt x="22752" y="0"/>
                  </a:lnTo>
                  <a:lnTo>
                    <a:pt x="111173" y="34653"/>
                  </a:lnTo>
                  <a:lnTo>
                    <a:pt x="87220" y="9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768929" y="4512642"/>
              <a:ext cx="70756" cy="51848"/>
            </a:xfrm>
            <a:custGeom>
              <a:avLst/>
              <a:pathLst>
                <a:path w="70756" h="51848">
                  <a:moveTo>
                    <a:pt x="16108" y="13629"/>
                  </a:moveTo>
                  <a:lnTo>
                    <a:pt x="70756" y="34812"/>
                  </a:lnTo>
                  <a:lnTo>
                    <a:pt x="64223" y="51848"/>
                  </a:lnTo>
                  <a:lnTo>
                    <a:pt x="13673" y="32030"/>
                  </a:lnTo>
                  <a:lnTo>
                    <a:pt x="15828" y="26740"/>
                  </a:lnTo>
                  <a:lnTo>
                    <a:pt x="0" y="20231"/>
                  </a:lnTo>
                  <a:lnTo>
                    <a:pt x="8967" y="0"/>
                  </a:lnTo>
                  <a:lnTo>
                    <a:pt x="19516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782191" y="4344745"/>
              <a:ext cx="52211" cy="38222"/>
            </a:xfrm>
            <a:custGeom>
              <a:avLst/>
              <a:pathLst>
                <a:path w="52211" h="38222">
                  <a:moveTo>
                    <a:pt x="0" y="21102"/>
                  </a:moveTo>
                  <a:lnTo>
                    <a:pt x="7892" y="0"/>
                  </a:lnTo>
                  <a:lnTo>
                    <a:pt x="52211" y="16962"/>
                  </a:lnTo>
                  <a:lnTo>
                    <a:pt x="43987" y="38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598697" y="4633666"/>
              <a:ext cx="58722" cy="46727"/>
            </a:xfrm>
            <a:custGeom>
              <a:avLst/>
              <a:pathLst>
                <a:path w="58722" h="46727">
                  <a:moveTo>
                    <a:pt x="0" y="28882"/>
                  </a:moveTo>
                  <a:lnTo>
                    <a:pt x="48134" y="0"/>
                  </a:lnTo>
                  <a:lnTo>
                    <a:pt x="58722" y="17948"/>
                  </a:lnTo>
                  <a:lnTo>
                    <a:pt x="10344" y="46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696942" y="4428370"/>
              <a:ext cx="50758" cy="35189"/>
            </a:xfrm>
            <a:custGeom>
              <a:avLst/>
              <a:pathLst>
                <a:path w="50758" h="35189">
                  <a:moveTo>
                    <a:pt x="6981" y="0"/>
                  </a:moveTo>
                  <a:lnTo>
                    <a:pt x="50758" y="15363"/>
                  </a:lnTo>
                  <a:lnTo>
                    <a:pt x="43040" y="35189"/>
                  </a:lnTo>
                  <a:lnTo>
                    <a:pt x="0" y="17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800394" y="4441569"/>
              <a:ext cx="71810" cy="43331"/>
            </a:xfrm>
            <a:custGeom>
              <a:avLst/>
              <a:pathLst>
                <a:path w="71810" h="43331">
                  <a:moveTo>
                    <a:pt x="0" y="16992"/>
                  </a:moveTo>
                  <a:lnTo>
                    <a:pt x="7060" y="0"/>
                  </a:lnTo>
                  <a:lnTo>
                    <a:pt x="71810" y="26349"/>
                  </a:lnTo>
                  <a:lnTo>
                    <a:pt x="65415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5892246" y="4387626"/>
              <a:ext cx="9752" cy="23594"/>
            </a:xfrm>
            <a:custGeom>
              <a:avLst/>
              <a:pathLst>
                <a:path w="9752" h="23594">
                  <a:moveTo>
                    <a:pt x="9752" y="9855"/>
                  </a:moveTo>
                  <a:lnTo>
                    <a:pt x="9126" y="11638"/>
                  </a:lnTo>
                  <a:lnTo>
                    <a:pt x="8224" y="14210"/>
                  </a:lnTo>
                  <a:lnTo>
                    <a:pt x="4933" y="23594"/>
                  </a:lnTo>
                  <a:lnTo>
                    <a:pt x="3375" y="22959"/>
                  </a:lnTo>
                  <a:lnTo>
                    <a:pt x="2472" y="22591"/>
                  </a:lnTo>
                  <a:lnTo>
                    <a:pt x="0" y="21583"/>
                  </a:lnTo>
                  <a:lnTo>
                    <a:pt x="5677" y="5527"/>
                  </a:lnTo>
                  <a:lnTo>
                    <a:pt x="6399" y="3486"/>
                  </a:lnTo>
                  <a:lnTo>
                    <a:pt x="6618" y="2866"/>
                  </a:lnTo>
                  <a:lnTo>
                    <a:pt x="7632" y="0"/>
                  </a:lnTo>
                  <a:lnTo>
                    <a:pt x="9625" y="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714336" y="4520203"/>
              <a:ext cx="49705" cy="36395"/>
            </a:xfrm>
            <a:custGeom>
              <a:avLst/>
              <a:pathLst>
                <a:path w="49705" h="36395">
                  <a:moveTo>
                    <a:pt x="7484" y="0"/>
                  </a:moveTo>
                  <a:lnTo>
                    <a:pt x="49705" y="15780"/>
                  </a:lnTo>
                  <a:lnTo>
                    <a:pt x="41935" y="36395"/>
                  </a:lnTo>
                  <a:lnTo>
                    <a:pt x="0" y="19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5870303" y="4345062"/>
              <a:ext cx="30095" cy="35566"/>
            </a:xfrm>
            <a:custGeom>
              <a:avLst/>
              <a:pathLst>
                <a:path w="30095" h="35566">
                  <a:moveTo>
                    <a:pt x="12135" y="3343"/>
                  </a:moveTo>
                  <a:lnTo>
                    <a:pt x="16062" y="6757"/>
                  </a:lnTo>
                  <a:lnTo>
                    <a:pt x="20207" y="10676"/>
                  </a:lnTo>
                  <a:lnTo>
                    <a:pt x="21685" y="12073"/>
                  </a:lnTo>
                  <a:lnTo>
                    <a:pt x="22550" y="13273"/>
                  </a:lnTo>
                  <a:lnTo>
                    <a:pt x="24807" y="16407"/>
                  </a:lnTo>
                  <a:lnTo>
                    <a:pt x="25374" y="17194"/>
                  </a:lnTo>
                  <a:lnTo>
                    <a:pt x="26296" y="19222"/>
                  </a:lnTo>
                  <a:lnTo>
                    <a:pt x="28156" y="23318"/>
                  </a:lnTo>
                  <a:lnTo>
                    <a:pt x="30095" y="35566"/>
                  </a:lnTo>
                  <a:lnTo>
                    <a:pt x="15047" y="29885"/>
                  </a:lnTo>
                  <a:lnTo>
                    <a:pt x="6933" y="26822"/>
                  </a:lnTo>
                  <a:lnTo>
                    <a:pt x="0" y="24204"/>
                  </a:lnTo>
                  <a:lnTo>
                    <a:pt x="355" y="23128"/>
                  </a:lnTo>
                  <a:lnTo>
                    <a:pt x="430" y="22902"/>
                  </a:lnTo>
                  <a:lnTo>
                    <a:pt x="2771" y="15818"/>
                  </a:lnTo>
                  <a:lnTo>
                    <a:pt x="3861" y="12520"/>
                  </a:lnTo>
                  <a:lnTo>
                    <a:pt x="79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675930" y="4476026"/>
              <a:ext cx="51311" cy="37607"/>
            </a:xfrm>
            <a:custGeom>
              <a:avLst/>
              <a:pathLst>
                <a:path w="51311" h="37607">
                  <a:moveTo>
                    <a:pt x="0" y="21090"/>
                  </a:moveTo>
                  <a:lnTo>
                    <a:pt x="8364" y="0"/>
                  </a:lnTo>
                  <a:lnTo>
                    <a:pt x="51311" y="17264"/>
                  </a:lnTo>
                  <a:lnTo>
                    <a:pt x="43752" y="3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743140" y="4444284"/>
              <a:ext cx="51463" cy="38642"/>
            </a:xfrm>
            <a:custGeom>
              <a:avLst/>
              <a:pathLst>
                <a:path w="51463" h="38642">
                  <a:moveTo>
                    <a:pt x="43187" y="38642"/>
                  </a:moveTo>
                  <a:lnTo>
                    <a:pt x="0" y="21205"/>
                  </a:lnTo>
                  <a:lnTo>
                    <a:pt x="8286" y="0"/>
                  </a:lnTo>
                  <a:lnTo>
                    <a:pt x="514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791545" y="4461928"/>
              <a:ext cx="72066" cy="42426"/>
            </a:xfrm>
            <a:custGeom>
              <a:avLst/>
              <a:pathLst>
                <a:path w="72066" h="42426">
                  <a:moveTo>
                    <a:pt x="0" y="17423"/>
                  </a:moveTo>
                  <a:lnTo>
                    <a:pt x="7078" y="0"/>
                  </a:lnTo>
                  <a:lnTo>
                    <a:pt x="72066" y="25534"/>
                  </a:lnTo>
                  <a:lnTo>
                    <a:pt x="65729" y="42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772740" y="4584121"/>
              <a:ext cx="52088" cy="79830"/>
            </a:xfrm>
            <a:custGeom>
              <a:avLst/>
              <a:pathLst>
                <a:path w="52088" h="79830">
                  <a:moveTo>
                    <a:pt x="0" y="71079"/>
                  </a:moveTo>
                  <a:lnTo>
                    <a:pt x="27808" y="0"/>
                  </a:lnTo>
                  <a:lnTo>
                    <a:pt x="52088" y="8970"/>
                  </a:lnTo>
                  <a:lnTo>
                    <a:pt x="24119" y="79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686123" y="4450452"/>
              <a:ext cx="51452" cy="38290"/>
            </a:xfrm>
            <a:custGeom>
              <a:avLst/>
              <a:pathLst>
                <a:path w="51452" h="38290">
                  <a:moveTo>
                    <a:pt x="0" y="21391"/>
                  </a:moveTo>
                  <a:lnTo>
                    <a:pt x="8317" y="0"/>
                  </a:lnTo>
                  <a:lnTo>
                    <a:pt x="51452" y="17445"/>
                  </a:lnTo>
                  <a:lnTo>
                    <a:pt x="43114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781126" y="4484058"/>
              <a:ext cx="75585" cy="40825"/>
            </a:xfrm>
            <a:custGeom>
              <a:avLst/>
              <a:pathLst>
                <a:path w="75585" h="40825">
                  <a:moveTo>
                    <a:pt x="13065" y="19183"/>
                  </a:moveTo>
                  <a:lnTo>
                    <a:pt x="9793" y="28044"/>
                  </a:lnTo>
                  <a:lnTo>
                    <a:pt x="0" y="24680"/>
                  </a:lnTo>
                  <a:lnTo>
                    <a:pt x="10375" y="0"/>
                  </a:lnTo>
                  <a:lnTo>
                    <a:pt x="75585" y="24429"/>
                  </a:lnTo>
                  <a:lnTo>
                    <a:pt x="69319" y="40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521721" y="4651139"/>
              <a:ext cx="59121" cy="46940"/>
            </a:xfrm>
            <a:custGeom>
              <a:avLst/>
              <a:pathLst>
                <a:path w="59121" h="46940">
                  <a:moveTo>
                    <a:pt x="0" y="28812"/>
                  </a:moveTo>
                  <a:lnTo>
                    <a:pt x="48886" y="0"/>
                  </a:lnTo>
                  <a:lnTo>
                    <a:pt x="59121" y="18385"/>
                  </a:lnTo>
                  <a:lnTo>
                    <a:pt x="10123" y="46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759425" y="4536407"/>
              <a:ext cx="73029" cy="47275"/>
            </a:xfrm>
            <a:custGeom>
              <a:avLst/>
              <a:pathLst>
                <a:path w="73029" h="47275">
                  <a:moveTo>
                    <a:pt x="0" y="21707"/>
                  </a:moveTo>
                  <a:lnTo>
                    <a:pt x="8570" y="0"/>
                  </a:lnTo>
                  <a:lnTo>
                    <a:pt x="19872" y="4530"/>
                  </a:lnTo>
                  <a:lnTo>
                    <a:pt x="18029" y="9059"/>
                  </a:lnTo>
                  <a:lnTo>
                    <a:pt x="73029" y="30426"/>
                  </a:lnTo>
                  <a:lnTo>
                    <a:pt x="66712" y="47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793934" y="4508794"/>
              <a:ext cx="54031" cy="34949"/>
            </a:xfrm>
            <a:custGeom>
              <a:avLst/>
              <a:pathLst>
                <a:path w="54031" h="34949">
                  <a:moveTo>
                    <a:pt x="0" y="16802"/>
                  </a:moveTo>
                  <a:lnTo>
                    <a:pt x="6314" y="0"/>
                  </a:lnTo>
                  <a:lnTo>
                    <a:pt x="54031" y="18043"/>
                  </a:lnTo>
                  <a:lnTo>
                    <a:pt x="47512" y="34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722767" y="4494673"/>
              <a:ext cx="51972" cy="37280"/>
            </a:xfrm>
            <a:custGeom>
              <a:avLst/>
              <a:pathLst>
                <a:path w="51972" h="37280">
                  <a:moveTo>
                    <a:pt x="43800" y="37280"/>
                  </a:moveTo>
                  <a:lnTo>
                    <a:pt x="0" y="21046"/>
                  </a:lnTo>
                  <a:lnTo>
                    <a:pt x="8092" y="0"/>
                  </a:lnTo>
                  <a:lnTo>
                    <a:pt x="51972" y="1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666284" y="4501315"/>
              <a:ext cx="51375" cy="37500"/>
            </a:xfrm>
            <a:custGeom>
              <a:avLst/>
              <a:pathLst>
                <a:path w="51375" h="37500">
                  <a:moveTo>
                    <a:pt x="44041" y="37500"/>
                  </a:moveTo>
                  <a:lnTo>
                    <a:pt x="0" y="21621"/>
                  </a:lnTo>
                  <a:lnTo>
                    <a:pt x="7868" y="0"/>
                  </a:lnTo>
                  <a:lnTo>
                    <a:pt x="51375" y="16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792157" y="4318403"/>
              <a:ext cx="51048" cy="39466"/>
            </a:xfrm>
            <a:custGeom>
              <a:avLst/>
              <a:pathLst>
                <a:path w="51048" h="39466">
                  <a:moveTo>
                    <a:pt x="0" y="22684"/>
                  </a:moveTo>
                  <a:lnTo>
                    <a:pt x="8483" y="0"/>
                  </a:lnTo>
                  <a:lnTo>
                    <a:pt x="51048" y="17970"/>
                  </a:lnTo>
                  <a:lnTo>
                    <a:pt x="42952" y="39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678815" y="4751312"/>
              <a:ext cx="71595" cy="44417"/>
            </a:xfrm>
            <a:custGeom>
              <a:avLst/>
              <a:pathLst>
                <a:path w="71595" h="44417">
                  <a:moveTo>
                    <a:pt x="0" y="19170"/>
                  </a:moveTo>
                  <a:lnTo>
                    <a:pt x="7265" y="0"/>
                  </a:lnTo>
                  <a:lnTo>
                    <a:pt x="71595" y="25388"/>
                  </a:lnTo>
                  <a:lnTo>
                    <a:pt x="64992" y="44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830646" y="4363229"/>
              <a:ext cx="65847" cy="44673"/>
            </a:xfrm>
            <a:custGeom>
              <a:avLst/>
              <a:pathLst>
                <a:path w="65847" h="44673">
                  <a:moveTo>
                    <a:pt x="0" y="21203"/>
                  </a:moveTo>
                  <a:lnTo>
                    <a:pt x="8121" y="0"/>
                  </a:lnTo>
                  <a:lnTo>
                    <a:pt x="65847" y="22264"/>
                  </a:lnTo>
                  <a:lnTo>
                    <a:pt x="57785" y="44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734548" y="4326410"/>
              <a:ext cx="52312" cy="38374"/>
            </a:xfrm>
            <a:custGeom>
              <a:avLst/>
              <a:pathLst>
                <a:path w="52312" h="38374">
                  <a:moveTo>
                    <a:pt x="0" y="21071"/>
                  </a:moveTo>
                  <a:lnTo>
                    <a:pt x="7690" y="0"/>
                  </a:lnTo>
                  <a:lnTo>
                    <a:pt x="52312" y="17344"/>
                  </a:lnTo>
                  <a:lnTo>
                    <a:pt x="44673" y="38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838880" y="4333889"/>
              <a:ext cx="33729" cy="35321"/>
            </a:xfrm>
            <a:custGeom>
              <a:avLst/>
              <a:pathLst>
                <a:path w="33729" h="35321">
                  <a:moveTo>
                    <a:pt x="0" y="25434"/>
                  </a:moveTo>
                  <a:lnTo>
                    <a:pt x="8381" y="3617"/>
                  </a:lnTo>
                  <a:lnTo>
                    <a:pt x="14784" y="0"/>
                  </a:lnTo>
                  <a:lnTo>
                    <a:pt x="25490" y="4744"/>
                  </a:lnTo>
                  <a:lnTo>
                    <a:pt x="33729" y="14364"/>
                  </a:lnTo>
                  <a:lnTo>
                    <a:pt x="26291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744099" y="4299533"/>
              <a:ext cx="53397" cy="40456"/>
            </a:xfrm>
            <a:custGeom>
              <a:avLst/>
              <a:pathLst>
                <a:path w="53397" h="40456">
                  <a:moveTo>
                    <a:pt x="0" y="23493"/>
                  </a:moveTo>
                  <a:lnTo>
                    <a:pt x="8718" y="0"/>
                  </a:lnTo>
                  <a:lnTo>
                    <a:pt x="53397" y="17901"/>
                  </a:lnTo>
                  <a:lnTo>
                    <a:pt x="44548" y="40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732782" y="4468976"/>
              <a:ext cx="52250" cy="38239"/>
            </a:xfrm>
            <a:custGeom>
              <a:avLst/>
              <a:pathLst>
                <a:path w="52250" h="38239">
                  <a:moveTo>
                    <a:pt x="0" y="21374"/>
                  </a:moveTo>
                  <a:lnTo>
                    <a:pt x="8566" y="0"/>
                  </a:lnTo>
                  <a:lnTo>
                    <a:pt x="52250" y="17204"/>
                  </a:lnTo>
                  <a:lnTo>
                    <a:pt x="43973" y="38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494723" y="4689431"/>
              <a:ext cx="41194" cy="49967"/>
            </a:xfrm>
            <a:custGeom>
              <a:avLst/>
              <a:pathLst>
                <a:path w="41194" h="49967">
                  <a:moveTo>
                    <a:pt x="0" y="10599"/>
                  </a:moveTo>
                  <a:lnTo>
                    <a:pt x="18573" y="0"/>
                  </a:lnTo>
                  <a:lnTo>
                    <a:pt x="41194" y="39710"/>
                  </a:lnTo>
                  <a:lnTo>
                    <a:pt x="22956" y="49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707901" y="4615719"/>
              <a:ext cx="41027" cy="27688"/>
            </a:xfrm>
            <a:custGeom>
              <a:avLst/>
              <a:pathLst>
                <a:path w="41027" h="27688">
                  <a:moveTo>
                    <a:pt x="5282" y="0"/>
                  </a:moveTo>
                  <a:lnTo>
                    <a:pt x="41027" y="13800"/>
                  </a:lnTo>
                  <a:lnTo>
                    <a:pt x="35744" y="27688"/>
                  </a:lnTo>
                  <a:lnTo>
                    <a:pt x="0" y="1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573702" y="4644126"/>
              <a:ext cx="32389" cy="44342"/>
            </a:xfrm>
            <a:custGeom>
              <a:avLst/>
              <a:pathLst>
                <a:path w="32389" h="44342">
                  <a:moveTo>
                    <a:pt x="28108" y="40628"/>
                  </a:moveTo>
                  <a:lnTo>
                    <a:pt x="21850" y="44342"/>
                  </a:lnTo>
                  <a:lnTo>
                    <a:pt x="11251" y="25898"/>
                  </a:lnTo>
                  <a:lnTo>
                    <a:pt x="1155" y="8329"/>
                  </a:lnTo>
                  <a:lnTo>
                    <a:pt x="0" y="6318"/>
                  </a:lnTo>
                  <a:lnTo>
                    <a:pt x="4614" y="3542"/>
                  </a:lnTo>
                  <a:lnTo>
                    <a:pt x="5342" y="3104"/>
                  </a:lnTo>
                  <a:lnTo>
                    <a:pt x="10502" y="0"/>
                  </a:lnTo>
                  <a:lnTo>
                    <a:pt x="21824" y="19702"/>
                  </a:lnTo>
                  <a:lnTo>
                    <a:pt x="32389" y="38087"/>
                  </a:lnTo>
                  <a:lnTo>
                    <a:pt x="28708" y="40272"/>
                  </a:lnTo>
                  <a:lnTo>
                    <a:pt x="28396" y="4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619920" y="4758938"/>
              <a:ext cx="53426" cy="56887"/>
            </a:xfrm>
            <a:custGeom>
              <a:avLst/>
              <a:pathLst>
                <a:path w="53426" h="56887">
                  <a:moveTo>
                    <a:pt x="0" y="42037"/>
                  </a:moveTo>
                  <a:lnTo>
                    <a:pt x="16209" y="0"/>
                  </a:lnTo>
                  <a:lnTo>
                    <a:pt x="53426" y="14088"/>
                  </a:lnTo>
                  <a:lnTo>
                    <a:pt x="37795" y="56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591443" y="4786578"/>
              <a:ext cx="19899" cy="32432"/>
            </a:xfrm>
            <a:custGeom>
              <a:avLst/>
              <a:pathLst>
                <a:path w="19899" h="32432">
                  <a:moveTo>
                    <a:pt x="0" y="10800"/>
                  </a:moveTo>
                  <a:lnTo>
                    <a:pt x="17273" y="0"/>
                  </a:lnTo>
                  <a:lnTo>
                    <a:pt x="19553" y="4211"/>
                  </a:lnTo>
                  <a:lnTo>
                    <a:pt x="19899" y="6808"/>
                  </a:lnTo>
                  <a:lnTo>
                    <a:pt x="19710" y="10837"/>
                  </a:lnTo>
                  <a:lnTo>
                    <a:pt x="12098" y="32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620008" y="4532662"/>
              <a:ext cx="86198" cy="110592"/>
            </a:xfrm>
            <a:custGeom>
              <a:avLst/>
              <a:pathLst>
                <a:path w="86198" h="110592">
                  <a:moveTo>
                    <a:pt x="25330" y="19712"/>
                  </a:moveTo>
                  <a:lnTo>
                    <a:pt x="36473" y="17772"/>
                  </a:lnTo>
                  <a:lnTo>
                    <a:pt x="47086" y="0"/>
                  </a:lnTo>
                  <a:lnTo>
                    <a:pt x="86198" y="15220"/>
                  </a:lnTo>
                  <a:lnTo>
                    <a:pt x="75049" y="44700"/>
                  </a:lnTo>
                  <a:lnTo>
                    <a:pt x="41364" y="110592"/>
                  </a:lnTo>
                  <a:lnTo>
                    <a:pt x="18485" y="66856"/>
                  </a:lnTo>
                  <a:lnTo>
                    <a:pt x="0" y="35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763794" y="4370033"/>
              <a:ext cx="60752" cy="63340"/>
            </a:xfrm>
            <a:custGeom>
              <a:avLst/>
              <a:pathLst>
                <a:path w="60752" h="63340">
                  <a:moveTo>
                    <a:pt x="17534" y="0"/>
                  </a:moveTo>
                  <a:lnTo>
                    <a:pt x="60752" y="16857"/>
                  </a:lnTo>
                  <a:lnTo>
                    <a:pt x="41926" y="63340"/>
                  </a:lnTo>
                  <a:lnTo>
                    <a:pt x="0" y="46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622505" y="4835250"/>
              <a:ext cx="24714" cy="26187"/>
            </a:xfrm>
            <a:custGeom>
              <a:avLst/>
              <a:pathLst>
                <a:path w="24714" h="26187">
                  <a:moveTo>
                    <a:pt x="24714" y="6972"/>
                  </a:moveTo>
                  <a:lnTo>
                    <a:pt x="17475" y="26187"/>
                  </a:lnTo>
                  <a:lnTo>
                    <a:pt x="0" y="19062"/>
                  </a:lnTo>
                  <a:lnTo>
                    <a:pt x="65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643088" y="4843219"/>
              <a:ext cx="72336" cy="44493"/>
            </a:xfrm>
            <a:custGeom>
              <a:avLst/>
              <a:pathLst>
                <a:path w="72336" h="44493">
                  <a:moveTo>
                    <a:pt x="6993" y="0"/>
                  </a:moveTo>
                  <a:lnTo>
                    <a:pt x="72336" y="25311"/>
                  </a:lnTo>
                  <a:lnTo>
                    <a:pt x="65751" y="44493"/>
                  </a:lnTo>
                  <a:lnTo>
                    <a:pt x="0" y="1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713639" y="4870542"/>
              <a:ext cx="21468" cy="27256"/>
            </a:xfrm>
            <a:custGeom>
              <a:avLst/>
              <a:pathLst>
                <a:path w="21468" h="27256">
                  <a:moveTo>
                    <a:pt x="0" y="19436"/>
                  </a:moveTo>
                  <a:lnTo>
                    <a:pt x="6744" y="0"/>
                  </a:lnTo>
                  <a:lnTo>
                    <a:pt x="21019" y="5750"/>
                  </a:lnTo>
                  <a:lnTo>
                    <a:pt x="21019" y="21621"/>
                  </a:lnTo>
                  <a:lnTo>
                    <a:pt x="21468" y="26106"/>
                  </a:lnTo>
                  <a:lnTo>
                    <a:pt x="20232" y="27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04848" y="4779352"/>
              <a:ext cx="50088" cy="41414"/>
            </a:xfrm>
            <a:custGeom>
              <a:avLst/>
              <a:pathLst>
                <a:path w="50088" h="41414">
                  <a:moveTo>
                    <a:pt x="0" y="23644"/>
                  </a:moveTo>
                  <a:lnTo>
                    <a:pt x="39919" y="0"/>
                  </a:lnTo>
                  <a:lnTo>
                    <a:pt x="50088" y="16999"/>
                  </a:lnTo>
                  <a:lnTo>
                    <a:pt x="10195" y="4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278307" y="4784747"/>
              <a:ext cx="89262" cy="64608"/>
            </a:xfrm>
            <a:custGeom>
              <a:avLst/>
              <a:pathLst>
                <a:path w="89262" h="64608">
                  <a:moveTo>
                    <a:pt x="0" y="47248"/>
                  </a:moveTo>
                  <a:lnTo>
                    <a:pt x="79104" y="0"/>
                  </a:lnTo>
                  <a:lnTo>
                    <a:pt x="89262" y="17260"/>
                  </a:lnTo>
                  <a:lnTo>
                    <a:pt x="55979" y="36769"/>
                  </a:lnTo>
                  <a:lnTo>
                    <a:pt x="10429" y="64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267035" y="4854650"/>
              <a:ext cx="47894" cy="45916"/>
            </a:xfrm>
            <a:custGeom>
              <a:avLst/>
              <a:pathLst>
                <a:path w="47894" h="45916">
                  <a:moveTo>
                    <a:pt x="0" y="29459"/>
                  </a:moveTo>
                  <a:lnTo>
                    <a:pt x="34358" y="0"/>
                  </a:lnTo>
                  <a:lnTo>
                    <a:pt x="47894" y="15534"/>
                  </a:lnTo>
                  <a:lnTo>
                    <a:pt x="13659" y="459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331458" y="4920037"/>
              <a:ext cx="82692" cy="84334"/>
            </a:xfrm>
            <a:custGeom>
              <a:avLst/>
              <a:pathLst>
                <a:path w="82692" h="84334">
                  <a:moveTo>
                    <a:pt x="47087" y="70279"/>
                  </a:moveTo>
                  <a:lnTo>
                    <a:pt x="30711" y="84334"/>
                  </a:lnTo>
                  <a:lnTo>
                    <a:pt x="0" y="49379"/>
                  </a:lnTo>
                  <a:lnTo>
                    <a:pt x="16599" y="34791"/>
                  </a:lnTo>
                  <a:lnTo>
                    <a:pt x="37485" y="16436"/>
                  </a:lnTo>
                  <a:lnTo>
                    <a:pt x="38272" y="15745"/>
                  </a:lnTo>
                  <a:lnTo>
                    <a:pt x="54957" y="1082"/>
                  </a:lnTo>
                  <a:lnTo>
                    <a:pt x="56189" y="0"/>
                  </a:lnTo>
                  <a:lnTo>
                    <a:pt x="56917" y="1273"/>
                  </a:lnTo>
                  <a:lnTo>
                    <a:pt x="68380" y="21320"/>
                  </a:lnTo>
                  <a:lnTo>
                    <a:pt x="69085" y="22554"/>
                  </a:lnTo>
                  <a:lnTo>
                    <a:pt x="72198" y="27998"/>
                  </a:lnTo>
                  <a:lnTo>
                    <a:pt x="82692" y="46352"/>
                  </a:lnTo>
                  <a:lnTo>
                    <a:pt x="72960" y="52105"/>
                  </a:lnTo>
                  <a:lnTo>
                    <a:pt x="70704" y="53438"/>
                  </a:lnTo>
                  <a:lnTo>
                    <a:pt x="69613" y="54083"/>
                  </a:lnTo>
                  <a:lnTo>
                    <a:pt x="58380" y="60724"/>
                  </a:lnTo>
                  <a:lnTo>
                    <a:pt x="57869" y="61026"/>
                  </a:lnTo>
                  <a:lnTo>
                    <a:pt x="57155" y="61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415378" y="4667924"/>
              <a:ext cx="59159" cy="81298"/>
            </a:xfrm>
            <a:custGeom>
              <a:avLst/>
              <a:pathLst>
                <a:path w="59159" h="81298">
                  <a:moveTo>
                    <a:pt x="59159" y="71393"/>
                  </a:moveTo>
                  <a:lnTo>
                    <a:pt x="42394" y="81298"/>
                  </a:lnTo>
                  <a:lnTo>
                    <a:pt x="35644" y="70006"/>
                  </a:lnTo>
                  <a:lnTo>
                    <a:pt x="0" y="10381"/>
                  </a:lnTo>
                  <a:lnTo>
                    <a:pt x="18043" y="0"/>
                  </a:lnTo>
                  <a:lnTo>
                    <a:pt x="52814" y="60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286749" y="4745402"/>
              <a:ext cx="46631" cy="60772"/>
            </a:xfrm>
            <a:custGeom>
              <a:avLst/>
              <a:pathLst>
                <a:path w="46631" h="60772">
                  <a:moveTo>
                    <a:pt x="0" y="9302"/>
                  </a:moveTo>
                  <a:lnTo>
                    <a:pt x="16891" y="0"/>
                  </a:lnTo>
                  <a:lnTo>
                    <a:pt x="46631" y="50356"/>
                  </a:lnTo>
                  <a:lnTo>
                    <a:pt x="29323" y="60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247122" y="4768121"/>
              <a:ext cx="47283" cy="61140"/>
            </a:xfrm>
            <a:custGeom>
              <a:avLst/>
              <a:pathLst>
                <a:path w="47283" h="61140">
                  <a:moveTo>
                    <a:pt x="0" y="10206"/>
                  </a:moveTo>
                  <a:lnTo>
                    <a:pt x="17204" y="0"/>
                  </a:lnTo>
                  <a:lnTo>
                    <a:pt x="47283" y="51268"/>
                  </a:lnTo>
                  <a:lnTo>
                    <a:pt x="30317" y="6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431176" y="4772116"/>
              <a:ext cx="73043" cy="55342"/>
            </a:xfrm>
            <a:custGeom>
              <a:avLst/>
              <a:pathLst>
                <a:path w="73043" h="55342">
                  <a:moveTo>
                    <a:pt x="0" y="37133"/>
                  </a:moveTo>
                  <a:lnTo>
                    <a:pt x="62620" y="0"/>
                  </a:lnTo>
                  <a:lnTo>
                    <a:pt x="73043" y="18123"/>
                  </a:lnTo>
                  <a:lnTo>
                    <a:pt x="10516" y="55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266746" y="4755784"/>
              <a:ext cx="40383" cy="49738"/>
            </a:xfrm>
            <a:custGeom>
              <a:avLst/>
              <a:pathLst>
                <a:path w="40383" h="49738">
                  <a:moveTo>
                    <a:pt x="0" y="10947"/>
                  </a:moveTo>
                  <a:lnTo>
                    <a:pt x="18053" y="0"/>
                  </a:lnTo>
                  <a:lnTo>
                    <a:pt x="40383" y="40316"/>
                  </a:lnTo>
                  <a:lnTo>
                    <a:pt x="23235" y="49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498591" y="4758516"/>
              <a:ext cx="51721" cy="68785"/>
            </a:xfrm>
            <a:custGeom>
              <a:avLst/>
              <a:pathLst>
                <a:path w="51721" h="68785">
                  <a:moveTo>
                    <a:pt x="0" y="10336"/>
                  </a:moveTo>
                  <a:lnTo>
                    <a:pt x="18335" y="0"/>
                  </a:lnTo>
                  <a:lnTo>
                    <a:pt x="51721" y="58000"/>
                  </a:lnTo>
                  <a:lnTo>
                    <a:pt x="33728" y="68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395836" y="4679530"/>
              <a:ext cx="58458" cy="80917"/>
            </a:xfrm>
            <a:custGeom>
              <a:avLst/>
              <a:pathLst>
                <a:path w="58458" h="80917">
                  <a:moveTo>
                    <a:pt x="0" y="10402"/>
                  </a:moveTo>
                  <a:lnTo>
                    <a:pt x="17407" y="0"/>
                  </a:lnTo>
                  <a:lnTo>
                    <a:pt x="58458" y="71257"/>
                  </a:lnTo>
                  <a:lnTo>
                    <a:pt x="41597" y="80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357204" y="4703560"/>
              <a:ext cx="46730" cy="60896"/>
            </a:xfrm>
            <a:custGeom>
              <a:avLst/>
              <a:pathLst>
                <a:path w="46730" h="60896">
                  <a:moveTo>
                    <a:pt x="0" y="9808"/>
                  </a:moveTo>
                  <a:lnTo>
                    <a:pt x="16728" y="0"/>
                  </a:lnTo>
                  <a:lnTo>
                    <a:pt x="46730" y="50785"/>
                  </a:lnTo>
                  <a:lnTo>
                    <a:pt x="29695" y="608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430473" y="4730201"/>
              <a:ext cx="80146" cy="58278"/>
            </a:xfrm>
            <a:custGeom>
              <a:avLst/>
              <a:pathLst>
                <a:path w="80146" h="58278">
                  <a:moveTo>
                    <a:pt x="0" y="40373"/>
                  </a:moveTo>
                  <a:lnTo>
                    <a:pt x="69247" y="0"/>
                  </a:lnTo>
                  <a:lnTo>
                    <a:pt x="80146" y="17934"/>
                  </a:lnTo>
                  <a:lnTo>
                    <a:pt x="10570" y="58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337177" y="4714948"/>
              <a:ext cx="46778" cy="60832"/>
            </a:xfrm>
            <a:custGeom>
              <a:avLst/>
              <a:pathLst>
                <a:path w="46778" h="60832">
                  <a:moveTo>
                    <a:pt x="0" y="10162"/>
                  </a:moveTo>
                  <a:lnTo>
                    <a:pt x="17140" y="0"/>
                  </a:lnTo>
                  <a:lnTo>
                    <a:pt x="46778" y="51255"/>
                  </a:lnTo>
                  <a:lnTo>
                    <a:pt x="30524" y="60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219042" y="4799531"/>
              <a:ext cx="46984" cy="39171"/>
            </a:xfrm>
            <a:custGeom>
              <a:avLst/>
              <a:pathLst>
                <a:path w="46984" h="39171">
                  <a:moveTo>
                    <a:pt x="0" y="21869"/>
                  </a:moveTo>
                  <a:lnTo>
                    <a:pt x="36789" y="0"/>
                  </a:lnTo>
                  <a:lnTo>
                    <a:pt x="46984" y="16323"/>
                  </a:lnTo>
                  <a:lnTo>
                    <a:pt x="9835" y="39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442843" y="4799013"/>
              <a:ext cx="62294" cy="47341"/>
            </a:xfrm>
            <a:custGeom>
              <a:avLst/>
              <a:pathLst>
                <a:path w="62294" h="47341">
                  <a:moveTo>
                    <a:pt x="0" y="30226"/>
                  </a:moveTo>
                  <a:lnTo>
                    <a:pt x="52060" y="0"/>
                  </a:lnTo>
                  <a:lnTo>
                    <a:pt x="62294" y="17079"/>
                  </a:lnTo>
                  <a:lnTo>
                    <a:pt x="10533" y="4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180734" y="4806547"/>
              <a:ext cx="38004" cy="39955"/>
            </a:xfrm>
            <a:custGeom>
              <a:avLst/>
              <a:pathLst>
                <a:path w="38004" h="39955">
                  <a:moveTo>
                    <a:pt x="0" y="12385"/>
                  </a:moveTo>
                  <a:lnTo>
                    <a:pt x="20579" y="0"/>
                  </a:lnTo>
                  <a:lnTo>
                    <a:pt x="26994" y="11848"/>
                  </a:lnTo>
                  <a:lnTo>
                    <a:pt x="38004" y="26432"/>
                  </a:lnTo>
                  <a:lnTo>
                    <a:pt x="22866" y="39955"/>
                  </a:lnTo>
                  <a:lnTo>
                    <a:pt x="15137" y="30490"/>
                  </a:lnTo>
                  <a:lnTo>
                    <a:pt x="7428" y="22254"/>
                  </a:lnTo>
                  <a:lnTo>
                    <a:pt x="3374" y="18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304393" y="4807642"/>
              <a:ext cx="76250" cy="56181"/>
            </a:xfrm>
            <a:custGeom>
              <a:avLst/>
              <a:pathLst>
                <a:path w="76250" h="56181">
                  <a:moveTo>
                    <a:pt x="0" y="39158"/>
                  </a:moveTo>
                  <a:lnTo>
                    <a:pt x="66349" y="0"/>
                  </a:lnTo>
                  <a:lnTo>
                    <a:pt x="76250" y="16248"/>
                  </a:lnTo>
                  <a:lnTo>
                    <a:pt x="10502" y="5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409932" y="4812720"/>
              <a:ext cx="49572" cy="66418"/>
            </a:xfrm>
            <a:custGeom>
              <a:avLst/>
              <a:pathLst>
                <a:path w="49572" h="66418">
                  <a:moveTo>
                    <a:pt x="0" y="10143"/>
                  </a:moveTo>
                  <a:lnTo>
                    <a:pt x="15937" y="0"/>
                  </a:lnTo>
                  <a:lnTo>
                    <a:pt x="49572" y="56906"/>
                  </a:lnTo>
                  <a:lnTo>
                    <a:pt x="32999" y="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574780" y="4888735"/>
              <a:ext cx="36791" cy="42461"/>
            </a:xfrm>
            <a:custGeom>
              <a:avLst/>
              <a:pathLst>
                <a:path w="36791" h="42461">
                  <a:moveTo>
                    <a:pt x="0" y="11037"/>
                  </a:moveTo>
                  <a:lnTo>
                    <a:pt x="18192" y="0"/>
                  </a:lnTo>
                  <a:lnTo>
                    <a:pt x="36791" y="31349"/>
                  </a:lnTo>
                  <a:lnTo>
                    <a:pt x="18381" y="42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552431" y="4902729"/>
              <a:ext cx="35511" cy="41288"/>
            </a:xfrm>
            <a:custGeom>
              <a:avLst/>
              <a:pathLst>
                <a:path w="35511" h="41288">
                  <a:moveTo>
                    <a:pt x="18042" y="41288"/>
                  </a:moveTo>
                  <a:lnTo>
                    <a:pt x="0" y="10016"/>
                  </a:lnTo>
                  <a:lnTo>
                    <a:pt x="17596" y="0"/>
                  </a:lnTo>
                  <a:lnTo>
                    <a:pt x="35511" y="314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234218" y="4819377"/>
              <a:ext cx="43605" cy="36786"/>
            </a:xfrm>
            <a:custGeom>
              <a:avLst/>
              <a:pathLst>
                <a:path w="43605" h="36786">
                  <a:moveTo>
                    <a:pt x="0" y="20349"/>
                  </a:moveTo>
                  <a:lnTo>
                    <a:pt x="33796" y="0"/>
                  </a:lnTo>
                  <a:lnTo>
                    <a:pt x="43605" y="17380"/>
                  </a:lnTo>
                  <a:lnTo>
                    <a:pt x="9754" y="3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358545" y="4841779"/>
              <a:ext cx="50908" cy="67603"/>
            </a:xfrm>
            <a:custGeom>
              <a:avLst/>
              <a:pathLst>
                <a:path w="50908" h="67603">
                  <a:moveTo>
                    <a:pt x="0" y="10109"/>
                  </a:moveTo>
                  <a:lnTo>
                    <a:pt x="17268" y="0"/>
                  </a:lnTo>
                  <a:lnTo>
                    <a:pt x="50908" y="57348"/>
                  </a:lnTo>
                  <a:lnTo>
                    <a:pt x="33783" y="67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307153" y="4727206"/>
              <a:ext cx="56533" cy="66244"/>
            </a:xfrm>
            <a:custGeom>
              <a:avLst/>
              <a:pathLst>
                <a:path w="56533" h="66244">
                  <a:moveTo>
                    <a:pt x="36872" y="61990"/>
                  </a:moveTo>
                  <a:lnTo>
                    <a:pt x="29608" y="66244"/>
                  </a:lnTo>
                  <a:lnTo>
                    <a:pt x="25841" y="59812"/>
                  </a:lnTo>
                  <a:lnTo>
                    <a:pt x="25261" y="58822"/>
                  </a:lnTo>
                  <a:lnTo>
                    <a:pt x="21055" y="51640"/>
                  </a:lnTo>
                  <a:lnTo>
                    <a:pt x="20777" y="51167"/>
                  </a:lnTo>
                  <a:lnTo>
                    <a:pt x="11739" y="35735"/>
                  </a:lnTo>
                  <a:lnTo>
                    <a:pt x="1319" y="17943"/>
                  </a:lnTo>
                  <a:lnTo>
                    <a:pt x="0" y="15690"/>
                  </a:lnTo>
                  <a:lnTo>
                    <a:pt x="2552" y="14181"/>
                  </a:lnTo>
                  <a:lnTo>
                    <a:pt x="14780" y="6946"/>
                  </a:lnTo>
                  <a:lnTo>
                    <a:pt x="15957" y="6250"/>
                  </a:lnTo>
                  <a:lnTo>
                    <a:pt x="21442" y="3005"/>
                  </a:lnTo>
                  <a:lnTo>
                    <a:pt x="22091" y="2621"/>
                  </a:lnTo>
                  <a:lnTo>
                    <a:pt x="26522" y="0"/>
                  </a:lnTo>
                  <a:lnTo>
                    <a:pt x="56533" y="50474"/>
                  </a:lnTo>
                  <a:lnTo>
                    <a:pt x="51479" y="53435"/>
                  </a:lnTo>
                  <a:lnTo>
                    <a:pt x="51132" y="53638"/>
                  </a:lnTo>
                  <a:lnTo>
                    <a:pt x="46145" y="56558"/>
                  </a:lnTo>
                  <a:lnTo>
                    <a:pt x="44681" y="57416"/>
                  </a:lnTo>
                  <a:lnTo>
                    <a:pt x="37934" y="61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497174" y="4793516"/>
              <a:ext cx="19166" cy="21570"/>
            </a:xfrm>
            <a:custGeom>
              <a:avLst/>
              <a:pathLst>
                <a:path w="19166" h="21570">
                  <a:moveTo>
                    <a:pt x="13684" y="19232"/>
                  </a:moveTo>
                  <a:lnTo>
                    <a:pt x="9684" y="21570"/>
                  </a:lnTo>
                  <a:lnTo>
                    <a:pt x="5574" y="14757"/>
                  </a:lnTo>
                  <a:lnTo>
                    <a:pt x="4949" y="13721"/>
                  </a:lnTo>
                  <a:lnTo>
                    <a:pt x="0" y="5515"/>
                  </a:lnTo>
                  <a:lnTo>
                    <a:pt x="4208" y="3071"/>
                  </a:lnTo>
                  <a:lnTo>
                    <a:pt x="5613" y="2255"/>
                  </a:lnTo>
                  <a:lnTo>
                    <a:pt x="7361" y="1241"/>
                  </a:lnTo>
                  <a:lnTo>
                    <a:pt x="9499" y="0"/>
                  </a:lnTo>
                  <a:lnTo>
                    <a:pt x="14326" y="8003"/>
                  </a:lnTo>
                  <a:lnTo>
                    <a:pt x="15244" y="9524"/>
                  </a:lnTo>
                  <a:lnTo>
                    <a:pt x="17507" y="13276"/>
                  </a:lnTo>
                  <a:lnTo>
                    <a:pt x="19166" y="16027"/>
                  </a:lnTo>
                  <a:lnTo>
                    <a:pt x="15160" y="18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406763" y="4906151"/>
              <a:ext cx="58157" cy="45577"/>
            </a:xfrm>
            <a:custGeom>
              <a:avLst/>
              <a:pathLst>
                <a:path w="58157" h="45577">
                  <a:moveTo>
                    <a:pt x="0" y="28671"/>
                  </a:moveTo>
                  <a:lnTo>
                    <a:pt x="48277" y="0"/>
                  </a:lnTo>
                  <a:lnTo>
                    <a:pt x="58157" y="17783"/>
                  </a:lnTo>
                  <a:lnTo>
                    <a:pt x="9947" y="45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377602" y="4829385"/>
              <a:ext cx="52196" cy="68463"/>
            </a:xfrm>
            <a:custGeom>
              <a:avLst/>
              <a:pathLst>
                <a:path w="52196" h="68463">
                  <a:moveTo>
                    <a:pt x="0" y="11346"/>
                  </a:moveTo>
                  <a:lnTo>
                    <a:pt x="19381" y="0"/>
                  </a:lnTo>
                  <a:lnTo>
                    <a:pt x="52196" y="57673"/>
                  </a:lnTo>
                  <a:lnTo>
                    <a:pt x="34015" y="6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454628" y="4811485"/>
              <a:ext cx="73289" cy="55785"/>
            </a:xfrm>
            <a:custGeom>
              <a:avLst/>
              <a:pathLst>
                <a:path w="73289" h="55785">
                  <a:moveTo>
                    <a:pt x="0" y="37909"/>
                  </a:moveTo>
                  <a:lnTo>
                    <a:pt x="62887" y="0"/>
                  </a:lnTo>
                  <a:lnTo>
                    <a:pt x="73289" y="18480"/>
                  </a:lnTo>
                  <a:lnTo>
                    <a:pt x="10606" y="5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03232" y="4836089"/>
              <a:ext cx="56360" cy="61530"/>
            </a:xfrm>
            <a:custGeom>
              <a:avLst/>
              <a:pathLst>
                <a:path w="56360" h="61530">
                  <a:moveTo>
                    <a:pt x="0" y="14069"/>
                  </a:moveTo>
                  <a:lnTo>
                    <a:pt x="15812" y="0"/>
                  </a:lnTo>
                  <a:lnTo>
                    <a:pt x="56360" y="47780"/>
                  </a:lnTo>
                  <a:lnTo>
                    <a:pt x="40325" y="61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438405" y="4654066"/>
              <a:ext cx="59023" cy="82172"/>
            </a:xfrm>
            <a:custGeom>
              <a:avLst/>
              <a:pathLst>
                <a:path w="59023" h="82172">
                  <a:moveTo>
                    <a:pt x="0" y="10738"/>
                  </a:moveTo>
                  <a:lnTo>
                    <a:pt x="18337" y="0"/>
                  </a:lnTo>
                  <a:lnTo>
                    <a:pt x="59023" y="71821"/>
                  </a:lnTo>
                  <a:lnTo>
                    <a:pt x="41263" y="8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513116" y="4834558"/>
              <a:ext cx="55576" cy="75337"/>
            </a:xfrm>
            <a:custGeom>
              <a:avLst/>
              <a:pathLst>
                <a:path w="55576" h="75337">
                  <a:moveTo>
                    <a:pt x="0" y="10277"/>
                  </a:moveTo>
                  <a:lnTo>
                    <a:pt x="17518" y="0"/>
                  </a:lnTo>
                  <a:lnTo>
                    <a:pt x="55576" y="65424"/>
                  </a:lnTo>
                  <a:lnTo>
                    <a:pt x="37755" y="7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248933" y="4839683"/>
              <a:ext cx="40893" cy="35587"/>
            </a:xfrm>
            <a:custGeom>
              <a:avLst/>
              <a:pathLst>
                <a:path w="40893" h="35587">
                  <a:moveTo>
                    <a:pt x="0" y="17769"/>
                  </a:moveTo>
                  <a:lnTo>
                    <a:pt x="30541" y="0"/>
                  </a:lnTo>
                  <a:lnTo>
                    <a:pt x="40893" y="16952"/>
                  </a:lnTo>
                  <a:lnTo>
                    <a:pt x="8925" y="3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535238" y="4820579"/>
              <a:ext cx="56152" cy="76587"/>
            </a:xfrm>
            <a:custGeom>
              <a:avLst/>
              <a:pathLst>
                <a:path w="56152" h="76587">
                  <a:moveTo>
                    <a:pt x="0" y="10897"/>
                  </a:moveTo>
                  <a:lnTo>
                    <a:pt x="17801" y="0"/>
                  </a:lnTo>
                  <a:lnTo>
                    <a:pt x="56152" y="65653"/>
                  </a:lnTo>
                  <a:lnTo>
                    <a:pt x="37986" y="7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317437" y="4970264"/>
              <a:ext cx="26686" cy="27520"/>
            </a:xfrm>
            <a:custGeom>
              <a:avLst/>
              <a:pathLst>
                <a:path w="26686" h="27520">
                  <a:moveTo>
                    <a:pt x="0" y="10089"/>
                  </a:moveTo>
                  <a:lnTo>
                    <a:pt x="12683" y="0"/>
                  </a:lnTo>
                  <a:lnTo>
                    <a:pt x="26686" y="16551"/>
                  </a:lnTo>
                  <a:lnTo>
                    <a:pt x="15072" y="27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394165" y="4892205"/>
              <a:ext cx="48166" cy="39943"/>
            </a:xfrm>
            <a:custGeom>
              <a:avLst/>
              <a:pathLst>
                <a:path w="48166" h="39943">
                  <a:moveTo>
                    <a:pt x="0" y="21620"/>
                  </a:moveTo>
                  <a:lnTo>
                    <a:pt x="37639" y="0"/>
                  </a:lnTo>
                  <a:lnTo>
                    <a:pt x="48166" y="17884"/>
                  </a:lnTo>
                  <a:lnTo>
                    <a:pt x="10405" y="39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246650" y="4887646"/>
              <a:ext cx="29841" cy="30492"/>
            </a:xfrm>
            <a:custGeom>
              <a:avLst/>
              <a:pathLst>
                <a:path w="29841" h="30492">
                  <a:moveTo>
                    <a:pt x="0" y="13749"/>
                  </a:moveTo>
                  <a:lnTo>
                    <a:pt x="16035" y="0"/>
                  </a:lnTo>
                  <a:lnTo>
                    <a:pt x="29841" y="16857"/>
                  </a:lnTo>
                  <a:lnTo>
                    <a:pt x="13713" y="3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532894" y="4914237"/>
              <a:ext cx="35353" cy="41443"/>
            </a:xfrm>
            <a:custGeom>
              <a:avLst/>
              <a:pathLst>
                <a:path w="35353" h="41443">
                  <a:moveTo>
                    <a:pt x="0" y="10157"/>
                  </a:moveTo>
                  <a:lnTo>
                    <a:pt x="17889" y="0"/>
                  </a:lnTo>
                  <a:lnTo>
                    <a:pt x="35353" y="31039"/>
                  </a:lnTo>
                  <a:lnTo>
                    <a:pt x="17835" y="41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473519" y="4858293"/>
              <a:ext cx="56078" cy="74367"/>
            </a:xfrm>
            <a:custGeom>
              <a:avLst/>
              <a:pathLst>
                <a:path w="56078" h="74367">
                  <a:moveTo>
                    <a:pt x="0" y="10281"/>
                  </a:moveTo>
                  <a:lnTo>
                    <a:pt x="17755" y="0"/>
                  </a:lnTo>
                  <a:lnTo>
                    <a:pt x="56078" y="64275"/>
                  </a:lnTo>
                  <a:lnTo>
                    <a:pt x="38880" y="74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453588" y="4869699"/>
              <a:ext cx="56541" cy="75185"/>
            </a:xfrm>
            <a:custGeom>
              <a:avLst/>
              <a:pathLst>
                <a:path w="56541" h="75185">
                  <a:moveTo>
                    <a:pt x="0" y="9919"/>
                  </a:moveTo>
                  <a:lnTo>
                    <a:pt x="17925" y="0"/>
                  </a:lnTo>
                  <a:lnTo>
                    <a:pt x="56541" y="64662"/>
                  </a:lnTo>
                  <a:lnTo>
                    <a:pt x="39344" y="75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411650" y="4965159"/>
              <a:ext cx="44921" cy="59049"/>
            </a:xfrm>
            <a:custGeom>
              <a:avLst/>
              <a:pathLst>
                <a:path w="44921" h="59049">
                  <a:moveTo>
                    <a:pt x="16862" y="0"/>
                  </a:moveTo>
                  <a:lnTo>
                    <a:pt x="44921" y="49502"/>
                  </a:lnTo>
                  <a:lnTo>
                    <a:pt x="28456" y="59049"/>
                  </a:lnTo>
                  <a:lnTo>
                    <a:pt x="0" y="9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334155" y="4989290"/>
              <a:ext cx="26250" cy="26498"/>
            </a:xfrm>
            <a:custGeom>
              <a:avLst/>
              <a:pathLst>
                <a:path w="26250" h="26498">
                  <a:moveTo>
                    <a:pt x="0" y="10810"/>
                  </a:moveTo>
                  <a:lnTo>
                    <a:pt x="11539" y="0"/>
                  </a:lnTo>
                  <a:lnTo>
                    <a:pt x="26250" y="16302"/>
                  </a:lnTo>
                  <a:lnTo>
                    <a:pt x="13911" y="26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377111" y="4757071"/>
              <a:ext cx="51969" cy="55268"/>
            </a:xfrm>
            <a:custGeom>
              <a:avLst/>
              <a:pathLst>
                <a:path w="51969" h="55268">
                  <a:moveTo>
                    <a:pt x="0" y="16681"/>
                  </a:moveTo>
                  <a:lnTo>
                    <a:pt x="28940" y="0"/>
                  </a:lnTo>
                  <a:lnTo>
                    <a:pt x="51969" y="38188"/>
                  </a:lnTo>
                  <a:lnTo>
                    <a:pt x="22297" y="5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376576" y="4691226"/>
              <a:ext cx="46947" cy="61446"/>
            </a:xfrm>
            <a:custGeom>
              <a:avLst/>
              <a:pathLst>
                <a:path w="46947" h="61446">
                  <a:moveTo>
                    <a:pt x="0" y="10232"/>
                  </a:moveTo>
                  <a:lnTo>
                    <a:pt x="17210" y="0"/>
                  </a:lnTo>
                  <a:lnTo>
                    <a:pt x="46947" y="51240"/>
                  </a:lnTo>
                  <a:lnTo>
                    <a:pt x="30038" y="6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493602" y="4846430"/>
              <a:ext cx="48530" cy="63750"/>
            </a:xfrm>
            <a:custGeom>
              <a:avLst/>
              <a:pathLst>
                <a:path w="48530" h="63750">
                  <a:moveTo>
                    <a:pt x="0" y="10235"/>
                  </a:moveTo>
                  <a:lnTo>
                    <a:pt x="17534" y="0"/>
                  </a:lnTo>
                  <a:lnTo>
                    <a:pt x="48530" y="53747"/>
                  </a:lnTo>
                  <a:lnTo>
                    <a:pt x="31130" y="63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435277" y="4945130"/>
              <a:ext cx="72735" cy="86049"/>
            </a:xfrm>
            <a:custGeom>
              <a:avLst/>
              <a:pathLst>
                <a:path w="72735" h="86049">
                  <a:moveTo>
                    <a:pt x="0" y="19143"/>
                  </a:moveTo>
                  <a:lnTo>
                    <a:pt x="33582" y="0"/>
                  </a:lnTo>
                  <a:lnTo>
                    <a:pt x="72735" y="66147"/>
                  </a:lnTo>
                  <a:lnTo>
                    <a:pt x="39022" y="8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434554" y="4881727"/>
              <a:ext cx="26146" cy="26333"/>
            </a:xfrm>
            <a:custGeom>
              <a:avLst/>
              <a:pathLst>
                <a:path w="26146" h="26333">
                  <a:moveTo>
                    <a:pt x="26146" y="17736"/>
                  </a:moveTo>
                  <a:lnTo>
                    <a:pt x="10264" y="26333"/>
                  </a:lnTo>
                  <a:lnTo>
                    <a:pt x="5754" y="18621"/>
                  </a:lnTo>
                  <a:lnTo>
                    <a:pt x="4858" y="17088"/>
                  </a:lnTo>
                  <a:lnTo>
                    <a:pt x="0" y="8780"/>
                  </a:lnTo>
                  <a:lnTo>
                    <a:pt x="6868" y="4981"/>
                  </a:lnTo>
                  <a:lnTo>
                    <a:pt x="7904" y="4408"/>
                  </a:lnTo>
                  <a:lnTo>
                    <a:pt x="15874" y="0"/>
                  </a:lnTo>
                  <a:lnTo>
                    <a:pt x="20562" y="8094"/>
                  </a:lnTo>
                  <a:lnTo>
                    <a:pt x="21310" y="9386"/>
                  </a:lnTo>
                  <a:lnTo>
                    <a:pt x="24654" y="15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526992" y="4938813"/>
              <a:ext cx="18546" cy="20341"/>
            </a:xfrm>
            <a:custGeom>
              <a:avLst/>
              <a:pathLst>
                <a:path w="18546" h="20341">
                  <a:moveTo>
                    <a:pt x="0" y="5606"/>
                  </a:moveTo>
                  <a:lnTo>
                    <a:pt x="9835" y="0"/>
                  </a:lnTo>
                  <a:lnTo>
                    <a:pt x="18546" y="14951"/>
                  </a:lnTo>
                  <a:lnTo>
                    <a:pt x="8992" y="20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291565" y="4798434"/>
              <a:ext cx="22421" cy="19188"/>
            </a:xfrm>
            <a:custGeom>
              <a:avLst/>
              <a:pathLst>
                <a:path w="22421" h="19188">
                  <a:moveTo>
                    <a:pt x="13687" y="14397"/>
                  </a:moveTo>
                  <a:lnTo>
                    <a:pt x="5350" y="19188"/>
                  </a:lnTo>
                  <a:lnTo>
                    <a:pt x="2698" y="14276"/>
                  </a:lnTo>
                  <a:lnTo>
                    <a:pt x="0" y="9796"/>
                  </a:lnTo>
                  <a:lnTo>
                    <a:pt x="8648" y="4985"/>
                  </a:lnTo>
                  <a:lnTo>
                    <a:pt x="9530" y="4423"/>
                  </a:lnTo>
                  <a:lnTo>
                    <a:pt x="14024" y="1559"/>
                  </a:lnTo>
                  <a:lnTo>
                    <a:pt x="17000" y="0"/>
                  </a:lnTo>
                  <a:lnTo>
                    <a:pt x="22421" y="9183"/>
                  </a:lnTo>
                  <a:lnTo>
                    <a:pt x="19500" y="10809"/>
                  </a:lnTo>
                  <a:lnTo>
                    <a:pt x="14657" y="13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412879" y="4747324"/>
              <a:ext cx="22166" cy="23413"/>
            </a:xfrm>
            <a:custGeom>
              <a:avLst/>
              <a:pathLst>
                <a:path w="22166" h="23413">
                  <a:moveTo>
                    <a:pt x="22166" y="16258"/>
                  </a:moveTo>
                  <a:lnTo>
                    <a:pt x="9747" y="23413"/>
                  </a:lnTo>
                  <a:lnTo>
                    <a:pt x="0" y="7685"/>
                  </a:lnTo>
                  <a:lnTo>
                    <a:pt x="12832" y="0"/>
                  </a:lnTo>
                  <a:lnTo>
                    <a:pt x="20043" y="1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525983" y="4902087"/>
              <a:ext cx="23048" cy="19686"/>
            </a:xfrm>
            <a:custGeom>
              <a:avLst/>
              <a:pathLst>
                <a:path w="23048" h="19686">
                  <a:moveTo>
                    <a:pt x="6280" y="19319"/>
                  </a:moveTo>
                  <a:lnTo>
                    <a:pt x="5627" y="19686"/>
                  </a:lnTo>
                  <a:lnTo>
                    <a:pt x="5325" y="19164"/>
                  </a:lnTo>
                  <a:lnTo>
                    <a:pt x="203" y="10327"/>
                  </a:lnTo>
                  <a:lnTo>
                    <a:pt x="0" y="9977"/>
                  </a:lnTo>
                  <a:lnTo>
                    <a:pt x="611" y="9624"/>
                  </a:lnTo>
                  <a:lnTo>
                    <a:pt x="16589" y="415"/>
                  </a:lnTo>
                  <a:lnTo>
                    <a:pt x="17310" y="0"/>
                  </a:lnTo>
                  <a:lnTo>
                    <a:pt x="17559" y="431"/>
                  </a:lnTo>
                  <a:lnTo>
                    <a:pt x="22833" y="9536"/>
                  </a:lnTo>
                  <a:lnTo>
                    <a:pt x="23048" y="9907"/>
                  </a:lnTo>
                  <a:lnTo>
                    <a:pt x="22415" y="10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361386" y="4776001"/>
              <a:ext cx="36341" cy="47256"/>
            </a:xfrm>
            <a:custGeom>
              <a:avLst/>
              <a:pathLst>
                <a:path w="36341" h="47256">
                  <a:moveTo>
                    <a:pt x="36341" y="39349"/>
                  </a:moveTo>
                  <a:lnTo>
                    <a:pt x="22993" y="47256"/>
                  </a:lnTo>
                  <a:lnTo>
                    <a:pt x="11974" y="28072"/>
                  </a:lnTo>
                  <a:lnTo>
                    <a:pt x="11265" y="26838"/>
                  </a:lnTo>
                  <a:lnTo>
                    <a:pt x="0" y="7224"/>
                  </a:lnTo>
                  <a:lnTo>
                    <a:pt x="12825" y="0"/>
                  </a:lnTo>
                  <a:lnTo>
                    <a:pt x="24361" y="19304"/>
                  </a:lnTo>
                  <a:lnTo>
                    <a:pt x="25135" y="20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130940" y="5000001"/>
              <a:ext cx="64559" cy="59697"/>
            </a:xfrm>
            <a:custGeom>
              <a:avLst/>
              <a:pathLst>
                <a:path w="64559" h="59697">
                  <a:moveTo>
                    <a:pt x="64559" y="16470"/>
                  </a:moveTo>
                  <a:lnTo>
                    <a:pt x="14259" y="59697"/>
                  </a:lnTo>
                  <a:lnTo>
                    <a:pt x="0" y="42437"/>
                  </a:lnTo>
                  <a:lnTo>
                    <a:pt x="49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02139" y="5002680"/>
              <a:ext cx="59258" cy="64406"/>
            </a:xfrm>
            <a:custGeom>
              <a:avLst/>
              <a:pathLst>
                <a:path w="59258" h="64406">
                  <a:moveTo>
                    <a:pt x="0" y="12338"/>
                  </a:moveTo>
                  <a:lnTo>
                    <a:pt x="14406" y="0"/>
                  </a:lnTo>
                  <a:lnTo>
                    <a:pt x="59258" y="51936"/>
                  </a:lnTo>
                  <a:lnTo>
                    <a:pt x="44886" y="64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164685" y="5034164"/>
              <a:ext cx="21786" cy="20749"/>
            </a:xfrm>
            <a:custGeom>
              <a:avLst/>
              <a:pathLst>
                <a:path w="21786" h="20749">
                  <a:moveTo>
                    <a:pt x="6784" y="20749"/>
                  </a:moveTo>
                  <a:lnTo>
                    <a:pt x="0" y="13030"/>
                  </a:lnTo>
                  <a:lnTo>
                    <a:pt x="1225" y="11985"/>
                  </a:lnTo>
                  <a:lnTo>
                    <a:pt x="2483" y="10913"/>
                  </a:lnTo>
                  <a:lnTo>
                    <a:pt x="15283" y="0"/>
                  </a:lnTo>
                  <a:lnTo>
                    <a:pt x="15820" y="604"/>
                  </a:lnTo>
                  <a:lnTo>
                    <a:pt x="21213" y="6675"/>
                  </a:lnTo>
                  <a:lnTo>
                    <a:pt x="21786" y="7320"/>
                  </a:lnTo>
                  <a:lnTo>
                    <a:pt x="8162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10448" y="5081245"/>
              <a:ext cx="21615" cy="20477"/>
            </a:xfrm>
            <a:custGeom>
              <a:avLst/>
              <a:pathLst>
                <a:path w="21615" h="20477">
                  <a:moveTo>
                    <a:pt x="0" y="13283"/>
                  </a:moveTo>
                  <a:lnTo>
                    <a:pt x="15399" y="0"/>
                  </a:lnTo>
                  <a:lnTo>
                    <a:pt x="21615" y="7307"/>
                  </a:lnTo>
                  <a:lnTo>
                    <a:pt x="6689" y="20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185908" y="4953477"/>
              <a:ext cx="63411" cy="59409"/>
            </a:xfrm>
            <a:custGeom>
              <a:avLst/>
              <a:pathLst>
                <a:path w="63411" h="59409">
                  <a:moveTo>
                    <a:pt x="63411" y="16141"/>
                  </a:moveTo>
                  <a:lnTo>
                    <a:pt x="13245" y="59409"/>
                  </a:lnTo>
                  <a:lnTo>
                    <a:pt x="0" y="44211"/>
                  </a:lnTo>
                  <a:lnTo>
                    <a:pt x="502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236731" y="4971532"/>
              <a:ext cx="60572" cy="65798"/>
            </a:xfrm>
            <a:custGeom>
              <a:avLst/>
              <a:pathLst>
                <a:path w="60572" h="65798">
                  <a:moveTo>
                    <a:pt x="0" y="13680"/>
                  </a:moveTo>
                  <a:lnTo>
                    <a:pt x="14976" y="0"/>
                  </a:lnTo>
                  <a:lnTo>
                    <a:pt x="60572" y="52261"/>
                  </a:lnTo>
                  <a:lnTo>
                    <a:pt x="44970" y="65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173881" y="5044165"/>
              <a:ext cx="51036" cy="54964"/>
            </a:xfrm>
            <a:custGeom>
              <a:avLst/>
              <a:pathLst>
                <a:path w="51036" h="54964">
                  <a:moveTo>
                    <a:pt x="0" y="13655"/>
                  </a:moveTo>
                  <a:lnTo>
                    <a:pt x="15359" y="0"/>
                  </a:lnTo>
                  <a:lnTo>
                    <a:pt x="51036" y="41780"/>
                  </a:lnTo>
                  <a:lnTo>
                    <a:pt x="35906" y="54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119249" y="5090636"/>
              <a:ext cx="51229" cy="55244"/>
            </a:xfrm>
            <a:custGeom>
              <a:avLst/>
              <a:pathLst>
                <a:path w="51229" h="55244">
                  <a:moveTo>
                    <a:pt x="0" y="13464"/>
                  </a:moveTo>
                  <a:lnTo>
                    <a:pt x="14929" y="0"/>
                  </a:lnTo>
                  <a:lnTo>
                    <a:pt x="51229" y="42752"/>
                  </a:lnTo>
                  <a:lnTo>
                    <a:pt x="36017" y="55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147810" y="5048784"/>
              <a:ext cx="59901" cy="65207"/>
            </a:xfrm>
            <a:custGeom>
              <a:avLst/>
              <a:pathLst>
                <a:path w="59901" h="65207">
                  <a:moveTo>
                    <a:pt x="0" y="13176"/>
                  </a:moveTo>
                  <a:lnTo>
                    <a:pt x="15006" y="0"/>
                  </a:lnTo>
                  <a:lnTo>
                    <a:pt x="59901" y="51665"/>
                  </a:lnTo>
                  <a:lnTo>
                    <a:pt x="45063" y="65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078028" y="5046953"/>
              <a:ext cx="63019" cy="59873"/>
            </a:xfrm>
            <a:custGeom>
              <a:avLst/>
              <a:pathLst>
                <a:path w="63019" h="59873">
                  <a:moveTo>
                    <a:pt x="0" y="42954"/>
                  </a:moveTo>
                  <a:lnTo>
                    <a:pt x="49174" y="0"/>
                  </a:lnTo>
                  <a:lnTo>
                    <a:pt x="63019" y="16049"/>
                  </a:lnTo>
                  <a:lnTo>
                    <a:pt x="13264" y="59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27959" y="5047474"/>
              <a:ext cx="52121" cy="69942"/>
            </a:xfrm>
            <a:custGeom>
              <a:avLst/>
              <a:pathLst>
                <a:path w="52121" h="69942">
                  <a:moveTo>
                    <a:pt x="0" y="11069"/>
                  </a:moveTo>
                  <a:lnTo>
                    <a:pt x="17106" y="0"/>
                  </a:lnTo>
                  <a:lnTo>
                    <a:pt x="52121" y="59482"/>
                  </a:lnTo>
                  <a:lnTo>
                    <a:pt x="34728" y="69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214199" y="5089337"/>
              <a:ext cx="28915" cy="28952"/>
            </a:xfrm>
            <a:custGeom>
              <a:avLst/>
              <a:pathLst>
                <a:path w="28915" h="28952">
                  <a:moveTo>
                    <a:pt x="0" y="13441"/>
                  </a:moveTo>
                  <a:lnTo>
                    <a:pt x="15385" y="0"/>
                  </a:lnTo>
                  <a:lnTo>
                    <a:pt x="28915" y="15669"/>
                  </a:lnTo>
                  <a:lnTo>
                    <a:pt x="13744" y="28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128463" y="5066134"/>
              <a:ext cx="60085" cy="64683"/>
            </a:xfrm>
            <a:custGeom>
              <a:avLst/>
              <a:pathLst>
                <a:path w="60085" h="64683">
                  <a:moveTo>
                    <a:pt x="0" y="12854"/>
                  </a:moveTo>
                  <a:lnTo>
                    <a:pt x="15160" y="0"/>
                  </a:lnTo>
                  <a:lnTo>
                    <a:pt x="60085" y="51463"/>
                  </a:lnTo>
                  <a:lnTo>
                    <a:pt x="44469" y="64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231984" y="5074178"/>
              <a:ext cx="28515" cy="28481"/>
            </a:xfrm>
            <a:custGeom>
              <a:avLst/>
              <a:pathLst>
                <a:path w="28515" h="28481">
                  <a:moveTo>
                    <a:pt x="0" y="13095"/>
                  </a:moveTo>
                  <a:lnTo>
                    <a:pt x="15293" y="0"/>
                  </a:lnTo>
                  <a:lnTo>
                    <a:pt x="28515" y="15083"/>
                  </a:lnTo>
                  <a:lnTo>
                    <a:pt x="13388" y="2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4964829" y="5074763"/>
              <a:ext cx="85927" cy="62439"/>
            </a:xfrm>
            <a:custGeom>
              <a:avLst/>
              <a:pathLst>
                <a:path w="85927" h="62439">
                  <a:moveTo>
                    <a:pt x="0" y="45265"/>
                  </a:moveTo>
                  <a:lnTo>
                    <a:pt x="75870" y="0"/>
                  </a:lnTo>
                  <a:lnTo>
                    <a:pt x="85927" y="17576"/>
                  </a:lnTo>
                  <a:lnTo>
                    <a:pt x="9839" y="62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090849" y="5189834"/>
              <a:ext cx="44352" cy="56749"/>
            </a:xfrm>
            <a:custGeom>
              <a:avLst/>
              <a:pathLst>
                <a:path w="44352" h="56749">
                  <a:moveTo>
                    <a:pt x="0" y="10120"/>
                  </a:moveTo>
                  <a:lnTo>
                    <a:pt x="17068" y="0"/>
                  </a:lnTo>
                  <a:lnTo>
                    <a:pt x="44352" y="46451"/>
                  </a:lnTo>
                  <a:lnTo>
                    <a:pt x="27255" y="56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092823" y="5096233"/>
              <a:ext cx="60810" cy="65068"/>
            </a:xfrm>
            <a:custGeom>
              <a:avLst/>
              <a:pathLst>
                <a:path w="60810" h="65068">
                  <a:moveTo>
                    <a:pt x="0" y="13094"/>
                  </a:moveTo>
                  <a:lnTo>
                    <a:pt x="15650" y="0"/>
                  </a:lnTo>
                  <a:lnTo>
                    <a:pt x="60810" y="51301"/>
                  </a:lnTo>
                  <a:lnTo>
                    <a:pt x="45367" y="65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4980348" y="5099828"/>
              <a:ext cx="87401" cy="65098"/>
            </a:xfrm>
            <a:custGeom>
              <a:avLst/>
              <a:pathLst>
                <a:path w="87401" h="65098">
                  <a:moveTo>
                    <a:pt x="0" y="45974"/>
                  </a:moveTo>
                  <a:lnTo>
                    <a:pt x="76883" y="0"/>
                  </a:lnTo>
                  <a:lnTo>
                    <a:pt x="87401" y="19477"/>
                  </a:lnTo>
                  <a:lnTo>
                    <a:pt x="10418" y="65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051636" y="5121887"/>
              <a:ext cx="53457" cy="73720"/>
            </a:xfrm>
            <a:custGeom>
              <a:avLst/>
              <a:pathLst>
                <a:path w="53457" h="73720">
                  <a:moveTo>
                    <a:pt x="36660" y="73720"/>
                  </a:moveTo>
                  <a:lnTo>
                    <a:pt x="0" y="10222"/>
                  </a:lnTo>
                  <a:lnTo>
                    <a:pt x="17906" y="0"/>
                  </a:lnTo>
                  <a:lnTo>
                    <a:pt x="53457" y="6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158987" y="5131451"/>
              <a:ext cx="36490" cy="34607"/>
            </a:xfrm>
            <a:custGeom>
              <a:avLst/>
              <a:pathLst>
                <a:path w="36490" h="34607">
                  <a:moveTo>
                    <a:pt x="0" y="19311"/>
                  </a:moveTo>
                  <a:lnTo>
                    <a:pt x="22742" y="0"/>
                  </a:lnTo>
                  <a:lnTo>
                    <a:pt x="36490" y="15113"/>
                  </a:lnTo>
                  <a:lnTo>
                    <a:pt x="13263" y="3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045237" y="5156797"/>
              <a:ext cx="39582" cy="50192"/>
            </a:xfrm>
            <a:custGeom>
              <a:avLst/>
              <a:pathLst>
                <a:path w="39582" h="50192">
                  <a:moveTo>
                    <a:pt x="16916" y="0"/>
                  </a:moveTo>
                  <a:lnTo>
                    <a:pt x="39582" y="40164"/>
                  </a:lnTo>
                  <a:lnTo>
                    <a:pt x="22904" y="50192"/>
                  </a:lnTo>
                  <a:lnTo>
                    <a:pt x="0" y="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137564" y="4892677"/>
              <a:ext cx="41560" cy="43739"/>
            </a:xfrm>
            <a:custGeom>
              <a:avLst/>
              <a:pathLst>
                <a:path w="41560" h="43739">
                  <a:moveTo>
                    <a:pt x="0" y="13614"/>
                  </a:moveTo>
                  <a:lnTo>
                    <a:pt x="15423" y="0"/>
                  </a:lnTo>
                  <a:lnTo>
                    <a:pt x="41560" y="30772"/>
                  </a:lnTo>
                  <a:lnTo>
                    <a:pt x="27085" y="43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218678" y="4912609"/>
              <a:ext cx="29993" cy="29948"/>
            </a:xfrm>
            <a:custGeom>
              <a:avLst/>
              <a:pathLst>
                <a:path w="29993" h="29948">
                  <a:moveTo>
                    <a:pt x="0" y="13664"/>
                  </a:moveTo>
                  <a:lnTo>
                    <a:pt x="16350" y="0"/>
                  </a:lnTo>
                  <a:lnTo>
                    <a:pt x="29993" y="15966"/>
                  </a:lnTo>
                  <a:lnTo>
                    <a:pt x="13739" y="29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121155" y="4908145"/>
              <a:ext cx="55390" cy="60782"/>
            </a:xfrm>
            <a:custGeom>
              <a:avLst/>
              <a:pathLst>
                <a:path w="55390" h="60782">
                  <a:moveTo>
                    <a:pt x="0" y="12721"/>
                  </a:moveTo>
                  <a:lnTo>
                    <a:pt x="14887" y="0"/>
                  </a:lnTo>
                  <a:lnTo>
                    <a:pt x="55390" y="48029"/>
                  </a:lnTo>
                  <a:lnTo>
                    <a:pt x="40414" y="60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18443" y="5156730"/>
              <a:ext cx="48006" cy="61274"/>
            </a:xfrm>
            <a:custGeom>
              <a:avLst/>
              <a:pathLst>
                <a:path w="48006" h="61274">
                  <a:moveTo>
                    <a:pt x="17281" y="0"/>
                  </a:moveTo>
                  <a:lnTo>
                    <a:pt x="48006" y="51021"/>
                  </a:lnTo>
                  <a:lnTo>
                    <a:pt x="30266" y="61274"/>
                  </a:lnTo>
                  <a:lnTo>
                    <a:pt x="0" y="9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083749" y="4939555"/>
              <a:ext cx="49888" cy="53795"/>
            </a:xfrm>
            <a:custGeom>
              <a:avLst/>
              <a:pathLst>
                <a:path w="49888" h="53795">
                  <a:moveTo>
                    <a:pt x="15338" y="0"/>
                  </a:moveTo>
                  <a:lnTo>
                    <a:pt x="49888" y="40942"/>
                  </a:lnTo>
                  <a:lnTo>
                    <a:pt x="34590" y="53795"/>
                  </a:lnTo>
                  <a:lnTo>
                    <a:pt x="0" y="12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4977402" y="5087238"/>
              <a:ext cx="22217" cy="18383"/>
            </a:xfrm>
            <a:custGeom>
              <a:avLst/>
              <a:pathLst>
                <a:path w="22217" h="18383">
                  <a:moveTo>
                    <a:pt x="0" y="9651"/>
                  </a:moveTo>
                  <a:lnTo>
                    <a:pt x="17189" y="0"/>
                  </a:lnTo>
                  <a:lnTo>
                    <a:pt x="22217" y="8481"/>
                  </a:lnTo>
                  <a:lnTo>
                    <a:pt x="5189" y="1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182370" y="5121081"/>
              <a:ext cx="24981" cy="24741"/>
            </a:xfrm>
            <a:custGeom>
              <a:avLst/>
              <a:pathLst>
                <a:path w="24981" h="24741">
                  <a:moveTo>
                    <a:pt x="0" y="9919"/>
                  </a:moveTo>
                  <a:lnTo>
                    <a:pt x="11451" y="0"/>
                  </a:lnTo>
                  <a:lnTo>
                    <a:pt x="24981" y="15037"/>
                  </a:lnTo>
                  <a:lnTo>
                    <a:pt x="13811" y="2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195217" y="5104462"/>
              <a:ext cx="31111" cy="30661"/>
            </a:xfrm>
            <a:custGeom>
              <a:avLst/>
              <a:pathLst>
                <a:path w="31111" h="30661">
                  <a:moveTo>
                    <a:pt x="0" y="14777"/>
                  </a:moveTo>
                  <a:lnTo>
                    <a:pt x="16650" y="0"/>
                  </a:lnTo>
                  <a:lnTo>
                    <a:pt x="31111" y="15412"/>
                  </a:lnTo>
                  <a:lnTo>
                    <a:pt x="14114" y="30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081854" y="5138182"/>
              <a:ext cx="36169" cy="46126"/>
            </a:xfrm>
            <a:custGeom>
              <a:avLst/>
              <a:pathLst>
                <a:path w="36169" h="46126">
                  <a:moveTo>
                    <a:pt x="0" y="0"/>
                  </a:moveTo>
                  <a:lnTo>
                    <a:pt x="36169" y="40564"/>
                  </a:lnTo>
                  <a:lnTo>
                    <a:pt x="27248" y="4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175117" y="4861296"/>
              <a:ext cx="57080" cy="60778"/>
            </a:xfrm>
            <a:custGeom>
              <a:avLst/>
              <a:pathLst>
                <a:path w="57080" h="60778">
                  <a:moveTo>
                    <a:pt x="0" y="12923"/>
                  </a:moveTo>
                  <a:lnTo>
                    <a:pt x="16259" y="0"/>
                  </a:lnTo>
                  <a:lnTo>
                    <a:pt x="57080" y="47202"/>
                  </a:lnTo>
                  <a:lnTo>
                    <a:pt x="41236" y="6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155367" y="4876695"/>
              <a:ext cx="55962" cy="62173"/>
            </a:xfrm>
            <a:custGeom>
              <a:avLst/>
              <a:pathLst>
                <a:path w="55962" h="62173">
                  <a:moveTo>
                    <a:pt x="0" y="14368"/>
                  </a:moveTo>
                  <a:lnTo>
                    <a:pt x="16639" y="0"/>
                  </a:lnTo>
                  <a:lnTo>
                    <a:pt x="55962" y="49416"/>
                  </a:lnTo>
                  <a:lnTo>
                    <a:pt x="40961" y="6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073903" y="5111687"/>
              <a:ext cx="61870" cy="63717"/>
            </a:xfrm>
            <a:custGeom>
              <a:avLst/>
              <a:pathLst>
                <a:path w="61870" h="63717">
                  <a:moveTo>
                    <a:pt x="0" y="9432"/>
                  </a:moveTo>
                  <a:lnTo>
                    <a:pt x="17556" y="0"/>
                  </a:lnTo>
                  <a:lnTo>
                    <a:pt x="61870" y="51242"/>
                  </a:lnTo>
                  <a:lnTo>
                    <a:pt x="46851" y="63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124892" y="5152180"/>
              <a:ext cx="46256" cy="44316"/>
            </a:xfrm>
            <a:custGeom>
              <a:avLst/>
              <a:pathLst>
                <a:path w="46256" h="44316">
                  <a:moveTo>
                    <a:pt x="0" y="27279"/>
                  </a:moveTo>
                  <a:lnTo>
                    <a:pt x="32226" y="0"/>
                  </a:lnTo>
                  <a:lnTo>
                    <a:pt x="46256" y="16012"/>
                  </a:lnTo>
                  <a:lnTo>
                    <a:pt x="14609" y="44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4991567" y="5156545"/>
              <a:ext cx="54372" cy="73217"/>
            </a:xfrm>
            <a:custGeom>
              <a:avLst/>
              <a:pathLst>
                <a:path w="54372" h="73217">
                  <a:moveTo>
                    <a:pt x="0" y="10193"/>
                  </a:moveTo>
                  <a:lnTo>
                    <a:pt x="17844" y="0"/>
                  </a:lnTo>
                  <a:lnTo>
                    <a:pt x="54372" y="62599"/>
                  </a:lnTo>
                  <a:lnTo>
                    <a:pt x="36709" y="73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08897" y="4976988"/>
              <a:ext cx="65295" cy="60751"/>
            </a:xfrm>
            <a:custGeom>
              <a:avLst/>
              <a:pathLst>
                <a:path w="65295" h="60751">
                  <a:moveTo>
                    <a:pt x="0" y="45349"/>
                  </a:moveTo>
                  <a:lnTo>
                    <a:pt x="51812" y="0"/>
                  </a:lnTo>
                  <a:lnTo>
                    <a:pt x="65295" y="15628"/>
                  </a:lnTo>
                  <a:lnTo>
                    <a:pt x="13093" y="60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028753" y="4987490"/>
              <a:ext cx="47645" cy="49702"/>
            </a:xfrm>
            <a:custGeom>
              <a:avLst/>
              <a:pathLst>
                <a:path w="47645" h="49702">
                  <a:moveTo>
                    <a:pt x="0" y="10797"/>
                  </a:moveTo>
                  <a:lnTo>
                    <a:pt x="15933" y="0"/>
                  </a:lnTo>
                  <a:lnTo>
                    <a:pt x="47645" y="37312"/>
                  </a:lnTo>
                  <a:lnTo>
                    <a:pt x="32997" y="49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219441" y="4987214"/>
              <a:ext cx="59366" cy="64508"/>
            </a:xfrm>
            <a:custGeom>
              <a:avLst/>
              <a:pathLst>
                <a:path w="59366" h="64508">
                  <a:moveTo>
                    <a:pt x="59366" y="52405"/>
                  </a:moveTo>
                  <a:lnTo>
                    <a:pt x="45417" y="64508"/>
                  </a:lnTo>
                  <a:lnTo>
                    <a:pt x="14897" y="29357"/>
                  </a:lnTo>
                  <a:lnTo>
                    <a:pt x="0" y="12200"/>
                  </a:lnTo>
                  <a:lnTo>
                    <a:pt x="14176" y="0"/>
                  </a:lnTo>
                  <a:lnTo>
                    <a:pt x="28903" y="1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066743" y="4953776"/>
              <a:ext cx="58283" cy="64453"/>
            </a:xfrm>
            <a:custGeom>
              <a:avLst/>
              <a:pathLst>
                <a:path w="58283" h="64453">
                  <a:moveTo>
                    <a:pt x="15023" y="0"/>
                  </a:moveTo>
                  <a:lnTo>
                    <a:pt x="58283" y="50948"/>
                  </a:lnTo>
                  <a:lnTo>
                    <a:pt x="42494" y="64453"/>
                  </a:lnTo>
                  <a:lnTo>
                    <a:pt x="0" y="13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046984" y="4971729"/>
              <a:ext cx="47812" cy="50690"/>
            </a:xfrm>
            <a:custGeom>
              <a:avLst/>
              <a:pathLst>
                <a:path w="47812" h="50690">
                  <a:moveTo>
                    <a:pt x="0" y="12979"/>
                  </a:moveTo>
                  <a:lnTo>
                    <a:pt x="15223" y="0"/>
                  </a:lnTo>
                  <a:lnTo>
                    <a:pt x="47812" y="37710"/>
                  </a:lnTo>
                  <a:lnTo>
                    <a:pt x="31666" y="50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09078" y="4999898"/>
              <a:ext cx="50736" cy="52910"/>
            </a:xfrm>
            <a:custGeom>
              <a:avLst/>
              <a:pathLst>
                <a:path w="50736" h="52910">
                  <a:moveTo>
                    <a:pt x="50736" y="39627"/>
                  </a:moveTo>
                  <a:lnTo>
                    <a:pt x="35393" y="52910"/>
                  </a:lnTo>
                  <a:lnTo>
                    <a:pt x="3264" y="14276"/>
                  </a:lnTo>
                  <a:lnTo>
                    <a:pt x="0" y="10350"/>
                  </a:lnTo>
                  <a:lnTo>
                    <a:pt x="17281" y="0"/>
                  </a:lnTo>
                  <a:lnTo>
                    <a:pt x="17873" y="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303580" y="5009240"/>
              <a:ext cx="31717" cy="31397"/>
            </a:xfrm>
            <a:custGeom>
              <a:avLst/>
              <a:pathLst>
                <a:path w="31717" h="31397">
                  <a:moveTo>
                    <a:pt x="0" y="15200"/>
                  </a:moveTo>
                  <a:lnTo>
                    <a:pt x="17442" y="0"/>
                  </a:lnTo>
                  <a:lnTo>
                    <a:pt x="31717" y="16101"/>
                  </a:lnTo>
                  <a:lnTo>
                    <a:pt x="14463" y="31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4986855" y="5012807"/>
              <a:ext cx="52626" cy="70092"/>
            </a:xfrm>
            <a:custGeom>
              <a:avLst/>
              <a:pathLst>
                <a:path w="52626" h="70092">
                  <a:moveTo>
                    <a:pt x="52626" y="59582"/>
                  </a:moveTo>
                  <a:lnTo>
                    <a:pt x="34616" y="70092"/>
                  </a:lnTo>
                  <a:lnTo>
                    <a:pt x="0" y="9920"/>
                  </a:lnTo>
                  <a:lnTo>
                    <a:pt x="177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053150" y="5023982"/>
              <a:ext cx="57207" cy="54575"/>
            </a:xfrm>
            <a:custGeom>
              <a:avLst/>
              <a:pathLst>
                <a:path w="57207" h="54575">
                  <a:moveTo>
                    <a:pt x="0" y="29427"/>
                  </a:moveTo>
                  <a:lnTo>
                    <a:pt x="36300" y="0"/>
                  </a:lnTo>
                  <a:lnTo>
                    <a:pt x="57207" y="22771"/>
                  </a:lnTo>
                  <a:lnTo>
                    <a:pt x="20738" y="54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182317" y="5018319"/>
              <a:ext cx="60774" cy="65357"/>
            </a:xfrm>
            <a:custGeom>
              <a:avLst/>
              <a:pathLst>
                <a:path w="60774" h="65357">
                  <a:moveTo>
                    <a:pt x="44523" y="65357"/>
                  </a:moveTo>
                  <a:lnTo>
                    <a:pt x="0" y="13887"/>
                  </a:lnTo>
                  <a:lnTo>
                    <a:pt x="16917" y="0"/>
                  </a:lnTo>
                  <a:lnTo>
                    <a:pt x="60774" y="52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4967384" y="5024092"/>
              <a:ext cx="45164" cy="58668"/>
            </a:xfrm>
            <a:custGeom>
              <a:avLst/>
              <a:pathLst>
                <a:path w="45164" h="58668">
                  <a:moveTo>
                    <a:pt x="0" y="10413"/>
                  </a:moveTo>
                  <a:lnTo>
                    <a:pt x="17355" y="0"/>
                  </a:lnTo>
                  <a:lnTo>
                    <a:pt x="45164" y="48828"/>
                  </a:lnTo>
                  <a:lnTo>
                    <a:pt x="27500" y="58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250001" y="5027376"/>
              <a:ext cx="63854" cy="59371"/>
            </a:xfrm>
            <a:custGeom>
              <a:avLst/>
              <a:pathLst>
                <a:path w="63854" h="59371">
                  <a:moveTo>
                    <a:pt x="49717" y="0"/>
                  </a:moveTo>
                  <a:lnTo>
                    <a:pt x="63854" y="15975"/>
                  </a:lnTo>
                  <a:lnTo>
                    <a:pt x="13949" y="59371"/>
                  </a:lnTo>
                  <a:lnTo>
                    <a:pt x="0" y="44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070797" y="5201805"/>
              <a:ext cx="44088" cy="56932"/>
            </a:xfrm>
            <a:custGeom>
              <a:avLst/>
              <a:pathLst>
                <a:path w="44088" h="56932">
                  <a:moveTo>
                    <a:pt x="0" y="9878"/>
                  </a:moveTo>
                  <a:lnTo>
                    <a:pt x="16659" y="0"/>
                  </a:lnTo>
                  <a:lnTo>
                    <a:pt x="44088" y="46548"/>
                  </a:lnTo>
                  <a:lnTo>
                    <a:pt x="26781" y="5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051324" y="5213271"/>
              <a:ext cx="43595" cy="56692"/>
            </a:xfrm>
            <a:custGeom>
              <a:avLst/>
              <a:pathLst>
                <a:path w="43595" h="56692">
                  <a:moveTo>
                    <a:pt x="0" y="10098"/>
                  </a:moveTo>
                  <a:lnTo>
                    <a:pt x="16793" y="0"/>
                  </a:lnTo>
                  <a:lnTo>
                    <a:pt x="43595" y="46452"/>
                  </a:lnTo>
                  <a:lnTo>
                    <a:pt x="26650" y="5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031333" y="5225075"/>
              <a:ext cx="44046" cy="56635"/>
            </a:xfrm>
            <a:custGeom>
              <a:avLst/>
              <a:pathLst>
                <a:path w="44046" h="56635">
                  <a:moveTo>
                    <a:pt x="0" y="10158"/>
                  </a:moveTo>
                  <a:lnTo>
                    <a:pt x="17332" y="0"/>
                  </a:lnTo>
                  <a:lnTo>
                    <a:pt x="44046" y="46457"/>
                  </a:lnTo>
                  <a:lnTo>
                    <a:pt x="26729" y="56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01052" y="4924493"/>
              <a:ext cx="58002" cy="63698"/>
            </a:xfrm>
            <a:custGeom>
              <a:avLst/>
              <a:pathLst>
                <a:path w="58002" h="63698">
                  <a:moveTo>
                    <a:pt x="42902" y="63698"/>
                  </a:moveTo>
                  <a:lnTo>
                    <a:pt x="0" y="13679"/>
                  </a:lnTo>
                  <a:lnTo>
                    <a:pt x="16348" y="0"/>
                  </a:lnTo>
                  <a:lnTo>
                    <a:pt x="58002" y="50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239648" y="4933728"/>
              <a:ext cx="77552" cy="86552"/>
            </a:xfrm>
            <a:custGeom>
              <a:avLst/>
              <a:pathLst>
                <a:path w="77552" h="86552">
                  <a:moveTo>
                    <a:pt x="0" y="16048"/>
                  </a:moveTo>
                  <a:lnTo>
                    <a:pt x="17730" y="0"/>
                  </a:lnTo>
                  <a:lnTo>
                    <a:pt x="77552" y="72291"/>
                  </a:lnTo>
                  <a:lnTo>
                    <a:pt x="61254" y="865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164417" y="4929306"/>
              <a:ext cx="64298" cy="59930"/>
            </a:xfrm>
            <a:custGeom>
              <a:avLst/>
              <a:pathLst>
                <a:path w="64298" h="59930">
                  <a:moveTo>
                    <a:pt x="0" y="44195"/>
                  </a:moveTo>
                  <a:lnTo>
                    <a:pt x="13257" y="32691"/>
                  </a:lnTo>
                  <a:lnTo>
                    <a:pt x="50370" y="0"/>
                  </a:lnTo>
                  <a:lnTo>
                    <a:pt x="64298" y="16408"/>
                  </a:lnTo>
                  <a:lnTo>
                    <a:pt x="13556" y="5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040077" y="5054992"/>
              <a:ext cx="32092" cy="35213"/>
            </a:xfrm>
            <a:custGeom>
              <a:avLst/>
              <a:pathLst>
                <a:path w="32092" h="35213">
                  <a:moveTo>
                    <a:pt x="0" y="9912"/>
                  </a:moveTo>
                  <a:lnTo>
                    <a:pt x="11459" y="0"/>
                  </a:lnTo>
                  <a:lnTo>
                    <a:pt x="32092" y="25409"/>
                  </a:lnTo>
                  <a:lnTo>
                    <a:pt x="14417" y="35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062319" y="5092754"/>
              <a:ext cx="26103" cy="25037"/>
            </a:xfrm>
            <a:custGeom>
              <a:avLst/>
              <a:pathLst>
                <a:path w="26103" h="25037">
                  <a:moveTo>
                    <a:pt x="26103" y="16450"/>
                  </a:moveTo>
                  <a:lnTo>
                    <a:pt x="10065" y="25037"/>
                  </a:lnTo>
                  <a:lnTo>
                    <a:pt x="0" y="6939"/>
                  </a:lnTo>
                  <a:lnTo>
                    <a:pt x="122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11689" y="5180808"/>
              <a:ext cx="27049" cy="28690"/>
            </a:xfrm>
            <a:custGeom>
              <a:avLst/>
              <a:pathLst>
                <a:path w="27049" h="28690">
                  <a:moveTo>
                    <a:pt x="27049" y="17199"/>
                  </a:moveTo>
                  <a:lnTo>
                    <a:pt x="12894" y="28690"/>
                  </a:lnTo>
                  <a:lnTo>
                    <a:pt x="0" y="7316"/>
                  </a:lnTo>
                  <a:lnTo>
                    <a:pt x="116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166333" y="4925561"/>
              <a:ext cx="27524" cy="28439"/>
            </a:xfrm>
            <a:custGeom>
              <a:avLst/>
              <a:pathLst>
                <a:path w="27524" h="28439">
                  <a:moveTo>
                    <a:pt x="14421" y="0"/>
                  </a:moveTo>
                  <a:lnTo>
                    <a:pt x="27524" y="15460"/>
                  </a:lnTo>
                  <a:lnTo>
                    <a:pt x="12957" y="28439"/>
                  </a:lnTo>
                  <a:lnTo>
                    <a:pt x="0" y="12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4947456" y="5036112"/>
              <a:ext cx="45436" cy="58233"/>
            </a:xfrm>
            <a:custGeom>
              <a:avLst/>
              <a:pathLst>
                <a:path w="45436" h="58233">
                  <a:moveTo>
                    <a:pt x="0" y="10534"/>
                  </a:moveTo>
                  <a:lnTo>
                    <a:pt x="17032" y="0"/>
                  </a:lnTo>
                  <a:lnTo>
                    <a:pt x="45436" y="47964"/>
                  </a:lnTo>
                  <a:lnTo>
                    <a:pt x="28268" y="58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031991" y="5134957"/>
              <a:ext cx="28257" cy="28926"/>
            </a:xfrm>
            <a:custGeom>
              <a:avLst/>
              <a:pathLst>
                <a:path w="28257" h="28926">
                  <a:moveTo>
                    <a:pt x="0" y="9778"/>
                  </a:moveTo>
                  <a:lnTo>
                    <a:pt x="16871" y="0"/>
                  </a:lnTo>
                  <a:lnTo>
                    <a:pt x="28257" y="19595"/>
                  </a:lnTo>
                  <a:lnTo>
                    <a:pt x="11271" y="28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11763" y="5146408"/>
              <a:ext cx="22391" cy="18423"/>
            </a:xfrm>
            <a:custGeom>
              <a:avLst/>
              <a:pathLst>
                <a:path w="22391" h="18423">
                  <a:moveTo>
                    <a:pt x="0" y="9703"/>
                  </a:moveTo>
                  <a:lnTo>
                    <a:pt x="17229" y="0"/>
                  </a:lnTo>
                  <a:lnTo>
                    <a:pt x="22391" y="8734"/>
                  </a:lnTo>
                  <a:lnTo>
                    <a:pt x="5368" y="18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120533" y="4982785"/>
              <a:ext cx="21468" cy="20356"/>
            </a:xfrm>
            <a:custGeom>
              <a:avLst/>
              <a:pathLst>
                <a:path w="21468" h="20356">
                  <a:moveTo>
                    <a:pt x="6463" y="20356"/>
                  </a:moveTo>
                  <a:lnTo>
                    <a:pt x="0" y="12880"/>
                  </a:lnTo>
                  <a:lnTo>
                    <a:pt x="14780" y="0"/>
                  </a:lnTo>
                  <a:lnTo>
                    <a:pt x="21468" y="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4996883" y="5075970"/>
              <a:ext cx="22217" cy="18383"/>
            </a:xfrm>
            <a:custGeom>
              <a:avLst/>
              <a:pathLst>
                <a:path w="22217" h="18383">
                  <a:moveTo>
                    <a:pt x="0" y="9651"/>
                  </a:moveTo>
                  <a:lnTo>
                    <a:pt x="17189" y="0"/>
                  </a:lnTo>
                  <a:lnTo>
                    <a:pt x="22217" y="8481"/>
                  </a:lnTo>
                  <a:lnTo>
                    <a:pt x="5189" y="1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258377" y="5270997"/>
              <a:ext cx="38452" cy="32083"/>
            </a:xfrm>
            <a:custGeom>
              <a:avLst/>
              <a:pathLst>
                <a:path w="38452" h="32083">
                  <a:moveTo>
                    <a:pt x="0" y="17532"/>
                  </a:moveTo>
                  <a:lnTo>
                    <a:pt x="29635" y="0"/>
                  </a:lnTo>
                  <a:lnTo>
                    <a:pt x="38452" y="14337"/>
                  </a:lnTo>
                  <a:lnTo>
                    <a:pt x="8382" y="32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324758" y="5279045"/>
              <a:ext cx="98323" cy="87157"/>
            </a:xfrm>
            <a:custGeom>
              <a:avLst/>
              <a:pathLst>
                <a:path w="98323" h="87157">
                  <a:moveTo>
                    <a:pt x="0" y="45451"/>
                  </a:moveTo>
                  <a:lnTo>
                    <a:pt x="562" y="42360"/>
                  </a:lnTo>
                  <a:lnTo>
                    <a:pt x="71514" y="0"/>
                  </a:lnTo>
                  <a:lnTo>
                    <a:pt x="73763" y="1150"/>
                  </a:lnTo>
                  <a:lnTo>
                    <a:pt x="98323" y="44709"/>
                  </a:lnTo>
                  <a:lnTo>
                    <a:pt x="24951" y="87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167498" y="5308453"/>
              <a:ext cx="54578" cy="75011"/>
            </a:xfrm>
            <a:custGeom>
              <a:avLst/>
              <a:pathLst>
                <a:path w="54578" h="75011">
                  <a:moveTo>
                    <a:pt x="0" y="10235"/>
                  </a:moveTo>
                  <a:lnTo>
                    <a:pt x="17647" y="0"/>
                  </a:lnTo>
                  <a:lnTo>
                    <a:pt x="54578" y="65695"/>
                  </a:lnTo>
                  <a:lnTo>
                    <a:pt x="38537" y="75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248880" y="5312476"/>
              <a:ext cx="33266" cy="37406"/>
            </a:xfrm>
            <a:custGeom>
              <a:avLst/>
              <a:pathLst>
                <a:path w="33266" h="37406">
                  <a:moveTo>
                    <a:pt x="0" y="9963"/>
                  </a:moveTo>
                  <a:lnTo>
                    <a:pt x="17080" y="0"/>
                  </a:lnTo>
                  <a:lnTo>
                    <a:pt x="33266" y="27141"/>
                  </a:lnTo>
                  <a:lnTo>
                    <a:pt x="15563" y="37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297780" y="5324555"/>
              <a:ext cx="46469" cy="55581"/>
            </a:xfrm>
            <a:custGeom>
              <a:avLst/>
              <a:pathLst>
                <a:path w="46469" h="55581">
                  <a:moveTo>
                    <a:pt x="0" y="12569"/>
                  </a:moveTo>
                  <a:lnTo>
                    <a:pt x="21246" y="0"/>
                  </a:lnTo>
                  <a:lnTo>
                    <a:pt x="46469" y="42841"/>
                  </a:lnTo>
                  <a:lnTo>
                    <a:pt x="25158" y="5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146800" y="5319693"/>
              <a:ext cx="42910" cy="52211"/>
            </a:xfrm>
            <a:custGeom>
              <a:avLst/>
              <a:pathLst>
                <a:path w="42910" h="52211">
                  <a:moveTo>
                    <a:pt x="0" y="10983"/>
                  </a:moveTo>
                  <a:lnTo>
                    <a:pt x="19052" y="0"/>
                  </a:lnTo>
                  <a:lnTo>
                    <a:pt x="42910" y="41584"/>
                  </a:lnTo>
                  <a:lnTo>
                    <a:pt x="23919" y="52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123841" y="5332267"/>
              <a:ext cx="43499" cy="52999"/>
            </a:xfrm>
            <a:custGeom>
              <a:avLst/>
              <a:pathLst>
                <a:path w="43499" h="52999">
                  <a:moveTo>
                    <a:pt x="0" y="10556"/>
                  </a:moveTo>
                  <a:lnTo>
                    <a:pt x="18742" y="0"/>
                  </a:lnTo>
                  <a:lnTo>
                    <a:pt x="43499" y="41148"/>
                  </a:lnTo>
                  <a:lnTo>
                    <a:pt x="25064" y="52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275745" y="5339666"/>
              <a:ext cx="39465" cy="47386"/>
            </a:xfrm>
            <a:custGeom>
              <a:avLst/>
              <a:pathLst>
                <a:path w="39465" h="47386">
                  <a:moveTo>
                    <a:pt x="0" y="10417"/>
                  </a:moveTo>
                  <a:lnTo>
                    <a:pt x="17854" y="0"/>
                  </a:lnTo>
                  <a:lnTo>
                    <a:pt x="39465" y="36787"/>
                  </a:lnTo>
                  <a:lnTo>
                    <a:pt x="21593" y="47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00896" y="5345206"/>
              <a:ext cx="44011" cy="54086"/>
            </a:xfrm>
            <a:custGeom>
              <a:avLst/>
              <a:pathLst>
                <a:path w="44011" h="54086">
                  <a:moveTo>
                    <a:pt x="0" y="11260"/>
                  </a:moveTo>
                  <a:lnTo>
                    <a:pt x="19326" y="0"/>
                  </a:lnTo>
                  <a:lnTo>
                    <a:pt x="44011" y="41320"/>
                  </a:lnTo>
                  <a:lnTo>
                    <a:pt x="24734" y="5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310509" y="5270674"/>
              <a:ext cx="56451" cy="46803"/>
            </a:xfrm>
            <a:custGeom>
              <a:avLst/>
              <a:pathLst>
                <a:path w="56451" h="46803">
                  <a:moveTo>
                    <a:pt x="0" y="30079"/>
                  </a:moveTo>
                  <a:lnTo>
                    <a:pt x="842" y="27146"/>
                  </a:lnTo>
                  <a:lnTo>
                    <a:pt x="45669" y="0"/>
                  </a:lnTo>
                  <a:lnTo>
                    <a:pt x="56451" y="18172"/>
                  </a:lnTo>
                  <a:lnTo>
                    <a:pt x="9570" y="46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225930" y="5273303"/>
              <a:ext cx="27563" cy="28382"/>
            </a:xfrm>
            <a:custGeom>
              <a:avLst/>
              <a:pathLst>
                <a:path w="27563" h="28382">
                  <a:moveTo>
                    <a:pt x="0" y="10083"/>
                  </a:moveTo>
                  <a:lnTo>
                    <a:pt x="16790" y="0"/>
                  </a:lnTo>
                  <a:lnTo>
                    <a:pt x="27563" y="18236"/>
                  </a:lnTo>
                  <a:lnTo>
                    <a:pt x="11270" y="28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06523" y="5284760"/>
              <a:ext cx="56046" cy="76306"/>
            </a:xfrm>
            <a:custGeom>
              <a:avLst/>
              <a:pathLst>
                <a:path w="56046" h="76306">
                  <a:moveTo>
                    <a:pt x="16972" y="0"/>
                  </a:moveTo>
                  <a:lnTo>
                    <a:pt x="56046" y="66479"/>
                  </a:lnTo>
                  <a:lnTo>
                    <a:pt x="38418" y="76306"/>
                  </a:lnTo>
                  <a:lnTo>
                    <a:pt x="0" y="1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268508" y="5288265"/>
              <a:ext cx="37117" cy="31062"/>
            </a:xfrm>
            <a:custGeom>
              <a:avLst/>
              <a:pathLst>
                <a:path w="37117" h="31062">
                  <a:moveTo>
                    <a:pt x="0" y="17387"/>
                  </a:moveTo>
                  <a:lnTo>
                    <a:pt x="28783" y="0"/>
                  </a:lnTo>
                  <a:lnTo>
                    <a:pt x="37117" y="14119"/>
                  </a:lnTo>
                  <a:lnTo>
                    <a:pt x="7678" y="31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143580" y="5365537"/>
              <a:ext cx="59515" cy="46797"/>
            </a:xfrm>
            <a:custGeom>
              <a:avLst/>
              <a:pathLst>
                <a:path w="59515" h="46797">
                  <a:moveTo>
                    <a:pt x="4107" y="34375"/>
                  </a:moveTo>
                  <a:lnTo>
                    <a:pt x="3204" y="34709"/>
                  </a:lnTo>
                  <a:lnTo>
                    <a:pt x="0" y="29382"/>
                  </a:lnTo>
                  <a:lnTo>
                    <a:pt x="1662" y="27588"/>
                  </a:lnTo>
                  <a:lnTo>
                    <a:pt x="48537" y="0"/>
                  </a:lnTo>
                  <a:lnTo>
                    <a:pt x="59515" y="19334"/>
                  </a:lnTo>
                  <a:lnTo>
                    <a:pt x="14068" y="46797"/>
                  </a:lnTo>
                  <a:lnTo>
                    <a:pt x="8711" y="37663"/>
                  </a:lnTo>
                  <a:lnTo>
                    <a:pt x="7507" y="38195"/>
                  </a:lnTo>
                  <a:lnTo>
                    <a:pt x="4889" y="3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240895" y="5372050"/>
              <a:ext cx="51635" cy="42015"/>
            </a:xfrm>
            <a:custGeom>
              <a:avLst/>
              <a:pathLst>
                <a:path w="51635" h="42015">
                  <a:moveTo>
                    <a:pt x="0" y="24867"/>
                  </a:moveTo>
                  <a:lnTo>
                    <a:pt x="41856" y="0"/>
                  </a:lnTo>
                  <a:lnTo>
                    <a:pt x="51635" y="17596"/>
                  </a:lnTo>
                  <a:lnTo>
                    <a:pt x="10008" y="42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08318" y="5378310"/>
              <a:ext cx="41355" cy="51177"/>
            </a:xfrm>
            <a:custGeom>
              <a:avLst/>
              <a:pathLst>
                <a:path w="41355" h="51177">
                  <a:moveTo>
                    <a:pt x="0" y="10591"/>
                  </a:moveTo>
                  <a:lnTo>
                    <a:pt x="18211" y="0"/>
                  </a:lnTo>
                  <a:lnTo>
                    <a:pt x="41355" y="40226"/>
                  </a:lnTo>
                  <a:lnTo>
                    <a:pt x="23515" y="5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196432" y="5390228"/>
              <a:ext cx="27617" cy="32196"/>
            </a:xfrm>
            <a:custGeom>
              <a:avLst/>
              <a:pathLst>
                <a:path w="27617" h="32196">
                  <a:moveTo>
                    <a:pt x="0" y="5376"/>
                  </a:moveTo>
                  <a:lnTo>
                    <a:pt x="9329" y="0"/>
                  </a:lnTo>
                  <a:lnTo>
                    <a:pt x="27617" y="31276"/>
                  </a:lnTo>
                  <a:lnTo>
                    <a:pt x="23430" y="32196"/>
                  </a:lnTo>
                  <a:lnTo>
                    <a:pt x="14310" y="31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248251" y="5253074"/>
              <a:ext cx="38594" cy="32866"/>
            </a:xfrm>
            <a:custGeom>
              <a:avLst/>
              <a:pathLst>
                <a:path w="38594" h="32866">
                  <a:moveTo>
                    <a:pt x="0" y="17143"/>
                  </a:moveTo>
                  <a:lnTo>
                    <a:pt x="29668" y="0"/>
                  </a:lnTo>
                  <a:lnTo>
                    <a:pt x="38594" y="15080"/>
                  </a:lnTo>
                  <a:lnTo>
                    <a:pt x="8770" y="32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294801" y="5255153"/>
              <a:ext cx="43896" cy="38815"/>
            </a:xfrm>
            <a:custGeom>
              <a:avLst/>
              <a:pathLst>
                <a:path w="43896" h="38815">
                  <a:moveTo>
                    <a:pt x="0" y="18386"/>
                  </a:moveTo>
                  <a:lnTo>
                    <a:pt x="31456" y="0"/>
                  </a:lnTo>
                  <a:lnTo>
                    <a:pt x="43896" y="20353"/>
                  </a:lnTo>
                  <a:lnTo>
                    <a:pt x="12019" y="38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281729" y="5233724"/>
              <a:ext cx="39774" cy="34848"/>
            </a:xfrm>
            <a:custGeom>
              <a:avLst/>
              <a:pathLst>
                <a:path w="39774" h="34848">
                  <a:moveTo>
                    <a:pt x="0" y="17335"/>
                  </a:moveTo>
                  <a:lnTo>
                    <a:pt x="29448" y="0"/>
                  </a:lnTo>
                  <a:lnTo>
                    <a:pt x="39774" y="17618"/>
                  </a:lnTo>
                  <a:lnTo>
                    <a:pt x="10408" y="34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187456" y="5296721"/>
              <a:ext cx="55005" cy="75660"/>
            </a:xfrm>
            <a:custGeom>
              <a:avLst/>
              <a:pathLst>
                <a:path w="55005" h="75660">
                  <a:moveTo>
                    <a:pt x="17141" y="0"/>
                  </a:moveTo>
                  <a:lnTo>
                    <a:pt x="55005" y="65585"/>
                  </a:lnTo>
                  <a:lnTo>
                    <a:pt x="37557" y="75660"/>
                  </a:lnTo>
                  <a:lnTo>
                    <a:pt x="0" y="10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277433" y="5305261"/>
              <a:ext cx="38982" cy="31977"/>
            </a:xfrm>
            <a:custGeom>
              <a:avLst/>
              <a:pathLst>
                <a:path w="38982" h="31977">
                  <a:moveTo>
                    <a:pt x="0" y="17736"/>
                  </a:moveTo>
                  <a:lnTo>
                    <a:pt x="29813" y="0"/>
                  </a:lnTo>
                  <a:lnTo>
                    <a:pt x="38982" y="14201"/>
                  </a:lnTo>
                  <a:lnTo>
                    <a:pt x="8338" y="3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328736" y="5248559"/>
              <a:ext cx="21039" cy="25327"/>
            </a:xfrm>
            <a:custGeom>
              <a:avLst/>
              <a:pathLst>
                <a:path w="21039" h="25327">
                  <a:moveTo>
                    <a:pt x="0" y="5522"/>
                  </a:moveTo>
                  <a:lnTo>
                    <a:pt x="8846" y="0"/>
                  </a:lnTo>
                  <a:lnTo>
                    <a:pt x="21039" y="19749"/>
                  </a:lnTo>
                  <a:lnTo>
                    <a:pt x="12187" y="25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238539" y="5293787"/>
              <a:ext cx="25908" cy="25689"/>
            </a:xfrm>
            <a:custGeom>
              <a:avLst/>
              <a:pathLst>
                <a:path w="25908" h="25689">
                  <a:moveTo>
                    <a:pt x="0" y="10077"/>
                  </a:moveTo>
                  <a:lnTo>
                    <a:pt x="16073" y="0"/>
                  </a:lnTo>
                  <a:lnTo>
                    <a:pt x="25908" y="15871"/>
                  </a:lnTo>
                  <a:lnTo>
                    <a:pt x="9413" y="25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162658" y="5406209"/>
              <a:ext cx="23984" cy="12075"/>
            </a:xfrm>
            <a:custGeom>
              <a:avLst/>
              <a:pathLst>
                <a:path w="23984" h="12075">
                  <a:moveTo>
                    <a:pt x="0" y="9343"/>
                  </a:moveTo>
                  <a:lnTo>
                    <a:pt x="16509" y="0"/>
                  </a:lnTo>
                  <a:lnTo>
                    <a:pt x="23984" y="12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229430" y="5359525"/>
              <a:ext cx="39411" cy="34692"/>
            </a:xfrm>
            <a:custGeom>
              <a:avLst/>
              <a:pathLst>
                <a:path w="39411" h="34692">
                  <a:moveTo>
                    <a:pt x="0" y="16906"/>
                  </a:moveTo>
                  <a:lnTo>
                    <a:pt x="29112" y="0"/>
                  </a:lnTo>
                  <a:lnTo>
                    <a:pt x="39411" y="17441"/>
                  </a:lnTo>
                  <a:lnTo>
                    <a:pt x="10186" y="34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180221" y="5396587"/>
              <a:ext cx="21707" cy="19961"/>
            </a:xfrm>
            <a:custGeom>
              <a:avLst/>
              <a:pathLst>
                <a:path w="21707" h="19961">
                  <a:moveTo>
                    <a:pt x="0" y="8834"/>
                  </a:moveTo>
                  <a:lnTo>
                    <a:pt x="14991" y="0"/>
                  </a:lnTo>
                  <a:lnTo>
                    <a:pt x="21707" y="11644"/>
                  </a:lnTo>
                  <a:lnTo>
                    <a:pt x="6252" y="19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341080" y="5229362"/>
              <a:ext cx="39541" cy="37349"/>
            </a:xfrm>
            <a:custGeom>
              <a:avLst/>
              <a:pathLst>
                <a:path w="39541" h="37349">
                  <a:moveTo>
                    <a:pt x="0" y="17288"/>
                  </a:moveTo>
                  <a:lnTo>
                    <a:pt x="27483" y="0"/>
                  </a:lnTo>
                  <a:lnTo>
                    <a:pt x="39541" y="21248"/>
                  </a:lnTo>
                  <a:lnTo>
                    <a:pt x="11795" y="37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314135" y="5207208"/>
              <a:ext cx="51105" cy="42181"/>
            </a:xfrm>
            <a:custGeom>
              <a:avLst/>
              <a:pathLst>
                <a:path w="51105" h="42181">
                  <a:moveTo>
                    <a:pt x="0" y="23875"/>
                  </a:moveTo>
                  <a:lnTo>
                    <a:pt x="41026" y="0"/>
                  </a:lnTo>
                  <a:lnTo>
                    <a:pt x="51105" y="16710"/>
                  </a:lnTo>
                  <a:lnTo>
                    <a:pt x="50655" y="18320"/>
                  </a:lnTo>
                  <a:lnTo>
                    <a:pt x="10602" y="42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362115" y="5254956"/>
              <a:ext cx="31107" cy="30312"/>
            </a:xfrm>
            <a:custGeom>
              <a:avLst/>
              <a:pathLst>
                <a:path w="31107" h="30312">
                  <a:moveTo>
                    <a:pt x="0" y="13008"/>
                  </a:moveTo>
                  <a:lnTo>
                    <a:pt x="20323" y="0"/>
                  </a:lnTo>
                  <a:lnTo>
                    <a:pt x="31107" y="17804"/>
                  </a:lnTo>
                  <a:lnTo>
                    <a:pt x="10730" y="30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028929" y="5376779"/>
              <a:ext cx="51948" cy="27986"/>
            </a:xfrm>
            <a:custGeom>
              <a:avLst/>
              <a:pathLst>
                <a:path w="51948" h="27986">
                  <a:moveTo>
                    <a:pt x="0" y="20555"/>
                  </a:moveTo>
                  <a:lnTo>
                    <a:pt x="35222" y="0"/>
                  </a:lnTo>
                  <a:lnTo>
                    <a:pt x="51948" y="27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4964058" y="5398860"/>
              <a:ext cx="134463" cy="23849"/>
            </a:xfrm>
            <a:custGeom>
              <a:avLst/>
              <a:pathLst>
                <a:path w="134463" h="23849">
                  <a:moveTo>
                    <a:pt x="33469" y="0"/>
                  </a:moveTo>
                  <a:lnTo>
                    <a:pt x="47637" y="1021"/>
                  </a:lnTo>
                  <a:lnTo>
                    <a:pt x="61528" y="818"/>
                  </a:lnTo>
                  <a:lnTo>
                    <a:pt x="119759" y="8989"/>
                  </a:lnTo>
                  <a:lnTo>
                    <a:pt x="121480" y="14620"/>
                  </a:lnTo>
                  <a:lnTo>
                    <a:pt x="133283" y="16431"/>
                  </a:lnTo>
                  <a:lnTo>
                    <a:pt x="134463" y="23849"/>
                  </a:lnTo>
                  <a:lnTo>
                    <a:pt x="67105" y="14404"/>
                  </a:lnTo>
                  <a:lnTo>
                    <a:pt x="907" y="6593"/>
                  </a:lnTo>
                  <a:lnTo>
                    <a:pt x="0" y="6473"/>
                  </a:lnTo>
                  <a:lnTo>
                    <a:pt x="937" y="6218"/>
                  </a:lnTo>
                  <a:lnTo>
                    <a:pt x="9188" y="3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134150" y="5414411"/>
              <a:ext cx="100094" cy="25971"/>
            </a:xfrm>
            <a:custGeom>
              <a:avLst/>
              <a:pathLst>
                <a:path w="100094" h="25971">
                  <a:moveTo>
                    <a:pt x="100094" y="19937"/>
                  </a:moveTo>
                  <a:lnTo>
                    <a:pt x="99807" y="25971"/>
                  </a:lnTo>
                  <a:lnTo>
                    <a:pt x="6693" y="14560"/>
                  </a:lnTo>
                  <a:lnTo>
                    <a:pt x="0" y="0"/>
                  </a:lnTo>
                  <a:lnTo>
                    <a:pt x="93737" y="12364"/>
                  </a:lnTo>
                  <a:lnTo>
                    <a:pt x="93767" y="1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420087" y="5440774"/>
              <a:ext cx="24126" cy="28850"/>
            </a:xfrm>
            <a:custGeom>
              <a:avLst/>
              <a:pathLst>
                <a:path w="24126" h="28850">
                  <a:moveTo>
                    <a:pt x="0" y="5333"/>
                  </a:moveTo>
                  <a:lnTo>
                    <a:pt x="11067" y="0"/>
                  </a:lnTo>
                  <a:lnTo>
                    <a:pt x="24126" y="27946"/>
                  </a:lnTo>
                  <a:lnTo>
                    <a:pt x="12612" y="28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353164" y="5418158"/>
              <a:ext cx="29708" cy="26726"/>
            </a:xfrm>
            <a:custGeom>
              <a:avLst/>
              <a:pathLst>
                <a:path w="29708" h="26726">
                  <a:moveTo>
                    <a:pt x="0" y="12580"/>
                  </a:moveTo>
                  <a:lnTo>
                    <a:pt x="21476" y="0"/>
                  </a:lnTo>
                  <a:lnTo>
                    <a:pt x="29708" y="13841"/>
                  </a:lnTo>
                  <a:lnTo>
                    <a:pt x="7980" y="26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442443" y="5446026"/>
              <a:ext cx="34064" cy="21511"/>
            </a:xfrm>
            <a:custGeom>
              <a:avLst/>
              <a:pathLst>
                <a:path w="34064" h="21511">
                  <a:moveTo>
                    <a:pt x="0" y="11304"/>
                  </a:moveTo>
                  <a:lnTo>
                    <a:pt x="24930" y="0"/>
                  </a:lnTo>
                  <a:lnTo>
                    <a:pt x="34064" y="20133"/>
                  </a:lnTo>
                  <a:lnTo>
                    <a:pt x="4021" y="21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338826" y="5434372"/>
              <a:ext cx="24849" cy="21412"/>
            </a:xfrm>
            <a:custGeom>
              <a:avLst/>
              <a:pathLst>
                <a:path w="24849" h="21412">
                  <a:moveTo>
                    <a:pt x="24719" y="21140"/>
                  </a:moveTo>
                  <a:lnTo>
                    <a:pt x="24849" y="21412"/>
                  </a:lnTo>
                  <a:lnTo>
                    <a:pt x="1419" y="19278"/>
                  </a:lnTo>
                  <a:lnTo>
                    <a:pt x="0" y="574"/>
                  </a:lnTo>
                  <a:lnTo>
                    <a:pt x="134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261704" y="5425504"/>
              <a:ext cx="53593" cy="12320"/>
            </a:xfrm>
            <a:custGeom>
              <a:avLst/>
              <a:pathLst>
                <a:path w="53593" h="12320">
                  <a:moveTo>
                    <a:pt x="0" y="3303"/>
                  </a:moveTo>
                  <a:lnTo>
                    <a:pt x="52710" y="0"/>
                  </a:lnTo>
                  <a:lnTo>
                    <a:pt x="53593" y="9560"/>
                  </a:lnTo>
                  <a:lnTo>
                    <a:pt x="7856" y="12320"/>
                  </a:lnTo>
                  <a:lnTo>
                    <a:pt x="715" y="10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441163" y="5469949"/>
              <a:ext cx="57414" cy="26826"/>
            </a:xfrm>
            <a:custGeom>
              <a:avLst/>
              <a:pathLst>
                <a:path w="57414" h="26826">
                  <a:moveTo>
                    <a:pt x="1171" y="3183"/>
                  </a:moveTo>
                  <a:lnTo>
                    <a:pt x="57414" y="0"/>
                  </a:lnTo>
                  <a:lnTo>
                    <a:pt x="51438" y="23683"/>
                  </a:lnTo>
                  <a:lnTo>
                    <a:pt x="0" y="26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408554" y="5328545"/>
              <a:ext cx="40177" cy="48094"/>
            </a:xfrm>
            <a:custGeom>
              <a:avLst/>
              <a:pathLst>
                <a:path w="40177" h="48094">
                  <a:moveTo>
                    <a:pt x="0" y="10558"/>
                  </a:moveTo>
                  <a:lnTo>
                    <a:pt x="17683" y="0"/>
                  </a:lnTo>
                  <a:lnTo>
                    <a:pt x="40177" y="38426"/>
                  </a:lnTo>
                  <a:lnTo>
                    <a:pt x="22957" y="48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386311" y="5341710"/>
              <a:ext cx="40211" cy="49133"/>
            </a:xfrm>
            <a:custGeom>
              <a:avLst/>
              <a:pathLst>
                <a:path w="40211" h="49133">
                  <a:moveTo>
                    <a:pt x="0" y="10148"/>
                  </a:moveTo>
                  <a:lnTo>
                    <a:pt x="17847" y="0"/>
                  </a:lnTo>
                  <a:lnTo>
                    <a:pt x="40211" y="38631"/>
                  </a:lnTo>
                  <a:lnTo>
                    <a:pt x="21496" y="49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463457" y="5498765"/>
              <a:ext cx="27403" cy="29549"/>
            </a:xfrm>
            <a:custGeom>
              <a:avLst/>
              <a:pathLst>
                <a:path w="27403" h="29549">
                  <a:moveTo>
                    <a:pt x="5300" y="162"/>
                  </a:moveTo>
                  <a:lnTo>
                    <a:pt x="27403" y="0"/>
                  </a:lnTo>
                  <a:lnTo>
                    <a:pt x="17395" y="29549"/>
                  </a:lnTo>
                  <a:lnTo>
                    <a:pt x="0" y="27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378589" y="5405551"/>
              <a:ext cx="42895" cy="56317"/>
            </a:xfrm>
            <a:custGeom>
              <a:avLst/>
              <a:pathLst>
                <a:path w="42895" h="56317">
                  <a:moveTo>
                    <a:pt x="0" y="8709"/>
                  </a:moveTo>
                  <a:lnTo>
                    <a:pt x="16073" y="0"/>
                  </a:lnTo>
                  <a:lnTo>
                    <a:pt x="42895" y="48511"/>
                  </a:lnTo>
                  <a:lnTo>
                    <a:pt x="27076" y="56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470300" y="5438353"/>
              <a:ext cx="27257" cy="27990"/>
            </a:xfrm>
            <a:custGeom>
              <a:avLst/>
              <a:pathLst>
                <a:path w="27257" h="27990">
                  <a:moveTo>
                    <a:pt x="0" y="6677"/>
                  </a:moveTo>
                  <a:lnTo>
                    <a:pt x="14727" y="0"/>
                  </a:lnTo>
                  <a:lnTo>
                    <a:pt x="27257" y="26658"/>
                  </a:lnTo>
                  <a:lnTo>
                    <a:pt x="9160" y="27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408776" y="5473453"/>
              <a:ext cx="29001" cy="48981"/>
            </a:xfrm>
            <a:custGeom>
              <a:avLst/>
              <a:pathLst>
                <a:path w="29001" h="48981">
                  <a:moveTo>
                    <a:pt x="23730" y="48981"/>
                  </a:moveTo>
                  <a:lnTo>
                    <a:pt x="0" y="46727"/>
                  </a:lnTo>
                  <a:lnTo>
                    <a:pt x="6131" y="1825"/>
                  </a:lnTo>
                  <a:lnTo>
                    <a:pt x="290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405657" y="5524142"/>
              <a:ext cx="73263" cy="31244"/>
            </a:xfrm>
            <a:custGeom>
              <a:avLst/>
              <a:pathLst>
                <a:path w="73263" h="31244">
                  <a:moveTo>
                    <a:pt x="67109" y="31244"/>
                  </a:moveTo>
                  <a:lnTo>
                    <a:pt x="0" y="21362"/>
                  </a:lnTo>
                  <a:lnTo>
                    <a:pt x="2878" y="0"/>
                  </a:lnTo>
                  <a:lnTo>
                    <a:pt x="73263" y="9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317184" y="5435752"/>
              <a:ext cx="20610" cy="17462"/>
            </a:xfrm>
            <a:custGeom>
              <a:avLst/>
              <a:pathLst>
                <a:path w="20610" h="17462">
                  <a:moveTo>
                    <a:pt x="20610" y="17462"/>
                  </a:moveTo>
                  <a:lnTo>
                    <a:pt x="0" y="16230"/>
                  </a:lnTo>
                  <a:lnTo>
                    <a:pt x="529" y="1423"/>
                  </a:lnTo>
                  <a:lnTo>
                    <a:pt x="1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260674" y="5437033"/>
              <a:ext cx="54573" cy="13795"/>
            </a:xfrm>
            <a:custGeom>
              <a:avLst/>
              <a:pathLst>
                <a:path w="54573" h="13795">
                  <a:moveTo>
                    <a:pt x="54573" y="13795"/>
                  </a:moveTo>
                  <a:lnTo>
                    <a:pt x="1062" y="7235"/>
                  </a:lnTo>
                  <a:lnTo>
                    <a:pt x="0" y="2670"/>
                  </a:lnTo>
                  <a:lnTo>
                    <a:pt x="531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412755" y="5456236"/>
              <a:ext cx="18193" cy="16141"/>
            </a:xfrm>
            <a:custGeom>
              <a:avLst/>
              <a:pathLst>
                <a:path w="18193" h="16141">
                  <a:moveTo>
                    <a:pt x="0" y="5341"/>
                  </a:moveTo>
                  <a:lnTo>
                    <a:pt x="9974" y="0"/>
                  </a:lnTo>
                  <a:lnTo>
                    <a:pt x="18193" y="14102"/>
                  </a:lnTo>
                  <a:lnTo>
                    <a:pt x="2226" y="16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409047" y="5419759"/>
              <a:ext cx="20056" cy="22906"/>
            </a:xfrm>
            <a:custGeom>
              <a:avLst/>
              <a:pathLst>
                <a:path w="20056" h="22906">
                  <a:moveTo>
                    <a:pt x="0" y="4761"/>
                  </a:moveTo>
                  <a:lnTo>
                    <a:pt x="11465" y="0"/>
                  </a:lnTo>
                  <a:lnTo>
                    <a:pt x="20056" y="18167"/>
                  </a:lnTo>
                  <a:lnTo>
                    <a:pt x="8389" y="22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351227" y="5364305"/>
              <a:ext cx="31191" cy="39074"/>
            </a:xfrm>
            <a:custGeom>
              <a:avLst/>
              <a:pathLst>
                <a:path w="31191" h="39074">
                  <a:moveTo>
                    <a:pt x="0" y="6728"/>
                  </a:moveTo>
                  <a:lnTo>
                    <a:pt x="11127" y="0"/>
                  </a:lnTo>
                  <a:lnTo>
                    <a:pt x="31191" y="32863"/>
                  </a:lnTo>
                  <a:lnTo>
                    <a:pt x="19558" y="39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323972" y="5369814"/>
              <a:ext cx="49342" cy="58954"/>
            </a:xfrm>
            <a:custGeom>
              <a:avLst/>
              <a:pathLst>
                <a:path w="49342" h="58954">
                  <a:moveTo>
                    <a:pt x="0" y="12607"/>
                  </a:moveTo>
                  <a:lnTo>
                    <a:pt x="22084" y="0"/>
                  </a:lnTo>
                  <a:lnTo>
                    <a:pt x="49342" y="46003"/>
                  </a:lnTo>
                  <a:lnTo>
                    <a:pt x="27666" y="58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299102" y="5379911"/>
              <a:ext cx="40061" cy="47200"/>
            </a:xfrm>
            <a:custGeom>
              <a:avLst/>
              <a:pathLst>
                <a:path w="40061" h="47200">
                  <a:moveTo>
                    <a:pt x="0" y="10402"/>
                  </a:moveTo>
                  <a:lnTo>
                    <a:pt x="18007" y="0"/>
                  </a:lnTo>
                  <a:lnTo>
                    <a:pt x="40061" y="37794"/>
                  </a:lnTo>
                  <a:lnTo>
                    <a:pt x="20638" y="47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415993" y="5382071"/>
              <a:ext cx="48681" cy="35493"/>
            </a:xfrm>
            <a:custGeom>
              <a:avLst/>
              <a:pathLst>
                <a:path w="48681" h="35493">
                  <a:moveTo>
                    <a:pt x="0" y="20991"/>
                  </a:moveTo>
                  <a:lnTo>
                    <a:pt x="41206" y="0"/>
                  </a:lnTo>
                  <a:lnTo>
                    <a:pt x="48681" y="15379"/>
                  </a:lnTo>
                  <a:lnTo>
                    <a:pt x="7136" y="35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425072" y="5401717"/>
              <a:ext cx="48900" cy="34716"/>
            </a:xfrm>
            <a:custGeom>
              <a:avLst/>
              <a:pathLst>
                <a:path w="48900" h="34716">
                  <a:moveTo>
                    <a:pt x="0" y="19795"/>
                  </a:moveTo>
                  <a:lnTo>
                    <a:pt x="41674" y="0"/>
                  </a:lnTo>
                  <a:lnTo>
                    <a:pt x="48900" y="14868"/>
                  </a:lnTo>
                  <a:lnTo>
                    <a:pt x="7343" y="34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433997" y="5419662"/>
              <a:ext cx="49007" cy="35503"/>
            </a:xfrm>
            <a:custGeom>
              <a:avLst/>
              <a:pathLst>
                <a:path w="49007" h="35503">
                  <a:moveTo>
                    <a:pt x="0" y="19985"/>
                  </a:moveTo>
                  <a:lnTo>
                    <a:pt x="41470" y="0"/>
                  </a:lnTo>
                  <a:lnTo>
                    <a:pt x="49007" y="15508"/>
                  </a:lnTo>
                  <a:lnTo>
                    <a:pt x="7636" y="35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362268" y="5434102"/>
              <a:ext cx="37593" cy="27501"/>
            </a:xfrm>
            <a:custGeom>
              <a:avLst/>
              <a:pathLst>
                <a:path w="37593" h="27501">
                  <a:moveTo>
                    <a:pt x="0" y="12392"/>
                  </a:moveTo>
                  <a:lnTo>
                    <a:pt x="21946" y="0"/>
                  </a:lnTo>
                  <a:lnTo>
                    <a:pt x="37593" y="27501"/>
                  </a:lnTo>
                  <a:lnTo>
                    <a:pt x="24641" y="26543"/>
                  </a:lnTo>
                  <a:lnTo>
                    <a:pt x="4608" y="21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437309" y="5512516"/>
              <a:ext cx="20682" cy="13361"/>
            </a:xfrm>
            <a:custGeom>
              <a:avLst/>
              <a:pathLst>
                <a:path w="20682" h="13361">
                  <a:moveTo>
                    <a:pt x="1011" y="0"/>
                  </a:moveTo>
                  <a:lnTo>
                    <a:pt x="20682" y="2070"/>
                  </a:lnTo>
                  <a:lnTo>
                    <a:pt x="19526" y="13361"/>
                  </a:lnTo>
                  <a:lnTo>
                    <a:pt x="0" y="10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373399" y="5360495"/>
              <a:ext cx="24290" cy="30405"/>
            </a:xfrm>
            <a:custGeom>
              <a:avLst/>
              <a:pathLst>
                <a:path w="24290" h="30405">
                  <a:moveTo>
                    <a:pt x="24290" y="25241"/>
                  </a:moveTo>
                  <a:lnTo>
                    <a:pt x="14499" y="30405"/>
                  </a:lnTo>
                  <a:lnTo>
                    <a:pt x="8775" y="20599"/>
                  </a:lnTo>
                  <a:lnTo>
                    <a:pt x="0" y="5563"/>
                  </a:lnTo>
                  <a:lnTo>
                    <a:pt x="9366" y="0"/>
                  </a:lnTo>
                  <a:lnTo>
                    <a:pt x="18344" y="15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256005" y="5392640"/>
              <a:ext cx="57185" cy="33199"/>
            </a:xfrm>
            <a:custGeom>
              <a:avLst/>
              <a:pathLst>
                <a:path w="57185" h="33199">
                  <a:moveTo>
                    <a:pt x="0" y="23726"/>
                  </a:moveTo>
                  <a:lnTo>
                    <a:pt x="40117" y="0"/>
                  </a:lnTo>
                  <a:lnTo>
                    <a:pt x="57185" y="30315"/>
                  </a:lnTo>
                  <a:lnTo>
                    <a:pt x="4014" y="3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070237" y="5361557"/>
              <a:ext cx="58028" cy="52616"/>
            </a:xfrm>
            <a:custGeom>
              <a:avLst/>
              <a:pathLst>
                <a:path w="58028" h="52616">
                  <a:moveTo>
                    <a:pt x="25993" y="0"/>
                  </a:moveTo>
                  <a:lnTo>
                    <a:pt x="58028" y="52616"/>
                  </a:lnTo>
                  <a:lnTo>
                    <a:pt x="27679" y="50459"/>
                  </a:lnTo>
                  <a:lnTo>
                    <a:pt x="17844" y="43702"/>
                  </a:lnTo>
                  <a:lnTo>
                    <a:pt x="0" y="14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404293" y="5551207"/>
              <a:ext cx="65868" cy="16791"/>
            </a:xfrm>
            <a:custGeom>
              <a:avLst/>
              <a:pathLst>
                <a:path w="65868" h="16791">
                  <a:moveTo>
                    <a:pt x="63620" y="16791"/>
                  </a:moveTo>
                  <a:lnTo>
                    <a:pt x="0" y="3450"/>
                  </a:lnTo>
                  <a:lnTo>
                    <a:pt x="562" y="0"/>
                  </a:lnTo>
                  <a:lnTo>
                    <a:pt x="65868" y="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130373" y="5395722"/>
              <a:ext cx="24784" cy="18001"/>
            </a:xfrm>
            <a:custGeom>
              <a:avLst/>
              <a:pathLst>
                <a:path w="24784" h="18001">
                  <a:moveTo>
                    <a:pt x="24784" y="18001"/>
                  </a:moveTo>
                  <a:lnTo>
                    <a:pt x="22183" y="17600"/>
                  </a:lnTo>
                  <a:lnTo>
                    <a:pt x="9763" y="15688"/>
                  </a:lnTo>
                  <a:lnTo>
                    <a:pt x="3860" y="14750"/>
                  </a:lnTo>
                  <a:lnTo>
                    <a:pt x="1438" y="10404"/>
                  </a:lnTo>
                  <a:lnTo>
                    <a:pt x="0" y="7823"/>
                  </a:lnTo>
                  <a:lnTo>
                    <a:pt x="7826" y="2721"/>
                  </a:lnTo>
                  <a:lnTo>
                    <a:pt x="12116" y="0"/>
                  </a:lnTo>
                  <a:lnTo>
                    <a:pt x="14160" y="3329"/>
                  </a:lnTo>
                  <a:lnTo>
                    <a:pt x="14790" y="4356"/>
                  </a:lnTo>
                  <a:lnTo>
                    <a:pt x="15118" y="4890"/>
                  </a:lnTo>
                  <a:lnTo>
                    <a:pt x="15262" y="5049"/>
                  </a:lnTo>
                  <a:lnTo>
                    <a:pt x="18986" y="9127"/>
                  </a:lnTo>
                  <a:lnTo>
                    <a:pt x="20401" y="9491"/>
                  </a:lnTo>
                  <a:lnTo>
                    <a:pt x="23572" y="15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4961800" y="5345698"/>
              <a:ext cx="43387" cy="52517"/>
            </a:xfrm>
            <a:custGeom>
              <a:avLst/>
              <a:pathLst>
                <a:path w="43387" h="52517">
                  <a:moveTo>
                    <a:pt x="3059" y="8140"/>
                  </a:moveTo>
                  <a:lnTo>
                    <a:pt x="18205" y="0"/>
                  </a:lnTo>
                  <a:lnTo>
                    <a:pt x="43387" y="41992"/>
                  </a:lnTo>
                  <a:lnTo>
                    <a:pt x="41900" y="46351"/>
                  </a:lnTo>
                  <a:lnTo>
                    <a:pt x="23958" y="49184"/>
                  </a:lnTo>
                  <a:lnTo>
                    <a:pt x="4080" y="52517"/>
                  </a:lnTo>
                  <a:lnTo>
                    <a:pt x="0" y="39076"/>
                  </a:lnTo>
                  <a:lnTo>
                    <a:pt x="15718" y="34336"/>
                  </a:lnTo>
                  <a:lnTo>
                    <a:pt x="19702" y="34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668230" y="5200137"/>
              <a:ext cx="66341" cy="61452"/>
            </a:xfrm>
            <a:custGeom>
              <a:avLst/>
              <a:pathLst>
                <a:path w="66341" h="61452">
                  <a:moveTo>
                    <a:pt x="0" y="18508"/>
                  </a:moveTo>
                  <a:lnTo>
                    <a:pt x="16461" y="0"/>
                  </a:lnTo>
                  <a:lnTo>
                    <a:pt x="66341" y="41905"/>
                  </a:lnTo>
                  <a:lnTo>
                    <a:pt x="49627" y="61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4949150" y="5328947"/>
              <a:ext cx="29147" cy="24504"/>
            </a:xfrm>
            <a:custGeom>
              <a:avLst/>
              <a:pathLst>
                <a:path w="29147" h="24504">
                  <a:moveTo>
                    <a:pt x="23066" y="0"/>
                  </a:moveTo>
                  <a:lnTo>
                    <a:pt x="29147" y="11237"/>
                  </a:lnTo>
                  <a:lnTo>
                    <a:pt x="6641" y="24504"/>
                  </a:lnTo>
                  <a:lnTo>
                    <a:pt x="0" y="13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770181" y="5283513"/>
              <a:ext cx="69909" cy="54689"/>
            </a:xfrm>
            <a:custGeom>
              <a:avLst/>
              <a:pathLst>
                <a:path w="69909" h="54689">
                  <a:moveTo>
                    <a:pt x="14898" y="0"/>
                  </a:moveTo>
                  <a:lnTo>
                    <a:pt x="69909" y="29326"/>
                  </a:lnTo>
                  <a:lnTo>
                    <a:pt x="56846" y="54689"/>
                  </a:lnTo>
                  <a:lnTo>
                    <a:pt x="0" y="23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681169" y="5121205"/>
              <a:ext cx="42932" cy="53248"/>
            </a:xfrm>
            <a:custGeom>
              <a:avLst/>
              <a:pathLst>
                <a:path w="42932" h="53248">
                  <a:moveTo>
                    <a:pt x="0" y="12086"/>
                  </a:moveTo>
                  <a:lnTo>
                    <a:pt x="18541" y="0"/>
                  </a:lnTo>
                  <a:lnTo>
                    <a:pt x="42932" y="43242"/>
                  </a:lnTo>
                  <a:lnTo>
                    <a:pt x="23599" y="5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754900" y="5116489"/>
              <a:ext cx="75302" cy="55893"/>
            </a:xfrm>
            <a:custGeom>
              <a:avLst/>
              <a:pathLst>
                <a:path w="75302" h="55893">
                  <a:moveTo>
                    <a:pt x="0" y="37492"/>
                  </a:moveTo>
                  <a:lnTo>
                    <a:pt x="62945" y="0"/>
                  </a:lnTo>
                  <a:lnTo>
                    <a:pt x="75302" y="18840"/>
                  </a:lnTo>
                  <a:lnTo>
                    <a:pt x="10903" y="55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23169" y="5075348"/>
              <a:ext cx="76281" cy="56089"/>
            </a:xfrm>
            <a:custGeom>
              <a:avLst/>
              <a:pathLst>
                <a:path w="76281" h="56089">
                  <a:moveTo>
                    <a:pt x="10790" y="56089"/>
                  </a:moveTo>
                  <a:lnTo>
                    <a:pt x="0" y="37917"/>
                  </a:lnTo>
                  <a:lnTo>
                    <a:pt x="66001" y="0"/>
                  </a:lnTo>
                  <a:lnTo>
                    <a:pt x="76281" y="19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04623" y="5108698"/>
              <a:ext cx="42931" cy="52299"/>
            </a:xfrm>
            <a:custGeom>
              <a:avLst/>
              <a:pathLst>
                <a:path w="42931" h="52299">
                  <a:moveTo>
                    <a:pt x="0" y="10211"/>
                  </a:moveTo>
                  <a:lnTo>
                    <a:pt x="17965" y="0"/>
                  </a:lnTo>
                  <a:lnTo>
                    <a:pt x="42931" y="40285"/>
                  </a:lnTo>
                  <a:lnTo>
                    <a:pt x="23524" y="52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40063" y="5104063"/>
              <a:ext cx="53074" cy="43248"/>
            </a:xfrm>
            <a:custGeom>
              <a:avLst/>
              <a:pathLst>
                <a:path w="53074" h="43248">
                  <a:moveTo>
                    <a:pt x="0" y="25077"/>
                  </a:moveTo>
                  <a:lnTo>
                    <a:pt x="41243" y="0"/>
                  </a:lnTo>
                  <a:lnTo>
                    <a:pt x="53074" y="18927"/>
                  </a:lnTo>
                  <a:lnTo>
                    <a:pt x="10678" y="4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597355" y="5188200"/>
              <a:ext cx="59721" cy="58443"/>
            </a:xfrm>
            <a:custGeom>
              <a:avLst/>
              <a:pathLst>
                <a:path w="59721" h="58443">
                  <a:moveTo>
                    <a:pt x="42151" y="58443"/>
                  </a:moveTo>
                  <a:lnTo>
                    <a:pt x="0" y="20634"/>
                  </a:lnTo>
                  <a:lnTo>
                    <a:pt x="17624" y="0"/>
                  </a:lnTo>
                  <a:lnTo>
                    <a:pt x="59721" y="359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898714" y="5177390"/>
              <a:ext cx="56899" cy="77137"/>
            </a:xfrm>
            <a:custGeom>
              <a:avLst/>
              <a:pathLst>
                <a:path w="56899" h="77137">
                  <a:moveTo>
                    <a:pt x="19989" y="0"/>
                  </a:moveTo>
                  <a:lnTo>
                    <a:pt x="56899" y="65057"/>
                  </a:lnTo>
                  <a:lnTo>
                    <a:pt x="38498" y="77137"/>
                  </a:lnTo>
                  <a:lnTo>
                    <a:pt x="0" y="12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839299" y="5129212"/>
              <a:ext cx="42233" cy="50652"/>
            </a:xfrm>
            <a:custGeom>
              <a:avLst/>
              <a:pathLst>
                <a:path w="42233" h="50652">
                  <a:moveTo>
                    <a:pt x="17499" y="0"/>
                  </a:moveTo>
                  <a:lnTo>
                    <a:pt x="42233" y="40473"/>
                  </a:lnTo>
                  <a:lnTo>
                    <a:pt x="23509" y="50652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884406" y="5102518"/>
              <a:ext cx="52507" cy="67817"/>
            </a:xfrm>
            <a:custGeom>
              <a:avLst/>
              <a:pathLst>
                <a:path w="52507" h="67817">
                  <a:moveTo>
                    <a:pt x="33875" y="67817"/>
                  </a:moveTo>
                  <a:lnTo>
                    <a:pt x="0" y="10901"/>
                  </a:lnTo>
                  <a:lnTo>
                    <a:pt x="18369" y="0"/>
                  </a:lnTo>
                  <a:lnTo>
                    <a:pt x="52507" y="5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18214" y="5267176"/>
              <a:ext cx="50804" cy="68081"/>
            </a:xfrm>
            <a:custGeom>
              <a:avLst/>
              <a:pathLst>
                <a:path w="50804" h="68081">
                  <a:moveTo>
                    <a:pt x="0" y="11868"/>
                  </a:moveTo>
                  <a:lnTo>
                    <a:pt x="19086" y="0"/>
                  </a:lnTo>
                  <a:lnTo>
                    <a:pt x="50804" y="57040"/>
                  </a:lnTo>
                  <a:lnTo>
                    <a:pt x="31920" y="68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894651" y="5281359"/>
              <a:ext cx="51657" cy="67236"/>
            </a:xfrm>
            <a:custGeom>
              <a:avLst/>
              <a:pathLst>
                <a:path w="51657" h="67236">
                  <a:moveTo>
                    <a:pt x="0" y="11558"/>
                  </a:moveTo>
                  <a:lnTo>
                    <a:pt x="19895" y="0"/>
                  </a:lnTo>
                  <a:lnTo>
                    <a:pt x="51657" y="56936"/>
                  </a:lnTo>
                  <a:lnTo>
                    <a:pt x="32078" y="67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15862" y="5327126"/>
              <a:ext cx="41621" cy="48734"/>
            </a:xfrm>
            <a:custGeom>
              <a:avLst/>
              <a:pathLst>
                <a:path w="41621" h="48734">
                  <a:moveTo>
                    <a:pt x="0" y="11402"/>
                  </a:moveTo>
                  <a:lnTo>
                    <a:pt x="20826" y="0"/>
                  </a:lnTo>
                  <a:lnTo>
                    <a:pt x="41621" y="37090"/>
                  </a:lnTo>
                  <a:lnTo>
                    <a:pt x="20545" y="48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09489" y="5169968"/>
              <a:ext cx="28662" cy="29096"/>
            </a:xfrm>
            <a:custGeom>
              <a:avLst/>
              <a:pathLst>
                <a:path w="28662" h="29096">
                  <a:moveTo>
                    <a:pt x="0" y="11500"/>
                  </a:moveTo>
                  <a:lnTo>
                    <a:pt x="18321" y="0"/>
                  </a:lnTo>
                  <a:lnTo>
                    <a:pt x="28662" y="18286"/>
                  </a:lnTo>
                  <a:lnTo>
                    <a:pt x="10228" y="29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32082" y="5156972"/>
              <a:ext cx="29449" cy="29672"/>
            </a:xfrm>
            <a:custGeom>
              <a:avLst/>
              <a:pathLst>
                <a:path w="29449" h="29672">
                  <a:moveTo>
                    <a:pt x="0" y="11155"/>
                  </a:moveTo>
                  <a:lnTo>
                    <a:pt x="19108" y="0"/>
                  </a:lnTo>
                  <a:lnTo>
                    <a:pt x="29449" y="18171"/>
                  </a:lnTo>
                  <a:lnTo>
                    <a:pt x="10228" y="29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861139" y="5115432"/>
              <a:ext cx="53451" cy="69372"/>
            </a:xfrm>
            <a:custGeom>
              <a:avLst/>
              <a:pathLst>
                <a:path w="53451" h="69372">
                  <a:moveTo>
                    <a:pt x="53451" y="57584"/>
                  </a:moveTo>
                  <a:lnTo>
                    <a:pt x="34624" y="69372"/>
                  </a:lnTo>
                  <a:lnTo>
                    <a:pt x="0" y="12133"/>
                  </a:lnTo>
                  <a:lnTo>
                    <a:pt x="20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21448" y="5160811"/>
              <a:ext cx="60927" cy="55520"/>
            </a:xfrm>
            <a:custGeom>
              <a:avLst/>
              <a:pathLst>
                <a:path w="60927" h="55520">
                  <a:moveTo>
                    <a:pt x="0" y="17987"/>
                  </a:moveTo>
                  <a:lnTo>
                    <a:pt x="16975" y="0"/>
                  </a:lnTo>
                  <a:lnTo>
                    <a:pt x="41392" y="17732"/>
                  </a:lnTo>
                  <a:lnTo>
                    <a:pt x="60927" y="35467"/>
                  </a:lnTo>
                  <a:lnTo>
                    <a:pt x="42668" y="55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16695" y="5143650"/>
              <a:ext cx="40868" cy="51271"/>
            </a:xfrm>
            <a:custGeom>
              <a:avLst/>
              <a:pathLst>
                <a:path w="40868" h="51271">
                  <a:moveTo>
                    <a:pt x="0" y="10443"/>
                  </a:moveTo>
                  <a:lnTo>
                    <a:pt x="17723" y="0"/>
                  </a:lnTo>
                  <a:lnTo>
                    <a:pt x="40868" y="40794"/>
                  </a:lnTo>
                  <a:lnTo>
                    <a:pt x="23379" y="51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03636" y="5368710"/>
              <a:ext cx="17452" cy="31282"/>
            </a:xfrm>
            <a:custGeom>
              <a:avLst/>
              <a:pathLst>
                <a:path w="17452" h="31282">
                  <a:moveTo>
                    <a:pt x="149" y="31136"/>
                  </a:moveTo>
                  <a:lnTo>
                    <a:pt x="0" y="1889"/>
                  </a:lnTo>
                  <a:lnTo>
                    <a:pt x="5971" y="0"/>
                  </a:lnTo>
                  <a:lnTo>
                    <a:pt x="17452" y="6193"/>
                  </a:lnTo>
                  <a:lnTo>
                    <a:pt x="16987" y="31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22412" y="5378620"/>
              <a:ext cx="21884" cy="21946"/>
            </a:xfrm>
            <a:custGeom>
              <a:avLst/>
              <a:pathLst>
                <a:path w="21884" h="21946">
                  <a:moveTo>
                    <a:pt x="234" y="21946"/>
                  </a:moveTo>
                  <a:lnTo>
                    <a:pt x="0" y="0"/>
                  </a:lnTo>
                  <a:lnTo>
                    <a:pt x="4043" y="521"/>
                  </a:lnTo>
                  <a:lnTo>
                    <a:pt x="7566" y="2608"/>
                  </a:lnTo>
                  <a:lnTo>
                    <a:pt x="18395" y="11481"/>
                  </a:lnTo>
                  <a:lnTo>
                    <a:pt x="21884" y="20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29969" y="5322034"/>
              <a:ext cx="49354" cy="71495"/>
            </a:xfrm>
            <a:custGeom>
              <a:avLst/>
              <a:pathLst>
                <a:path w="49354" h="71495">
                  <a:moveTo>
                    <a:pt x="13957" y="0"/>
                  </a:moveTo>
                  <a:lnTo>
                    <a:pt x="49354" y="58752"/>
                  </a:lnTo>
                  <a:lnTo>
                    <a:pt x="27507" y="71495"/>
                  </a:lnTo>
                  <a:lnTo>
                    <a:pt x="0" y="2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04623" y="5016917"/>
              <a:ext cx="43838" cy="52990"/>
            </a:xfrm>
            <a:custGeom>
              <a:avLst/>
              <a:pathLst>
                <a:path w="43838" h="52990">
                  <a:moveTo>
                    <a:pt x="24054" y="52990"/>
                  </a:moveTo>
                  <a:lnTo>
                    <a:pt x="0" y="11012"/>
                  </a:lnTo>
                  <a:lnTo>
                    <a:pt x="18925" y="0"/>
                  </a:lnTo>
                  <a:lnTo>
                    <a:pt x="43838" y="41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889675" y="5214529"/>
              <a:ext cx="43602" cy="54473"/>
            </a:xfrm>
            <a:custGeom>
              <a:avLst/>
              <a:pathLst>
                <a:path w="43602" h="54473">
                  <a:moveTo>
                    <a:pt x="18760" y="0"/>
                  </a:moveTo>
                  <a:lnTo>
                    <a:pt x="43602" y="42729"/>
                  </a:lnTo>
                  <a:lnTo>
                    <a:pt x="23860" y="54473"/>
                  </a:lnTo>
                  <a:lnTo>
                    <a:pt x="0" y="11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42738" y="5226876"/>
              <a:ext cx="69299" cy="63039"/>
            </a:xfrm>
            <a:custGeom>
              <a:avLst/>
              <a:pathLst>
                <a:path w="69299" h="63039">
                  <a:moveTo>
                    <a:pt x="69299" y="42642"/>
                  </a:moveTo>
                  <a:lnTo>
                    <a:pt x="50159" y="63039"/>
                  </a:lnTo>
                  <a:lnTo>
                    <a:pt x="28662" y="45500"/>
                  </a:lnTo>
                  <a:lnTo>
                    <a:pt x="0" y="22930"/>
                  </a:lnTo>
                  <a:lnTo>
                    <a:pt x="20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883755" y="5370794"/>
              <a:ext cx="18262" cy="29888"/>
            </a:xfrm>
            <a:custGeom>
              <a:avLst/>
              <a:pathLst>
                <a:path w="18262" h="29888">
                  <a:moveTo>
                    <a:pt x="0" y="29888"/>
                  </a:moveTo>
                  <a:lnTo>
                    <a:pt x="786" y="10337"/>
                  </a:lnTo>
                  <a:lnTo>
                    <a:pt x="17961" y="0"/>
                  </a:lnTo>
                  <a:lnTo>
                    <a:pt x="18262" y="2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21689" y="5164965"/>
              <a:ext cx="56899" cy="75894"/>
            </a:xfrm>
            <a:custGeom>
              <a:avLst/>
              <a:pathLst>
                <a:path w="56899" h="75894">
                  <a:moveTo>
                    <a:pt x="0" y="11069"/>
                  </a:moveTo>
                  <a:lnTo>
                    <a:pt x="19811" y="0"/>
                  </a:lnTo>
                  <a:lnTo>
                    <a:pt x="56899" y="64716"/>
                  </a:lnTo>
                  <a:lnTo>
                    <a:pt x="36824" y="75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4964549" y="5238953"/>
              <a:ext cx="67985" cy="94454"/>
            </a:xfrm>
            <a:custGeom>
              <a:avLst/>
              <a:pathLst>
                <a:path w="67985" h="94454">
                  <a:moveTo>
                    <a:pt x="0" y="11889"/>
                  </a:moveTo>
                  <a:lnTo>
                    <a:pt x="19757" y="0"/>
                  </a:lnTo>
                  <a:lnTo>
                    <a:pt x="67985" y="82677"/>
                  </a:lnTo>
                  <a:lnTo>
                    <a:pt x="48561" y="94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4941481" y="5253306"/>
              <a:ext cx="65982" cy="93672"/>
            </a:xfrm>
            <a:custGeom>
              <a:avLst/>
              <a:pathLst>
                <a:path w="65982" h="93672">
                  <a:moveTo>
                    <a:pt x="18883" y="0"/>
                  </a:moveTo>
                  <a:lnTo>
                    <a:pt x="43646" y="42784"/>
                  </a:lnTo>
                  <a:lnTo>
                    <a:pt x="65982" y="83021"/>
                  </a:lnTo>
                  <a:lnTo>
                    <a:pt x="47500" y="93672"/>
                  </a:lnTo>
                  <a:lnTo>
                    <a:pt x="0" y="11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791510" y="4936412"/>
              <a:ext cx="53279" cy="72592"/>
            </a:xfrm>
            <a:custGeom>
              <a:avLst/>
              <a:pathLst>
                <a:path w="53279" h="72592">
                  <a:moveTo>
                    <a:pt x="0" y="18562"/>
                  </a:moveTo>
                  <a:lnTo>
                    <a:pt x="6946" y="8073"/>
                  </a:lnTo>
                  <a:lnTo>
                    <a:pt x="17602" y="0"/>
                  </a:lnTo>
                  <a:lnTo>
                    <a:pt x="26637" y="14288"/>
                  </a:lnTo>
                  <a:lnTo>
                    <a:pt x="38516" y="35301"/>
                  </a:lnTo>
                  <a:lnTo>
                    <a:pt x="53279" y="60862"/>
                  </a:lnTo>
                  <a:lnTo>
                    <a:pt x="40061" y="68108"/>
                  </a:lnTo>
                  <a:lnTo>
                    <a:pt x="32034" y="7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27633" y="5003664"/>
              <a:ext cx="44154" cy="52532"/>
            </a:xfrm>
            <a:custGeom>
              <a:avLst/>
              <a:pathLst>
                <a:path w="44154" h="52532">
                  <a:moveTo>
                    <a:pt x="24279" y="52532"/>
                  </a:moveTo>
                  <a:lnTo>
                    <a:pt x="0" y="11705"/>
                  </a:lnTo>
                  <a:lnTo>
                    <a:pt x="19238" y="0"/>
                  </a:lnTo>
                  <a:lnTo>
                    <a:pt x="44154" y="4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775594" y="4959253"/>
              <a:ext cx="43972" cy="62449"/>
            </a:xfrm>
            <a:custGeom>
              <a:avLst/>
              <a:pathLst>
                <a:path w="43972" h="62449">
                  <a:moveTo>
                    <a:pt x="13488" y="0"/>
                  </a:moveTo>
                  <a:lnTo>
                    <a:pt x="43972" y="51408"/>
                  </a:lnTo>
                  <a:lnTo>
                    <a:pt x="24953" y="62449"/>
                  </a:lnTo>
                  <a:lnTo>
                    <a:pt x="0" y="18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794956" y="5053577"/>
              <a:ext cx="42600" cy="53018"/>
            </a:xfrm>
            <a:custGeom>
              <a:avLst/>
              <a:pathLst>
                <a:path w="42600" h="53018">
                  <a:moveTo>
                    <a:pt x="0" y="11500"/>
                  </a:moveTo>
                  <a:lnTo>
                    <a:pt x="19333" y="0"/>
                  </a:lnTo>
                  <a:lnTo>
                    <a:pt x="42600" y="42322"/>
                  </a:lnTo>
                  <a:lnTo>
                    <a:pt x="24054" y="5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671338" y="5076890"/>
              <a:ext cx="46681" cy="51646"/>
            </a:xfrm>
            <a:custGeom>
              <a:avLst/>
              <a:pathLst>
                <a:path w="46681" h="51646">
                  <a:moveTo>
                    <a:pt x="31335" y="0"/>
                  </a:moveTo>
                  <a:lnTo>
                    <a:pt x="46681" y="24618"/>
                  </a:lnTo>
                  <a:lnTo>
                    <a:pt x="6690" y="51646"/>
                  </a:lnTo>
                  <a:lnTo>
                    <a:pt x="0" y="4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20589" y="5245871"/>
              <a:ext cx="58758" cy="55595"/>
            </a:xfrm>
            <a:custGeom>
              <a:avLst/>
              <a:pathLst>
                <a:path w="58758" h="55595">
                  <a:moveTo>
                    <a:pt x="0" y="20327"/>
                  </a:moveTo>
                  <a:lnTo>
                    <a:pt x="18107" y="0"/>
                  </a:lnTo>
                  <a:lnTo>
                    <a:pt x="58758" y="34300"/>
                  </a:lnTo>
                  <a:lnTo>
                    <a:pt x="44466" y="5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4992570" y="5342221"/>
              <a:ext cx="40746" cy="47296"/>
            </a:xfrm>
            <a:custGeom>
              <a:avLst/>
              <a:pathLst>
                <a:path w="40746" h="47296">
                  <a:moveTo>
                    <a:pt x="0" y="10638"/>
                  </a:moveTo>
                  <a:lnTo>
                    <a:pt x="17281" y="0"/>
                  </a:lnTo>
                  <a:lnTo>
                    <a:pt x="21497" y="1868"/>
                  </a:lnTo>
                  <a:lnTo>
                    <a:pt x="40746" y="36227"/>
                  </a:lnTo>
                  <a:lnTo>
                    <a:pt x="21497" y="47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867477" y="5229421"/>
              <a:ext cx="42373" cy="52433"/>
            </a:xfrm>
            <a:custGeom>
              <a:avLst/>
              <a:pathLst>
                <a:path w="42373" h="52433">
                  <a:moveTo>
                    <a:pt x="17990" y="0"/>
                  </a:moveTo>
                  <a:lnTo>
                    <a:pt x="42373" y="41715"/>
                  </a:lnTo>
                  <a:lnTo>
                    <a:pt x="22939" y="52433"/>
                  </a:lnTo>
                  <a:lnTo>
                    <a:pt x="0" y="11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771658" y="5068328"/>
              <a:ext cx="43145" cy="52642"/>
            </a:xfrm>
            <a:custGeom>
              <a:avLst/>
              <a:pathLst>
                <a:path w="43145" h="52642">
                  <a:moveTo>
                    <a:pt x="0" y="10538"/>
                  </a:moveTo>
                  <a:lnTo>
                    <a:pt x="17175" y="0"/>
                  </a:lnTo>
                  <a:lnTo>
                    <a:pt x="20090" y="265"/>
                  </a:lnTo>
                  <a:lnTo>
                    <a:pt x="43145" y="40810"/>
                  </a:lnTo>
                  <a:lnTo>
                    <a:pt x="24871" y="5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846144" y="5175650"/>
              <a:ext cx="58449" cy="57628"/>
            </a:xfrm>
            <a:custGeom>
              <a:avLst/>
              <a:pathLst>
                <a:path w="58449" h="57628">
                  <a:moveTo>
                    <a:pt x="35163" y="48456"/>
                  </a:moveTo>
                  <a:lnTo>
                    <a:pt x="20794" y="57628"/>
                  </a:lnTo>
                  <a:lnTo>
                    <a:pt x="899" y="24851"/>
                  </a:lnTo>
                  <a:lnTo>
                    <a:pt x="0" y="22512"/>
                  </a:lnTo>
                  <a:lnTo>
                    <a:pt x="14768" y="13735"/>
                  </a:lnTo>
                  <a:lnTo>
                    <a:pt x="37879" y="0"/>
                  </a:lnTo>
                  <a:lnTo>
                    <a:pt x="58449" y="33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859435" y="5265591"/>
              <a:ext cx="27056" cy="27777"/>
            </a:xfrm>
            <a:custGeom>
              <a:avLst/>
              <a:pathLst>
                <a:path w="27056" h="27777">
                  <a:moveTo>
                    <a:pt x="16562" y="0"/>
                  </a:moveTo>
                  <a:lnTo>
                    <a:pt x="27056" y="18313"/>
                  </a:lnTo>
                  <a:lnTo>
                    <a:pt x="10764" y="27777"/>
                  </a:lnTo>
                  <a:lnTo>
                    <a:pt x="0" y="9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742286" y="4982199"/>
              <a:ext cx="53163" cy="64888"/>
            </a:xfrm>
            <a:custGeom>
              <a:avLst/>
              <a:pathLst>
                <a:path w="53163" h="64888">
                  <a:moveTo>
                    <a:pt x="0" y="38874"/>
                  </a:moveTo>
                  <a:lnTo>
                    <a:pt x="27724" y="0"/>
                  </a:lnTo>
                  <a:lnTo>
                    <a:pt x="53163" y="41866"/>
                  </a:lnTo>
                  <a:lnTo>
                    <a:pt x="15511" y="64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13065" y="5283692"/>
              <a:ext cx="31164" cy="21574"/>
            </a:xfrm>
            <a:custGeom>
              <a:avLst/>
              <a:pathLst>
                <a:path w="31164" h="21574">
                  <a:moveTo>
                    <a:pt x="31164" y="14075"/>
                  </a:moveTo>
                  <a:lnTo>
                    <a:pt x="28609" y="21574"/>
                  </a:lnTo>
                  <a:lnTo>
                    <a:pt x="0" y="9279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15272" y="5184669"/>
              <a:ext cx="108041" cy="101935"/>
            </a:xfrm>
            <a:custGeom>
              <a:avLst/>
              <a:pathLst>
                <a:path w="108041" h="101935">
                  <a:moveTo>
                    <a:pt x="108041" y="99845"/>
                  </a:moveTo>
                  <a:lnTo>
                    <a:pt x="106720" y="101935"/>
                  </a:lnTo>
                  <a:lnTo>
                    <a:pt x="88297" y="98581"/>
                  </a:lnTo>
                  <a:lnTo>
                    <a:pt x="53912" y="71196"/>
                  </a:lnTo>
                  <a:lnTo>
                    <a:pt x="0" y="28260"/>
                  </a:lnTo>
                  <a:lnTo>
                    <a:pt x="48113" y="0"/>
                  </a:lnTo>
                  <a:lnTo>
                    <a:pt x="50642" y="1170"/>
                  </a:lnTo>
                  <a:lnTo>
                    <a:pt x="82440" y="55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12417" y="5071704"/>
              <a:ext cx="42882" cy="51570"/>
            </a:xfrm>
            <a:custGeom>
              <a:avLst/>
              <a:pathLst>
                <a:path w="42882" h="51570">
                  <a:moveTo>
                    <a:pt x="0" y="11166"/>
                  </a:moveTo>
                  <a:lnTo>
                    <a:pt x="17195" y="0"/>
                  </a:lnTo>
                  <a:lnTo>
                    <a:pt x="20992" y="1786"/>
                  </a:lnTo>
                  <a:lnTo>
                    <a:pt x="42882" y="41323"/>
                  </a:lnTo>
                  <a:lnTo>
                    <a:pt x="24610" y="51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07228" y="5033287"/>
              <a:ext cx="43514" cy="43172"/>
            </a:xfrm>
            <a:custGeom>
              <a:avLst/>
              <a:pathLst>
                <a:path w="43514" h="43172">
                  <a:moveTo>
                    <a:pt x="0" y="38113"/>
                  </a:moveTo>
                  <a:lnTo>
                    <a:pt x="27827" y="0"/>
                  </a:lnTo>
                  <a:lnTo>
                    <a:pt x="31538" y="1685"/>
                  </a:lnTo>
                  <a:lnTo>
                    <a:pt x="43514" y="18718"/>
                  </a:lnTo>
                  <a:lnTo>
                    <a:pt x="2360" y="43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35495" y="5058027"/>
              <a:ext cx="42891" cy="52226"/>
            </a:xfrm>
            <a:custGeom>
              <a:avLst/>
              <a:pathLst>
                <a:path w="42891" h="52226">
                  <a:moveTo>
                    <a:pt x="42891" y="41660"/>
                  </a:moveTo>
                  <a:lnTo>
                    <a:pt x="23660" y="52226"/>
                  </a:lnTo>
                  <a:lnTo>
                    <a:pt x="0" y="10731"/>
                  </a:lnTo>
                  <a:lnTo>
                    <a:pt x="182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757273" y="5029987"/>
              <a:ext cx="54115" cy="43743"/>
            </a:xfrm>
            <a:custGeom>
              <a:avLst/>
              <a:pathLst>
                <a:path w="54115" h="43743">
                  <a:moveTo>
                    <a:pt x="0" y="24102"/>
                  </a:moveTo>
                  <a:lnTo>
                    <a:pt x="42482" y="0"/>
                  </a:lnTo>
                  <a:lnTo>
                    <a:pt x="54115" y="19862"/>
                  </a:lnTo>
                  <a:lnTo>
                    <a:pt x="12022" y="43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31773" y="5048983"/>
              <a:ext cx="52738" cy="43624"/>
            </a:xfrm>
            <a:custGeom>
              <a:avLst/>
              <a:pathLst>
                <a:path w="52738" h="43624">
                  <a:moveTo>
                    <a:pt x="0" y="25336"/>
                  </a:moveTo>
                  <a:lnTo>
                    <a:pt x="41340" y="0"/>
                  </a:lnTo>
                  <a:lnTo>
                    <a:pt x="52738" y="18553"/>
                  </a:lnTo>
                  <a:lnTo>
                    <a:pt x="43990" y="24913"/>
                  </a:lnTo>
                  <a:lnTo>
                    <a:pt x="42930" y="26239"/>
                  </a:lnTo>
                  <a:lnTo>
                    <a:pt x="10071" y="43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769505" y="5169238"/>
              <a:ext cx="52829" cy="68871"/>
            </a:xfrm>
            <a:custGeom>
              <a:avLst/>
              <a:pathLst>
                <a:path w="52829" h="68871">
                  <a:moveTo>
                    <a:pt x="0" y="11798"/>
                  </a:moveTo>
                  <a:lnTo>
                    <a:pt x="19100" y="0"/>
                  </a:lnTo>
                  <a:lnTo>
                    <a:pt x="52829" y="58520"/>
                  </a:lnTo>
                  <a:lnTo>
                    <a:pt x="33580" y="68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793421" y="5156396"/>
              <a:ext cx="52295" cy="68579"/>
            </a:xfrm>
            <a:custGeom>
              <a:avLst/>
              <a:pathLst>
                <a:path w="52295" h="68579">
                  <a:moveTo>
                    <a:pt x="0" y="10738"/>
                  </a:moveTo>
                  <a:lnTo>
                    <a:pt x="18307" y="0"/>
                  </a:lnTo>
                  <a:lnTo>
                    <a:pt x="52295" y="57328"/>
                  </a:lnTo>
                  <a:lnTo>
                    <a:pt x="33561" y="6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07055" y="5232992"/>
              <a:ext cx="44243" cy="53133"/>
            </a:xfrm>
            <a:custGeom>
              <a:avLst/>
              <a:pathLst>
                <a:path w="44243" h="53133">
                  <a:moveTo>
                    <a:pt x="0" y="9890"/>
                  </a:moveTo>
                  <a:lnTo>
                    <a:pt x="18658" y="0"/>
                  </a:lnTo>
                  <a:lnTo>
                    <a:pt x="44243" y="41617"/>
                  </a:lnTo>
                  <a:lnTo>
                    <a:pt x="24616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30097" y="5218961"/>
              <a:ext cx="44286" cy="53823"/>
            </a:xfrm>
            <a:custGeom>
              <a:avLst/>
              <a:pathLst>
                <a:path w="44286" h="53823">
                  <a:moveTo>
                    <a:pt x="0" y="11730"/>
                  </a:moveTo>
                  <a:lnTo>
                    <a:pt x="18883" y="0"/>
                  </a:lnTo>
                  <a:lnTo>
                    <a:pt x="44286" y="42782"/>
                  </a:lnTo>
                  <a:lnTo>
                    <a:pt x="25290" y="53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870937" y="5295123"/>
              <a:ext cx="45311" cy="55329"/>
            </a:xfrm>
            <a:custGeom>
              <a:avLst/>
              <a:pathLst>
                <a:path w="45311" h="55329">
                  <a:moveTo>
                    <a:pt x="19895" y="0"/>
                  </a:moveTo>
                  <a:lnTo>
                    <a:pt x="45311" y="45124"/>
                  </a:lnTo>
                  <a:lnTo>
                    <a:pt x="26006" y="55329"/>
                  </a:lnTo>
                  <a:lnTo>
                    <a:pt x="0" y="1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847795" y="5308332"/>
              <a:ext cx="53116" cy="67211"/>
            </a:xfrm>
            <a:custGeom>
              <a:avLst/>
              <a:pathLst>
                <a:path w="53116" h="67211">
                  <a:moveTo>
                    <a:pt x="0" y="10695"/>
                  </a:moveTo>
                  <a:lnTo>
                    <a:pt x="18883" y="0"/>
                  </a:lnTo>
                  <a:lnTo>
                    <a:pt x="53116" y="55396"/>
                  </a:lnTo>
                  <a:lnTo>
                    <a:pt x="33152" y="67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44592" y="5124016"/>
              <a:ext cx="56073" cy="65036"/>
            </a:xfrm>
            <a:custGeom>
              <a:avLst/>
              <a:pathLst>
                <a:path w="56073" h="65036">
                  <a:moveTo>
                    <a:pt x="22424" y="172"/>
                  </a:moveTo>
                  <a:lnTo>
                    <a:pt x="25796" y="0"/>
                  </a:lnTo>
                  <a:lnTo>
                    <a:pt x="56073" y="54060"/>
                  </a:lnTo>
                  <a:lnTo>
                    <a:pt x="38441" y="65036"/>
                  </a:lnTo>
                  <a:lnTo>
                    <a:pt x="1180" y="33122"/>
                  </a:lnTo>
                  <a:lnTo>
                    <a:pt x="0" y="27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54163" y="4463924"/>
              <a:ext cx="29446" cy="36514"/>
            </a:xfrm>
            <a:custGeom>
              <a:avLst/>
              <a:pathLst>
                <a:path w="29446" h="36514">
                  <a:moveTo>
                    <a:pt x="19182" y="36514"/>
                  </a:moveTo>
                  <a:lnTo>
                    <a:pt x="0" y="7130"/>
                  </a:lnTo>
                  <a:lnTo>
                    <a:pt x="11831" y="0"/>
                  </a:lnTo>
                  <a:lnTo>
                    <a:pt x="29446" y="29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69665" y="4442849"/>
              <a:ext cx="41544" cy="33022"/>
            </a:xfrm>
            <a:custGeom>
              <a:avLst/>
              <a:pathLst>
                <a:path w="41544" h="33022">
                  <a:moveTo>
                    <a:pt x="31990" y="0"/>
                  </a:moveTo>
                  <a:lnTo>
                    <a:pt x="41544" y="14951"/>
                  </a:lnTo>
                  <a:lnTo>
                    <a:pt x="39787" y="15902"/>
                  </a:lnTo>
                  <a:lnTo>
                    <a:pt x="8157" y="33022"/>
                  </a:lnTo>
                  <a:lnTo>
                    <a:pt x="0" y="19450"/>
                  </a:lnTo>
                  <a:lnTo>
                    <a:pt x="5406" y="15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36904" y="4471668"/>
              <a:ext cx="32280" cy="37952"/>
            </a:xfrm>
            <a:custGeom>
              <a:avLst/>
              <a:pathLst>
                <a:path w="32280" h="37952">
                  <a:moveTo>
                    <a:pt x="19353" y="37952"/>
                  </a:moveTo>
                  <a:lnTo>
                    <a:pt x="0" y="7998"/>
                  </a:lnTo>
                  <a:lnTo>
                    <a:pt x="13241" y="0"/>
                  </a:lnTo>
                  <a:lnTo>
                    <a:pt x="32280" y="30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422060" y="4481088"/>
              <a:ext cx="31233" cy="37291"/>
            </a:xfrm>
            <a:custGeom>
              <a:avLst/>
              <a:pathLst>
                <a:path w="31233" h="37291">
                  <a:moveTo>
                    <a:pt x="18756" y="37291"/>
                  </a:moveTo>
                  <a:lnTo>
                    <a:pt x="0" y="6670"/>
                  </a:lnTo>
                  <a:lnTo>
                    <a:pt x="12589" y="0"/>
                  </a:lnTo>
                  <a:lnTo>
                    <a:pt x="31233" y="29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405593" y="4490634"/>
              <a:ext cx="31520" cy="36802"/>
            </a:xfrm>
            <a:custGeom>
              <a:avLst/>
              <a:pathLst>
                <a:path w="31520" h="36802">
                  <a:moveTo>
                    <a:pt x="18209" y="36802"/>
                  </a:moveTo>
                  <a:lnTo>
                    <a:pt x="0" y="6900"/>
                  </a:lnTo>
                  <a:lnTo>
                    <a:pt x="13713" y="0"/>
                  </a:lnTo>
                  <a:lnTo>
                    <a:pt x="31520" y="28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35902" y="4632705"/>
              <a:ext cx="23191" cy="34056"/>
            </a:xfrm>
            <a:custGeom>
              <a:avLst/>
              <a:pathLst>
                <a:path w="23191" h="34056">
                  <a:moveTo>
                    <a:pt x="0" y="29328"/>
                  </a:moveTo>
                  <a:lnTo>
                    <a:pt x="12446" y="0"/>
                  </a:lnTo>
                  <a:lnTo>
                    <a:pt x="23191" y="5880"/>
                  </a:lnTo>
                  <a:lnTo>
                    <a:pt x="9369" y="34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91462" y="4617203"/>
              <a:ext cx="21710" cy="28951"/>
            </a:xfrm>
            <a:custGeom>
              <a:avLst/>
              <a:pathLst>
                <a:path w="21710" h="28951">
                  <a:moveTo>
                    <a:pt x="0" y="24913"/>
                  </a:moveTo>
                  <a:lnTo>
                    <a:pt x="12045" y="0"/>
                  </a:lnTo>
                  <a:lnTo>
                    <a:pt x="21710" y="3321"/>
                  </a:lnTo>
                  <a:lnTo>
                    <a:pt x="9720" y="28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703226" y="4615142"/>
              <a:ext cx="23688" cy="37262"/>
            </a:xfrm>
            <a:custGeom>
              <a:avLst/>
              <a:pathLst>
                <a:path w="23688" h="37262">
                  <a:moveTo>
                    <a:pt x="0" y="32345"/>
                  </a:moveTo>
                  <a:lnTo>
                    <a:pt x="14584" y="0"/>
                  </a:lnTo>
                  <a:lnTo>
                    <a:pt x="23688" y="4312"/>
                  </a:lnTo>
                  <a:lnTo>
                    <a:pt x="10116" y="37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714903" y="4621071"/>
              <a:ext cx="24447" cy="36423"/>
            </a:xfrm>
            <a:custGeom>
              <a:avLst/>
              <a:pathLst>
                <a:path w="24447" h="36423">
                  <a:moveTo>
                    <a:pt x="0" y="32196"/>
                  </a:moveTo>
                  <a:lnTo>
                    <a:pt x="14415" y="0"/>
                  </a:lnTo>
                  <a:lnTo>
                    <a:pt x="24447" y="3732"/>
                  </a:lnTo>
                  <a:lnTo>
                    <a:pt x="9610" y="36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26237" y="4626654"/>
              <a:ext cx="20649" cy="33462"/>
            </a:xfrm>
            <a:custGeom>
              <a:avLst/>
              <a:pathLst>
                <a:path w="20649" h="33462">
                  <a:moveTo>
                    <a:pt x="0" y="30644"/>
                  </a:moveTo>
                  <a:lnTo>
                    <a:pt x="14175" y="0"/>
                  </a:lnTo>
                  <a:lnTo>
                    <a:pt x="20649" y="3030"/>
                  </a:lnTo>
                  <a:lnTo>
                    <a:pt x="6388" y="3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47579" y="4639261"/>
              <a:ext cx="23278" cy="33110"/>
            </a:xfrm>
            <a:custGeom>
              <a:avLst/>
              <a:pathLst>
                <a:path w="23278" h="33110">
                  <a:moveTo>
                    <a:pt x="0" y="28028"/>
                  </a:moveTo>
                  <a:lnTo>
                    <a:pt x="13414" y="0"/>
                  </a:lnTo>
                  <a:lnTo>
                    <a:pt x="23278" y="4830"/>
                  </a:lnTo>
                  <a:lnTo>
                    <a:pt x="9696" y="33110"/>
                  </a:lnTo>
                  <a:lnTo>
                    <a:pt x="9428" y="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58982" y="4649353"/>
              <a:ext cx="22075" cy="28536"/>
            </a:xfrm>
            <a:custGeom>
              <a:avLst/>
              <a:pathLst>
                <a:path w="22075" h="28536">
                  <a:moveTo>
                    <a:pt x="0" y="23627"/>
                  </a:moveTo>
                  <a:lnTo>
                    <a:pt x="12043" y="0"/>
                  </a:lnTo>
                  <a:lnTo>
                    <a:pt x="22075" y="4485"/>
                  </a:lnTo>
                  <a:lnTo>
                    <a:pt x="9725" y="2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49746" y="4578950"/>
              <a:ext cx="30469" cy="21061"/>
            </a:xfrm>
            <a:custGeom>
              <a:avLst/>
              <a:pathLst>
                <a:path w="30469" h="21061">
                  <a:moveTo>
                    <a:pt x="26845" y="21061"/>
                  </a:moveTo>
                  <a:lnTo>
                    <a:pt x="0" y="6998"/>
                  </a:lnTo>
                  <a:lnTo>
                    <a:pt x="3338" y="0"/>
                  </a:lnTo>
                  <a:lnTo>
                    <a:pt x="13994" y="5089"/>
                  </a:lnTo>
                  <a:lnTo>
                    <a:pt x="30469" y="12958"/>
                  </a:lnTo>
                  <a:lnTo>
                    <a:pt x="28144" y="18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78835" y="4593715"/>
              <a:ext cx="30752" cy="21682"/>
            </a:xfrm>
            <a:custGeom>
              <a:avLst/>
              <a:pathLst>
                <a:path w="30752" h="21682">
                  <a:moveTo>
                    <a:pt x="0" y="10235"/>
                  </a:moveTo>
                  <a:lnTo>
                    <a:pt x="1973" y="6286"/>
                  </a:lnTo>
                  <a:lnTo>
                    <a:pt x="5114" y="0"/>
                  </a:lnTo>
                  <a:lnTo>
                    <a:pt x="16739" y="4995"/>
                  </a:lnTo>
                  <a:lnTo>
                    <a:pt x="30752" y="11017"/>
                  </a:lnTo>
                  <a:lnTo>
                    <a:pt x="28043" y="17868"/>
                  </a:lnTo>
                  <a:lnTo>
                    <a:pt x="26535" y="21682"/>
                  </a:lnTo>
                  <a:lnTo>
                    <a:pt x="8752" y="14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38911" y="4622227"/>
              <a:ext cx="48646" cy="31339"/>
            </a:xfrm>
            <a:custGeom>
              <a:avLst/>
              <a:pathLst>
                <a:path w="48646" h="31339">
                  <a:moveTo>
                    <a:pt x="0" y="10166"/>
                  </a:moveTo>
                  <a:lnTo>
                    <a:pt x="5267" y="0"/>
                  </a:lnTo>
                  <a:lnTo>
                    <a:pt x="48646" y="21950"/>
                  </a:lnTo>
                  <a:lnTo>
                    <a:pt x="43842" y="31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84707" y="4645447"/>
              <a:ext cx="45804" cy="28528"/>
            </a:xfrm>
            <a:custGeom>
              <a:avLst/>
              <a:pathLst>
                <a:path w="45804" h="28528">
                  <a:moveTo>
                    <a:pt x="19247" y="6306"/>
                  </a:moveTo>
                  <a:lnTo>
                    <a:pt x="45804" y="18343"/>
                  </a:lnTo>
                  <a:lnTo>
                    <a:pt x="41759" y="28528"/>
                  </a:lnTo>
                  <a:lnTo>
                    <a:pt x="40686" y="27996"/>
                  </a:lnTo>
                  <a:lnTo>
                    <a:pt x="1697" y="10431"/>
                  </a:lnTo>
                  <a:lnTo>
                    <a:pt x="0" y="9660"/>
                  </a:lnTo>
                  <a:lnTo>
                    <a:pt x="5058" y="0"/>
                  </a:lnTo>
                  <a:lnTo>
                    <a:pt x="6913" y="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33311" y="4692481"/>
              <a:ext cx="53837" cy="45428"/>
            </a:xfrm>
            <a:custGeom>
              <a:avLst/>
              <a:pathLst>
                <a:path w="53837" h="45428">
                  <a:moveTo>
                    <a:pt x="0" y="25646"/>
                  </a:moveTo>
                  <a:lnTo>
                    <a:pt x="42038" y="0"/>
                  </a:lnTo>
                  <a:lnTo>
                    <a:pt x="53837" y="19599"/>
                  </a:lnTo>
                  <a:lnTo>
                    <a:pt x="12589" y="4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97272" y="4684240"/>
              <a:ext cx="37936" cy="33835"/>
            </a:xfrm>
            <a:custGeom>
              <a:avLst/>
              <a:pathLst>
                <a:path w="37936" h="33835">
                  <a:moveTo>
                    <a:pt x="0" y="22343"/>
                  </a:moveTo>
                  <a:lnTo>
                    <a:pt x="772" y="17815"/>
                  </a:lnTo>
                  <a:lnTo>
                    <a:pt x="22289" y="0"/>
                  </a:lnTo>
                  <a:lnTo>
                    <a:pt x="27483" y="1830"/>
                  </a:lnTo>
                  <a:lnTo>
                    <a:pt x="37936" y="15328"/>
                  </a:lnTo>
                  <a:lnTo>
                    <a:pt x="14692" y="33835"/>
                  </a:lnTo>
                  <a:lnTo>
                    <a:pt x="8779" y="2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15184" y="4719108"/>
              <a:ext cx="20173" cy="20080"/>
            </a:xfrm>
            <a:custGeom>
              <a:avLst/>
              <a:pathLst>
                <a:path w="20173" h="20080">
                  <a:moveTo>
                    <a:pt x="0" y="6374"/>
                  </a:moveTo>
                  <a:lnTo>
                    <a:pt x="9597" y="0"/>
                  </a:lnTo>
                  <a:lnTo>
                    <a:pt x="20173" y="13677"/>
                  </a:lnTo>
                  <a:lnTo>
                    <a:pt x="11270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35945" y="4527679"/>
              <a:ext cx="42535" cy="28908"/>
            </a:xfrm>
            <a:custGeom>
              <a:avLst/>
              <a:pathLst>
                <a:path w="42535" h="28908">
                  <a:moveTo>
                    <a:pt x="0" y="15496"/>
                  </a:moveTo>
                  <a:lnTo>
                    <a:pt x="864" y="15001"/>
                  </a:lnTo>
                  <a:lnTo>
                    <a:pt x="3799" y="13321"/>
                  </a:lnTo>
                  <a:lnTo>
                    <a:pt x="12452" y="8369"/>
                  </a:lnTo>
                  <a:lnTo>
                    <a:pt x="20652" y="3676"/>
                  </a:lnTo>
                  <a:lnTo>
                    <a:pt x="27897" y="0"/>
                  </a:lnTo>
                  <a:lnTo>
                    <a:pt x="38206" y="1640"/>
                  </a:lnTo>
                  <a:lnTo>
                    <a:pt x="42535" y="9431"/>
                  </a:lnTo>
                  <a:lnTo>
                    <a:pt x="11131" y="27061"/>
                  </a:lnTo>
                  <a:lnTo>
                    <a:pt x="7840" y="28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45291" y="4539345"/>
              <a:ext cx="41574" cy="30571"/>
            </a:xfrm>
            <a:custGeom>
              <a:avLst/>
              <a:pathLst>
                <a:path w="41574" h="30571">
                  <a:moveTo>
                    <a:pt x="30067" y="19078"/>
                  </a:moveTo>
                  <a:lnTo>
                    <a:pt x="6552" y="30571"/>
                  </a:lnTo>
                  <a:lnTo>
                    <a:pt x="0" y="19196"/>
                  </a:lnTo>
                  <a:lnTo>
                    <a:pt x="2997" y="17512"/>
                  </a:lnTo>
                  <a:lnTo>
                    <a:pt x="3606" y="17170"/>
                  </a:lnTo>
                  <a:lnTo>
                    <a:pt x="31883" y="1282"/>
                  </a:lnTo>
                  <a:lnTo>
                    <a:pt x="34293" y="0"/>
                  </a:lnTo>
                  <a:lnTo>
                    <a:pt x="41574" y="12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52780" y="4569990"/>
              <a:ext cx="33333" cy="20860"/>
            </a:xfrm>
            <a:custGeom>
              <a:avLst/>
              <a:pathLst>
                <a:path w="33333" h="20860">
                  <a:moveTo>
                    <a:pt x="33333" y="9975"/>
                  </a:moveTo>
                  <a:lnTo>
                    <a:pt x="28308" y="20860"/>
                  </a:lnTo>
                  <a:lnTo>
                    <a:pt x="8881" y="11871"/>
                  </a:lnTo>
                  <a:lnTo>
                    <a:pt x="0" y="7619"/>
                  </a:lnTo>
                  <a:lnTo>
                    <a:pt x="2641" y="3421"/>
                  </a:lnTo>
                  <a:lnTo>
                    <a:pt x="6856" y="0"/>
                  </a:lnTo>
                  <a:lnTo>
                    <a:pt x="15486" y="2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63121" y="4563636"/>
              <a:ext cx="26850" cy="14556"/>
            </a:xfrm>
            <a:custGeom>
              <a:avLst/>
              <a:pathLst>
                <a:path w="26850" h="14556">
                  <a:moveTo>
                    <a:pt x="8149" y="0"/>
                  </a:moveTo>
                  <a:lnTo>
                    <a:pt x="11521" y="1092"/>
                  </a:lnTo>
                  <a:lnTo>
                    <a:pt x="26850" y="7116"/>
                  </a:lnTo>
                  <a:lnTo>
                    <a:pt x="24438" y="14556"/>
                  </a:lnTo>
                  <a:lnTo>
                    <a:pt x="15346" y="11119"/>
                  </a:lnTo>
                  <a:lnTo>
                    <a:pt x="13233" y="10320"/>
                  </a:lnTo>
                  <a:lnTo>
                    <a:pt x="0" y="5290"/>
                  </a:lnTo>
                  <a:lnTo>
                    <a:pt x="2922" y="28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85109" y="4581294"/>
              <a:ext cx="30027" cy="21931"/>
            </a:xfrm>
            <a:custGeom>
              <a:avLst/>
              <a:pathLst>
                <a:path w="30027" h="21931">
                  <a:moveTo>
                    <a:pt x="0" y="11480"/>
                  </a:moveTo>
                  <a:lnTo>
                    <a:pt x="684" y="9897"/>
                  </a:lnTo>
                  <a:lnTo>
                    <a:pt x="4966" y="0"/>
                  </a:lnTo>
                  <a:lnTo>
                    <a:pt x="30027" y="11312"/>
                  </a:lnTo>
                  <a:lnTo>
                    <a:pt x="25067" y="21931"/>
                  </a:lnTo>
                  <a:lnTo>
                    <a:pt x="7556" y="14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90365" y="4573646"/>
              <a:ext cx="28373" cy="17941"/>
            </a:xfrm>
            <a:custGeom>
              <a:avLst/>
              <a:pathLst>
                <a:path w="28373" h="17941">
                  <a:moveTo>
                    <a:pt x="0" y="6172"/>
                  </a:moveTo>
                  <a:lnTo>
                    <a:pt x="2576" y="0"/>
                  </a:lnTo>
                  <a:lnTo>
                    <a:pt x="28373" y="12593"/>
                  </a:lnTo>
                  <a:lnTo>
                    <a:pt x="25619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30419" y="4746336"/>
              <a:ext cx="46719" cy="58941"/>
            </a:xfrm>
            <a:custGeom>
              <a:avLst/>
              <a:pathLst>
                <a:path w="46719" h="58941">
                  <a:moveTo>
                    <a:pt x="0" y="7497"/>
                  </a:moveTo>
                  <a:lnTo>
                    <a:pt x="10688" y="225"/>
                  </a:lnTo>
                  <a:lnTo>
                    <a:pt x="11401" y="0"/>
                  </a:lnTo>
                  <a:lnTo>
                    <a:pt x="29873" y="29212"/>
                  </a:lnTo>
                  <a:lnTo>
                    <a:pt x="34027" y="35781"/>
                  </a:lnTo>
                  <a:lnTo>
                    <a:pt x="42900" y="50253"/>
                  </a:lnTo>
                  <a:lnTo>
                    <a:pt x="46719" y="56685"/>
                  </a:lnTo>
                  <a:lnTo>
                    <a:pt x="42705" y="58941"/>
                  </a:lnTo>
                  <a:lnTo>
                    <a:pt x="9041" y="20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45911" y="4595440"/>
              <a:ext cx="20319" cy="28636"/>
            </a:xfrm>
            <a:custGeom>
              <a:avLst/>
              <a:pathLst>
                <a:path w="20319" h="28636">
                  <a:moveTo>
                    <a:pt x="9048" y="0"/>
                  </a:moveTo>
                  <a:lnTo>
                    <a:pt x="20319" y="4987"/>
                  </a:lnTo>
                  <a:lnTo>
                    <a:pt x="9329" y="28636"/>
                  </a:lnTo>
                  <a:lnTo>
                    <a:pt x="0" y="24611"/>
                  </a:lnTo>
                  <a:lnTo>
                    <a:pt x="1910" y="1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56952" y="4602347"/>
              <a:ext cx="20364" cy="27329"/>
            </a:xfrm>
            <a:custGeom>
              <a:avLst/>
              <a:pathLst>
                <a:path w="20364" h="27329">
                  <a:moveTo>
                    <a:pt x="0" y="22656"/>
                  </a:moveTo>
                  <a:lnTo>
                    <a:pt x="10416" y="0"/>
                  </a:lnTo>
                  <a:lnTo>
                    <a:pt x="20364" y="4916"/>
                  </a:lnTo>
                  <a:lnTo>
                    <a:pt x="9264" y="27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68638" y="4608500"/>
              <a:ext cx="19919" cy="26052"/>
            </a:xfrm>
            <a:custGeom>
              <a:avLst/>
              <a:pathLst>
                <a:path w="19919" h="26052">
                  <a:moveTo>
                    <a:pt x="0" y="21539"/>
                  </a:moveTo>
                  <a:lnTo>
                    <a:pt x="10646" y="0"/>
                  </a:lnTo>
                  <a:lnTo>
                    <a:pt x="19919" y="4053"/>
                  </a:lnTo>
                  <a:lnTo>
                    <a:pt x="8496" y="2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80165" y="4613848"/>
              <a:ext cx="21205" cy="26599"/>
            </a:xfrm>
            <a:custGeom>
              <a:avLst/>
              <a:pathLst>
                <a:path w="21205" h="26599">
                  <a:moveTo>
                    <a:pt x="0" y="22057"/>
                  </a:moveTo>
                  <a:lnTo>
                    <a:pt x="10920" y="0"/>
                  </a:lnTo>
                  <a:lnTo>
                    <a:pt x="21205" y="3363"/>
                  </a:lnTo>
                  <a:lnTo>
                    <a:pt x="10214" y="26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504482" y="4485014"/>
              <a:ext cx="17997" cy="20442"/>
            </a:xfrm>
            <a:custGeom>
              <a:avLst/>
              <a:pathLst>
                <a:path w="17997" h="20442">
                  <a:moveTo>
                    <a:pt x="0" y="4974"/>
                  </a:moveTo>
                  <a:lnTo>
                    <a:pt x="1093" y="4264"/>
                  </a:lnTo>
                  <a:lnTo>
                    <a:pt x="8177" y="0"/>
                  </a:lnTo>
                  <a:lnTo>
                    <a:pt x="17997" y="15900"/>
                  </a:lnTo>
                  <a:lnTo>
                    <a:pt x="14218" y="17596"/>
                  </a:lnTo>
                  <a:lnTo>
                    <a:pt x="8907" y="20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515240" y="4490752"/>
              <a:ext cx="43547" cy="34299"/>
            </a:xfrm>
            <a:custGeom>
              <a:avLst/>
              <a:pathLst>
                <a:path w="43547" h="34299">
                  <a:moveTo>
                    <a:pt x="17197" y="9168"/>
                  </a:moveTo>
                  <a:lnTo>
                    <a:pt x="35118" y="0"/>
                  </a:lnTo>
                  <a:lnTo>
                    <a:pt x="43547" y="14273"/>
                  </a:lnTo>
                  <a:lnTo>
                    <a:pt x="21985" y="27094"/>
                  </a:lnTo>
                  <a:lnTo>
                    <a:pt x="19834" y="28322"/>
                  </a:lnTo>
                  <a:lnTo>
                    <a:pt x="11518" y="33073"/>
                  </a:lnTo>
                  <a:lnTo>
                    <a:pt x="9373" y="34299"/>
                  </a:lnTo>
                  <a:lnTo>
                    <a:pt x="3380" y="24304"/>
                  </a:lnTo>
                  <a:lnTo>
                    <a:pt x="1250" y="20752"/>
                  </a:lnTo>
                  <a:lnTo>
                    <a:pt x="608" y="19677"/>
                  </a:lnTo>
                  <a:lnTo>
                    <a:pt x="0" y="18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55816" y="4508389"/>
              <a:ext cx="64976" cy="39921"/>
            </a:xfrm>
            <a:custGeom>
              <a:avLst/>
              <a:pathLst>
                <a:path w="64976" h="39921">
                  <a:moveTo>
                    <a:pt x="0" y="31368"/>
                  </a:moveTo>
                  <a:lnTo>
                    <a:pt x="55913" y="0"/>
                  </a:lnTo>
                  <a:lnTo>
                    <a:pt x="56489" y="918"/>
                  </a:lnTo>
                  <a:lnTo>
                    <a:pt x="64976" y="14447"/>
                  </a:lnTo>
                  <a:lnTo>
                    <a:pt x="55872" y="19626"/>
                  </a:lnTo>
                  <a:lnTo>
                    <a:pt x="17968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81919" y="4527948"/>
              <a:ext cx="48211" cy="29291"/>
            </a:xfrm>
            <a:custGeom>
              <a:avLst/>
              <a:pathLst>
                <a:path w="48211" h="29291">
                  <a:moveTo>
                    <a:pt x="0" y="22370"/>
                  </a:moveTo>
                  <a:lnTo>
                    <a:pt x="699" y="18724"/>
                  </a:lnTo>
                  <a:lnTo>
                    <a:pt x="39876" y="0"/>
                  </a:lnTo>
                  <a:lnTo>
                    <a:pt x="48211" y="12791"/>
                  </a:lnTo>
                  <a:lnTo>
                    <a:pt x="36879" y="18293"/>
                  </a:lnTo>
                  <a:lnTo>
                    <a:pt x="22337" y="26056"/>
                  </a:lnTo>
                  <a:lnTo>
                    <a:pt x="14258" y="29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526672" y="4508529"/>
              <a:ext cx="40127" cy="30531"/>
            </a:xfrm>
            <a:custGeom>
              <a:avLst/>
              <a:pathLst>
                <a:path w="40127" h="30531">
                  <a:moveTo>
                    <a:pt x="40127" y="14189"/>
                  </a:moveTo>
                  <a:lnTo>
                    <a:pt x="7491" y="30531"/>
                  </a:lnTo>
                  <a:lnTo>
                    <a:pt x="0" y="17941"/>
                  </a:lnTo>
                  <a:lnTo>
                    <a:pt x="2102" y="16747"/>
                  </a:lnTo>
                  <a:lnTo>
                    <a:pt x="10795" y="11814"/>
                  </a:lnTo>
                  <a:lnTo>
                    <a:pt x="316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500154" y="4543862"/>
              <a:ext cx="39907" cy="24511"/>
            </a:xfrm>
            <a:custGeom>
              <a:avLst/>
              <a:pathLst>
                <a:path w="39907" h="24511">
                  <a:moveTo>
                    <a:pt x="31927" y="0"/>
                  </a:moveTo>
                  <a:lnTo>
                    <a:pt x="39907" y="13513"/>
                  </a:lnTo>
                  <a:lnTo>
                    <a:pt x="24443" y="21712"/>
                  </a:lnTo>
                  <a:lnTo>
                    <a:pt x="17984" y="24511"/>
                  </a:lnTo>
                  <a:lnTo>
                    <a:pt x="8957" y="19767"/>
                  </a:lnTo>
                  <a:lnTo>
                    <a:pt x="4074" y="17431"/>
                  </a:lnTo>
                  <a:lnTo>
                    <a:pt x="0" y="15777"/>
                  </a:lnTo>
                  <a:lnTo>
                    <a:pt x="17450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524628" y="4560303"/>
              <a:ext cx="25971" cy="22561"/>
            </a:xfrm>
            <a:custGeom>
              <a:avLst/>
              <a:pathLst>
                <a:path w="25971" h="22561">
                  <a:moveTo>
                    <a:pt x="22161" y="22561"/>
                  </a:moveTo>
                  <a:lnTo>
                    <a:pt x="0" y="10904"/>
                  </a:lnTo>
                  <a:lnTo>
                    <a:pt x="1022" y="8682"/>
                  </a:lnTo>
                  <a:lnTo>
                    <a:pt x="1451" y="8457"/>
                  </a:lnTo>
                  <a:lnTo>
                    <a:pt x="17625" y="0"/>
                  </a:lnTo>
                  <a:lnTo>
                    <a:pt x="25128" y="13024"/>
                  </a:lnTo>
                  <a:lnTo>
                    <a:pt x="25971" y="15439"/>
                  </a:lnTo>
                  <a:lnTo>
                    <a:pt x="23309" y="20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430466" y="4490693"/>
              <a:ext cx="78623" cy="48413"/>
            </a:xfrm>
            <a:custGeom>
              <a:avLst/>
              <a:pathLst>
                <a:path w="78623" h="48413">
                  <a:moveTo>
                    <a:pt x="20408" y="48413"/>
                  </a:moveTo>
                  <a:lnTo>
                    <a:pt x="0" y="38472"/>
                  </a:lnTo>
                  <a:lnTo>
                    <a:pt x="70005" y="0"/>
                  </a:lnTo>
                  <a:lnTo>
                    <a:pt x="78623" y="14746"/>
                  </a:lnTo>
                  <a:lnTo>
                    <a:pt x="67726" y="22163"/>
                  </a:lnTo>
                  <a:lnTo>
                    <a:pt x="39067" y="37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81030" y="4559138"/>
              <a:ext cx="11296" cy="8165"/>
            </a:xfrm>
            <a:custGeom>
              <a:avLst/>
              <a:pathLst>
                <a:path w="11296" h="8165">
                  <a:moveTo>
                    <a:pt x="0" y="4772"/>
                  </a:moveTo>
                  <a:lnTo>
                    <a:pt x="1629" y="0"/>
                  </a:lnTo>
                  <a:lnTo>
                    <a:pt x="11296" y="2990"/>
                  </a:lnTo>
                  <a:lnTo>
                    <a:pt x="9947" y="8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613278" y="4594175"/>
              <a:ext cx="32309" cy="26509"/>
            </a:xfrm>
            <a:custGeom>
              <a:avLst/>
              <a:pathLst>
                <a:path w="32309" h="26509">
                  <a:moveTo>
                    <a:pt x="0" y="10149"/>
                  </a:moveTo>
                  <a:lnTo>
                    <a:pt x="5599" y="0"/>
                  </a:lnTo>
                  <a:lnTo>
                    <a:pt x="32309" y="14546"/>
                  </a:lnTo>
                  <a:lnTo>
                    <a:pt x="28642" y="26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619718" y="4586700"/>
              <a:ext cx="28213" cy="20356"/>
            </a:xfrm>
            <a:custGeom>
              <a:avLst/>
              <a:pathLst>
                <a:path w="28213" h="20356">
                  <a:moveTo>
                    <a:pt x="3459" y="0"/>
                  </a:moveTo>
                  <a:lnTo>
                    <a:pt x="28213" y="13561"/>
                  </a:lnTo>
                  <a:lnTo>
                    <a:pt x="25827" y="20356"/>
                  </a:lnTo>
                  <a:lnTo>
                    <a:pt x="0" y="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610244" y="4606021"/>
              <a:ext cx="29654" cy="23375"/>
            </a:xfrm>
            <a:custGeom>
              <a:avLst/>
              <a:pathLst>
                <a:path w="29654" h="23375">
                  <a:moveTo>
                    <a:pt x="0" y="10924"/>
                  </a:moveTo>
                  <a:lnTo>
                    <a:pt x="167" y="10234"/>
                  </a:lnTo>
                  <a:lnTo>
                    <a:pt x="2648" y="0"/>
                  </a:lnTo>
                  <a:lnTo>
                    <a:pt x="29654" y="15895"/>
                  </a:lnTo>
                  <a:lnTo>
                    <a:pt x="26222" y="23375"/>
                  </a:lnTo>
                  <a:lnTo>
                    <a:pt x="1024" y="11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71013" y="4663219"/>
              <a:ext cx="18096" cy="20075"/>
            </a:xfrm>
            <a:custGeom>
              <a:avLst/>
              <a:pathLst>
                <a:path w="18096" h="20075">
                  <a:moveTo>
                    <a:pt x="0" y="15276"/>
                  </a:moveTo>
                  <a:lnTo>
                    <a:pt x="8855" y="0"/>
                  </a:lnTo>
                  <a:lnTo>
                    <a:pt x="18096" y="4444"/>
                  </a:lnTo>
                  <a:lnTo>
                    <a:pt x="9741" y="20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83383" y="4671152"/>
              <a:ext cx="17369" cy="18415"/>
            </a:xfrm>
            <a:custGeom>
              <a:avLst/>
              <a:pathLst>
                <a:path w="17369" h="18415">
                  <a:moveTo>
                    <a:pt x="0" y="12936"/>
                  </a:moveTo>
                  <a:lnTo>
                    <a:pt x="8264" y="0"/>
                  </a:lnTo>
                  <a:lnTo>
                    <a:pt x="17369" y="4485"/>
                  </a:lnTo>
                  <a:lnTo>
                    <a:pt x="10296" y="18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95825" y="4676435"/>
              <a:ext cx="18370" cy="18020"/>
            </a:xfrm>
            <a:custGeom>
              <a:avLst/>
              <a:pathLst>
                <a:path w="18370" h="18020">
                  <a:moveTo>
                    <a:pt x="15374" y="11625"/>
                  </a:moveTo>
                  <a:lnTo>
                    <a:pt x="7296" y="18020"/>
                  </a:lnTo>
                  <a:lnTo>
                    <a:pt x="0" y="14766"/>
                  </a:lnTo>
                  <a:lnTo>
                    <a:pt x="7314" y="0"/>
                  </a:lnTo>
                  <a:lnTo>
                    <a:pt x="18370" y="5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30232" y="4665165"/>
              <a:ext cx="67001" cy="42333"/>
            </a:xfrm>
            <a:custGeom>
              <a:avLst/>
              <a:pathLst>
                <a:path w="67001" h="42333">
                  <a:moveTo>
                    <a:pt x="0" y="11461"/>
                  </a:moveTo>
                  <a:lnTo>
                    <a:pt x="4480" y="0"/>
                  </a:lnTo>
                  <a:lnTo>
                    <a:pt x="67001" y="32945"/>
                  </a:lnTo>
                  <a:lnTo>
                    <a:pt x="62413" y="42333"/>
                  </a:lnTo>
                  <a:lnTo>
                    <a:pt x="31752" y="25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78787" y="4460086"/>
              <a:ext cx="43915" cy="33158"/>
            </a:xfrm>
            <a:custGeom>
              <a:avLst/>
              <a:pathLst>
                <a:path w="43915" h="33158">
                  <a:moveTo>
                    <a:pt x="33349" y="0"/>
                  </a:moveTo>
                  <a:lnTo>
                    <a:pt x="43915" y="13225"/>
                  </a:lnTo>
                  <a:lnTo>
                    <a:pt x="42326" y="14220"/>
                  </a:lnTo>
                  <a:lnTo>
                    <a:pt x="41654" y="14640"/>
                  </a:lnTo>
                  <a:lnTo>
                    <a:pt x="9345" y="33158"/>
                  </a:lnTo>
                  <a:lnTo>
                    <a:pt x="0" y="17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712544" y="4981017"/>
              <a:ext cx="68760" cy="37576"/>
            </a:xfrm>
            <a:custGeom>
              <a:avLst/>
              <a:pathLst>
                <a:path w="68760" h="37576">
                  <a:moveTo>
                    <a:pt x="54038" y="7420"/>
                  </a:moveTo>
                  <a:lnTo>
                    <a:pt x="55142" y="8626"/>
                  </a:lnTo>
                  <a:lnTo>
                    <a:pt x="68760" y="28152"/>
                  </a:lnTo>
                  <a:lnTo>
                    <a:pt x="53363" y="37576"/>
                  </a:lnTo>
                  <a:lnTo>
                    <a:pt x="46095" y="26271"/>
                  </a:lnTo>
                  <a:lnTo>
                    <a:pt x="41318" y="19256"/>
                  </a:lnTo>
                  <a:lnTo>
                    <a:pt x="35248" y="17703"/>
                  </a:lnTo>
                  <a:lnTo>
                    <a:pt x="29538" y="18681"/>
                  </a:lnTo>
                  <a:lnTo>
                    <a:pt x="21108" y="22994"/>
                  </a:lnTo>
                  <a:lnTo>
                    <a:pt x="8384" y="30412"/>
                  </a:lnTo>
                  <a:lnTo>
                    <a:pt x="0" y="15589"/>
                  </a:lnTo>
                  <a:lnTo>
                    <a:pt x="24291" y="1171"/>
                  </a:lnTo>
                  <a:lnTo>
                    <a:pt x="28877" y="117"/>
                  </a:lnTo>
                  <a:lnTo>
                    <a:pt x="37061" y="0"/>
                  </a:lnTo>
                  <a:lnTo>
                    <a:pt x="42437" y="541"/>
                  </a:lnTo>
                  <a:lnTo>
                    <a:pt x="47237" y="1720"/>
                  </a:lnTo>
                  <a:lnTo>
                    <a:pt x="50437" y="3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641844" y="5057080"/>
              <a:ext cx="29842" cy="34209"/>
            </a:xfrm>
            <a:custGeom>
              <a:avLst/>
              <a:pathLst>
                <a:path w="29842" h="34209">
                  <a:moveTo>
                    <a:pt x="0" y="8850"/>
                  </a:moveTo>
                  <a:lnTo>
                    <a:pt x="14796" y="0"/>
                  </a:lnTo>
                  <a:lnTo>
                    <a:pt x="29842" y="25670"/>
                  </a:lnTo>
                  <a:lnTo>
                    <a:pt x="15005" y="34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580323" y="5091901"/>
              <a:ext cx="31838" cy="35160"/>
            </a:xfrm>
            <a:custGeom>
              <a:avLst/>
              <a:pathLst>
                <a:path w="31838" h="35160">
                  <a:moveTo>
                    <a:pt x="0" y="9945"/>
                  </a:moveTo>
                  <a:lnTo>
                    <a:pt x="16780" y="0"/>
                  </a:lnTo>
                  <a:lnTo>
                    <a:pt x="31838" y="25748"/>
                  </a:lnTo>
                  <a:lnTo>
                    <a:pt x="15201" y="35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560239" y="5103506"/>
              <a:ext cx="32793" cy="35512"/>
            </a:xfrm>
            <a:custGeom>
              <a:avLst/>
              <a:pathLst>
                <a:path w="32793" h="35512">
                  <a:moveTo>
                    <a:pt x="0" y="9894"/>
                  </a:moveTo>
                  <a:lnTo>
                    <a:pt x="17119" y="0"/>
                  </a:lnTo>
                  <a:lnTo>
                    <a:pt x="32793" y="25765"/>
                  </a:lnTo>
                  <a:lnTo>
                    <a:pt x="15511" y="3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721408" y="5041079"/>
              <a:ext cx="30281" cy="35740"/>
            </a:xfrm>
            <a:custGeom>
              <a:avLst/>
              <a:pathLst>
                <a:path w="30281" h="35740">
                  <a:moveTo>
                    <a:pt x="0" y="8625"/>
                  </a:moveTo>
                  <a:lnTo>
                    <a:pt x="14050" y="0"/>
                  </a:lnTo>
                  <a:lnTo>
                    <a:pt x="30281" y="27145"/>
                  </a:lnTo>
                  <a:lnTo>
                    <a:pt x="16183" y="3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622566" y="5067747"/>
              <a:ext cx="31632" cy="34933"/>
            </a:xfrm>
            <a:custGeom>
              <a:avLst/>
              <a:pathLst>
                <a:path w="31632" h="34933">
                  <a:moveTo>
                    <a:pt x="0" y="9304"/>
                  </a:moveTo>
                  <a:lnTo>
                    <a:pt x="16699" y="0"/>
                  </a:lnTo>
                  <a:lnTo>
                    <a:pt x="31632" y="25042"/>
                  </a:lnTo>
                  <a:lnTo>
                    <a:pt x="15221" y="34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602255" y="5078847"/>
              <a:ext cx="32543" cy="35161"/>
            </a:xfrm>
            <a:custGeom>
              <a:avLst/>
              <a:pathLst>
                <a:path w="32543" h="35161">
                  <a:moveTo>
                    <a:pt x="0" y="9676"/>
                  </a:moveTo>
                  <a:lnTo>
                    <a:pt x="16953" y="0"/>
                  </a:lnTo>
                  <a:lnTo>
                    <a:pt x="32543" y="25698"/>
                  </a:lnTo>
                  <a:lnTo>
                    <a:pt x="15215" y="3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509399" y="5071321"/>
              <a:ext cx="86124" cy="62569"/>
            </a:xfrm>
            <a:custGeom>
              <a:avLst/>
              <a:pathLst>
                <a:path w="86124" h="62569">
                  <a:moveTo>
                    <a:pt x="0" y="45195"/>
                  </a:moveTo>
                  <a:lnTo>
                    <a:pt x="75424" y="0"/>
                  </a:lnTo>
                  <a:lnTo>
                    <a:pt x="86124" y="18564"/>
                  </a:lnTo>
                  <a:lnTo>
                    <a:pt x="10287" y="62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618637" y="5084545"/>
              <a:ext cx="64876" cy="49350"/>
            </a:xfrm>
            <a:custGeom>
              <a:avLst/>
              <a:pathLst>
                <a:path w="64876" h="49350">
                  <a:moveTo>
                    <a:pt x="0" y="31886"/>
                  </a:moveTo>
                  <a:lnTo>
                    <a:pt x="54265" y="0"/>
                  </a:lnTo>
                  <a:lnTo>
                    <a:pt x="64876" y="17464"/>
                  </a:lnTo>
                  <a:lnTo>
                    <a:pt x="10148" y="4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550394" y="5176687"/>
              <a:ext cx="26039" cy="25398"/>
            </a:xfrm>
            <a:custGeom>
              <a:avLst/>
              <a:pathLst>
                <a:path w="26039" h="25398">
                  <a:moveTo>
                    <a:pt x="0" y="10810"/>
                  </a:moveTo>
                  <a:lnTo>
                    <a:pt x="17759" y="0"/>
                  </a:lnTo>
                  <a:lnTo>
                    <a:pt x="26039" y="14284"/>
                  </a:lnTo>
                  <a:lnTo>
                    <a:pt x="8428" y="25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458635" y="5162265"/>
              <a:ext cx="44909" cy="57453"/>
            </a:xfrm>
            <a:custGeom>
              <a:avLst/>
              <a:pathLst>
                <a:path w="44909" h="57453">
                  <a:moveTo>
                    <a:pt x="0" y="10853"/>
                  </a:moveTo>
                  <a:lnTo>
                    <a:pt x="17505" y="0"/>
                  </a:lnTo>
                  <a:lnTo>
                    <a:pt x="44909" y="46739"/>
                  </a:lnTo>
                  <a:lnTo>
                    <a:pt x="27009" y="57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431370" y="5315179"/>
              <a:ext cx="38807" cy="47184"/>
            </a:xfrm>
            <a:custGeom>
              <a:avLst/>
              <a:pathLst>
                <a:path w="38807" h="47184">
                  <a:moveTo>
                    <a:pt x="0" y="10222"/>
                  </a:moveTo>
                  <a:lnTo>
                    <a:pt x="16481" y="0"/>
                  </a:lnTo>
                  <a:lnTo>
                    <a:pt x="38807" y="37626"/>
                  </a:lnTo>
                  <a:lnTo>
                    <a:pt x="22883" y="47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537723" y="5119496"/>
              <a:ext cx="85997" cy="63391"/>
            </a:xfrm>
            <a:custGeom>
              <a:avLst/>
              <a:pathLst>
                <a:path w="85997" h="63391">
                  <a:moveTo>
                    <a:pt x="0" y="44523"/>
                  </a:moveTo>
                  <a:lnTo>
                    <a:pt x="75964" y="0"/>
                  </a:lnTo>
                  <a:lnTo>
                    <a:pt x="85997" y="17818"/>
                  </a:lnTo>
                  <a:lnTo>
                    <a:pt x="10537" y="63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520547" y="5126192"/>
              <a:ext cx="32904" cy="36002"/>
            </a:xfrm>
            <a:custGeom>
              <a:avLst/>
              <a:pathLst>
                <a:path w="32904" h="36002">
                  <a:moveTo>
                    <a:pt x="0" y="9980"/>
                  </a:moveTo>
                  <a:lnTo>
                    <a:pt x="17261" y="0"/>
                  </a:lnTo>
                  <a:lnTo>
                    <a:pt x="32904" y="26112"/>
                  </a:lnTo>
                  <a:lnTo>
                    <a:pt x="15818" y="36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739010" y="5034142"/>
              <a:ext cx="43167" cy="31485"/>
            </a:xfrm>
            <a:custGeom>
              <a:avLst/>
              <a:pathLst>
                <a:path w="43167" h="31485">
                  <a:moveTo>
                    <a:pt x="15093" y="12133"/>
                  </a:moveTo>
                  <a:lnTo>
                    <a:pt x="34329" y="596"/>
                  </a:lnTo>
                  <a:lnTo>
                    <a:pt x="43167" y="14949"/>
                  </a:lnTo>
                  <a:lnTo>
                    <a:pt x="15670" y="31485"/>
                  </a:lnTo>
                  <a:lnTo>
                    <a:pt x="0" y="4955"/>
                  </a:lnTo>
                  <a:lnTo>
                    <a:pt x="8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768055" y="5011496"/>
              <a:ext cx="33204" cy="36055"/>
            </a:xfrm>
            <a:custGeom>
              <a:avLst/>
              <a:pathLst>
                <a:path w="33204" h="36055">
                  <a:moveTo>
                    <a:pt x="0" y="10097"/>
                  </a:moveTo>
                  <a:lnTo>
                    <a:pt x="16400" y="0"/>
                  </a:lnTo>
                  <a:lnTo>
                    <a:pt x="33204" y="25905"/>
                  </a:lnTo>
                  <a:lnTo>
                    <a:pt x="16063" y="36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569881" y="5106188"/>
              <a:ext cx="120861" cy="83757"/>
            </a:xfrm>
            <a:custGeom>
              <a:avLst/>
              <a:pathLst>
                <a:path w="120861" h="83757">
                  <a:moveTo>
                    <a:pt x="0" y="69496"/>
                  </a:moveTo>
                  <a:lnTo>
                    <a:pt x="116307" y="0"/>
                  </a:lnTo>
                  <a:lnTo>
                    <a:pt x="120861" y="7674"/>
                  </a:lnTo>
                  <a:lnTo>
                    <a:pt x="46156" y="58473"/>
                  </a:lnTo>
                  <a:lnTo>
                    <a:pt x="8205" y="8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404347" y="5268777"/>
              <a:ext cx="41575" cy="51590"/>
            </a:xfrm>
            <a:custGeom>
              <a:avLst/>
              <a:pathLst>
                <a:path w="41575" h="51590">
                  <a:moveTo>
                    <a:pt x="0" y="9669"/>
                  </a:moveTo>
                  <a:lnTo>
                    <a:pt x="16766" y="0"/>
                  </a:lnTo>
                  <a:lnTo>
                    <a:pt x="41575" y="41379"/>
                  </a:lnTo>
                  <a:lnTo>
                    <a:pt x="24591" y="51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472630" y="5290998"/>
              <a:ext cx="25010" cy="37671"/>
            </a:xfrm>
            <a:custGeom>
              <a:avLst/>
              <a:pathLst>
                <a:path w="25010" h="37671">
                  <a:moveTo>
                    <a:pt x="0" y="9524"/>
                  </a:moveTo>
                  <a:lnTo>
                    <a:pt x="15003" y="789"/>
                  </a:lnTo>
                  <a:lnTo>
                    <a:pt x="16359" y="0"/>
                  </a:lnTo>
                  <a:lnTo>
                    <a:pt x="25010" y="16715"/>
                  </a:lnTo>
                  <a:lnTo>
                    <a:pt x="19887" y="34910"/>
                  </a:lnTo>
                  <a:lnTo>
                    <a:pt x="15896" y="37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543296" y="5117444"/>
              <a:ext cx="25939" cy="30376"/>
            </a:xfrm>
            <a:custGeom>
              <a:avLst/>
              <a:pathLst>
                <a:path w="25939" h="30376">
                  <a:moveTo>
                    <a:pt x="0" y="7370"/>
                  </a:moveTo>
                  <a:lnTo>
                    <a:pt x="12783" y="0"/>
                  </a:lnTo>
                  <a:lnTo>
                    <a:pt x="25939" y="22843"/>
                  </a:lnTo>
                  <a:lnTo>
                    <a:pt x="13350" y="30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487442" y="5119408"/>
              <a:ext cx="27989" cy="26762"/>
            </a:xfrm>
            <a:custGeom>
              <a:avLst/>
              <a:pathLst>
                <a:path w="27989" h="26762">
                  <a:moveTo>
                    <a:pt x="16681" y="22584"/>
                  </a:moveTo>
                  <a:lnTo>
                    <a:pt x="9223" y="26762"/>
                  </a:lnTo>
                  <a:lnTo>
                    <a:pt x="0" y="11073"/>
                  </a:lnTo>
                  <a:lnTo>
                    <a:pt x="18305" y="0"/>
                  </a:lnTo>
                  <a:lnTo>
                    <a:pt x="23380" y="8516"/>
                  </a:lnTo>
                  <a:lnTo>
                    <a:pt x="27989" y="16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447661" y="5131728"/>
              <a:ext cx="46708" cy="37952"/>
            </a:xfrm>
            <a:custGeom>
              <a:avLst/>
              <a:pathLst>
                <a:path w="46708" h="37952">
                  <a:moveTo>
                    <a:pt x="0" y="21526"/>
                  </a:moveTo>
                  <a:lnTo>
                    <a:pt x="37145" y="0"/>
                  </a:lnTo>
                  <a:lnTo>
                    <a:pt x="46708" y="16217"/>
                  </a:lnTo>
                  <a:lnTo>
                    <a:pt x="9494" y="3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749797" y="5024093"/>
              <a:ext cx="20573" cy="18688"/>
            </a:xfrm>
            <a:custGeom>
              <a:avLst/>
              <a:pathLst>
                <a:path w="20573" h="18688">
                  <a:moveTo>
                    <a:pt x="0" y="8408"/>
                  </a:moveTo>
                  <a:lnTo>
                    <a:pt x="14431" y="0"/>
                  </a:lnTo>
                  <a:lnTo>
                    <a:pt x="20573" y="10223"/>
                  </a:lnTo>
                  <a:lnTo>
                    <a:pt x="5865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498133" y="5138409"/>
              <a:ext cx="45844" cy="58053"/>
            </a:xfrm>
            <a:custGeom>
              <a:avLst/>
              <a:pathLst>
                <a:path w="45844" h="58053">
                  <a:moveTo>
                    <a:pt x="17301" y="1006"/>
                  </a:moveTo>
                  <a:lnTo>
                    <a:pt x="19066" y="0"/>
                  </a:lnTo>
                  <a:lnTo>
                    <a:pt x="45844" y="47067"/>
                  </a:lnTo>
                  <a:lnTo>
                    <a:pt x="43636" y="48324"/>
                  </a:lnTo>
                  <a:lnTo>
                    <a:pt x="27146" y="58053"/>
                  </a:lnTo>
                  <a:lnTo>
                    <a:pt x="0" y="10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695086" y="4998240"/>
              <a:ext cx="23251" cy="23625"/>
            </a:xfrm>
            <a:custGeom>
              <a:avLst/>
              <a:pathLst>
                <a:path w="23251" h="23625">
                  <a:moveTo>
                    <a:pt x="0" y="9049"/>
                  </a:moveTo>
                  <a:lnTo>
                    <a:pt x="14744" y="0"/>
                  </a:lnTo>
                  <a:lnTo>
                    <a:pt x="23251" y="14850"/>
                  </a:lnTo>
                  <a:lnTo>
                    <a:pt x="8488" y="23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402986" y="5168572"/>
              <a:ext cx="41139" cy="51333"/>
            </a:xfrm>
            <a:custGeom>
              <a:avLst/>
              <a:pathLst>
                <a:path w="41139" h="51333">
                  <a:moveTo>
                    <a:pt x="23371" y="51333"/>
                  </a:moveTo>
                  <a:lnTo>
                    <a:pt x="19931" y="45694"/>
                  </a:lnTo>
                  <a:lnTo>
                    <a:pt x="0" y="10847"/>
                  </a:lnTo>
                  <a:lnTo>
                    <a:pt x="17936" y="0"/>
                  </a:lnTo>
                  <a:lnTo>
                    <a:pt x="41139" y="41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427319" y="5211885"/>
              <a:ext cx="31873" cy="33674"/>
            </a:xfrm>
            <a:custGeom>
              <a:avLst/>
              <a:pathLst>
                <a:path w="31873" h="33674">
                  <a:moveTo>
                    <a:pt x="0" y="10077"/>
                  </a:moveTo>
                  <a:lnTo>
                    <a:pt x="17779" y="0"/>
                  </a:lnTo>
                  <a:lnTo>
                    <a:pt x="31873" y="23054"/>
                  </a:lnTo>
                  <a:lnTo>
                    <a:pt x="13510" y="33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527969" y="5189151"/>
              <a:ext cx="28719" cy="25312"/>
            </a:xfrm>
            <a:custGeom>
              <a:avLst/>
              <a:pathLst>
                <a:path w="28719" h="25312">
                  <a:moveTo>
                    <a:pt x="0" y="11500"/>
                  </a:moveTo>
                  <a:lnTo>
                    <a:pt x="20373" y="0"/>
                  </a:lnTo>
                  <a:lnTo>
                    <a:pt x="28719" y="13412"/>
                  </a:lnTo>
                  <a:lnTo>
                    <a:pt x="8304" y="25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478545" y="5150568"/>
              <a:ext cx="44785" cy="57202"/>
            </a:xfrm>
            <a:custGeom>
              <a:avLst/>
              <a:pathLst>
                <a:path w="44785" h="57202">
                  <a:moveTo>
                    <a:pt x="0" y="10159"/>
                  </a:moveTo>
                  <a:lnTo>
                    <a:pt x="17376" y="0"/>
                  </a:lnTo>
                  <a:lnTo>
                    <a:pt x="44785" y="46849"/>
                  </a:lnTo>
                  <a:lnTo>
                    <a:pt x="27189" y="57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465939" y="5226116"/>
              <a:ext cx="27991" cy="38863"/>
            </a:xfrm>
            <a:custGeom>
              <a:avLst/>
              <a:pathLst>
                <a:path w="27991" h="38863">
                  <a:moveTo>
                    <a:pt x="0" y="10810"/>
                  </a:moveTo>
                  <a:lnTo>
                    <a:pt x="18265" y="0"/>
                  </a:lnTo>
                  <a:lnTo>
                    <a:pt x="27991" y="17148"/>
                  </a:lnTo>
                  <a:lnTo>
                    <a:pt x="18305" y="23946"/>
                  </a:lnTo>
                  <a:lnTo>
                    <a:pt x="24375" y="33836"/>
                  </a:lnTo>
                  <a:lnTo>
                    <a:pt x="16167" y="38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444493" y="5241414"/>
              <a:ext cx="43901" cy="53756"/>
            </a:xfrm>
            <a:custGeom>
              <a:avLst/>
              <a:pathLst>
                <a:path w="43901" h="53756">
                  <a:moveTo>
                    <a:pt x="0" y="10379"/>
                  </a:moveTo>
                  <a:lnTo>
                    <a:pt x="17834" y="0"/>
                  </a:lnTo>
                  <a:lnTo>
                    <a:pt x="43901" y="43714"/>
                  </a:lnTo>
                  <a:lnTo>
                    <a:pt x="25495" y="5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423787" y="5256787"/>
              <a:ext cx="41492" cy="52210"/>
            </a:xfrm>
            <a:custGeom>
              <a:avLst/>
              <a:pathLst>
                <a:path w="41492" h="52210">
                  <a:moveTo>
                    <a:pt x="0" y="10500"/>
                  </a:moveTo>
                  <a:lnTo>
                    <a:pt x="17699" y="0"/>
                  </a:lnTo>
                  <a:lnTo>
                    <a:pt x="41492" y="41431"/>
                  </a:lnTo>
                  <a:lnTo>
                    <a:pt x="24240" y="52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647291" y="5009034"/>
              <a:ext cx="90038" cy="103853"/>
            </a:xfrm>
            <a:custGeom>
              <a:avLst/>
              <a:pathLst>
                <a:path w="90038" h="103853">
                  <a:moveTo>
                    <a:pt x="0" y="25806"/>
                  </a:moveTo>
                  <a:lnTo>
                    <a:pt x="44921" y="0"/>
                  </a:lnTo>
                  <a:lnTo>
                    <a:pt x="90038" y="75423"/>
                  </a:lnTo>
                  <a:lnTo>
                    <a:pt x="45032" y="103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723672" y="5007008"/>
              <a:ext cx="38818" cy="29327"/>
            </a:xfrm>
            <a:custGeom>
              <a:avLst/>
              <a:pathLst>
                <a:path w="38818" h="29327">
                  <a:moveTo>
                    <a:pt x="0" y="6756"/>
                  </a:moveTo>
                  <a:lnTo>
                    <a:pt x="7938" y="1868"/>
                  </a:lnTo>
                  <a:lnTo>
                    <a:pt x="13119" y="9890"/>
                  </a:lnTo>
                  <a:lnTo>
                    <a:pt x="29997" y="0"/>
                  </a:lnTo>
                  <a:lnTo>
                    <a:pt x="38818" y="14206"/>
                  </a:lnTo>
                  <a:lnTo>
                    <a:pt x="13422" y="29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450959" y="5302649"/>
              <a:ext cx="39785" cy="48539"/>
            </a:xfrm>
            <a:custGeom>
              <a:avLst/>
              <a:pathLst>
                <a:path w="39785" h="48539">
                  <a:moveTo>
                    <a:pt x="0" y="10516"/>
                  </a:moveTo>
                  <a:lnTo>
                    <a:pt x="17053" y="0"/>
                  </a:lnTo>
                  <a:lnTo>
                    <a:pt x="38994" y="37854"/>
                  </a:lnTo>
                  <a:lnTo>
                    <a:pt x="39785" y="39219"/>
                  </a:lnTo>
                  <a:lnTo>
                    <a:pt x="22170" y="48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446747" y="5194031"/>
              <a:ext cx="34530" cy="38645"/>
            </a:xfrm>
            <a:custGeom>
              <a:avLst/>
              <a:pathLst>
                <a:path w="34530" h="38645">
                  <a:moveTo>
                    <a:pt x="0" y="10247"/>
                  </a:moveTo>
                  <a:lnTo>
                    <a:pt x="18040" y="0"/>
                  </a:lnTo>
                  <a:lnTo>
                    <a:pt x="34530" y="28084"/>
                  </a:lnTo>
                  <a:lnTo>
                    <a:pt x="16358" y="3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508438" y="5201691"/>
              <a:ext cx="26042" cy="25603"/>
            </a:xfrm>
            <a:custGeom>
              <a:avLst/>
              <a:pathLst>
                <a:path w="26042" h="25603">
                  <a:moveTo>
                    <a:pt x="0" y="10119"/>
                  </a:moveTo>
                  <a:lnTo>
                    <a:pt x="17743" y="0"/>
                  </a:lnTo>
                  <a:lnTo>
                    <a:pt x="26042" y="14837"/>
                  </a:lnTo>
                  <a:lnTo>
                    <a:pt x="8687" y="25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485811" y="5213260"/>
              <a:ext cx="29730" cy="29538"/>
            </a:xfrm>
            <a:custGeom>
              <a:avLst/>
              <a:pathLst>
                <a:path w="29730" h="29538">
                  <a:moveTo>
                    <a:pt x="0" y="11845"/>
                  </a:moveTo>
                  <a:lnTo>
                    <a:pt x="20296" y="0"/>
                  </a:lnTo>
                  <a:lnTo>
                    <a:pt x="29730" y="16077"/>
                  </a:lnTo>
                  <a:lnTo>
                    <a:pt x="10013" y="2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590499" y="5036015"/>
              <a:ext cx="64794" cy="49662"/>
            </a:xfrm>
            <a:custGeom>
              <a:avLst/>
              <a:pathLst>
                <a:path w="64794" h="49662">
                  <a:moveTo>
                    <a:pt x="0" y="32378"/>
                  </a:moveTo>
                  <a:lnTo>
                    <a:pt x="53874" y="0"/>
                  </a:lnTo>
                  <a:lnTo>
                    <a:pt x="64794" y="18482"/>
                  </a:lnTo>
                  <a:lnTo>
                    <a:pt x="10334" y="4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705549" y="5015806"/>
              <a:ext cx="28592" cy="31333"/>
            </a:xfrm>
            <a:custGeom>
              <a:avLst/>
              <a:pathLst>
                <a:path w="28592" h="31333">
                  <a:moveTo>
                    <a:pt x="0" y="8648"/>
                  </a:moveTo>
                  <a:lnTo>
                    <a:pt x="15112" y="0"/>
                  </a:lnTo>
                  <a:lnTo>
                    <a:pt x="28592" y="22593"/>
                  </a:lnTo>
                  <a:lnTo>
                    <a:pt x="14398" y="313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424836" y="5155086"/>
              <a:ext cx="29274" cy="29375"/>
            </a:xfrm>
            <a:custGeom>
              <a:avLst/>
              <a:pathLst>
                <a:path w="29274" h="29375">
                  <a:moveTo>
                    <a:pt x="0" y="11153"/>
                  </a:moveTo>
                  <a:lnTo>
                    <a:pt x="16398" y="1262"/>
                  </a:lnTo>
                  <a:lnTo>
                    <a:pt x="17694" y="583"/>
                  </a:lnTo>
                  <a:lnTo>
                    <a:pt x="18807" y="0"/>
                  </a:lnTo>
                  <a:lnTo>
                    <a:pt x="29274" y="19038"/>
                  </a:lnTo>
                  <a:lnTo>
                    <a:pt x="10943" y="29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643607" y="4870886"/>
              <a:ext cx="49304" cy="38194"/>
            </a:xfrm>
            <a:custGeom>
              <a:avLst/>
              <a:pathLst>
                <a:path w="49304" h="38194">
                  <a:moveTo>
                    <a:pt x="3372" y="24487"/>
                  </a:moveTo>
                  <a:lnTo>
                    <a:pt x="7800" y="12303"/>
                  </a:lnTo>
                  <a:lnTo>
                    <a:pt x="0" y="9444"/>
                  </a:lnTo>
                  <a:lnTo>
                    <a:pt x="3455" y="0"/>
                  </a:lnTo>
                  <a:lnTo>
                    <a:pt x="49304" y="17861"/>
                  </a:lnTo>
                  <a:lnTo>
                    <a:pt x="42094" y="38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601212" y="4881633"/>
              <a:ext cx="29840" cy="35214"/>
            </a:xfrm>
            <a:custGeom>
              <a:avLst/>
              <a:pathLst>
                <a:path w="29840" h="35214">
                  <a:moveTo>
                    <a:pt x="0" y="7879"/>
                  </a:moveTo>
                  <a:lnTo>
                    <a:pt x="13529" y="0"/>
                  </a:lnTo>
                  <a:lnTo>
                    <a:pt x="29840" y="26882"/>
                  </a:lnTo>
                  <a:lnTo>
                    <a:pt x="16285" y="35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671592" y="4909618"/>
              <a:ext cx="31600" cy="45294"/>
            </a:xfrm>
            <a:custGeom>
              <a:avLst/>
              <a:pathLst>
                <a:path w="31600" h="45294">
                  <a:moveTo>
                    <a:pt x="0" y="31953"/>
                  </a:moveTo>
                  <a:lnTo>
                    <a:pt x="14662" y="0"/>
                  </a:lnTo>
                  <a:lnTo>
                    <a:pt x="31600" y="6519"/>
                  </a:lnTo>
                  <a:lnTo>
                    <a:pt x="14837" y="45294"/>
                  </a:lnTo>
                  <a:lnTo>
                    <a:pt x="6912" y="4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645674" y="4888827"/>
              <a:ext cx="93544" cy="110160"/>
            </a:xfrm>
            <a:custGeom>
              <a:avLst/>
              <a:pathLst>
                <a:path w="93544" h="110160">
                  <a:moveTo>
                    <a:pt x="13916" y="67133"/>
                  </a:moveTo>
                  <a:lnTo>
                    <a:pt x="30692" y="94312"/>
                  </a:lnTo>
                  <a:lnTo>
                    <a:pt x="35048" y="80129"/>
                  </a:lnTo>
                  <a:lnTo>
                    <a:pt x="41118" y="77024"/>
                  </a:lnTo>
                  <a:lnTo>
                    <a:pt x="63853" y="28880"/>
                  </a:lnTo>
                  <a:lnTo>
                    <a:pt x="72230" y="31819"/>
                  </a:lnTo>
                  <a:lnTo>
                    <a:pt x="72820" y="30353"/>
                  </a:lnTo>
                  <a:lnTo>
                    <a:pt x="43008" y="18976"/>
                  </a:lnTo>
                  <a:lnTo>
                    <a:pt x="50511" y="0"/>
                  </a:lnTo>
                  <a:lnTo>
                    <a:pt x="93268" y="16162"/>
                  </a:lnTo>
                  <a:lnTo>
                    <a:pt x="93544" y="26028"/>
                  </a:lnTo>
                  <a:lnTo>
                    <a:pt x="91815" y="37730"/>
                  </a:lnTo>
                  <a:lnTo>
                    <a:pt x="88913" y="49198"/>
                  </a:lnTo>
                  <a:lnTo>
                    <a:pt x="78375" y="61130"/>
                  </a:lnTo>
                  <a:lnTo>
                    <a:pt x="86218" y="74435"/>
                  </a:lnTo>
                  <a:lnTo>
                    <a:pt x="21101" y="110160"/>
                  </a:lnTo>
                  <a:lnTo>
                    <a:pt x="0" y="7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619197" y="4911180"/>
              <a:ext cx="35399" cy="46568"/>
            </a:xfrm>
            <a:custGeom>
              <a:avLst/>
              <a:pathLst>
                <a:path w="35399" h="46568">
                  <a:moveTo>
                    <a:pt x="0" y="8682"/>
                  </a:moveTo>
                  <a:lnTo>
                    <a:pt x="12954" y="0"/>
                  </a:lnTo>
                  <a:lnTo>
                    <a:pt x="35399" y="37892"/>
                  </a:lnTo>
                  <a:lnTo>
                    <a:pt x="22232" y="46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497154" y="5443134"/>
              <a:ext cx="33909" cy="22122"/>
            </a:xfrm>
            <a:custGeom>
              <a:avLst/>
              <a:pathLst>
                <a:path w="33909" h="22122">
                  <a:moveTo>
                    <a:pt x="0" y="11319"/>
                  </a:moveTo>
                  <a:lnTo>
                    <a:pt x="25496" y="0"/>
                  </a:lnTo>
                  <a:lnTo>
                    <a:pt x="33909" y="19423"/>
                  </a:lnTo>
                  <a:lnTo>
                    <a:pt x="4395" y="2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380432" y="5182251"/>
              <a:ext cx="56362" cy="76354"/>
            </a:xfrm>
            <a:custGeom>
              <a:avLst/>
              <a:pathLst>
                <a:path w="56362" h="76354">
                  <a:moveTo>
                    <a:pt x="0" y="10238"/>
                  </a:moveTo>
                  <a:lnTo>
                    <a:pt x="18015" y="0"/>
                  </a:lnTo>
                  <a:lnTo>
                    <a:pt x="56362" y="65445"/>
                  </a:lnTo>
                  <a:lnTo>
                    <a:pt x="37838" y="7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497958" y="5466749"/>
              <a:ext cx="52987" cy="25587"/>
            </a:xfrm>
            <a:custGeom>
              <a:avLst/>
              <a:pathLst>
                <a:path w="52987" h="25587">
                  <a:moveTo>
                    <a:pt x="0" y="25587"/>
                  </a:moveTo>
                  <a:lnTo>
                    <a:pt x="5193" y="2720"/>
                  </a:lnTo>
                  <a:lnTo>
                    <a:pt x="46363" y="0"/>
                  </a:lnTo>
                  <a:lnTo>
                    <a:pt x="52987" y="23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548012" y="5465133"/>
              <a:ext cx="23480" cy="41213"/>
            </a:xfrm>
            <a:custGeom>
              <a:avLst/>
              <a:pathLst>
                <a:path w="23480" h="41213">
                  <a:moveTo>
                    <a:pt x="0" y="797"/>
                  </a:moveTo>
                  <a:lnTo>
                    <a:pt x="10783" y="0"/>
                  </a:lnTo>
                  <a:lnTo>
                    <a:pt x="17780" y="16129"/>
                  </a:lnTo>
                  <a:lnTo>
                    <a:pt x="21742" y="30362"/>
                  </a:lnTo>
                  <a:lnTo>
                    <a:pt x="23480" y="41213"/>
                  </a:lnTo>
                  <a:lnTo>
                    <a:pt x="13357" y="41209"/>
                  </a:lnTo>
                  <a:lnTo>
                    <a:pt x="7900" y="22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476160" y="5498389"/>
              <a:ext cx="99580" cy="68024"/>
            </a:xfrm>
            <a:custGeom>
              <a:avLst/>
              <a:pathLst>
                <a:path w="99580" h="68024">
                  <a:moveTo>
                    <a:pt x="0" y="65526"/>
                  </a:moveTo>
                  <a:lnTo>
                    <a:pt x="7944" y="38929"/>
                  </a:lnTo>
                  <a:lnTo>
                    <a:pt x="20827" y="0"/>
                  </a:lnTo>
                  <a:lnTo>
                    <a:pt x="97050" y="13155"/>
                  </a:lnTo>
                  <a:lnTo>
                    <a:pt x="99580" y="26266"/>
                  </a:lnTo>
                  <a:lnTo>
                    <a:pt x="28905" y="12306"/>
                  </a:lnTo>
                  <a:lnTo>
                    <a:pt x="11505" y="63672"/>
                  </a:lnTo>
                  <a:lnTo>
                    <a:pt x="10030" y="68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462121" y="5356587"/>
              <a:ext cx="52239" cy="39037"/>
            </a:xfrm>
            <a:custGeom>
              <a:avLst/>
              <a:pathLst>
                <a:path w="52239" h="39037">
                  <a:moveTo>
                    <a:pt x="0" y="22426"/>
                  </a:moveTo>
                  <a:lnTo>
                    <a:pt x="44736" y="0"/>
                  </a:lnTo>
                  <a:lnTo>
                    <a:pt x="52239" y="15612"/>
                  </a:lnTo>
                  <a:lnTo>
                    <a:pt x="7603" y="39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471105" y="5376289"/>
              <a:ext cx="51519" cy="37948"/>
            </a:xfrm>
            <a:custGeom>
              <a:avLst/>
              <a:pathLst>
                <a:path w="51519" h="37948">
                  <a:moveTo>
                    <a:pt x="0" y="22094"/>
                  </a:moveTo>
                  <a:lnTo>
                    <a:pt x="43581" y="0"/>
                  </a:lnTo>
                  <a:lnTo>
                    <a:pt x="51519" y="15526"/>
                  </a:lnTo>
                  <a:lnTo>
                    <a:pt x="7626" y="37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480242" y="5395209"/>
              <a:ext cx="52214" cy="38169"/>
            </a:xfrm>
            <a:custGeom>
              <a:avLst/>
              <a:pathLst>
                <a:path w="52214" h="38169">
                  <a:moveTo>
                    <a:pt x="0" y="22427"/>
                  </a:moveTo>
                  <a:lnTo>
                    <a:pt x="44060" y="0"/>
                  </a:lnTo>
                  <a:lnTo>
                    <a:pt x="52214" y="16500"/>
                  </a:lnTo>
                  <a:lnTo>
                    <a:pt x="7530" y="3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516866" y="5414826"/>
              <a:ext cx="38971" cy="47336"/>
            </a:xfrm>
            <a:custGeom>
              <a:avLst/>
              <a:pathLst>
                <a:path w="38971" h="47336">
                  <a:moveTo>
                    <a:pt x="0" y="7739"/>
                  </a:moveTo>
                  <a:lnTo>
                    <a:pt x="16291" y="0"/>
                  </a:lnTo>
                  <a:lnTo>
                    <a:pt x="38971" y="45579"/>
                  </a:lnTo>
                  <a:lnTo>
                    <a:pt x="18507" y="47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488738" y="5424067"/>
              <a:ext cx="32509" cy="27141"/>
            </a:xfrm>
            <a:custGeom>
              <a:avLst/>
              <a:pathLst>
                <a:path w="32509" h="27141">
                  <a:moveTo>
                    <a:pt x="0" y="11989"/>
                  </a:moveTo>
                  <a:lnTo>
                    <a:pt x="25065" y="0"/>
                  </a:lnTo>
                  <a:lnTo>
                    <a:pt x="32509" y="15082"/>
                  </a:lnTo>
                  <a:lnTo>
                    <a:pt x="6856" y="2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360518" y="5193743"/>
              <a:ext cx="56563" cy="76818"/>
            </a:xfrm>
            <a:custGeom>
              <a:avLst/>
              <a:pathLst>
                <a:path w="56563" h="76818">
                  <a:moveTo>
                    <a:pt x="0" y="10669"/>
                  </a:moveTo>
                  <a:lnTo>
                    <a:pt x="17689" y="0"/>
                  </a:lnTo>
                  <a:lnTo>
                    <a:pt x="56563" y="66288"/>
                  </a:lnTo>
                  <a:lnTo>
                    <a:pt x="38544" y="76818"/>
                  </a:lnTo>
                  <a:lnTo>
                    <a:pt x="36838" y="73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436980" y="5176244"/>
              <a:ext cx="26027" cy="25461"/>
            </a:xfrm>
            <a:custGeom>
              <a:avLst/>
              <a:pathLst>
                <a:path w="26027" h="25461">
                  <a:moveTo>
                    <a:pt x="0" y="10235"/>
                  </a:moveTo>
                  <a:lnTo>
                    <a:pt x="17759" y="0"/>
                  </a:lnTo>
                  <a:lnTo>
                    <a:pt x="26027" y="15759"/>
                  </a:lnTo>
                  <a:lnTo>
                    <a:pt x="8734" y="25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01718" y="5406326"/>
              <a:ext cx="33103" cy="33327"/>
            </a:xfrm>
            <a:custGeom>
              <a:avLst/>
              <a:pathLst>
                <a:path w="33103" h="33327">
                  <a:moveTo>
                    <a:pt x="26025" y="22229"/>
                  </a:moveTo>
                  <a:lnTo>
                    <a:pt x="17141" y="33327"/>
                  </a:lnTo>
                  <a:lnTo>
                    <a:pt x="0" y="19526"/>
                  </a:lnTo>
                  <a:lnTo>
                    <a:pt x="8792" y="8913"/>
                  </a:lnTo>
                  <a:lnTo>
                    <a:pt x="16178" y="0"/>
                  </a:lnTo>
                  <a:lnTo>
                    <a:pt x="32196" y="12669"/>
                  </a:lnTo>
                  <a:lnTo>
                    <a:pt x="33103" y="133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682545" y="5438342"/>
              <a:ext cx="39799" cy="38697"/>
            </a:xfrm>
            <a:custGeom>
              <a:avLst/>
              <a:pathLst>
                <a:path w="39799" h="38697">
                  <a:moveTo>
                    <a:pt x="13714" y="0"/>
                  </a:moveTo>
                  <a:lnTo>
                    <a:pt x="39799" y="21293"/>
                  </a:lnTo>
                  <a:lnTo>
                    <a:pt x="26179" y="38697"/>
                  </a:lnTo>
                  <a:lnTo>
                    <a:pt x="0" y="17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43633" y="5413932"/>
              <a:ext cx="48890" cy="55566"/>
            </a:xfrm>
            <a:custGeom>
              <a:avLst/>
              <a:pathLst>
                <a:path w="48890" h="55566">
                  <a:moveTo>
                    <a:pt x="30434" y="0"/>
                  </a:moveTo>
                  <a:lnTo>
                    <a:pt x="48890" y="13712"/>
                  </a:lnTo>
                  <a:lnTo>
                    <a:pt x="16051" y="55566"/>
                  </a:lnTo>
                  <a:lnTo>
                    <a:pt x="0" y="42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786587" y="5415236"/>
              <a:ext cx="52785" cy="41748"/>
            </a:xfrm>
            <a:custGeom>
              <a:avLst/>
              <a:pathLst>
                <a:path w="52785" h="41748">
                  <a:moveTo>
                    <a:pt x="51466" y="35897"/>
                  </a:moveTo>
                  <a:lnTo>
                    <a:pt x="47007" y="41748"/>
                  </a:lnTo>
                  <a:lnTo>
                    <a:pt x="0" y="5755"/>
                  </a:lnTo>
                  <a:lnTo>
                    <a:pt x="4203" y="0"/>
                  </a:lnTo>
                  <a:lnTo>
                    <a:pt x="35542" y="18286"/>
                  </a:lnTo>
                  <a:lnTo>
                    <a:pt x="33787" y="20771"/>
                  </a:lnTo>
                  <a:lnTo>
                    <a:pt x="52785" y="34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22832" y="5418089"/>
              <a:ext cx="42432" cy="37090"/>
            </a:xfrm>
            <a:custGeom>
              <a:avLst/>
              <a:pathLst>
                <a:path w="42432" h="37090">
                  <a:moveTo>
                    <a:pt x="6884" y="0"/>
                  </a:moveTo>
                  <a:lnTo>
                    <a:pt x="42432" y="27026"/>
                  </a:lnTo>
                  <a:lnTo>
                    <a:pt x="35687" y="37090"/>
                  </a:lnTo>
                  <a:lnTo>
                    <a:pt x="0" y="9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745060" y="5342664"/>
              <a:ext cx="30007" cy="15553"/>
            </a:xfrm>
            <a:custGeom>
              <a:avLst/>
              <a:pathLst>
                <a:path w="30007" h="15553">
                  <a:moveTo>
                    <a:pt x="0" y="4945"/>
                  </a:moveTo>
                  <a:lnTo>
                    <a:pt x="2360" y="0"/>
                  </a:lnTo>
                  <a:lnTo>
                    <a:pt x="30007" y="10416"/>
                  </a:lnTo>
                  <a:lnTo>
                    <a:pt x="27964" y="15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677424" y="5329579"/>
              <a:ext cx="59760" cy="30287"/>
            </a:xfrm>
            <a:custGeom>
              <a:avLst/>
              <a:pathLst>
                <a:path w="59760" h="30287">
                  <a:moveTo>
                    <a:pt x="0" y="5848"/>
                  </a:moveTo>
                  <a:lnTo>
                    <a:pt x="2171" y="0"/>
                  </a:lnTo>
                  <a:lnTo>
                    <a:pt x="28542" y="12190"/>
                  </a:lnTo>
                  <a:lnTo>
                    <a:pt x="59760" y="25669"/>
                  </a:lnTo>
                  <a:lnTo>
                    <a:pt x="57494" y="30287"/>
                  </a:lnTo>
                  <a:lnTo>
                    <a:pt x="15961" y="13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675760" y="5338504"/>
              <a:ext cx="57463" cy="30422"/>
            </a:xfrm>
            <a:custGeom>
              <a:avLst/>
              <a:pathLst>
                <a:path w="57463" h="30422">
                  <a:moveTo>
                    <a:pt x="0" y="4572"/>
                  </a:moveTo>
                  <a:lnTo>
                    <a:pt x="1226" y="0"/>
                  </a:lnTo>
                  <a:lnTo>
                    <a:pt x="57463" y="25959"/>
                  </a:lnTo>
                  <a:lnTo>
                    <a:pt x="55411" y="30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09721" y="5489317"/>
              <a:ext cx="21935" cy="20263"/>
            </a:xfrm>
            <a:custGeom>
              <a:avLst/>
              <a:pathLst>
                <a:path w="21935" h="20263">
                  <a:moveTo>
                    <a:pt x="0" y="9462"/>
                  </a:moveTo>
                  <a:lnTo>
                    <a:pt x="7935" y="0"/>
                  </a:lnTo>
                  <a:lnTo>
                    <a:pt x="21935" y="11220"/>
                  </a:lnTo>
                  <a:lnTo>
                    <a:pt x="14199" y="20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663234" y="5461458"/>
              <a:ext cx="43377" cy="41837"/>
            </a:xfrm>
            <a:custGeom>
              <a:avLst/>
              <a:pathLst>
                <a:path w="43377" h="41837">
                  <a:moveTo>
                    <a:pt x="32906" y="33570"/>
                  </a:moveTo>
                  <a:lnTo>
                    <a:pt x="26669" y="41837"/>
                  </a:lnTo>
                  <a:lnTo>
                    <a:pt x="11681" y="29883"/>
                  </a:lnTo>
                  <a:lnTo>
                    <a:pt x="0" y="20565"/>
                  </a:lnTo>
                  <a:lnTo>
                    <a:pt x="16952" y="0"/>
                  </a:lnTo>
                  <a:lnTo>
                    <a:pt x="23826" y="5122"/>
                  </a:lnTo>
                  <a:lnTo>
                    <a:pt x="30339" y="9975"/>
                  </a:lnTo>
                  <a:lnTo>
                    <a:pt x="31071" y="10521"/>
                  </a:lnTo>
                  <a:lnTo>
                    <a:pt x="38015" y="15695"/>
                  </a:lnTo>
                  <a:lnTo>
                    <a:pt x="38701" y="16206"/>
                  </a:lnTo>
                  <a:lnTo>
                    <a:pt x="43377" y="19691"/>
                  </a:lnTo>
                  <a:lnTo>
                    <a:pt x="34222" y="31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22232" y="5422922"/>
              <a:ext cx="35464" cy="36138"/>
            </a:xfrm>
            <a:custGeom>
              <a:avLst/>
              <a:pathLst>
                <a:path w="35464" h="36138">
                  <a:moveTo>
                    <a:pt x="17186" y="0"/>
                  </a:moveTo>
                  <a:lnTo>
                    <a:pt x="35464" y="12715"/>
                  </a:lnTo>
                  <a:lnTo>
                    <a:pt x="18405" y="36138"/>
                  </a:lnTo>
                  <a:lnTo>
                    <a:pt x="0" y="21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769714" y="5436182"/>
              <a:ext cx="51836" cy="44558"/>
            </a:xfrm>
            <a:custGeom>
              <a:avLst/>
              <a:pathLst>
                <a:path w="51836" h="44558">
                  <a:moveTo>
                    <a:pt x="5535" y="0"/>
                  </a:moveTo>
                  <a:lnTo>
                    <a:pt x="51836" y="35946"/>
                  </a:lnTo>
                  <a:lnTo>
                    <a:pt x="46012" y="44558"/>
                  </a:lnTo>
                  <a:lnTo>
                    <a:pt x="0" y="8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564338" y="5430879"/>
              <a:ext cx="49465" cy="55664"/>
            </a:xfrm>
            <a:custGeom>
              <a:avLst/>
              <a:pathLst>
                <a:path w="49465" h="55664">
                  <a:moveTo>
                    <a:pt x="32054" y="0"/>
                  </a:moveTo>
                  <a:lnTo>
                    <a:pt x="49465" y="14122"/>
                  </a:lnTo>
                  <a:lnTo>
                    <a:pt x="17265" y="55664"/>
                  </a:lnTo>
                  <a:lnTo>
                    <a:pt x="0" y="42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28311" y="5463770"/>
              <a:ext cx="47074" cy="44888"/>
            </a:xfrm>
            <a:custGeom>
              <a:avLst/>
              <a:pathLst>
                <a:path w="47074" h="44888">
                  <a:moveTo>
                    <a:pt x="5620" y="0"/>
                  </a:moveTo>
                  <a:lnTo>
                    <a:pt x="47074" y="30551"/>
                  </a:lnTo>
                  <a:lnTo>
                    <a:pt x="46624" y="44888"/>
                  </a:lnTo>
                  <a:lnTo>
                    <a:pt x="0" y="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760438" y="5448589"/>
              <a:ext cx="53148" cy="45198"/>
            </a:xfrm>
            <a:custGeom>
              <a:avLst/>
              <a:pathLst>
                <a:path w="53148" h="45198">
                  <a:moveTo>
                    <a:pt x="5826" y="0"/>
                  </a:moveTo>
                  <a:lnTo>
                    <a:pt x="53148" y="35767"/>
                  </a:lnTo>
                  <a:lnTo>
                    <a:pt x="45842" y="45198"/>
                  </a:lnTo>
                  <a:lnTo>
                    <a:pt x="0" y="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586676" y="5447705"/>
              <a:ext cx="50512" cy="57460"/>
            </a:xfrm>
            <a:custGeom>
              <a:avLst/>
              <a:pathLst>
                <a:path w="50512" h="57460">
                  <a:moveTo>
                    <a:pt x="18643" y="57460"/>
                  </a:moveTo>
                  <a:lnTo>
                    <a:pt x="0" y="42484"/>
                  </a:lnTo>
                  <a:lnTo>
                    <a:pt x="31392" y="0"/>
                  </a:lnTo>
                  <a:lnTo>
                    <a:pt x="50512" y="15710"/>
                  </a:lnTo>
                  <a:lnTo>
                    <a:pt x="40801" y="29132"/>
                  </a:lnTo>
                  <a:lnTo>
                    <a:pt x="39805" y="28543"/>
                  </a:lnTo>
                  <a:lnTo>
                    <a:pt x="33499" y="37142"/>
                  </a:lnTo>
                  <a:lnTo>
                    <a:pt x="34394" y="3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692256" y="5462135"/>
              <a:ext cx="51235" cy="58586"/>
            </a:xfrm>
            <a:custGeom>
              <a:avLst/>
              <a:pathLst>
                <a:path w="51235" h="58586">
                  <a:moveTo>
                    <a:pt x="33228" y="0"/>
                  </a:moveTo>
                  <a:lnTo>
                    <a:pt x="51235" y="13041"/>
                  </a:lnTo>
                  <a:lnTo>
                    <a:pt x="18124" y="58586"/>
                  </a:lnTo>
                  <a:lnTo>
                    <a:pt x="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44660" y="5313527"/>
              <a:ext cx="32035" cy="20898"/>
            </a:xfrm>
            <a:custGeom>
              <a:avLst/>
              <a:pathLst>
                <a:path w="32035" h="20898">
                  <a:moveTo>
                    <a:pt x="0" y="4618"/>
                  </a:moveTo>
                  <a:lnTo>
                    <a:pt x="3528" y="0"/>
                  </a:lnTo>
                  <a:lnTo>
                    <a:pt x="32035" y="15585"/>
                  </a:lnTo>
                  <a:lnTo>
                    <a:pt x="30160" y="20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40264" y="5320738"/>
              <a:ext cx="33936" cy="21279"/>
            </a:xfrm>
            <a:custGeom>
              <a:avLst/>
              <a:pathLst>
                <a:path w="33936" h="21279">
                  <a:moveTo>
                    <a:pt x="0" y="3462"/>
                  </a:moveTo>
                  <a:lnTo>
                    <a:pt x="2377" y="0"/>
                  </a:lnTo>
                  <a:lnTo>
                    <a:pt x="33936" y="17759"/>
                  </a:lnTo>
                  <a:lnTo>
                    <a:pt x="32992" y="2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697926" y="5331265"/>
              <a:ext cx="41693" cy="22805"/>
            </a:xfrm>
            <a:custGeom>
              <a:avLst/>
              <a:pathLst>
                <a:path w="41693" h="22805">
                  <a:moveTo>
                    <a:pt x="2373" y="0"/>
                  </a:moveTo>
                  <a:lnTo>
                    <a:pt x="41693" y="17953"/>
                  </a:lnTo>
                  <a:lnTo>
                    <a:pt x="39745" y="22805"/>
                  </a:lnTo>
                  <a:lnTo>
                    <a:pt x="0" y="4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33779" y="5478082"/>
              <a:ext cx="56646" cy="52582"/>
            </a:xfrm>
            <a:custGeom>
              <a:avLst/>
              <a:pathLst>
                <a:path w="56646" h="52582">
                  <a:moveTo>
                    <a:pt x="12746" y="0"/>
                  </a:moveTo>
                  <a:lnTo>
                    <a:pt x="56646" y="36193"/>
                  </a:lnTo>
                  <a:lnTo>
                    <a:pt x="44000" y="52582"/>
                  </a:lnTo>
                  <a:lnTo>
                    <a:pt x="0" y="18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24971" y="5468711"/>
              <a:ext cx="44424" cy="42315"/>
            </a:xfrm>
            <a:custGeom>
              <a:avLst/>
              <a:pathLst>
                <a:path w="44424" h="42315">
                  <a:moveTo>
                    <a:pt x="13263" y="0"/>
                  </a:moveTo>
                  <a:lnTo>
                    <a:pt x="44424" y="24259"/>
                  </a:lnTo>
                  <a:lnTo>
                    <a:pt x="30149" y="42315"/>
                  </a:lnTo>
                  <a:lnTo>
                    <a:pt x="0" y="18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680820" y="5500754"/>
              <a:ext cx="229667" cy="214059"/>
            </a:xfrm>
            <a:custGeom>
              <a:avLst/>
              <a:pathLst>
                <a:path w="229667" h="214059">
                  <a:moveTo>
                    <a:pt x="155858" y="81100"/>
                  </a:moveTo>
                  <a:lnTo>
                    <a:pt x="159121" y="82420"/>
                  </a:lnTo>
                  <a:lnTo>
                    <a:pt x="163942" y="86573"/>
                  </a:lnTo>
                  <a:lnTo>
                    <a:pt x="164407" y="85650"/>
                  </a:lnTo>
                  <a:lnTo>
                    <a:pt x="167070" y="80358"/>
                  </a:lnTo>
                  <a:lnTo>
                    <a:pt x="168423" y="80295"/>
                  </a:lnTo>
                  <a:lnTo>
                    <a:pt x="177528" y="83745"/>
                  </a:lnTo>
                  <a:lnTo>
                    <a:pt x="184946" y="85700"/>
                  </a:lnTo>
                  <a:lnTo>
                    <a:pt x="182808" y="97485"/>
                  </a:lnTo>
                  <a:lnTo>
                    <a:pt x="201376" y="133485"/>
                  </a:lnTo>
                  <a:lnTo>
                    <a:pt x="229667" y="157788"/>
                  </a:lnTo>
                  <a:lnTo>
                    <a:pt x="227820" y="163582"/>
                  </a:lnTo>
                  <a:lnTo>
                    <a:pt x="222729" y="170075"/>
                  </a:lnTo>
                  <a:lnTo>
                    <a:pt x="215822" y="176109"/>
                  </a:lnTo>
                  <a:lnTo>
                    <a:pt x="209685" y="181197"/>
                  </a:lnTo>
                  <a:lnTo>
                    <a:pt x="209053" y="181791"/>
                  </a:lnTo>
                  <a:lnTo>
                    <a:pt x="202891" y="190582"/>
                  </a:lnTo>
                  <a:lnTo>
                    <a:pt x="202379" y="191691"/>
                  </a:lnTo>
                  <a:lnTo>
                    <a:pt x="195182" y="203203"/>
                  </a:lnTo>
                  <a:lnTo>
                    <a:pt x="188528" y="214059"/>
                  </a:lnTo>
                  <a:lnTo>
                    <a:pt x="92395" y="143128"/>
                  </a:lnTo>
                  <a:lnTo>
                    <a:pt x="0" y="70328"/>
                  </a:lnTo>
                  <a:lnTo>
                    <a:pt x="50063" y="0"/>
                  </a:lnTo>
                  <a:lnTo>
                    <a:pt x="110553" y="44256"/>
                  </a:lnTo>
                  <a:lnTo>
                    <a:pt x="114807" y="52003"/>
                  </a:lnTo>
                  <a:lnTo>
                    <a:pt x="116055" y="56288"/>
                  </a:lnTo>
                  <a:lnTo>
                    <a:pt x="123024" y="63073"/>
                  </a:lnTo>
                  <a:lnTo>
                    <a:pt x="135614" y="70434"/>
                  </a:lnTo>
                  <a:lnTo>
                    <a:pt x="144044" y="77104"/>
                  </a:lnTo>
                  <a:lnTo>
                    <a:pt x="146774" y="78162"/>
                  </a:lnTo>
                  <a:lnTo>
                    <a:pt x="151985" y="80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09454" y="5490909"/>
              <a:ext cx="43306" cy="41623"/>
            </a:xfrm>
            <a:custGeom>
              <a:avLst/>
              <a:pathLst>
                <a:path w="43306" h="41623">
                  <a:moveTo>
                    <a:pt x="43306" y="23912"/>
                  </a:moveTo>
                  <a:lnTo>
                    <a:pt x="29817" y="41623"/>
                  </a:lnTo>
                  <a:lnTo>
                    <a:pt x="0" y="17803"/>
                  </a:lnTo>
                  <a:lnTo>
                    <a:pt x="135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658439" y="5496651"/>
              <a:ext cx="49442" cy="45599"/>
            </a:xfrm>
            <a:custGeom>
              <a:avLst/>
              <a:pathLst>
                <a:path w="49442" h="45599">
                  <a:moveTo>
                    <a:pt x="13204" y="0"/>
                  </a:moveTo>
                  <a:lnTo>
                    <a:pt x="49442" y="28060"/>
                  </a:lnTo>
                  <a:lnTo>
                    <a:pt x="36448" y="45599"/>
                  </a:lnTo>
                  <a:lnTo>
                    <a:pt x="0" y="17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18990" y="5528750"/>
              <a:ext cx="51174" cy="26597"/>
            </a:xfrm>
            <a:custGeom>
              <a:avLst/>
              <a:pathLst>
                <a:path w="51174" h="26597">
                  <a:moveTo>
                    <a:pt x="0" y="16990"/>
                  </a:moveTo>
                  <a:lnTo>
                    <a:pt x="4524" y="0"/>
                  </a:lnTo>
                  <a:lnTo>
                    <a:pt x="51174" y="8410"/>
                  </a:lnTo>
                  <a:lnTo>
                    <a:pt x="48042" y="26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844138" y="5438356"/>
              <a:ext cx="34620" cy="31677"/>
            </a:xfrm>
            <a:custGeom>
              <a:avLst/>
              <a:pathLst>
                <a:path w="34620" h="31677">
                  <a:moveTo>
                    <a:pt x="0" y="8446"/>
                  </a:moveTo>
                  <a:lnTo>
                    <a:pt x="5859" y="0"/>
                  </a:lnTo>
                  <a:lnTo>
                    <a:pt x="34620" y="20292"/>
                  </a:lnTo>
                  <a:lnTo>
                    <a:pt x="31517" y="31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836966" y="5452154"/>
              <a:ext cx="41918" cy="40225"/>
            </a:xfrm>
            <a:custGeom>
              <a:avLst/>
              <a:pathLst>
                <a:path w="41918" h="40225">
                  <a:moveTo>
                    <a:pt x="5844" y="0"/>
                  </a:moveTo>
                  <a:lnTo>
                    <a:pt x="24249" y="13395"/>
                  </a:lnTo>
                  <a:lnTo>
                    <a:pt x="41723" y="24917"/>
                  </a:lnTo>
                  <a:lnTo>
                    <a:pt x="41918" y="40225"/>
                  </a:lnTo>
                  <a:lnTo>
                    <a:pt x="0" y="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649895" y="5307650"/>
              <a:ext cx="32420" cy="19525"/>
            </a:xfrm>
            <a:custGeom>
              <a:avLst/>
              <a:pathLst>
                <a:path w="32420" h="19525">
                  <a:moveTo>
                    <a:pt x="0" y="4715"/>
                  </a:moveTo>
                  <a:lnTo>
                    <a:pt x="3115" y="0"/>
                  </a:lnTo>
                  <a:lnTo>
                    <a:pt x="32420" y="15745"/>
                  </a:lnTo>
                  <a:lnTo>
                    <a:pt x="27821" y="19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793579" y="5527416"/>
              <a:ext cx="22871" cy="19619"/>
            </a:xfrm>
            <a:custGeom>
              <a:avLst/>
              <a:pathLst>
                <a:path w="22871" h="19619">
                  <a:moveTo>
                    <a:pt x="0" y="15824"/>
                  </a:moveTo>
                  <a:lnTo>
                    <a:pt x="11037" y="0"/>
                  </a:lnTo>
                  <a:lnTo>
                    <a:pt x="22871" y="737"/>
                  </a:lnTo>
                  <a:lnTo>
                    <a:pt x="15138" y="13618"/>
                  </a:lnTo>
                  <a:lnTo>
                    <a:pt x="12170" y="12698"/>
                  </a:lnTo>
                  <a:lnTo>
                    <a:pt x="6969" y="19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781956" y="5502671"/>
              <a:ext cx="88660" cy="38039"/>
            </a:xfrm>
            <a:custGeom>
              <a:avLst/>
              <a:pathLst>
                <a:path w="88660" h="38039">
                  <a:moveTo>
                    <a:pt x="58345" y="12798"/>
                  </a:moveTo>
                  <a:lnTo>
                    <a:pt x="70389" y="15112"/>
                  </a:lnTo>
                  <a:lnTo>
                    <a:pt x="73239" y="15679"/>
                  </a:lnTo>
                  <a:lnTo>
                    <a:pt x="88660" y="18748"/>
                  </a:lnTo>
                  <a:lnTo>
                    <a:pt x="88429" y="20233"/>
                  </a:lnTo>
                  <a:lnTo>
                    <a:pt x="86865" y="30280"/>
                  </a:lnTo>
                  <a:lnTo>
                    <a:pt x="84074" y="29944"/>
                  </a:lnTo>
                  <a:lnTo>
                    <a:pt x="55201" y="24136"/>
                  </a:lnTo>
                  <a:lnTo>
                    <a:pt x="45658" y="22565"/>
                  </a:lnTo>
                  <a:lnTo>
                    <a:pt x="37574" y="21330"/>
                  </a:lnTo>
                  <a:lnTo>
                    <a:pt x="31736" y="21330"/>
                  </a:lnTo>
                  <a:lnTo>
                    <a:pt x="22417" y="21217"/>
                  </a:lnTo>
                  <a:lnTo>
                    <a:pt x="21289" y="22513"/>
                  </a:lnTo>
                  <a:lnTo>
                    <a:pt x="9262" y="38039"/>
                  </a:lnTo>
                  <a:lnTo>
                    <a:pt x="0" y="30955"/>
                  </a:lnTo>
                  <a:lnTo>
                    <a:pt x="20356" y="3982"/>
                  </a:lnTo>
                  <a:lnTo>
                    <a:pt x="22706" y="1323"/>
                  </a:lnTo>
                  <a:lnTo>
                    <a:pt x="23876" y="0"/>
                  </a:lnTo>
                  <a:lnTo>
                    <a:pt x="33916" y="7994"/>
                  </a:lnTo>
                  <a:lnTo>
                    <a:pt x="36944" y="9727"/>
                  </a:lnTo>
                  <a:lnTo>
                    <a:pt x="45321" y="11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08603" y="5376796"/>
              <a:ext cx="17606" cy="13974"/>
            </a:xfrm>
            <a:custGeom>
              <a:avLst/>
              <a:pathLst>
                <a:path w="17606" h="13974">
                  <a:moveTo>
                    <a:pt x="4215" y="0"/>
                  </a:moveTo>
                  <a:lnTo>
                    <a:pt x="17606" y="5549"/>
                  </a:lnTo>
                  <a:lnTo>
                    <a:pt x="13968" y="13974"/>
                  </a:lnTo>
                  <a:lnTo>
                    <a:pt x="0" y="8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25647" y="5334418"/>
              <a:ext cx="45100" cy="32002"/>
            </a:xfrm>
            <a:custGeom>
              <a:avLst/>
              <a:pathLst>
                <a:path w="45100" h="32002">
                  <a:moveTo>
                    <a:pt x="7492" y="0"/>
                  </a:moveTo>
                  <a:lnTo>
                    <a:pt x="45100" y="19552"/>
                  </a:lnTo>
                  <a:lnTo>
                    <a:pt x="38407" y="32002"/>
                  </a:lnTo>
                  <a:lnTo>
                    <a:pt x="0" y="1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752675" y="5321208"/>
              <a:ext cx="32681" cy="21446"/>
            </a:xfrm>
            <a:custGeom>
              <a:avLst/>
              <a:pathLst>
                <a:path w="32681" h="21446">
                  <a:moveTo>
                    <a:pt x="5374" y="0"/>
                  </a:moveTo>
                  <a:lnTo>
                    <a:pt x="32681" y="9403"/>
                  </a:lnTo>
                  <a:lnTo>
                    <a:pt x="27368" y="21446"/>
                  </a:lnTo>
                  <a:lnTo>
                    <a:pt x="0" y="10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35755" y="5326252"/>
              <a:ext cx="40419" cy="24069"/>
            </a:xfrm>
            <a:custGeom>
              <a:avLst/>
              <a:pathLst>
                <a:path w="40419" h="24069">
                  <a:moveTo>
                    <a:pt x="3142" y="0"/>
                  </a:moveTo>
                  <a:lnTo>
                    <a:pt x="40419" y="19113"/>
                  </a:lnTo>
                  <a:lnTo>
                    <a:pt x="37586" y="24069"/>
                  </a:lnTo>
                  <a:lnTo>
                    <a:pt x="0" y="4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748746" y="5334797"/>
              <a:ext cx="29257" cy="16308"/>
            </a:xfrm>
            <a:custGeom>
              <a:avLst/>
              <a:pathLst>
                <a:path w="29257" h="16308">
                  <a:moveTo>
                    <a:pt x="0" y="5175"/>
                  </a:moveTo>
                  <a:lnTo>
                    <a:pt x="2472" y="0"/>
                  </a:lnTo>
                  <a:lnTo>
                    <a:pt x="29257" y="11163"/>
                  </a:lnTo>
                  <a:lnTo>
                    <a:pt x="26751" y="1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675750" y="5347299"/>
              <a:ext cx="54606" cy="27928"/>
            </a:xfrm>
            <a:custGeom>
              <a:avLst/>
              <a:pathLst>
                <a:path w="54606" h="27928">
                  <a:moveTo>
                    <a:pt x="2417" y="0"/>
                  </a:moveTo>
                  <a:lnTo>
                    <a:pt x="54606" y="23109"/>
                  </a:lnTo>
                  <a:lnTo>
                    <a:pt x="52662" y="27928"/>
                  </a:lnTo>
                  <a:lnTo>
                    <a:pt x="30203" y="17699"/>
                  </a:lnTo>
                  <a:lnTo>
                    <a:pt x="0" y="4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665617" y="5283443"/>
              <a:ext cx="35837" cy="25158"/>
            </a:xfrm>
            <a:custGeom>
              <a:avLst/>
              <a:pathLst>
                <a:path w="35837" h="25158">
                  <a:moveTo>
                    <a:pt x="0" y="9233"/>
                  </a:moveTo>
                  <a:lnTo>
                    <a:pt x="7027" y="0"/>
                  </a:lnTo>
                  <a:lnTo>
                    <a:pt x="35837" y="14650"/>
                  </a:lnTo>
                  <a:lnTo>
                    <a:pt x="28263" y="25158"/>
                  </a:lnTo>
                  <a:lnTo>
                    <a:pt x="16707" y="19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655630" y="5295870"/>
              <a:ext cx="35863" cy="25428"/>
            </a:xfrm>
            <a:custGeom>
              <a:avLst/>
              <a:pathLst>
                <a:path w="35863" h="25428">
                  <a:moveTo>
                    <a:pt x="0" y="8970"/>
                  </a:moveTo>
                  <a:lnTo>
                    <a:pt x="7013" y="0"/>
                  </a:lnTo>
                  <a:lnTo>
                    <a:pt x="35863" y="16663"/>
                  </a:lnTo>
                  <a:lnTo>
                    <a:pt x="29144" y="2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699055" y="5299851"/>
              <a:ext cx="56124" cy="31709"/>
            </a:xfrm>
            <a:custGeom>
              <a:avLst/>
              <a:pathLst>
                <a:path w="56124" h="31709">
                  <a:moveTo>
                    <a:pt x="6473" y="0"/>
                  </a:moveTo>
                  <a:lnTo>
                    <a:pt x="56124" y="19598"/>
                  </a:lnTo>
                  <a:lnTo>
                    <a:pt x="49878" y="31709"/>
                  </a:lnTo>
                  <a:lnTo>
                    <a:pt x="0" y="1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688792" y="5312254"/>
              <a:ext cx="59014" cy="33733"/>
            </a:xfrm>
            <a:custGeom>
              <a:avLst/>
              <a:pathLst>
                <a:path w="59014" h="33733">
                  <a:moveTo>
                    <a:pt x="59014" y="21180"/>
                  </a:moveTo>
                  <a:lnTo>
                    <a:pt x="52924" y="33733"/>
                  </a:lnTo>
                  <a:lnTo>
                    <a:pt x="0" y="11009"/>
                  </a:lnTo>
                  <a:lnTo>
                    <a:pt x="73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849793" y="5423659"/>
              <a:ext cx="31476" cy="26526"/>
            </a:xfrm>
            <a:custGeom>
              <a:avLst/>
              <a:pathLst>
                <a:path w="31476" h="26526">
                  <a:moveTo>
                    <a:pt x="12841" y="4785"/>
                  </a:moveTo>
                  <a:lnTo>
                    <a:pt x="13367" y="5085"/>
                  </a:lnTo>
                  <a:lnTo>
                    <a:pt x="31476" y="16183"/>
                  </a:lnTo>
                  <a:lnTo>
                    <a:pt x="29069" y="26526"/>
                  </a:lnTo>
                  <a:lnTo>
                    <a:pt x="26707" y="26201"/>
                  </a:lnTo>
                  <a:lnTo>
                    <a:pt x="21963" y="24096"/>
                  </a:lnTo>
                  <a:lnTo>
                    <a:pt x="13822" y="18937"/>
                  </a:lnTo>
                  <a:lnTo>
                    <a:pt x="7534" y="14621"/>
                  </a:lnTo>
                  <a:lnTo>
                    <a:pt x="5607" y="13031"/>
                  </a:lnTo>
                  <a:lnTo>
                    <a:pt x="3179" y="10706"/>
                  </a:lnTo>
                  <a:lnTo>
                    <a:pt x="0" y="7662"/>
                  </a:lnTo>
                  <a:lnTo>
                    <a:pt x="5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777498" y="5424221"/>
              <a:ext cx="52177" cy="44440"/>
            </a:xfrm>
            <a:custGeom>
              <a:avLst/>
              <a:pathLst>
                <a:path w="52177" h="44440">
                  <a:moveTo>
                    <a:pt x="5889" y="0"/>
                  </a:moveTo>
                  <a:lnTo>
                    <a:pt x="52177" y="37216"/>
                  </a:lnTo>
                  <a:lnTo>
                    <a:pt x="46380" y="44440"/>
                  </a:lnTo>
                  <a:lnTo>
                    <a:pt x="0" y="8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11658" y="5431890"/>
              <a:ext cx="43489" cy="40526"/>
            </a:xfrm>
            <a:custGeom>
              <a:avLst/>
              <a:pathLst>
                <a:path w="43489" h="40526">
                  <a:moveTo>
                    <a:pt x="9768" y="0"/>
                  </a:moveTo>
                  <a:lnTo>
                    <a:pt x="43489" y="28033"/>
                  </a:lnTo>
                  <a:lnTo>
                    <a:pt x="34867" y="40526"/>
                  </a:lnTo>
                  <a:lnTo>
                    <a:pt x="0" y="13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41681" y="5517237"/>
              <a:ext cx="50771" cy="47377"/>
            </a:xfrm>
            <a:custGeom>
              <a:avLst/>
              <a:pathLst>
                <a:path w="50771" h="47377">
                  <a:moveTo>
                    <a:pt x="13102" y="0"/>
                  </a:moveTo>
                  <a:lnTo>
                    <a:pt x="50771" y="29574"/>
                  </a:lnTo>
                  <a:lnTo>
                    <a:pt x="38160" y="47377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37929" y="5351049"/>
              <a:ext cx="33112" cy="21426"/>
            </a:xfrm>
            <a:custGeom>
              <a:avLst/>
              <a:pathLst>
                <a:path w="33112" h="21426">
                  <a:moveTo>
                    <a:pt x="5001" y="0"/>
                  </a:moveTo>
                  <a:lnTo>
                    <a:pt x="33112" y="11026"/>
                  </a:lnTo>
                  <a:lnTo>
                    <a:pt x="28275" y="21426"/>
                  </a:lnTo>
                  <a:lnTo>
                    <a:pt x="0" y="1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775322" y="5347051"/>
              <a:ext cx="41674" cy="24730"/>
            </a:xfrm>
            <a:custGeom>
              <a:avLst/>
              <a:pathLst>
                <a:path w="41674" h="24730">
                  <a:moveTo>
                    <a:pt x="4406" y="0"/>
                  </a:moveTo>
                  <a:lnTo>
                    <a:pt x="41674" y="12529"/>
                  </a:lnTo>
                  <a:lnTo>
                    <a:pt x="36195" y="24730"/>
                  </a:lnTo>
                  <a:lnTo>
                    <a:pt x="0" y="10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768724" y="5363693"/>
              <a:ext cx="41139" cy="22219"/>
            </a:xfrm>
            <a:custGeom>
              <a:avLst/>
              <a:pathLst>
                <a:path w="41139" h="22219">
                  <a:moveTo>
                    <a:pt x="4316" y="0"/>
                  </a:moveTo>
                  <a:lnTo>
                    <a:pt x="41139" y="13110"/>
                  </a:lnTo>
                  <a:lnTo>
                    <a:pt x="36486" y="22219"/>
                  </a:lnTo>
                  <a:lnTo>
                    <a:pt x="0" y="9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598470" y="5374286"/>
              <a:ext cx="27321" cy="22655"/>
            </a:xfrm>
            <a:custGeom>
              <a:avLst/>
              <a:pathLst>
                <a:path w="27321" h="22655">
                  <a:moveTo>
                    <a:pt x="10775" y="368"/>
                  </a:moveTo>
                  <a:lnTo>
                    <a:pt x="15451" y="0"/>
                  </a:lnTo>
                  <a:lnTo>
                    <a:pt x="20307" y="552"/>
                  </a:lnTo>
                  <a:lnTo>
                    <a:pt x="14102" y="7912"/>
                  </a:lnTo>
                  <a:lnTo>
                    <a:pt x="18778" y="11408"/>
                  </a:lnTo>
                  <a:lnTo>
                    <a:pt x="22645" y="6440"/>
                  </a:lnTo>
                  <a:lnTo>
                    <a:pt x="27321" y="9660"/>
                  </a:lnTo>
                  <a:lnTo>
                    <a:pt x="17139" y="22655"/>
                  </a:lnTo>
                  <a:lnTo>
                    <a:pt x="0" y="9479"/>
                  </a:lnTo>
                  <a:lnTo>
                    <a:pt x="7178" y="1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688786" y="5394884"/>
              <a:ext cx="46831" cy="30824"/>
            </a:xfrm>
            <a:custGeom>
              <a:avLst/>
              <a:pathLst>
                <a:path w="46831" h="30824">
                  <a:moveTo>
                    <a:pt x="5363" y="0"/>
                  </a:moveTo>
                  <a:lnTo>
                    <a:pt x="28725" y="12340"/>
                  </a:lnTo>
                  <a:lnTo>
                    <a:pt x="31243" y="9948"/>
                  </a:lnTo>
                  <a:lnTo>
                    <a:pt x="37980" y="8397"/>
                  </a:lnTo>
                  <a:lnTo>
                    <a:pt x="46831" y="11129"/>
                  </a:lnTo>
                  <a:lnTo>
                    <a:pt x="31798" y="30824"/>
                  </a:lnTo>
                  <a:lnTo>
                    <a:pt x="0" y="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19768" y="5387406"/>
              <a:ext cx="35636" cy="27016"/>
            </a:xfrm>
            <a:custGeom>
              <a:avLst/>
              <a:pathLst>
                <a:path w="35636" h="27016">
                  <a:moveTo>
                    <a:pt x="9896" y="0"/>
                  </a:moveTo>
                  <a:lnTo>
                    <a:pt x="27093" y="5520"/>
                  </a:lnTo>
                  <a:lnTo>
                    <a:pt x="29679" y="1725"/>
                  </a:lnTo>
                  <a:lnTo>
                    <a:pt x="35636" y="5290"/>
                  </a:lnTo>
                  <a:lnTo>
                    <a:pt x="18321" y="27016"/>
                  </a:lnTo>
                  <a:lnTo>
                    <a:pt x="0" y="12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678467" y="5412201"/>
              <a:ext cx="36733" cy="30819"/>
            </a:xfrm>
            <a:custGeom>
              <a:avLst/>
              <a:pathLst>
                <a:path w="36733" h="30819">
                  <a:moveTo>
                    <a:pt x="4788" y="0"/>
                  </a:moveTo>
                  <a:lnTo>
                    <a:pt x="36733" y="22357"/>
                  </a:lnTo>
                  <a:lnTo>
                    <a:pt x="31033" y="30819"/>
                  </a:lnTo>
                  <a:lnTo>
                    <a:pt x="0" y="6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43162" y="5392251"/>
              <a:ext cx="38104" cy="39638"/>
            </a:xfrm>
            <a:custGeom>
              <a:avLst/>
              <a:pathLst>
                <a:path w="38104" h="39638">
                  <a:moveTo>
                    <a:pt x="19052" y="0"/>
                  </a:moveTo>
                  <a:lnTo>
                    <a:pt x="38104" y="12938"/>
                  </a:lnTo>
                  <a:lnTo>
                    <a:pt x="17427" y="39638"/>
                  </a:lnTo>
                  <a:lnTo>
                    <a:pt x="0" y="25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742222" y="5399374"/>
              <a:ext cx="39044" cy="30717"/>
            </a:xfrm>
            <a:custGeom>
              <a:avLst/>
              <a:pathLst>
                <a:path w="39044" h="30717">
                  <a:moveTo>
                    <a:pt x="5003" y="0"/>
                  </a:moveTo>
                  <a:lnTo>
                    <a:pt x="39044" y="21743"/>
                  </a:lnTo>
                  <a:lnTo>
                    <a:pt x="32479" y="30717"/>
                  </a:lnTo>
                  <a:lnTo>
                    <a:pt x="0" y="6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578183" y="5387897"/>
              <a:ext cx="34170" cy="35506"/>
            </a:xfrm>
            <a:custGeom>
              <a:avLst/>
              <a:pathLst>
                <a:path w="34170" h="35506">
                  <a:moveTo>
                    <a:pt x="15971" y="0"/>
                  </a:moveTo>
                  <a:lnTo>
                    <a:pt x="34170" y="14689"/>
                  </a:lnTo>
                  <a:lnTo>
                    <a:pt x="17984" y="35506"/>
                  </a:lnTo>
                  <a:lnTo>
                    <a:pt x="0" y="21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23900" y="5424929"/>
              <a:ext cx="22994" cy="19634"/>
            </a:xfrm>
            <a:custGeom>
              <a:avLst/>
              <a:pathLst>
                <a:path w="22994" h="19634">
                  <a:moveTo>
                    <a:pt x="17562" y="19634"/>
                  </a:moveTo>
                  <a:lnTo>
                    <a:pt x="0" y="6597"/>
                  </a:lnTo>
                  <a:lnTo>
                    <a:pt x="5142" y="0"/>
                  </a:lnTo>
                  <a:lnTo>
                    <a:pt x="22994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41745" y="5422241"/>
              <a:ext cx="52155" cy="57618"/>
            </a:xfrm>
            <a:custGeom>
              <a:avLst/>
              <a:pathLst>
                <a:path w="52155" h="57618">
                  <a:moveTo>
                    <a:pt x="32934" y="0"/>
                  </a:moveTo>
                  <a:lnTo>
                    <a:pt x="52155" y="13800"/>
                  </a:lnTo>
                  <a:lnTo>
                    <a:pt x="17197" y="57618"/>
                  </a:lnTo>
                  <a:lnTo>
                    <a:pt x="0" y="4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31965" y="5407391"/>
              <a:ext cx="40735" cy="34705"/>
            </a:xfrm>
            <a:custGeom>
              <a:avLst/>
              <a:pathLst>
                <a:path w="40735" h="34705">
                  <a:moveTo>
                    <a:pt x="5883" y="0"/>
                  </a:moveTo>
                  <a:lnTo>
                    <a:pt x="40735" y="26233"/>
                  </a:lnTo>
                  <a:lnTo>
                    <a:pt x="35125" y="34705"/>
                  </a:lnTo>
                  <a:lnTo>
                    <a:pt x="0" y="8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19544" y="5475156"/>
              <a:ext cx="49886" cy="35318"/>
            </a:xfrm>
            <a:custGeom>
              <a:avLst/>
              <a:pathLst>
                <a:path w="49886" h="35318">
                  <a:moveTo>
                    <a:pt x="5507" y="0"/>
                  </a:moveTo>
                  <a:lnTo>
                    <a:pt x="49886" y="33048"/>
                  </a:lnTo>
                  <a:lnTo>
                    <a:pt x="34530" y="35318"/>
                  </a:lnTo>
                  <a:lnTo>
                    <a:pt x="0" y="7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749742" y="5464690"/>
              <a:ext cx="51591" cy="45069"/>
            </a:xfrm>
            <a:custGeom>
              <a:avLst/>
              <a:pathLst>
                <a:path w="51591" h="45069">
                  <a:moveTo>
                    <a:pt x="7306" y="0"/>
                  </a:moveTo>
                  <a:lnTo>
                    <a:pt x="51591" y="35467"/>
                  </a:lnTo>
                  <a:lnTo>
                    <a:pt x="44402" y="45069"/>
                  </a:lnTo>
                  <a:lnTo>
                    <a:pt x="0" y="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672490" y="5355468"/>
              <a:ext cx="53920" cy="27257"/>
            </a:xfrm>
            <a:custGeom>
              <a:avLst/>
              <a:pathLst>
                <a:path w="53920" h="27257">
                  <a:moveTo>
                    <a:pt x="0" y="4887"/>
                  </a:moveTo>
                  <a:lnTo>
                    <a:pt x="2675" y="0"/>
                  </a:lnTo>
                  <a:lnTo>
                    <a:pt x="53920" y="23047"/>
                  </a:lnTo>
                  <a:lnTo>
                    <a:pt x="51998" y="27257"/>
                  </a:lnTo>
                  <a:lnTo>
                    <a:pt x="27281" y="19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33153" y="5273293"/>
              <a:ext cx="136842" cy="178762"/>
            </a:xfrm>
            <a:custGeom>
              <a:avLst/>
              <a:pathLst>
                <a:path w="136842" h="178762">
                  <a:moveTo>
                    <a:pt x="0" y="173373"/>
                  </a:moveTo>
                  <a:lnTo>
                    <a:pt x="68265" y="77368"/>
                  </a:lnTo>
                  <a:lnTo>
                    <a:pt x="112906" y="18615"/>
                  </a:lnTo>
                  <a:lnTo>
                    <a:pt x="126765" y="0"/>
                  </a:lnTo>
                  <a:lnTo>
                    <a:pt x="136842" y="7120"/>
                  </a:lnTo>
                  <a:lnTo>
                    <a:pt x="109082" y="42428"/>
                  </a:lnTo>
                  <a:lnTo>
                    <a:pt x="75875" y="87338"/>
                  </a:lnTo>
                  <a:lnTo>
                    <a:pt x="6984" y="1787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32380" y="5372885"/>
              <a:ext cx="17332" cy="11868"/>
            </a:xfrm>
            <a:custGeom>
              <a:avLst/>
              <a:pathLst>
                <a:path w="17332" h="11868">
                  <a:moveTo>
                    <a:pt x="2360" y="0"/>
                  </a:moveTo>
                  <a:lnTo>
                    <a:pt x="17332" y="6417"/>
                  </a:lnTo>
                  <a:lnTo>
                    <a:pt x="14702" y="11868"/>
                  </a:lnTo>
                  <a:lnTo>
                    <a:pt x="0" y="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765298" y="5375760"/>
              <a:ext cx="38315" cy="18967"/>
            </a:xfrm>
            <a:custGeom>
              <a:avLst/>
              <a:pathLst>
                <a:path w="38315" h="18967">
                  <a:moveTo>
                    <a:pt x="2841" y="0"/>
                  </a:moveTo>
                  <a:lnTo>
                    <a:pt x="38315" y="12765"/>
                  </a:lnTo>
                  <a:lnTo>
                    <a:pt x="35431" y="18967"/>
                  </a:lnTo>
                  <a:lnTo>
                    <a:pt x="0" y="7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665474" y="5387191"/>
              <a:ext cx="10430" cy="7935"/>
            </a:xfrm>
            <a:custGeom>
              <a:avLst/>
              <a:pathLst>
                <a:path w="10430" h="7935">
                  <a:moveTo>
                    <a:pt x="2135" y="0"/>
                  </a:moveTo>
                  <a:lnTo>
                    <a:pt x="10430" y="4446"/>
                  </a:lnTo>
                  <a:lnTo>
                    <a:pt x="8205" y="7935"/>
                  </a:lnTo>
                  <a:lnTo>
                    <a:pt x="0" y="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675365" y="5391992"/>
              <a:ext cx="11015" cy="8855"/>
            </a:xfrm>
            <a:custGeom>
              <a:avLst/>
              <a:pathLst>
                <a:path w="11015" h="8855">
                  <a:moveTo>
                    <a:pt x="2135" y="0"/>
                  </a:moveTo>
                  <a:lnTo>
                    <a:pt x="11015" y="4715"/>
                  </a:lnTo>
                  <a:lnTo>
                    <a:pt x="8542" y="8855"/>
                  </a:lnTo>
                  <a:lnTo>
                    <a:pt x="0" y="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04084" y="5547898"/>
              <a:ext cx="65611" cy="22544"/>
            </a:xfrm>
            <a:custGeom>
              <a:avLst/>
              <a:pathLst>
                <a:path w="65611" h="22544">
                  <a:moveTo>
                    <a:pt x="0" y="8363"/>
                  </a:moveTo>
                  <a:lnTo>
                    <a:pt x="524" y="2223"/>
                  </a:lnTo>
                  <a:lnTo>
                    <a:pt x="5686" y="0"/>
                  </a:lnTo>
                  <a:lnTo>
                    <a:pt x="65611" y="11131"/>
                  </a:lnTo>
                  <a:lnTo>
                    <a:pt x="63676" y="22544"/>
                  </a:lnTo>
                  <a:lnTo>
                    <a:pt x="33645" y="17497"/>
                  </a:lnTo>
                  <a:lnTo>
                    <a:pt x="6937" y="11989"/>
                  </a:lnTo>
                  <a:lnTo>
                    <a:pt x="3027" y="10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16648" y="5361679"/>
              <a:ext cx="14155" cy="13583"/>
            </a:xfrm>
            <a:custGeom>
              <a:avLst/>
              <a:pathLst>
                <a:path w="14155" h="13583">
                  <a:moveTo>
                    <a:pt x="4403" y="0"/>
                  </a:moveTo>
                  <a:lnTo>
                    <a:pt x="11096" y="3060"/>
                  </a:lnTo>
                  <a:lnTo>
                    <a:pt x="14155" y="9756"/>
                  </a:lnTo>
                  <a:lnTo>
                    <a:pt x="12050" y="13583"/>
                  </a:lnTo>
                  <a:lnTo>
                    <a:pt x="0" y="8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781471" y="5325062"/>
              <a:ext cx="41779" cy="32672"/>
            </a:xfrm>
            <a:custGeom>
              <a:avLst/>
              <a:pathLst>
                <a:path w="41779" h="32672">
                  <a:moveTo>
                    <a:pt x="8598" y="0"/>
                  </a:moveTo>
                  <a:lnTo>
                    <a:pt x="40326" y="16561"/>
                  </a:lnTo>
                  <a:lnTo>
                    <a:pt x="41779" y="24013"/>
                  </a:lnTo>
                  <a:lnTo>
                    <a:pt x="40790" y="26221"/>
                  </a:lnTo>
                  <a:lnTo>
                    <a:pt x="4927" y="12366"/>
                  </a:lnTo>
                  <a:lnTo>
                    <a:pt x="4354" y="13930"/>
                  </a:lnTo>
                  <a:lnTo>
                    <a:pt x="38841" y="27537"/>
                  </a:lnTo>
                  <a:lnTo>
                    <a:pt x="37262" y="32672"/>
                  </a:lnTo>
                  <a:lnTo>
                    <a:pt x="0" y="18266"/>
                  </a:lnTo>
                  <a:lnTo>
                    <a:pt x="2393" y="13156"/>
                  </a:lnTo>
                  <a:lnTo>
                    <a:pt x="3108" y="11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53525" y="4806064"/>
              <a:ext cx="51669" cy="46509"/>
            </a:xfrm>
            <a:custGeom>
              <a:avLst/>
              <a:pathLst>
                <a:path w="51669" h="46509">
                  <a:moveTo>
                    <a:pt x="12813" y="0"/>
                  </a:moveTo>
                  <a:lnTo>
                    <a:pt x="51669" y="28226"/>
                  </a:lnTo>
                  <a:lnTo>
                    <a:pt x="38509" y="46509"/>
                  </a:lnTo>
                  <a:lnTo>
                    <a:pt x="0" y="18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37743" y="4828214"/>
              <a:ext cx="52065" cy="46647"/>
            </a:xfrm>
            <a:custGeom>
              <a:avLst/>
              <a:pathLst>
                <a:path w="52065" h="46647">
                  <a:moveTo>
                    <a:pt x="13218" y="0"/>
                  </a:moveTo>
                  <a:lnTo>
                    <a:pt x="52065" y="28222"/>
                  </a:lnTo>
                  <a:lnTo>
                    <a:pt x="39655" y="46647"/>
                  </a:lnTo>
                  <a:lnTo>
                    <a:pt x="0" y="173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16522" y="4789962"/>
              <a:ext cx="46242" cy="53294"/>
            </a:xfrm>
            <a:custGeom>
              <a:avLst/>
              <a:pathLst>
                <a:path w="46242" h="53294">
                  <a:moveTo>
                    <a:pt x="27156" y="0"/>
                  </a:moveTo>
                  <a:lnTo>
                    <a:pt x="46242" y="13547"/>
                  </a:lnTo>
                  <a:lnTo>
                    <a:pt x="17579" y="53294"/>
                  </a:lnTo>
                  <a:lnTo>
                    <a:pt x="0" y="39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494131" y="4773401"/>
              <a:ext cx="45723" cy="53087"/>
            </a:xfrm>
            <a:custGeom>
              <a:avLst/>
              <a:pathLst>
                <a:path w="45723" h="53087">
                  <a:moveTo>
                    <a:pt x="27156" y="0"/>
                  </a:moveTo>
                  <a:lnTo>
                    <a:pt x="45723" y="12810"/>
                  </a:lnTo>
                  <a:lnTo>
                    <a:pt x="17175" y="53087"/>
                  </a:lnTo>
                  <a:lnTo>
                    <a:pt x="0" y="401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465356" y="4741475"/>
              <a:ext cx="52874" cy="47751"/>
            </a:xfrm>
            <a:custGeom>
              <a:avLst/>
              <a:pathLst>
                <a:path w="52874" h="47751">
                  <a:moveTo>
                    <a:pt x="0" y="18401"/>
                  </a:moveTo>
                  <a:lnTo>
                    <a:pt x="13128" y="0"/>
                  </a:lnTo>
                  <a:lnTo>
                    <a:pt x="52874" y="29165"/>
                  </a:lnTo>
                  <a:lnTo>
                    <a:pt x="39385" y="477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49889" y="4764312"/>
              <a:ext cx="51910" cy="46352"/>
            </a:xfrm>
            <a:custGeom>
              <a:avLst/>
              <a:pathLst>
                <a:path w="51910" h="46352">
                  <a:moveTo>
                    <a:pt x="13238" y="0"/>
                  </a:moveTo>
                  <a:lnTo>
                    <a:pt x="51910" y="28109"/>
                  </a:lnTo>
                  <a:lnTo>
                    <a:pt x="39565" y="46352"/>
                  </a:lnTo>
                  <a:lnTo>
                    <a:pt x="0" y="182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05495" y="4732194"/>
              <a:ext cx="53004" cy="47171"/>
            </a:xfrm>
            <a:custGeom>
              <a:avLst/>
              <a:pathLst>
                <a:path w="53004" h="47171">
                  <a:moveTo>
                    <a:pt x="13508" y="0"/>
                  </a:moveTo>
                  <a:lnTo>
                    <a:pt x="53004" y="28374"/>
                  </a:lnTo>
                  <a:lnTo>
                    <a:pt x="40219" y="47171"/>
                  </a:lnTo>
                  <a:lnTo>
                    <a:pt x="0" y="189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22081" y="4711251"/>
              <a:ext cx="53163" cy="46628"/>
            </a:xfrm>
            <a:custGeom>
              <a:avLst/>
              <a:pathLst>
                <a:path w="53163" h="46628">
                  <a:moveTo>
                    <a:pt x="12499" y="0"/>
                  </a:moveTo>
                  <a:lnTo>
                    <a:pt x="53163" y="27277"/>
                  </a:lnTo>
                  <a:lnTo>
                    <a:pt x="39395" y="46628"/>
                  </a:lnTo>
                  <a:lnTo>
                    <a:pt x="0" y="17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385935" y="4693998"/>
              <a:ext cx="46015" cy="54067"/>
            </a:xfrm>
            <a:custGeom>
              <a:avLst/>
              <a:pathLst>
                <a:path w="46015" h="54067">
                  <a:moveTo>
                    <a:pt x="0" y="41233"/>
                  </a:moveTo>
                  <a:lnTo>
                    <a:pt x="27172" y="0"/>
                  </a:lnTo>
                  <a:lnTo>
                    <a:pt x="46015" y="13312"/>
                  </a:lnTo>
                  <a:lnTo>
                    <a:pt x="16589" y="5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369364" y="4738849"/>
              <a:ext cx="52911" cy="47153"/>
            </a:xfrm>
            <a:custGeom>
              <a:avLst/>
              <a:pathLst>
                <a:path w="52911" h="47153">
                  <a:moveTo>
                    <a:pt x="0" y="17826"/>
                  </a:moveTo>
                  <a:lnTo>
                    <a:pt x="13151" y="0"/>
                  </a:lnTo>
                  <a:lnTo>
                    <a:pt x="52911" y="27943"/>
                  </a:lnTo>
                  <a:lnTo>
                    <a:pt x="40015" y="47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15112" y="4769326"/>
              <a:ext cx="50643" cy="43703"/>
            </a:xfrm>
            <a:custGeom>
              <a:avLst/>
              <a:pathLst>
                <a:path w="50643" h="43703">
                  <a:moveTo>
                    <a:pt x="9554" y="0"/>
                  </a:moveTo>
                  <a:lnTo>
                    <a:pt x="50643" y="29144"/>
                  </a:lnTo>
                  <a:lnTo>
                    <a:pt x="40577" y="43703"/>
                  </a:lnTo>
                  <a:lnTo>
                    <a:pt x="0" y="14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53245" y="4760376"/>
              <a:ext cx="52829" cy="48533"/>
            </a:xfrm>
            <a:custGeom>
              <a:avLst/>
              <a:pathLst>
                <a:path w="52829" h="48533">
                  <a:moveTo>
                    <a:pt x="0" y="19321"/>
                  </a:moveTo>
                  <a:lnTo>
                    <a:pt x="12926" y="0"/>
                  </a:lnTo>
                  <a:lnTo>
                    <a:pt x="52829" y="29672"/>
                  </a:lnTo>
                  <a:lnTo>
                    <a:pt x="39678" y="48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22064" y="4783328"/>
              <a:ext cx="46791" cy="54283"/>
            </a:xfrm>
            <a:custGeom>
              <a:avLst/>
              <a:pathLst>
                <a:path w="46791" h="54283">
                  <a:moveTo>
                    <a:pt x="0" y="41310"/>
                  </a:moveTo>
                  <a:lnTo>
                    <a:pt x="28775" y="0"/>
                  </a:lnTo>
                  <a:lnTo>
                    <a:pt x="46791" y="12752"/>
                  </a:lnTo>
                  <a:lnTo>
                    <a:pt x="18613" y="542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60731" y="4799521"/>
              <a:ext cx="51165" cy="46279"/>
            </a:xfrm>
            <a:custGeom>
              <a:avLst/>
              <a:pathLst>
                <a:path w="51165" h="46279">
                  <a:moveTo>
                    <a:pt x="0" y="17389"/>
                  </a:moveTo>
                  <a:lnTo>
                    <a:pt x="11959" y="0"/>
                  </a:lnTo>
                  <a:lnTo>
                    <a:pt x="51165" y="27877"/>
                  </a:lnTo>
                  <a:lnTo>
                    <a:pt x="38846" y="46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44590" y="4820631"/>
              <a:ext cx="52373" cy="46702"/>
            </a:xfrm>
            <a:custGeom>
              <a:avLst/>
              <a:pathLst>
                <a:path w="52373" h="46702">
                  <a:moveTo>
                    <a:pt x="13766" y="0"/>
                  </a:moveTo>
                  <a:lnTo>
                    <a:pt x="52373" y="28615"/>
                  </a:lnTo>
                  <a:lnTo>
                    <a:pt x="39790" y="46702"/>
                  </a:lnTo>
                  <a:lnTo>
                    <a:pt x="0" y="195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397082" y="4796238"/>
              <a:ext cx="49664" cy="42688"/>
            </a:xfrm>
            <a:custGeom>
              <a:avLst/>
              <a:pathLst>
                <a:path w="49664" h="42688">
                  <a:moveTo>
                    <a:pt x="10610" y="0"/>
                  </a:moveTo>
                  <a:lnTo>
                    <a:pt x="49664" y="28288"/>
                  </a:lnTo>
                  <a:lnTo>
                    <a:pt x="39678" y="42688"/>
                  </a:lnTo>
                  <a:lnTo>
                    <a:pt x="0" y="14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02702" y="4830712"/>
              <a:ext cx="53695" cy="45592"/>
            </a:xfrm>
            <a:custGeom>
              <a:avLst/>
              <a:pathLst>
                <a:path w="53695" h="45592">
                  <a:moveTo>
                    <a:pt x="0" y="18565"/>
                  </a:moveTo>
                  <a:lnTo>
                    <a:pt x="12791" y="0"/>
                  </a:lnTo>
                  <a:lnTo>
                    <a:pt x="53695" y="26832"/>
                  </a:lnTo>
                  <a:lnTo>
                    <a:pt x="39790" y="4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388202" y="4851462"/>
              <a:ext cx="51940" cy="45888"/>
            </a:xfrm>
            <a:custGeom>
              <a:avLst/>
              <a:pathLst>
                <a:path w="51940" h="45888">
                  <a:moveTo>
                    <a:pt x="0" y="18171"/>
                  </a:moveTo>
                  <a:lnTo>
                    <a:pt x="12589" y="0"/>
                  </a:lnTo>
                  <a:lnTo>
                    <a:pt x="51940" y="28432"/>
                  </a:lnTo>
                  <a:lnTo>
                    <a:pt x="40689" y="45428"/>
                  </a:lnTo>
                  <a:lnTo>
                    <a:pt x="37767" y="458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31512" y="4860757"/>
              <a:ext cx="46393" cy="52496"/>
            </a:xfrm>
            <a:custGeom>
              <a:avLst/>
              <a:pathLst>
                <a:path w="46393" h="52496">
                  <a:moveTo>
                    <a:pt x="0" y="39924"/>
                  </a:moveTo>
                  <a:lnTo>
                    <a:pt x="28224" y="0"/>
                  </a:lnTo>
                  <a:lnTo>
                    <a:pt x="46393" y="12534"/>
                  </a:lnTo>
                  <a:lnTo>
                    <a:pt x="18789" y="52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40627" y="4826255"/>
              <a:ext cx="52267" cy="44508"/>
            </a:xfrm>
            <a:custGeom>
              <a:avLst/>
              <a:pathLst>
                <a:path w="52267" h="44508">
                  <a:moveTo>
                    <a:pt x="11465" y="0"/>
                  </a:moveTo>
                  <a:lnTo>
                    <a:pt x="14724" y="115"/>
                  </a:lnTo>
                  <a:lnTo>
                    <a:pt x="52267" y="25761"/>
                  </a:lnTo>
                  <a:lnTo>
                    <a:pt x="39453" y="44508"/>
                  </a:lnTo>
                  <a:lnTo>
                    <a:pt x="0" y="1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55914" y="4801528"/>
              <a:ext cx="52604" cy="47153"/>
            </a:xfrm>
            <a:custGeom>
              <a:avLst/>
              <a:pathLst>
                <a:path w="52604" h="47153">
                  <a:moveTo>
                    <a:pt x="0" y="18861"/>
                  </a:moveTo>
                  <a:lnTo>
                    <a:pt x="12813" y="0"/>
                  </a:lnTo>
                  <a:lnTo>
                    <a:pt x="52604" y="28406"/>
                  </a:lnTo>
                  <a:lnTo>
                    <a:pt x="39565" y="47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499508" y="4833156"/>
              <a:ext cx="54276" cy="47613"/>
            </a:xfrm>
            <a:custGeom>
              <a:avLst/>
              <a:pathLst>
                <a:path w="54276" h="47613">
                  <a:moveTo>
                    <a:pt x="13731" y="0"/>
                  </a:moveTo>
                  <a:lnTo>
                    <a:pt x="54276" y="28845"/>
                  </a:lnTo>
                  <a:lnTo>
                    <a:pt x="41383" y="47613"/>
                  </a:lnTo>
                  <a:lnTo>
                    <a:pt x="0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485701" y="4855812"/>
              <a:ext cx="52392" cy="47085"/>
            </a:xfrm>
            <a:custGeom>
              <a:avLst/>
              <a:pathLst>
                <a:path w="52392" h="47085">
                  <a:moveTo>
                    <a:pt x="0" y="17941"/>
                  </a:moveTo>
                  <a:lnTo>
                    <a:pt x="12139" y="0"/>
                  </a:lnTo>
                  <a:lnTo>
                    <a:pt x="52392" y="28471"/>
                  </a:lnTo>
                  <a:lnTo>
                    <a:pt x="39781" y="47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55786" y="4877394"/>
              <a:ext cx="44994" cy="52558"/>
            </a:xfrm>
            <a:custGeom>
              <a:avLst/>
              <a:pathLst>
                <a:path w="44994" h="52558">
                  <a:moveTo>
                    <a:pt x="0" y="39792"/>
                  </a:moveTo>
                  <a:lnTo>
                    <a:pt x="27201" y="0"/>
                  </a:lnTo>
                  <a:lnTo>
                    <a:pt x="44994" y="12345"/>
                  </a:lnTo>
                  <a:lnTo>
                    <a:pt x="17197" y="52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290592" y="4829792"/>
              <a:ext cx="47119" cy="53915"/>
            </a:xfrm>
            <a:custGeom>
              <a:avLst/>
              <a:pathLst>
                <a:path w="47119" h="53915">
                  <a:moveTo>
                    <a:pt x="28865" y="0"/>
                  </a:moveTo>
                  <a:lnTo>
                    <a:pt x="47119" y="13156"/>
                  </a:lnTo>
                  <a:lnTo>
                    <a:pt x="18613" y="53915"/>
                  </a:lnTo>
                  <a:lnTo>
                    <a:pt x="0" y="39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28719" y="4844973"/>
              <a:ext cx="52381" cy="46095"/>
            </a:xfrm>
            <a:custGeom>
              <a:avLst/>
              <a:pathLst>
                <a:path w="52381" h="46095">
                  <a:moveTo>
                    <a:pt x="12858" y="0"/>
                  </a:moveTo>
                  <a:lnTo>
                    <a:pt x="52381" y="27014"/>
                  </a:lnTo>
                  <a:lnTo>
                    <a:pt x="38846" y="46095"/>
                  </a:lnTo>
                  <a:lnTo>
                    <a:pt x="0" y="18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13068" y="4867821"/>
              <a:ext cx="52154" cy="45313"/>
            </a:xfrm>
            <a:custGeom>
              <a:avLst/>
              <a:pathLst>
                <a:path w="52154" h="45313">
                  <a:moveTo>
                    <a:pt x="13263" y="0"/>
                  </a:moveTo>
                  <a:lnTo>
                    <a:pt x="52154" y="27601"/>
                  </a:lnTo>
                  <a:lnTo>
                    <a:pt x="40015" y="45313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275652" y="4873916"/>
              <a:ext cx="52253" cy="46693"/>
            </a:xfrm>
            <a:custGeom>
              <a:avLst/>
              <a:pathLst>
                <a:path w="52253" h="46693">
                  <a:moveTo>
                    <a:pt x="12575" y="0"/>
                  </a:moveTo>
                  <a:lnTo>
                    <a:pt x="52253" y="29327"/>
                  </a:lnTo>
                  <a:lnTo>
                    <a:pt x="40113" y="46693"/>
                  </a:lnTo>
                  <a:lnTo>
                    <a:pt x="0" y="186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58541" y="4897375"/>
              <a:ext cx="54389" cy="46638"/>
            </a:xfrm>
            <a:custGeom>
              <a:avLst/>
              <a:pathLst>
                <a:path w="54389" h="46638">
                  <a:moveTo>
                    <a:pt x="14088" y="0"/>
                  </a:moveTo>
                  <a:lnTo>
                    <a:pt x="54389" y="26802"/>
                  </a:lnTo>
                  <a:lnTo>
                    <a:pt x="40543" y="46638"/>
                  </a:lnTo>
                  <a:lnTo>
                    <a:pt x="0" y="21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42404" y="4922282"/>
              <a:ext cx="54152" cy="44057"/>
            </a:xfrm>
            <a:custGeom>
              <a:avLst/>
              <a:pathLst>
                <a:path w="54152" h="44057">
                  <a:moveTo>
                    <a:pt x="12333" y="0"/>
                  </a:moveTo>
                  <a:lnTo>
                    <a:pt x="54152" y="25299"/>
                  </a:lnTo>
                  <a:lnTo>
                    <a:pt x="41409" y="44057"/>
                  </a:lnTo>
                  <a:lnTo>
                    <a:pt x="0" y="16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27593" y="4942630"/>
              <a:ext cx="53801" cy="45255"/>
            </a:xfrm>
            <a:custGeom>
              <a:avLst/>
              <a:pathLst>
                <a:path w="53801" h="45255">
                  <a:moveTo>
                    <a:pt x="0" y="19586"/>
                  </a:moveTo>
                  <a:lnTo>
                    <a:pt x="12795" y="0"/>
                  </a:lnTo>
                  <a:lnTo>
                    <a:pt x="53801" y="27008"/>
                  </a:lnTo>
                  <a:lnTo>
                    <a:pt x="41610" y="4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12077" y="4965412"/>
              <a:ext cx="54305" cy="45044"/>
            </a:xfrm>
            <a:custGeom>
              <a:avLst/>
              <a:pathLst>
                <a:path w="54305" h="45044">
                  <a:moveTo>
                    <a:pt x="13601" y="0"/>
                  </a:moveTo>
                  <a:lnTo>
                    <a:pt x="54305" y="26390"/>
                  </a:lnTo>
                  <a:lnTo>
                    <a:pt x="41397" y="45044"/>
                  </a:lnTo>
                  <a:lnTo>
                    <a:pt x="0" y="18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57718" y="4993152"/>
              <a:ext cx="52794" cy="44905"/>
            </a:xfrm>
            <a:custGeom>
              <a:avLst/>
              <a:pathLst>
                <a:path w="52794" h="44905">
                  <a:moveTo>
                    <a:pt x="12862" y="0"/>
                  </a:moveTo>
                  <a:lnTo>
                    <a:pt x="52794" y="25968"/>
                  </a:lnTo>
                  <a:lnTo>
                    <a:pt x="41062" y="44905"/>
                  </a:lnTo>
                  <a:lnTo>
                    <a:pt x="0" y="1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72629" y="4972216"/>
              <a:ext cx="52693" cy="44018"/>
            </a:xfrm>
            <a:custGeom>
              <a:avLst/>
              <a:pathLst>
                <a:path w="52693" h="44018">
                  <a:moveTo>
                    <a:pt x="12392" y="0"/>
                  </a:moveTo>
                  <a:lnTo>
                    <a:pt x="52693" y="25462"/>
                  </a:lnTo>
                  <a:lnTo>
                    <a:pt x="40502" y="44018"/>
                  </a:lnTo>
                  <a:lnTo>
                    <a:pt x="0" y="18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288932" y="4951083"/>
              <a:ext cx="51906" cy="43203"/>
            </a:xfrm>
            <a:custGeom>
              <a:avLst/>
              <a:pathLst>
                <a:path w="51906" h="43203">
                  <a:moveTo>
                    <a:pt x="11605" y="0"/>
                  </a:moveTo>
                  <a:lnTo>
                    <a:pt x="51906" y="25565"/>
                  </a:lnTo>
                  <a:lnTo>
                    <a:pt x="40021" y="43203"/>
                  </a:lnTo>
                  <a:lnTo>
                    <a:pt x="0" y="175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01053" y="4925258"/>
              <a:ext cx="55778" cy="46993"/>
            </a:xfrm>
            <a:custGeom>
              <a:avLst/>
              <a:pathLst>
                <a:path w="55778" h="46993">
                  <a:moveTo>
                    <a:pt x="43318" y="45446"/>
                  </a:moveTo>
                  <a:lnTo>
                    <a:pt x="42375" y="46993"/>
                  </a:lnTo>
                  <a:lnTo>
                    <a:pt x="12127" y="27865"/>
                  </a:lnTo>
                  <a:lnTo>
                    <a:pt x="2445" y="21742"/>
                  </a:lnTo>
                  <a:lnTo>
                    <a:pt x="1095" y="20889"/>
                  </a:lnTo>
                  <a:lnTo>
                    <a:pt x="0" y="20196"/>
                  </a:lnTo>
                  <a:lnTo>
                    <a:pt x="6495" y="10266"/>
                  </a:lnTo>
                  <a:lnTo>
                    <a:pt x="13340" y="0"/>
                  </a:lnTo>
                  <a:lnTo>
                    <a:pt x="55778" y="28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20810" y="4906864"/>
              <a:ext cx="49942" cy="43128"/>
            </a:xfrm>
            <a:custGeom>
              <a:avLst/>
              <a:pathLst>
                <a:path w="49942" h="43128">
                  <a:moveTo>
                    <a:pt x="43720" y="35484"/>
                  </a:moveTo>
                  <a:lnTo>
                    <a:pt x="38822" y="43128"/>
                  </a:lnTo>
                  <a:lnTo>
                    <a:pt x="18988" y="29613"/>
                  </a:lnTo>
                  <a:lnTo>
                    <a:pt x="0" y="16675"/>
                  </a:lnTo>
                  <a:lnTo>
                    <a:pt x="2006" y="13827"/>
                  </a:lnTo>
                  <a:lnTo>
                    <a:pt x="11745" y="0"/>
                  </a:lnTo>
                  <a:lnTo>
                    <a:pt x="29072" y="11692"/>
                  </a:lnTo>
                  <a:lnTo>
                    <a:pt x="30120" y="12399"/>
                  </a:lnTo>
                  <a:lnTo>
                    <a:pt x="35364" y="15937"/>
                  </a:lnTo>
                  <a:lnTo>
                    <a:pt x="49942" y="2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371754" y="4875427"/>
              <a:ext cx="51992" cy="45842"/>
            </a:xfrm>
            <a:custGeom>
              <a:avLst/>
              <a:pathLst>
                <a:path w="51992" h="45842">
                  <a:moveTo>
                    <a:pt x="0" y="18671"/>
                  </a:moveTo>
                  <a:lnTo>
                    <a:pt x="13256" y="0"/>
                  </a:lnTo>
                  <a:lnTo>
                    <a:pt x="51992" y="27533"/>
                  </a:lnTo>
                  <a:lnTo>
                    <a:pt x="38779" y="45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57130" y="4898068"/>
              <a:ext cx="51817" cy="45543"/>
            </a:xfrm>
            <a:custGeom>
              <a:avLst/>
              <a:pathLst>
                <a:path w="51817" h="45543">
                  <a:moveTo>
                    <a:pt x="11577" y="0"/>
                  </a:moveTo>
                  <a:lnTo>
                    <a:pt x="51817" y="26796"/>
                  </a:lnTo>
                  <a:lnTo>
                    <a:pt x="38891" y="45543"/>
                  </a:lnTo>
                  <a:lnTo>
                    <a:pt x="0" y="18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00147" y="4906161"/>
              <a:ext cx="45647" cy="52542"/>
            </a:xfrm>
            <a:custGeom>
              <a:avLst/>
              <a:pathLst>
                <a:path w="45647" h="52542">
                  <a:moveTo>
                    <a:pt x="0" y="40581"/>
                  </a:moveTo>
                  <a:lnTo>
                    <a:pt x="28969" y="0"/>
                  </a:lnTo>
                  <a:lnTo>
                    <a:pt x="45647" y="12644"/>
                  </a:lnTo>
                  <a:lnTo>
                    <a:pt x="17085" y="525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24167" y="4923347"/>
              <a:ext cx="45176" cy="52719"/>
            </a:xfrm>
            <a:custGeom>
              <a:avLst/>
              <a:pathLst>
                <a:path w="45176" h="52719">
                  <a:moveTo>
                    <a:pt x="0" y="39470"/>
                  </a:moveTo>
                  <a:lnTo>
                    <a:pt x="26077" y="0"/>
                  </a:lnTo>
                  <a:lnTo>
                    <a:pt x="29224" y="276"/>
                  </a:lnTo>
                  <a:lnTo>
                    <a:pt x="45176" y="12223"/>
                  </a:lnTo>
                  <a:lnTo>
                    <a:pt x="16905" y="527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63052" y="4935124"/>
              <a:ext cx="51943" cy="46279"/>
            </a:xfrm>
            <a:custGeom>
              <a:avLst/>
              <a:pathLst>
                <a:path w="51943" h="46279">
                  <a:moveTo>
                    <a:pt x="12287" y="0"/>
                  </a:moveTo>
                  <a:lnTo>
                    <a:pt x="51943" y="28337"/>
                  </a:lnTo>
                  <a:lnTo>
                    <a:pt x="39174" y="46279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48119" y="4957941"/>
              <a:ext cx="50959" cy="44892"/>
            </a:xfrm>
            <a:custGeom>
              <a:avLst/>
              <a:pathLst>
                <a:path w="50959" h="44892">
                  <a:moveTo>
                    <a:pt x="12023" y="0"/>
                  </a:moveTo>
                  <a:lnTo>
                    <a:pt x="50959" y="27141"/>
                  </a:lnTo>
                  <a:lnTo>
                    <a:pt x="40178" y="44892"/>
                  </a:lnTo>
                  <a:lnTo>
                    <a:pt x="0" y="171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33090" y="4980001"/>
              <a:ext cx="51206" cy="44067"/>
            </a:xfrm>
            <a:custGeom>
              <a:avLst/>
              <a:pathLst>
                <a:path w="51206" h="44067">
                  <a:moveTo>
                    <a:pt x="0" y="17494"/>
                  </a:moveTo>
                  <a:lnTo>
                    <a:pt x="12000" y="0"/>
                  </a:lnTo>
                  <a:lnTo>
                    <a:pt x="51206" y="27785"/>
                  </a:lnTo>
                  <a:lnTo>
                    <a:pt x="40292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17968" y="5000259"/>
              <a:ext cx="52592" cy="47416"/>
            </a:xfrm>
            <a:custGeom>
              <a:avLst/>
              <a:pathLst>
                <a:path w="52592" h="47416">
                  <a:moveTo>
                    <a:pt x="0" y="18552"/>
                  </a:moveTo>
                  <a:lnTo>
                    <a:pt x="12228" y="0"/>
                  </a:lnTo>
                  <a:lnTo>
                    <a:pt x="52592" y="28036"/>
                  </a:lnTo>
                  <a:lnTo>
                    <a:pt x="39696" y="47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02557" y="5021588"/>
              <a:ext cx="53193" cy="43144"/>
            </a:xfrm>
            <a:custGeom>
              <a:avLst/>
              <a:pathLst>
                <a:path w="53193" h="43144">
                  <a:moveTo>
                    <a:pt x="0" y="19597"/>
                  </a:moveTo>
                  <a:lnTo>
                    <a:pt x="11869" y="0"/>
                  </a:lnTo>
                  <a:lnTo>
                    <a:pt x="53193" y="28665"/>
                  </a:lnTo>
                  <a:lnTo>
                    <a:pt x="49489" y="35249"/>
                  </a:lnTo>
                  <a:lnTo>
                    <a:pt x="40099" y="29798"/>
                  </a:lnTo>
                  <a:lnTo>
                    <a:pt x="33382" y="431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62175" y="5010650"/>
              <a:ext cx="46054" cy="52800"/>
            </a:xfrm>
            <a:custGeom>
              <a:avLst/>
              <a:pathLst>
                <a:path w="46054" h="52800">
                  <a:moveTo>
                    <a:pt x="27670" y="0"/>
                  </a:moveTo>
                  <a:lnTo>
                    <a:pt x="46054" y="12582"/>
                  </a:lnTo>
                  <a:lnTo>
                    <a:pt x="18703" y="52800"/>
                  </a:lnTo>
                  <a:lnTo>
                    <a:pt x="0" y="38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385555" y="5026255"/>
              <a:ext cx="44585" cy="51824"/>
            </a:xfrm>
            <a:custGeom>
              <a:avLst/>
              <a:pathLst>
                <a:path w="44585" h="51824">
                  <a:moveTo>
                    <a:pt x="0" y="40324"/>
                  </a:moveTo>
                  <a:lnTo>
                    <a:pt x="26830" y="0"/>
                  </a:lnTo>
                  <a:lnTo>
                    <a:pt x="44585" y="11961"/>
                  </a:lnTo>
                  <a:lnTo>
                    <a:pt x="16905" y="518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392874" y="4988903"/>
              <a:ext cx="52123" cy="45495"/>
            </a:xfrm>
            <a:custGeom>
              <a:avLst/>
              <a:pathLst>
                <a:path w="52123" h="45495">
                  <a:moveTo>
                    <a:pt x="0" y="17801"/>
                  </a:moveTo>
                  <a:lnTo>
                    <a:pt x="12566" y="0"/>
                  </a:lnTo>
                  <a:lnTo>
                    <a:pt x="52123" y="27783"/>
                  </a:lnTo>
                  <a:lnTo>
                    <a:pt x="40015" y="45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09060" y="4967786"/>
              <a:ext cx="50626" cy="45175"/>
            </a:xfrm>
            <a:custGeom>
              <a:avLst/>
              <a:pathLst>
                <a:path w="50626" h="45175">
                  <a:moveTo>
                    <a:pt x="11779" y="0"/>
                  </a:moveTo>
                  <a:lnTo>
                    <a:pt x="50626" y="28153"/>
                  </a:lnTo>
                  <a:lnTo>
                    <a:pt x="38846" y="45175"/>
                  </a:lnTo>
                  <a:lnTo>
                    <a:pt x="0" y="176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25870" y="5003193"/>
              <a:ext cx="19085" cy="20340"/>
            </a:xfrm>
            <a:custGeom>
              <a:avLst/>
              <a:pathLst>
                <a:path w="19085" h="20340">
                  <a:moveTo>
                    <a:pt x="19085" y="6958"/>
                  </a:moveTo>
                  <a:lnTo>
                    <a:pt x="11324" y="20340"/>
                  </a:lnTo>
                  <a:lnTo>
                    <a:pt x="0" y="13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297188" y="4771427"/>
              <a:ext cx="49261" cy="60815"/>
            </a:xfrm>
            <a:custGeom>
              <a:avLst/>
              <a:pathLst>
                <a:path w="49261" h="60815">
                  <a:moveTo>
                    <a:pt x="0" y="50470"/>
                  </a:moveTo>
                  <a:lnTo>
                    <a:pt x="34819" y="0"/>
                  </a:lnTo>
                  <a:lnTo>
                    <a:pt x="49261" y="9681"/>
                  </a:lnTo>
                  <a:lnTo>
                    <a:pt x="42060" y="20168"/>
                  </a:lnTo>
                  <a:lnTo>
                    <a:pt x="13931" y="60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09109" y="4786922"/>
              <a:ext cx="44781" cy="35787"/>
            </a:xfrm>
            <a:custGeom>
              <a:avLst/>
              <a:pathLst>
                <a:path w="44781" h="35787">
                  <a:moveTo>
                    <a:pt x="5327" y="0"/>
                  </a:moveTo>
                  <a:lnTo>
                    <a:pt x="44781" y="27601"/>
                  </a:lnTo>
                  <a:lnTo>
                    <a:pt x="38554" y="35787"/>
                  </a:lnTo>
                  <a:lnTo>
                    <a:pt x="0" y="7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75874" y="4980943"/>
              <a:ext cx="26972" cy="17497"/>
            </a:xfrm>
            <a:custGeom>
              <a:avLst/>
              <a:pathLst>
                <a:path w="26972" h="17497">
                  <a:moveTo>
                    <a:pt x="26972" y="12666"/>
                  </a:moveTo>
                  <a:lnTo>
                    <a:pt x="23532" y="17497"/>
                  </a:lnTo>
                  <a:lnTo>
                    <a:pt x="0" y="3633"/>
                  </a:lnTo>
                  <a:lnTo>
                    <a:pt x="2660" y="0"/>
                  </a:lnTo>
                  <a:lnTo>
                    <a:pt x="9758" y="36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01023" y="4987337"/>
              <a:ext cx="19521" cy="19569"/>
            </a:xfrm>
            <a:custGeom>
              <a:avLst/>
              <a:pathLst>
                <a:path w="19521" h="19569">
                  <a:moveTo>
                    <a:pt x="0" y="12671"/>
                  </a:moveTo>
                  <a:lnTo>
                    <a:pt x="3782" y="6959"/>
                  </a:lnTo>
                  <a:lnTo>
                    <a:pt x="8391" y="0"/>
                  </a:lnTo>
                  <a:lnTo>
                    <a:pt x="9372" y="629"/>
                  </a:lnTo>
                  <a:lnTo>
                    <a:pt x="19521" y="7144"/>
                  </a:lnTo>
                  <a:lnTo>
                    <a:pt x="10769" y="195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13546" y="4995196"/>
              <a:ext cx="18984" cy="20363"/>
            </a:xfrm>
            <a:custGeom>
              <a:avLst/>
              <a:pathLst>
                <a:path w="18984" h="20363">
                  <a:moveTo>
                    <a:pt x="0" y="12906"/>
                  </a:moveTo>
                  <a:lnTo>
                    <a:pt x="8111" y="0"/>
                  </a:lnTo>
                  <a:lnTo>
                    <a:pt x="18984" y="6980"/>
                  </a:lnTo>
                  <a:lnTo>
                    <a:pt x="10927" y="20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39204" y="5011185"/>
              <a:ext cx="12204" cy="16184"/>
            </a:xfrm>
            <a:custGeom>
              <a:avLst/>
              <a:pathLst>
                <a:path w="12204" h="16184">
                  <a:moveTo>
                    <a:pt x="0" y="13595"/>
                  </a:moveTo>
                  <a:lnTo>
                    <a:pt x="7359" y="0"/>
                  </a:lnTo>
                  <a:lnTo>
                    <a:pt x="12204" y="3109"/>
                  </a:lnTo>
                  <a:lnTo>
                    <a:pt x="4692" y="161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54090" y="4630406"/>
              <a:ext cx="66413" cy="52125"/>
            </a:xfrm>
            <a:custGeom>
              <a:avLst/>
              <a:pathLst>
                <a:path w="66413" h="52125">
                  <a:moveTo>
                    <a:pt x="5088" y="0"/>
                  </a:moveTo>
                  <a:lnTo>
                    <a:pt x="66413" y="44219"/>
                  </a:lnTo>
                  <a:lnTo>
                    <a:pt x="60933" y="52125"/>
                  </a:lnTo>
                  <a:lnTo>
                    <a:pt x="0" y="6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42595" y="4640533"/>
              <a:ext cx="70110" cy="57322"/>
            </a:xfrm>
            <a:custGeom>
              <a:avLst/>
              <a:pathLst>
                <a:path w="70110" h="57322">
                  <a:moveTo>
                    <a:pt x="9441" y="0"/>
                  </a:moveTo>
                  <a:lnTo>
                    <a:pt x="70110" y="43747"/>
                  </a:lnTo>
                  <a:lnTo>
                    <a:pt x="60509" y="57322"/>
                  </a:lnTo>
                  <a:lnTo>
                    <a:pt x="0" y="13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30225" y="4655480"/>
              <a:ext cx="71062" cy="59160"/>
            </a:xfrm>
            <a:custGeom>
              <a:avLst/>
              <a:pathLst>
                <a:path w="71062" h="59160">
                  <a:moveTo>
                    <a:pt x="10251" y="0"/>
                  </a:moveTo>
                  <a:lnTo>
                    <a:pt x="71062" y="44715"/>
                  </a:lnTo>
                  <a:lnTo>
                    <a:pt x="61102" y="59160"/>
                  </a:lnTo>
                  <a:lnTo>
                    <a:pt x="0" y="144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17618" y="4672220"/>
              <a:ext cx="72153" cy="59750"/>
            </a:xfrm>
            <a:custGeom>
              <a:avLst/>
              <a:pathLst>
                <a:path w="72153" h="59750">
                  <a:moveTo>
                    <a:pt x="10766" y="0"/>
                  </a:moveTo>
                  <a:lnTo>
                    <a:pt x="72153" y="44008"/>
                  </a:lnTo>
                  <a:lnTo>
                    <a:pt x="61689" y="59750"/>
                  </a:lnTo>
                  <a:lnTo>
                    <a:pt x="0" y="14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18671" y="4676882"/>
              <a:ext cx="67248" cy="52562"/>
            </a:xfrm>
            <a:custGeom>
              <a:avLst/>
              <a:pathLst>
                <a:path w="67248" h="52562">
                  <a:moveTo>
                    <a:pt x="5088" y="0"/>
                  </a:moveTo>
                  <a:lnTo>
                    <a:pt x="67248" y="45148"/>
                  </a:lnTo>
                  <a:lnTo>
                    <a:pt x="62153" y="52562"/>
                  </a:lnTo>
                  <a:lnTo>
                    <a:pt x="0" y="7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06305" y="4688055"/>
              <a:ext cx="72220" cy="57755"/>
            </a:xfrm>
            <a:custGeom>
              <a:avLst/>
              <a:pathLst>
                <a:path w="72220" h="57755">
                  <a:moveTo>
                    <a:pt x="10021" y="0"/>
                  </a:moveTo>
                  <a:lnTo>
                    <a:pt x="72220" y="44555"/>
                  </a:lnTo>
                  <a:lnTo>
                    <a:pt x="62854" y="57755"/>
                  </a:lnTo>
                  <a:lnTo>
                    <a:pt x="0" y="13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06496" y="4711456"/>
              <a:ext cx="60215" cy="50642"/>
            </a:xfrm>
            <a:custGeom>
              <a:avLst/>
              <a:pathLst>
                <a:path w="60215" h="50642">
                  <a:moveTo>
                    <a:pt x="0" y="13839"/>
                  </a:moveTo>
                  <a:lnTo>
                    <a:pt x="8963" y="0"/>
                  </a:lnTo>
                  <a:lnTo>
                    <a:pt x="60215" y="37814"/>
                  </a:lnTo>
                  <a:lnTo>
                    <a:pt x="51072" y="50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483164" y="4719236"/>
              <a:ext cx="71417" cy="58593"/>
            </a:xfrm>
            <a:custGeom>
              <a:avLst/>
              <a:pathLst>
                <a:path w="71417" h="58593">
                  <a:moveTo>
                    <a:pt x="9988" y="0"/>
                  </a:moveTo>
                  <a:lnTo>
                    <a:pt x="71417" y="45199"/>
                  </a:lnTo>
                  <a:lnTo>
                    <a:pt x="61995" y="58593"/>
                  </a:lnTo>
                  <a:lnTo>
                    <a:pt x="0" y="14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571677" y="4741871"/>
              <a:ext cx="69363" cy="54227"/>
            </a:xfrm>
            <a:custGeom>
              <a:avLst/>
              <a:pathLst>
                <a:path w="69363" h="54227">
                  <a:moveTo>
                    <a:pt x="0" y="9131"/>
                  </a:moveTo>
                  <a:lnTo>
                    <a:pt x="6464" y="0"/>
                  </a:lnTo>
                  <a:lnTo>
                    <a:pt x="69363" y="45113"/>
                  </a:lnTo>
                  <a:lnTo>
                    <a:pt x="63292" y="542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597437" y="4736827"/>
              <a:ext cx="23182" cy="24766"/>
            </a:xfrm>
            <a:custGeom>
              <a:avLst/>
              <a:pathLst>
                <a:path w="23182" h="24766">
                  <a:moveTo>
                    <a:pt x="10650" y="0"/>
                  </a:moveTo>
                  <a:lnTo>
                    <a:pt x="23182" y="8475"/>
                  </a:lnTo>
                  <a:lnTo>
                    <a:pt x="12387" y="24766"/>
                  </a:lnTo>
                  <a:lnTo>
                    <a:pt x="0" y="15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13572" y="4748353"/>
              <a:ext cx="23462" cy="24551"/>
            </a:xfrm>
            <a:custGeom>
              <a:avLst/>
              <a:pathLst>
                <a:path w="23462" h="24551">
                  <a:moveTo>
                    <a:pt x="10985" y="0"/>
                  </a:moveTo>
                  <a:lnTo>
                    <a:pt x="23462" y="8899"/>
                  </a:lnTo>
                  <a:lnTo>
                    <a:pt x="12233" y="24551"/>
                  </a:lnTo>
                  <a:lnTo>
                    <a:pt x="0" y="15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29410" y="4759222"/>
              <a:ext cx="23951" cy="25592"/>
            </a:xfrm>
            <a:custGeom>
              <a:avLst/>
              <a:pathLst>
                <a:path w="23951" h="25592">
                  <a:moveTo>
                    <a:pt x="11118" y="0"/>
                  </a:moveTo>
                  <a:lnTo>
                    <a:pt x="23951" y="9264"/>
                  </a:lnTo>
                  <a:lnTo>
                    <a:pt x="13405" y="25592"/>
                  </a:lnTo>
                  <a:lnTo>
                    <a:pt x="0" y="15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560550" y="4754050"/>
              <a:ext cx="65499" cy="53737"/>
            </a:xfrm>
            <a:custGeom>
              <a:avLst/>
              <a:pathLst>
                <a:path w="65499" h="53737">
                  <a:moveTo>
                    <a:pt x="65499" y="40785"/>
                  </a:moveTo>
                  <a:lnTo>
                    <a:pt x="56925" y="53737"/>
                  </a:lnTo>
                  <a:lnTo>
                    <a:pt x="33880" y="36908"/>
                  </a:lnTo>
                  <a:lnTo>
                    <a:pt x="31326" y="34904"/>
                  </a:lnTo>
                  <a:lnTo>
                    <a:pt x="0" y="12669"/>
                  </a:lnTo>
                  <a:lnTo>
                    <a:pt x="9070" y="0"/>
                  </a:lnTo>
                  <a:lnTo>
                    <a:pt x="43082" y="2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48236" y="4768759"/>
              <a:ext cx="72708" cy="59116"/>
            </a:xfrm>
            <a:custGeom>
              <a:avLst/>
              <a:pathLst>
                <a:path w="72708" h="59116">
                  <a:moveTo>
                    <a:pt x="72708" y="46287"/>
                  </a:moveTo>
                  <a:lnTo>
                    <a:pt x="63559" y="59116"/>
                  </a:lnTo>
                  <a:lnTo>
                    <a:pt x="34924" y="38378"/>
                  </a:lnTo>
                  <a:lnTo>
                    <a:pt x="31886" y="35668"/>
                  </a:lnTo>
                  <a:lnTo>
                    <a:pt x="0" y="12927"/>
                  </a:lnTo>
                  <a:lnTo>
                    <a:pt x="9358" y="0"/>
                  </a:lnTo>
                  <a:lnTo>
                    <a:pt x="40788" y="22351"/>
                  </a:lnTo>
                  <a:lnTo>
                    <a:pt x="45079" y="25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494940" y="4703597"/>
              <a:ext cx="19274" cy="20989"/>
            </a:xfrm>
            <a:custGeom>
              <a:avLst/>
              <a:pathLst>
                <a:path w="19274" h="20989">
                  <a:moveTo>
                    <a:pt x="19274" y="7246"/>
                  </a:moveTo>
                  <a:lnTo>
                    <a:pt x="10000" y="20989"/>
                  </a:lnTo>
                  <a:lnTo>
                    <a:pt x="0" y="13627"/>
                  </a:lnTo>
                  <a:lnTo>
                    <a:pt x="94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470072" y="4305211"/>
              <a:ext cx="643804" cy="590310"/>
            </a:xfrm>
            <a:custGeom>
              <a:avLst/>
              <a:pathLst>
                <a:path w="643804" h="590310">
                  <a:moveTo>
                    <a:pt x="0" y="323917"/>
                  </a:moveTo>
                  <a:lnTo>
                    <a:pt x="5098" y="316361"/>
                  </a:lnTo>
                  <a:lnTo>
                    <a:pt x="23862" y="288554"/>
                  </a:lnTo>
                  <a:lnTo>
                    <a:pt x="34083" y="273559"/>
                  </a:lnTo>
                  <a:lnTo>
                    <a:pt x="98367" y="181006"/>
                  </a:lnTo>
                  <a:lnTo>
                    <a:pt x="107505" y="168983"/>
                  </a:lnTo>
                  <a:lnTo>
                    <a:pt x="115785" y="160142"/>
                  </a:lnTo>
                  <a:lnTo>
                    <a:pt x="125750" y="153686"/>
                  </a:lnTo>
                  <a:lnTo>
                    <a:pt x="150311" y="137968"/>
                  </a:lnTo>
                  <a:lnTo>
                    <a:pt x="170430" y="126450"/>
                  </a:lnTo>
                  <a:lnTo>
                    <a:pt x="223291" y="95586"/>
                  </a:lnTo>
                  <a:lnTo>
                    <a:pt x="287429" y="56290"/>
                  </a:lnTo>
                  <a:lnTo>
                    <a:pt x="345165" y="21532"/>
                  </a:lnTo>
                  <a:lnTo>
                    <a:pt x="382605" y="632"/>
                  </a:lnTo>
                  <a:lnTo>
                    <a:pt x="384353" y="0"/>
                  </a:lnTo>
                  <a:lnTo>
                    <a:pt x="390788" y="1025"/>
                  </a:lnTo>
                  <a:lnTo>
                    <a:pt x="395706" y="4505"/>
                  </a:lnTo>
                  <a:lnTo>
                    <a:pt x="403085" y="16952"/>
                  </a:lnTo>
                  <a:lnTo>
                    <a:pt x="415179" y="37353"/>
                  </a:lnTo>
                  <a:lnTo>
                    <a:pt x="425109" y="53834"/>
                  </a:lnTo>
                  <a:lnTo>
                    <a:pt x="493528" y="170457"/>
                  </a:lnTo>
                  <a:lnTo>
                    <a:pt x="532895" y="236346"/>
                  </a:lnTo>
                  <a:lnTo>
                    <a:pt x="578592" y="313328"/>
                  </a:lnTo>
                  <a:lnTo>
                    <a:pt x="589302" y="330396"/>
                  </a:lnTo>
                  <a:lnTo>
                    <a:pt x="643804" y="425599"/>
                  </a:lnTo>
                  <a:lnTo>
                    <a:pt x="569912" y="470021"/>
                  </a:lnTo>
                  <a:lnTo>
                    <a:pt x="500283" y="511577"/>
                  </a:lnTo>
                  <a:lnTo>
                    <a:pt x="449933" y="539605"/>
                  </a:lnTo>
                  <a:lnTo>
                    <a:pt x="363743" y="590310"/>
                  </a:lnTo>
                  <a:lnTo>
                    <a:pt x="362521" y="588263"/>
                  </a:lnTo>
                  <a:lnTo>
                    <a:pt x="357823" y="580388"/>
                  </a:lnTo>
                  <a:lnTo>
                    <a:pt x="355864" y="576303"/>
                  </a:lnTo>
                  <a:lnTo>
                    <a:pt x="337701" y="543543"/>
                  </a:lnTo>
                  <a:lnTo>
                    <a:pt x="325323" y="523504"/>
                  </a:lnTo>
                  <a:lnTo>
                    <a:pt x="312270" y="505990"/>
                  </a:lnTo>
                  <a:lnTo>
                    <a:pt x="302334" y="496643"/>
                  </a:lnTo>
                  <a:lnTo>
                    <a:pt x="293829" y="491086"/>
                  </a:lnTo>
                  <a:lnTo>
                    <a:pt x="285745" y="486455"/>
                  </a:lnTo>
                  <a:lnTo>
                    <a:pt x="278082" y="483087"/>
                  </a:lnTo>
                  <a:lnTo>
                    <a:pt x="268903" y="479971"/>
                  </a:lnTo>
                  <a:lnTo>
                    <a:pt x="262504" y="478371"/>
                  </a:lnTo>
                  <a:lnTo>
                    <a:pt x="255599" y="477193"/>
                  </a:lnTo>
                  <a:lnTo>
                    <a:pt x="249957" y="476182"/>
                  </a:lnTo>
                  <a:lnTo>
                    <a:pt x="244483" y="474919"/>
                  </a:lnTo>
                  <a:lnTo>
                    <a:pt x="228211" y="471085"/>
                  </a:lnTo>
                  <a:lnTo>
                    <a:pt x="224182" y="470337"/>
                  </a:lnTo>
                  <a:lnTo>
                    <a:pt x="214533" y="468758"/>
                  </a:lnTo>
                  <a:lnTo>
                    <a:pt x="206112" y="466478"/>
                  </a:lnTo>
                  <a:lnTo>
                    <a:pt x="198029" y="463647"/>
                  </a:lnTo>
                  <a:lnTo>
                    <a:pt x="189046" y="458921"/>
                  </a:lnTo>
                  <a:lnTo>
                    <a:pt x="180766" y="452465"/>
                  </a:lnTo>
                  <a:lnTo>
                    <a:pt x="164626" y="440817"/>
                  </a:lnTo>
                  <a:lnTo>
                    <a:pt x="124627" y="412329"/>
                  </a:lnTo>
                  <a:lnTo>
                    <a:pt x="45331" y="354650"/>
                  </a:lnTo>
                  <a:lnTo>
                    <a:pt x="36101" y="348767"/>
                  </a:lnTo>
                  <a:lnTo>
                    <a:pt x="27249" y="344113"/>
                  </a:lnTo>
                  <a:lnTo>
                    <a:pt x="21074" y="340464"/>
                  </a:lnTo>
                  <a:lnTo>
                    <a:pt x="17425" y="338078"/>
                  </a:lnTo>
                  <a:lnTo>
                    <a:pt x="11530" y="333868"/>
                  </a:lnTo>
                  <a:lnTo>
                    <a:pt x="6548" y="329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591048" y="4718297"/>
              <a:ext cx="64809" cy="47709"/>
            </a:xfrm>
            <a:custGeom>
              <a:avLst/>
              <a:pathLst>
                <a:path w="64809" h="47709">
                  <a:moveTo>
                    <a:pt x="0" y="2990"/>
                  </a:moveTo>
                  <a:lnTo>
                    <a:pt x="2138" y="0"/>
                  </a:lnTo>
                  <a:lnTo>
                    <a:pt x="64809" y="45739"/>
                  </a:lnTo>
                  <a:lnTo>
                    <a:pt x="63597" y="477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579442" y="4723747"/>
              <a:ext cx="25373" cy="26873"/>
            </a:xfrm>
            <a:custGeom>
              <a:avLst/>
              <a:pathLst>
                <a:path w="25373" h="26873">
                  <a:moveTo>
                    <a:pt x="0" y="15729"/>
                  </a:moveTo>
                  <a:lnTo>
                    <a:pt x="10418" y="0"/>
                  </a:lnTo>
                  <a:lnTo>
                    <a:pt x="25373" y="10916"/>
                  </a:lnTo>
                  <a:lnTo>
                    <a:pt x="15100" y="268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15366" y="4820454"/>
              <a:ext cx="36249" cy="32633"/>
            </a:xfrm>
            <a:custGeom>
              <a:avLst/>
              <a:pathLst>
                <a:path w="36249" h="32633">
                  <a:moveTo>
                    <a:pt x="3113" y="7609"/>
                  </a:moveTo>
                  <a:lnTo>
                    <a:pt x="8636" y="0"/>
                  </a:lnTo>
                  <a:lnTo>
                    <a:pt x="36249" y="19896"/>
                  </a:lnTo>
                  <a:lnTo>
                    <a:pt x="28830" y="32633"/>
                  </a:lnTo>
                  <a:lnTo>
                    <a:pt x="0" y="11900"/>
                  </a:lnTo>
                  <a:lnTo>
                    <a:pt x="399" y="11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25049" y="4807107"/>
              <a:ext cx="34271" cy="30151"/>
            </a:xfrm>
            <a:custGeom>
              <a:avLst/>
              <a:pathLst>
                <a:path w="34271" h="30151">
                  <a:moveTo>
                    <a:pt x="12728" y="2712"/>
                  </a:moveTo>
                  <a:lnTo>
                    <a:pt x="34271" y="18133"/>
                  </a:lnTo>
                  <a:lnTo>
                    <a:pt x="27193" y="30151"/>
                  </a:lnTo>
                  <a:lnTo>
                    <a:pt x="0" y="11249"/>
                  </a:lnTo>
                  <a:lnTo>
                    <a:pt x="89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35415" y="4793211"/>
              <a:ext cx="21966" cy="19957"/>
            </a:xfrm>
            <a:custGeom>
              <a:avLst/>
              <a:pathLst>
                <a:path w="21966" h="19957">
                  <a:moveTo>
                    <a:pt x="13958" y="3459"/>
                  </a:moveTo>
                  <a:lnTo>
                    <a:pt x="21966" y="8432"/>
                  </a:lnTo>
                  <a:lnTo>
                    <a:pt x="13512" y="19957"/>
                  </a:lnTo>
                  <a:lnTo>
                    <a:pt x="0" y="10818"/>
                  </a:lnTo>
                  <a:lnTo>
                    <a:pt x="8388" y="0"/>
                  </a:lnTo>
                  <a:lnTo>
                    <a:pt x="11131" y="1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650387" y="4802934"/>
              <a:ext cx="18857" cy="19347"/>
            </a:xfrm>
            <a:custGeom>
              <a:avLst/>
              <a:pathLst>
                <a:path w="18857" h="19347">
                  <a:moveTo>
                    <a:pt x="11525" y="2271"/>
                  </a:moveTo>
                  <a:lnTo>
                    <a:pt x="18857" y="7084"/>
                  </a:lnTo>
                  <a:lnTo>
                    <a:pt x="11391" y="19347"/>
                  </a:lnTo>
                  <a:lnTo>
                    <a:pt x="0" y="11406"/>
                  </a:lnTo>
                  <a:lnTo>
                    <a:pt x="8065" y="0"/>
                  </a:lnTo>
                  <a:lnTo>
                    <a:pt x="9867" y="1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663457" y="4811059"/>
              <a:ext cx="24783" cy="23695"/>
            </a:xfrm>
            <a:custGeom>
              <a:avLst/>
              <a:pathLst>
                <a:path w="24783" h="23695">
                  <a:moveTo>
                    <a:pt x="15328" y="5686"/>
                  </a:moveTo>
                  <a:lnTo>
                    <a:pt x="24783" y="11965"/>
                  </a:lnTo>
                  <a:lnTo>
                    <a:pt x="16771" y="23695"/>
                  </a:lnTo>
                  <a:lnTo>
                    <a:pt x="0" y="11699"/>
                  </a:lnTo>
                  <a:lnTo>
                    <a:pt x="6767" y="0"/>
                  </a:lnTo>
                  <a:lnTo>
                    <a:pt x="11653" y="3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681403" y="4825157"/>
              <a:ext cx="24529" cy="21802"/>
            </a:xfrm>
            <a:custGeom>
              <a:avLst/>
              <a:pathLst>
                <a:path w="24529" h="21802">
                  <a:moveTo>
                    <a:pt x="21983" y="13733"/>
                  </a:moveTo>
                  <a:lnTo>
                    <a:pt x="21371" y="14562"/>
                  </a:lnTo>
                  <a:lnTo>
                    <a:pt x="16034" y="21802"/>
                  </a:lnTo>
                  <a:lnTo>
                    <a:pt x="0" y="10588"/>
                  </a:lnTo>
                  <a:lnTo>
                    <a:pt x="7891" y="0"/>
                  </a:lnTo>
                  <a:lnTo>
                    <a:pt x="24529" y="10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690238" y="4818604"/>
              <a:ext cx="22194" cy="15335"/>
            </a:xfrm>
            <a:custGeom>
              <a:avLst/>
              <a:pathLst>
                <a:path w="22194" h="15335">
                  <a:moveTo>
                    <a:pt x="19307" y="11242"/>
                  </a:moveTo>
                  <a:lnTo>
                    <a:pt x="15966" y="15335"/>
                  </a:lnTo>
                  <a:lnTo>
                    <a:pt x="0" y="3238"/>
                  </a:lnTo>
                  <a:lnTo>
                    <a:pt x="979" y="0"/>
                  </a:lnTo>
                  <a:lnTo>
                    <a:pt x="11023" y="2005"/>
                  </a:lnTo>
                  <a:lnTo>
                    <a:pt x="22194" y="7705"/>
                  </a:lnTo>
                  <a:lnTo>
                    <a:pt x="20884" y="93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654035" y="4826494"/>
              <a:ext cx="41278" cy="34905"/>
            </a:xfrm>
            <a:custGeom>
              <a:avLst/>
              <a:pathLst>
                <a:path w="41278" h="34905">
                  <a:moveTo>
                    <a:pt x="39278" y="21595"/>
                  </a:moveTo>
                  <a:lnTo>
                    <a:pt x="41278" y="22950"/>
                  </a:lnTo>
                  <a:lnTo>
                    <a:pt x="32708" y="34905"/>
                  </a:lnTo>
                  <a:lnTo>
                    <a:pt x="0" y="11985"/>
                  </a:lnTo>
                  <a:lnTo>
                    <a:pt x="7459" y="0"/>
                  </a:lnTo>
                  <a:lnTo>
                    <a:pt x="24946" y="11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45833" y="4841394"/>
              <a:ext cx="39005" cy="35218"/>
            </a:xfrm>
            <a:custGeom>
              <a:avLst/>
              <a:pathLst>
                <a:path w="39005" h="35218">
                  <a:moveTo>
                    <a:pt x="2952" y="14041"/>
                  </a:moveTo>
                  <a:lnTo>
                    <a:pt x="0" y="11841"/>
                  </a:lnTo>
                  <a:lnTo>
                    <a:pt x="6868" y="0"/>
                  </a:lnTo>
                  <a:lnTo>
                    <a:pt x="39005" y="21998"/>
                  </a:lnTo>
                  <a:lnTo>
                    <a:pt x="31373" y="352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680537" y="4868195"/>
              <a:ext cx="53192" cy="43849"/>
            </a:xfrm>
            <a:custGeom>
              <a:avLst/>
              <a:pathLst>
                <a:path w="53192" h="43849">
                  <a:moveTo>
                    <a:pt x="4299" y="4000"/>
                  </a:moveTo>
                  <a:lnTo>
                    <a:pt x="6891" y="0"/>
                  </a:lnTo>
                  <a:lnTo>
                    <a:pt x="53192" y="33788"/>
                  </a:lnTo>
                  <a:lnTo>
                    <a:pt x="46906" y="43849"/>
                  </a:lnTo>
                  <a:lnTo>
                    <a:pt x="0" y="10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688316" y="4855161"/>
              <a:ext cx="53963" cy="45188"/>
            </a:xfrm>
            <a:custGeom>
              <a:avLst/>
              <a:pathLst>
                <a:path w="53963" h="45188">
                  <a:moveTo>
                    <a:pt x="4229" y="4457"/>
                  </a:moveTo>
                  <a:lnTo>
                    <a:pt x="7058" y="0"/>
                  </a:lnTo>
                  <a:lnTo>
                    <a:pt x="53963" y="35571"/>
                  </a:lnTo>
                  <a:lnTo>
                    <a:pt x="46883" y="45188"/>
                  </a:lnTo>
                  <a:lnTo>
                    <a:pt x="0" y="11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696794" y="4844018"/>
              <a:ext cx="54091" cy="44191"/>
            </a:xfrm>
            <a:custGeom>
              <a:avLst/>
              <a:pathLst>
                <a:path w="54091" h="44191">
                  <a:moveTo>
                    <a:pt x="34655" y="20778"/>
                  </a:moveTo>
                  <a:lnTo>
                    <a:pt x="35151" y="21150"/>
                  </a:lnTo>
                  <a:lnTo>
                    <a:pt x="54091" y="35312"/>
                  </a:lnTo>
                  <a:lnTo>
                    <a:pt x="46978" y="44191"/>
                  </a:lnTo>
                  <a:lnTo>
                    <a:pt x="0" y="9434"/>
                  </a:lnTo>
                  <a:lnTo>
                    <a:pt x="68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05097" y="4832727"/>
              <a:ext cx="54549" cy="43687"/>
            </a:xfrm>
            <a:custGeom>
              <a:avLst/>
              <a:pathLst>
                <a:path w="54549" h="43687">
                  <a:moveTo>
                    <a:pt x="12048" y="3864"/>
                  </a:moveTo>
                  <a:lnTo>
                    <a:pt x="54549" y="34735"/>
                  </a:lnTo>
                  <a:lnTo>
                    <a:pt x="47876" y="43687"/>
                  </a:lnTo>
                  <a:lnTo>
                    <a:pt x="0" y="9495"/>
                  </a:lnTo>
                  <a:lnTo>
                    <a:pt x="6728" y="0"/>
                  </a:lnTo>
                  <a:lnTo>
                    <a:pt x="9137" y="1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13292" y="4819850"/>
              <a:ext cx="54669" cy="45609"/>
            </a:xfrm>
            <a:custGeom>
              <a:avLst/>
              <a:pathLst>
                <a:path w="54669" h="45609">
                  <a:moveTo>
                    <a:pt x="9967" y="17371"/>
                  </a:moveTo>
                  <a:lnTo>
                    <a:pt x="5687" y="14171"/>
                  </a:lnTo>
                  <a:lnTo>
                    <a:pt x="0" y="9918"/>
                  </a:lnTo>
                  <a:lnTo>
                    <a:pt x="6964" y="0"/>
                  </a:lnTo>
                  <a:lnTo>
                    <a:pt x="54669" y="35348"/>
                  </a:lnTo>
                  <a:lnTo>
                    <a:pt x="47736" y="456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21449" y="4815206"/>
              <a:ext cx="8672" cy="6894"/>
            </a:xfrm>
            <a:custGeom>
              <a:avLst/>
              <a:pathLst>
                <a:path w="8672" h="6894">
                  <a:moveTo>
                    <a:pt x="4028" y="884"/>
                  </a:moveTo>
                  <a:lnTo>
                    <a:pt x="8672" y="2774"/>
                  </a:lnTo>
                  <a:lnTo>
                    <a:pt x="5734" y="6894"/>
                  </a:lnTo>
                  <a:lnTo>
                    <a:pt x="0" y="2774"/>
                  </a:lnTo>
                  <a:lnTo>
                    <a:pt x="1853" y="0"/>
                  </a:lnTo>
                  <a:lnTo>
                    <a:pt x="3168" y="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27984" y="4818189"/>
              <a:ext cx="20589" cy="16219"/>
            </a:xfrm>
            <a:custGeom>
              <a:avLst/>
              <a:pathLst>
                <a:path w="20589" h="16219">
                  <a:moveTo>
                    <a:pt x="14677" y="3557"/>
                  </a:moveTo>
                  <a:lnTo>
                    <a:pt x="20589" y="8125"/>
                  </a:lnTo>
                  <a:lnTo>
                    <a:pt x="15432" y="16219"/>
                  </a:lnTo>
                  <a:lnTo>
                    <a:pt x="0" y="4684"/>
                  </a:lnTo>
                  <a:lnTo>
                    <a:pt x="2945" y="0"/>
                  </a:lnTo>
                  <a:lnTo>
                    <a:pt x="14174" y="31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744387" y="4826654"/>
              <a:ext cx="22634" cy="23555"/>
            </a:xfrm>
            <a:custGeom>
              <a:avLst/>
              <a:pathLst>
                <a:path w="22634" h="23555">
                  <a:moveTo>
                    <a:pt x="22634" y="18794"/>
                  </a:moveTo>
                  <a:lnTo>
                    <a:pt x="19785" y="23555"/>
                  </a:lnTo>
                  <a:lnTo>
                    <a:pt x="0" y="8346"/>
                  </a:lnTo>
                  <a:lnTo>
                    <a:pt x="5631" y="0"/>
                  </a:lnTo>
                  <a:lnTo>
                    <a:pt x="11104" y="4891"/>
                  </a:lnTo>
                  <a:lnTo>
                    <a:pt x="12738" y="6351"/>
                  </a:lnTo>
                  <a:lnTo>
                    <a:pt x="15999" y="9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755240" y="4867874"/>
              <a:ext cx="20999" cy="20186"/>
            </a:xfrm>
            <a:custGeom>
              <a:avLst/>
              <a:pathLst>
                <a:path w="20999" h="20186">
                  <a:moveTo>
                    <a:pt x="16448" y="16479"/>
                  </a:moveTo>
                  <a:lnTo>
                    <a:pt x="13817" y="20186"/>
                  </a:lnTo>
                  <a:lnTo>
                    <a:pt x="0" y="10455"/>
                  </a:lnTo>
                  <a:lnTo>
                    <a:pt x="6825" y="0"/>
                  </a:lnTo>
                  <a:lnTo>
                    <a:pt x="20999" y="10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746209" y="4879645"/>
              <a:ext cx="33210" cy="28147"/>
            </a:xfrm>
            <a:custGeom>
              <a:avLst/>
              <a:pathLst>
                <a:path w="33210" h="28147">
                  <a:moveTo>
                    <a:pt x="18440" y="22863"/>
                  </a:moveTo>
                  <a:lnTo>
                    <a:pt x="10849" y="17691"/>
                  </a:lnTo>
                  <a:lnTo>
                    <a:pt x="0" y="10299"/>
                  </a:lnTo>
                  <a:lnTo>
                    <a:pt x="6948" y="0"/>
                  </a:lnTo>
                  <a:lnTo>
                    <a:pt x="33210" y="18135"/>
                  </a:lnTo>
                  <a:lnTo>
                    <a:pt x="26196" y="281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37124" y="4892662"/>
              <a:ext cx="32798" cy="27052"/>
            </a:xfrm>
            <a:custGeom>
              <a:avLst/>
              <a:pathLst>
                <a:path w="32798" h="27052">
                  <a:moveTo>
                    <a:pt x="12981" y="4112"/>
                  </a:moveTo>
                  <a:lnTo>
                    <a:pt x="32798" y="17392"/>
                  </a:lnTo>
                  <a:lnTo>
                    <a:pt x="26006" y="27052"/>
                  </a:lnTo>
                  <a:lnTo>
                    <a:pt x="0" y="9834"/>
                  </a:lnTo>
                  <a:lnTo>
                    <a:pt x="68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29278" y="4904375"/>
              <a:ext cx="31969" cy="27773"/>
            </a:xfrm>
            <a:custGeom>
              <a:avLst/>
              <a:pathLst>
                <a:path w="31969" h="27773">
                  <a:moveTo>
                    <a:pt x="9930" y="16656"/>
                  </a:moveTo>
                  <a:lnTo>
                    <a:pt x="3501" y="12104"/>
                  </a:lnTo>
                  <a:lnTo>
                    <a:pt x="0" y="9624"/>
                  </a:lnTo>
                  <a:lnTo>
                    <a:pt x="6512" y="0"/>
                  </a:lnTo>
                  <a:lnTo>
                    <a:pt x="31969" y="18029"/>
                  </a:lnTo>
                  <a:lnTo>
                    <a:pt x="25627" y="277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756418" y="4922782"/>
              <a:ext cx="28874" cy="25503"/>
            </a:xfrm>
            <a:custGeom>
              <a:avLst/>
              <a:pathLst>
                <a:path w="28874" h="25503">
                  <a:moveTo>
                    <a:pt x="13860" y="19158"/>
                  </a:moveTo>
                  <a:lnTo>
                    <a:pt x="0" y="9584"/>
                  </a:lnTo>
                  <a:lnTo>
                    <a:pt x="6168" y="0"/>
                  </a:lnTo>
                  <a:lnTo>
                    <a:pt x="28874" y="15871"/>
                  </a:lnTo>
                  <a:lnTo>
                    <a:pt x="23046" y="25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763844" y="4911141"/>
              <a:ext cx="29030" cy="25629"/>
            </a:xfrm>
            <a:custGeom>
              <a:avLst/>
              <a:pathLst>
                <a:path w="29030" h="25629">
                  <a:moveTo>
                    <a:pt x="13373" y="4765"/>
                  </a:moveTo>
                  <a:lnTo>
                    <a:pt x="29030" y="15910"/>
                  </a:lnTo>
                  <a:lnTo>
                    <a:pt x="22685" y="25629"/>
                  </a:lnTo>
                  <a:lnTo>
                    <a:pt x="0" y="9071"/>
                  </a:lnTo>
                  <a:lnTo>
                    <a:pt x="66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773405" y="4898492"/>
              <a:ext cx="29100" cy="25816"/>
            </a:xfrm>
            <a:custGeom>
              <a:avLst/>
              <a:pathLst>
                <a:path w="29100" h="25816">
                  <a:moveTo>
                    <a:pt x="27286" y="19309"/>
                  </a:moveTo>
                  <a:lnTo>
                    <a:pt x="21119" y="25816"/>
                  </a:lnTo>
                  <a:lnTo>
                    <a:pt x="0" y="10205"/>
                  </a:lnTo>
                  <a:lnTo>
                    <a:pt x="7047" y="0"/>
                  </a:lnTo>
                  <a:lnTo>
                    <a:pt x="28375" y="16823"/>
                  </a:lnTo>
                  <a:lnTo>
                    <a:pt x="29100" y="17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771516" y="4879326"/>
              <a:ext cx="34499" cy="34034"/>
            </a:xfrm>
            <a:custGeom>
              <a:avLst/>
              <a:pathLst>
                <a:path w="34499" h="34034">
                  <a:moveTo>
                    <a:pt x="22733" y="11362"/>
                  </a:moveTo>
                  <a:lnTo>
                    <a:pt x="23366" y="11809"/>
                  </a:lnTo>
                  <a:lnTo>
                    <a:pt x="34499" y="29677"/>
                  </a:lnTo>
                  <a:lnTo>
                    <a:pt x="31972" y="34034"/>
                  </a:lnTo>
                  <a:lnTo>
                    <a:pt x="0" y="10081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780448" y="4873851"/>
              <a:ext cx="7193" cy="9176"/>
            </a:xfrm>
            <a:custGeom>
              <a:avLst/>
              <a:pathLst>
                <a:path w="7193" h="9176">
                  <a:moveTo>
                    <a:pt x="4483" y="2019"/>
                  </a:moveTo>
                  <a:lnTo>
                    <a:pt x="7193" y="6347"/>
                  </a:lnTo>
                  <a:lnTo>
                    <a:pt x="5992" y="9176"/>
                  </a:lnTo>
                  <a:lnTo>
                    <a:pt x="0" y="5037"/>
                  </a:lnTo>
                  <a:lnTo>
                    <a:pt x="321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05530" y="4906623"/>
              <a:ext cx="24093" cy="20904"/>
            </a:xfrm>
            <a:custGeom>
              <a:avLst/>
              <a:pathLst>
                <a:path w="24093" h="20904">
                  <a:moveTo>
                    <a:pt x="12766" y="5055"/>
                  </a:moveTo>
                  <a:lnTo>
                    <a:pt x="15075" y="3113"/>
                  </a:lnTo>
                  <a:lnTo>
                    <a:pt x="17621" y="971"/>
                  </a:lnTo>
                  <a:lnTo>
                    <a:pt x="20616" y="0"/>
                  </a:lnTo>
                  <a:lnTo>
                    <a:pt x="22954" y="576"/>
                  </a:lnTo>
                  <a:lnTo>
                    <a:pt x="24093" y="2683"/>
                  </a:lnTo>
                  <a:lnTo>
                    <a:pt x="3665" y="20904"/>
                  </a:lnTo>
                  <a:lnTo>
                    <a:pt x="0" y="15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783059" y="4924153"/>
              <a:ext cx="23653" cy="29795"/>
            </a:xfrm>
            <a:custGeom>
              <a:avLst/>
              <a:pathLst>
                <a:path w="23653" h="29795">
                  <a:moveTo>
                    <a:pt x="16603" y="4984"/>
                  </a:moveTo>
                  <a:lnTo>
                    <a:pt x="20269" y="0"/>
                  </a:lnTo>
                  <a:lnTo>
                    <a:pt x="23653" y="5905"/>
                  </a:lnTo>
                  <a:lnTo>
                    <a:pt x="16700" y="14362"/>
                  </a:lnTo>
                  <a:lnTo>
                    <a:pt x="4318" y="29795"/>
                  </a:lnTo>
                  <a:lnTo>
                    <a:pt x="0" y="275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671761" y="4803541"/>
              <a:ext cx="48198" cy="20765"/>
            </a:xfrm>
            <a:custGeom>
              <a:avLst/>
              <a:pathLst>
                <a:path w="48198" h="20765">
                  <a:moveTo>
                    <a:pt x="23117" y="2778"/>
                  </a:moveTo>
                  <a:lnTo>
                    <a:pt x="25947" y="3135"/>
                  </a:lnTo>
                  <a:lnTo>
                    <a:pt x="48198" y="9593"/>
                  </a:lnTo>
                  <a:lnTo>
                    <a:pt x="40959" y="20765"/>
                  </a:lnTo>
                  <a:lnTo>
                    <a:pt x="32814" y="16912"/>
                  </a:lnTo>
                  <a:lnTo>
                    <a:pt x="9116" y="10633"/>
                  </a:lnTo>
                  <a:lnTo>
                    <a:pt x="0" y="4668"/>
                  </a:lnTo>
                  <a:lnTo>
                    <a:pt x="1054" y="0"/>
                  </a:lnTo>
                  <a:lnTo>
                    <a:pt x="22878" y="27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772052" y="4862717"/>
              <a:ext cx="11585" cy="15042"/>
            </a:xfrm>
            <a:custGeom>
              <a:avLst/>
              <a:pathLst>
                <a:path w="11585" h="15042">
                  <a:moveTo>
                    <a:pt x="0" y="9375"/>
                  </a:moveTo>
                  <a:lnTo>
                    <a:pt x="5740" y="0"/>
                  </a:lnTo>
                  <a:lnTo>
                    <a:pt x="7016" y="1042"/>
                  </a:lnTo>
                  <a:lnTo>
                    <a:pt x="11585" y="9372"/>
                  </a:lnTo>
                  <a:lnTo>
                    <a:pt x="7910" y="1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154280" y="5189447"/>
              <a:ext cx="25437" cy="26990"/>
            </a:xfrm>
            <a:custGeom>
              <a:avLst/>
              <a:pathLst>
                <a:path w="25437" h="26990">
                  <a:moveTo>
                    <a:pt x="0" y="6210"/>
                  </a:moveTo>
                  <a:lnTo>
                    <a:pt x="10003" y="0"/>
                  </a:lnTo>
                  <a:lnTo>
                    <a:pt x="13488" y="1380"/>
                  </a:lnTo>
                  <a:lnTo>
                    <a:pt x="25437" y="19961"/>
                  </a:lnTo>
                  <a:lnTo>
                    <a:pt x="13095" y="26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478659" y="5058236"/>
              <a:ext cx="18619" cy="21805"/>
            </a:xfrm>
            <a:custGeom>
              <a:avLst/>
              <a:pathLst>
                <a:path w="18619" h="21805">
                  <a:moveTo>
                    <a:pt x="0" y="5284"/>
                  </a:moveTo>
                  <a:lnTo>
                    <a:pt x="9053" y="0"/>
                  </a:lnTo>
                  <a:lnTo>
                    <a:pt x="18619" y="16484"/>
                  </a:lnTo>
                  <a:lnTo>
                    <a:pt x="9581" y="2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04146" y="5257719"/>
              <a:ext cx="63417" cy="47683"/>
            </a:xfrm>
            <a:custGeom>
              <a:avLst/>
              <a:pathLst>
                <a:path w="63417" h="47683">
                  <a:moveTo>
                    <a:pt x="0" y="31041"/>
                  </a:moveTo>
                  <a:lnTo>
                    <a:pt x="53574" y="0"/>
                  </a:lnTo>
                  <a:lnTo>
                    <a:pt x="63417" y="16504"/>
                  </a:lnTo>
                  <a:lnTo>
                    <a:pt x="9455" y="47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427059" y="5066198"/>
              <a:ext cx="56535" cy="43995"/>
            </a:xfrm>
            <a:custGeom>
              <a:avLst/>
              <a:pathLst>
                <a:path w="56535" h="43995">
                  <a:moveTo>
                    <a:pt x="0" y="26489"/>
                  </a:moveTo>
                  <a:lnTo>
                    <a:pt x="46188" y="0"/>
                  </a:lnTo>
                  <a:lnTo>
                    <a:pt x="56535" y="17482"/>
                  </a:lnTo>
                  <a:lnTo>
                    <a:pt x="9912" y="43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271519" y="5049903"/>
              <a:ext cx="53751" cy="51955"/>
            </a:xfrm>
            <a:custGeom>
              <a:avLst/>
              <a:pathLst>
                <a:path w="53751" h="51955">
                  <a:moveTo>
                    <a:pt x="0" y="45826"/>
                  </a:moveTo>
                  <a:lnTo>
                    <a:pt x="41357" y="0"/>
                  </a:lnTo>
                  <a:lnTo>
                    <a:pt x="53751" y="11000"/>
                  </a:lnTo>
                  <a:lnTo>
                    <a:pt x="33240" y="34474"/>
                  </a:lnTo>
                  <a:lnTo>
                    <a:pt x="18161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350283" y="5075257"/>
              <a:ext cx="65622" cy="90166"/>
            </a:xfrm>
            <a:custGeom>
              <a:avLst/>
              <a:pathLst>
                <a:path w="65622" h="90166">
                  <a:moveTo>
                    <a:pt x="0" y="9976"/>
                  </a:moveTo>
                  <a:lnTo>
                    <a:pt x="17633" y="0"/>
                  </a:lnTo>
                  <a:lnTo>
                    <a:pt x="65622" y="79240"/>
                  </a:lnTo>
                  <a:lnTo>
                    <a:pt x="46415" y="90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381469" y="5056342"/>
              <a:ext cx="65201" cy="91740"/>
            </a:xfrm>
            <a:custGeom>
              <a:avLst/>
              <a:pathLst>
                <a:path w="65201" h="91740">
                  <a:moveTo>
                    <a:pt x="0" y="10265"/>
                  </a:moveTo>
                  <a:lnTo>
                    <a:pt x="17645" y="0"/>
                  </a:lnTo>
                  <a:lnTo>
                    <a:pt x="65201" y="81945"/>
                  </a:lnTo>
                  <a:lnTo>
                    <a:pt x="48248" y="91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316925" y="5066536"/>
              <a:ext cx="27421" cy="31699"/>
            </a:xfrm>
            <a:custGeom>
              <a:avLst/>
              <a:pathLst>
                <a:path w="27421" h="31699">
                  <a:moveTo>
                    <a:pt x="0" y="8668"/>
                  </a:moveTo>
                  <a:lnTo>
                    <a:pt x="12469" y="0"/>
                  </a:lnTo>
                  <a:lnTo>
                    <a:pt x="27421" y="23430"/>
                  </a:lnTo>
                  <a:lnTo>
                    <a:pt x="13066" y="31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439970" y="5087919"/>
              <a:ext cx="56407" cy="45340"/>
            </a:xfrm>
            <a:custGeom>
              <a:avLst/>
              <a:pathLst>
                <a:path w="56407" h="45340">
                  <a:moveTo>
                    <a:pt x="0" y="27629"/>
                  </a:moveTo>
                  <a:lnTo>
                    <a:pt x="46502" y="0"/>
                  </a:lnTo>
                  <a:lnTo>
                    <a:pt x="56407" y="17980"/>
                  </a:lnTo>
                  <a:lnTo>
                    <a:pt x="10411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247500" y="5082895"/>
              <a:ext cx="27508" cy="35564"/>
            </a:xfrm>
            <a:custGeom>
              <a:avLst/>
              <a:pathLst>
                <a:path w="27508" h="35564">
                  <a:moveTo>
                    <a:pt x="0" y="24124"/>
                  </a:moveTo>
                  <a:lnTo>
                    <a:pt x="25462" y="0"/>
                  </a:lnTo>
                  <a:lnTo>
                    <a:pt x="27508" y="2962"/>
                  </a:lnTo>
                  <a:lnTo>
                    <a:pt x="17346" y="16847"/>
                  </a:lnTo>
                  <a:lnTo>
                    <a:pt x="16657" y="26752"/>
                  </a:lnTo>
                  <a:lnTo>
                    <a:pt x="7223" y="3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255837" y="5098290"/>
              <a:ext cx="31855" cy="57474"/>
            </a:xfrm>
            <a:custGeom>
              <a:avLst/>
              <a:pathLst>
                <a:path w="31855" h="57474">
                  <a:moveTo>
                    <a:pt x="14316" y="0"/>
                  </a:moveTo>
                  <a:lnTo>
                    <a:pt x="31855" y="5887"/>
                  </a:lnTo>
                  <a:lnTo>
                    <a:pt x="17947" y="45926"/>
                  </a:lnTo>
                  <a:lnTo>
                    <a:pt x="0" y="57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278531" y="5077904"/>
              <a:ext cx="46160" cy="63527"/>
            </a:xfrm>
            <a:custGeom>
              <a:avLst/>
              <a:pathLst>
                <a:path w="46160" h="63527">
                  <a:moveTo>
                    <a:pt x="0" y="63527"/>
                  </a:moveTo>
                  <a:lnTo>
                    <a:pt x="12364" y="28450"/>
                  </a:lnTo>
                  <a:lnTo>
                    <a:pt x="36652" y="0"/>
                  </a:lnTo>
                  <a:lnTo>
                    <a:pt x="46160" y="14801"/>
                  </a:lnTo>
                  <a:lnTo>
                    <a:pt x="25571" y="36155"/>
                  </a:lnTo>
                  <a:lnTo>
                    <a:pt x="20082" y="51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342737" y="5095642"/>
              <a:ext cx="25490" cy="38774"/>
            </a:xfrm>
            <a:custGeom>
              <a:avLst/>
              <a:pathLst>
                <a:path w="25490" h="38774">
                  <a:moveTo>
                    <a:pt x="6663" y="0"/>
                  </a:moveTo>
                  <a:lnTo>
                    <a:pt x="25490" y="31040"/>
                  </a:lnTo>
                  <a:lnTo>
                    <a:pt x="12325" y="38774"/>
                  </a:lnTo>
                  <a:lnTo>
                    <a:pt x="1942" y="21968"/>
                  </a:lnTo>
                  <a:lnTo>
                    <a:pt x="0" y="10759"/>
                  </a:lnTo>
                  <a:lnTo>
                    <a:pt x="2625" y="9548"/>
                  </a:lnTo>
                  <a:lnTo>
                    <a:pt x="2801" y="3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170056" y="5185017"/>
              <a:ext cx="72787" cy="54647"/>
            </a:xfrm>
            <a:custGeom>
              <a:avLst/>
              <a:pathLst>
                <a:path w="72787" h="54647">
                  <a:moveTo>
                    <a:pt x="0" y="36318"/>
                  </a:moveTo>
                  <a:lnTo>
                    <a:pt x="62741" y="0"/>
                  </a:lnTo>
                  <a:lnTo>
                    <a:pt x="72787" y="17616"/>
                  </a:lnTo>
                  <a:lnTo>
                    <a:pt x="10509" y="54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178703" y="5156270"/>
              <a:ext cx="34044" cy="42181"/>
            </a:xfrm>
            <a:custGeom>
              <a:avLst/>
              <a:pathLst>
                <a:path w="34044" h="42181">
                  <a:moveTo>
                    <a:pt x="0" y="10925"/>
                  </a:moveTo>
                  <a:lnTo>
                    <a:pt x="12926" y="0"/>
                  </a:lnTo>
                  <a:lnTo>
                    <a:pt x="34044" y="33797"/>
                  </a:lnTo>
                  <a:lnTo>
                    <a:pt x="19744" y="42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253369" y="5169637"/>
              <a:ext cx="73203" cy="67079"/>
            </a:xfrm>
            <a:custGeom>
              <a:avLst/>
              <a:pathLst>
                <a:path w="73203" h="67079">
                  <a:moveTo>
                    <a:pt x="0" y="30523"/>
                  </a:moveTo>
                  <a:lnTo>
                    <a:pt x="43134" y="5050"/>
                  </a:lnTo>
                  <a:lnTo>
                    <a:pt x="43810" y="20768"/>
                  </a:lnTo>
                  <a:lnTo>
                    <a:pt x="47560" y="28526"/>
                  </a:lnTo>
                  <a:lnTo>
                    <a:pt x="49696" y="27289"/>
                  </a:lnTo>
                  <a:lnTo>
                    <a:pt x="46352" y="19738"/>
                  </a:lnTo>
                  <a:lnTo>
                    <a:pt x="46347" y="3304"/>
                  </a:lnTo>
                  <a:lnTo>
                    <a:pt x="52154" y="0"/>
                  </a:lnTo>
                  <a:lnTo>
                    <a:pt x="73203" y="36054"/>
                  </a:lnTo>
                  <a:lnTo>
                    <a:pt x="20664" y="67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355718" y="5007925"/>
              <a:ext cx="39832" cy="53430"/>
            </a:xfrm>
            <a:custGeom>
              <a:avLst/>
              <a:pathLst>
                <a:path w="39832" h="53430">
                  <a:moveTo>
                    <a:pt x="0" y="12443"/>
                  </a:moveTo>
                  <a:lnTo>
                    <a:pt x="15540" y="0"/>
                  </a:lnTo>
                  <a:lnTo>
                    <a:pt x="39832" y="43392"/>
                  </a:lnTo>
                  <a:lnTo>
                    <a:pt x="23172" y="53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213557" y="5124617"/>
              <a:ext cx="45302" cy="71344"/>
            </a:xfrm>
            <a:custGeom>
              <a:avLst/>
              <a:pathLst>
                <a:path w="45302" h="71344">
                  <a:moveTo>
                    <a:pt x="0" y="12849"/>
                  </a:moveTo>
                  <a:lnTo>
                    <a:pt x="14293" y="0"/>
                  </a:lnTo>
                  <a:lnTo>
                    <a:pt x="42489" y="44452"/>
                  </a:lnTo>
                  <a:lnTo>
                    <a:pt x="45302" y="66744"/>
                  </a:lnTo>
                  <a:lnTo>
                    <a:pt x="36591" y="71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307608" y="5131297"/>
              <a:ext cx="72165" cy="53567"/>
            </a:xfrm>
            <a:custGeom>
              <a:avLst/>
              <a:pathLst>
                <a:path w="72165" h="53567">
                  <a:moveTo>
                    <a:pt x="0" y="36513"/>
                  </a:moveTo>
                  <a:lnTo>
                    <a:pt x="62889" y="0"/>
                  </a:lnTo>
                  <a:lnTo>
                    <a:pt x="72165" y="15983"/>
                  </a:lnTo>
                  <a:lnTo>
                    <a:pt x="9758" y="53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230652" y="5109739"/>
              <a:ext cx="27978" cy="39476"/>
            </a:xfrm>
            <a:custGeom>
              <a:avLst/>
              <a:pathLst>
                <a:path w="27978" h="39476">
                  <a:moveTo>
                    <a:pt x="0" y="11776"/>
                  </a:moveTo>
                  <a:lnTo>
                    <a:pt x="13499" y="0"/>
                  </a:lnTo>
                  <a:lnTo>
                    <a:pt x="27978" y="21973"/>
                  </a:lnTo>
                  <a:lnTo>
                    <a:pt x="25108" y="34610"/>
                  </a:lnTo>
                  <a:lnTo>
                    <a:pt x="17605" y="39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257376" y="5127669"/>
              <a:ext cx="55771" cy="44487"/>
            </a:xfrm>
            <a:custGeom>
              <a:avLst/>
              <a:pathLst>
                <a:path w="55771" h="44487">
                  <a:moveTo>
                    <a:pt x="55771" y="12271"/>
                  </a:moveTo>
                  <a:lnTo>
                    <a:pt x="2957" y="44487"/>
                  </a:lnTo>
                  <a:lnTo>
                    <a:pt x="0" y="30433"/>
                  </a:lnTo>
                  <a:lnTo>
                    <a:pt x="482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060771" y="5276140"/>
              <a:ext cx="50188" cy="67360"/>
            </a:xfrm>
            <a:custGeom>
              <a:avLst/>
              <a:pathLst>
                <a:path w="50188" h="67360">
                  <a:moveTo>
                    <a:pt x="0" y="9970"/>
                  </a:moveTo>
                  <a:lnTo>
                    <a:pt x="17603" y="0"/>
                  </a:lnTo>
                  <a:lnTo>
                    <a:pt x="50188" y="56707"/>
                  </a:lnTo>
                  <a:lnTo>
                    <a:pt x="32581" y="6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03893" y="5277205"/>
              <a:ext cx="75375" cy="54006"/>
            </a:xfrm>
            <a:custGeom>
              <a:avLst/>
              <a:pathLst>
                <a:path w="75375" h="54006">
                  <a:moveTo>
                    <a:pt x="10044" y="54006"/>
                  </a:moveTo>
                  <a:lnTo>
                    <a:pt x="0" y="36668"/>
                  </a:lnTo>
                  <a:lnTo>
                    <a:pt x="65228" y="0"/>
                  </a:lnTo>
                  <a:lnTo>
                    <a:pt x="75375" y="16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260140" y="5145270"/>
              <a:ext cx="49731" cy="45066"/>
            </a:xfrm>
            <a:custGeom>
              <a:avLst/>
              <a:pathLst>
                <a:path w="49731" h="45066">
                  <a:moveTo>
                    <a:pt x="49731" y="0"/>
                  </a:moveTo>
                  <a:lnTo>
                    <a:pt x="39306" y="22517"/>
                  </a:lnTo>
                  <a:lnTo>
                    <a:pt x="2164" y="45066"/>
                  </a:lnTo>
                  <a:lnTo>
                    <a:pt x="0" y="30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195239" y="5141983"/>
              <a:ext cx="36405" cy="45649"/>
            </a:xfrm>
            <a:custGeom>
              <a:avLst/>
              <a:pathLst>
                <a:path w="36405" h="45649">
                  <a:moveTo>
                    <a:pt x="0" y="11172"/>
                  </a:moveTo>
                  <a:lnTo>
                    <a:pt x="13019" y="0"/>
                  </a:lnTo>
                  <a:lnTo>
                    <a:pt x="36405" y="36701"/>
                  </a:lnTo>
                  <a:lnTo>
                    <a:pt x="22136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318992" y="5150970"/>
              <a:ext cx="73405" cy="54673"/>
            </a:xfrm>
            <a:custGeom>
              <a:avLst/>
              <a:pathLst>
                <a:path w="73405" h="54673">
                  <a:moveTo>
                    <a:pt x="10275" y="54673"/>
                  </a:moveTo>
                  <a:lnTo>
                    <a:pt x="0" y="36890"/>
                  </a:lnTo>
                  <a:lnTo>
                    <a:pt x="62553" y="0"/>
                  </a:lnTo>
                  <a:lnTo>
                    <a:pt x="73405" y="1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553951" y="4938154"/>
              <a:ext cx="47880" cy="39773"/>
            </a:xfrm>
            <a:custGeom>
              <a:avLst/>
              <a:pathLst>
                <a:path w="47880" h="39773">
                  <a:moveTo>
                    <a:pt x="0" y="21700"/>
                  </a:moveTo>
                  <a:lnTo>
                    <a:pt x="37358" y="0"/>
                  </a:lnTo>
                  <a:lnTo>
                    <a:pt x="47880" y="18203"/>
                  </a:lnTo>
                  <a:lnTo>
                    <a:pt x="10489" y="39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305518" y="5091581"/>
              <a:ext cx="40308" cy="48842"/>
            </a:xfrm>
            <a:custGeom>
              <a:avLst/>
              <a:pathLst>
                <a:path w="40308" h="48842">
                  <a:moveTo>
                    <a:pt x="40308" y="2084"/>
                  </a:moveTo>
                  <a:lnTo>
                    <a:pt x="33516" y="19023"/>
                  </a:lnTo>
                  <a:lnTo>
                    <a:pt x="27558" y="39218"/>
                  </a:lnTo>
                  <a:lnTo>
                    <a:pt x="11530" y="48842"/>
                  </a:lnTo>
                  <a:lnTo>
                    <a:pt x="0" y="30346"/>
                  </a:lnTo>
                  <a:lnTo>
                    <a:pt x="10790" y="19995"/>
                  </a:lnTo>
                  <a:lnTo>
                    <a:pt x="24980" y="9237"/>
                  </a:lnTo>
                  <a:lnTo>
                    <a:pt x="402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306094" y="5126280"/>
              <a:ext cx="46090" cy="37209"/>
            </a:xfrm>
            <a:custGeom>
              <a:avLst/>
              <a:pathLst>
                <a:path w="46090" h="37209">
                  <a:moveTo>
                    <a:pt x="638" y="37209"/>
                  </a:moveTo>
                  <a:lnTo>
                    <a:pt x="0" y="34664"/>
                  </a:lnTo>
                  <a:lnTo>
                    <a:pt x="7924" y="18677"/>
                  </a:lnTo>
                  <a:lnTo>
                    <a:pt x="39599" y="0"/>
                  </a:lnTo>
                  <a:lnTo>
                    <a:pt x="46090" y="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375481" y="4990832"/>
              <a:ext cx="42432" cy="56772"/>
            </a:xfrm>
            <a:custGeom>
              <a:avLst/>
              <a:pathLst>
                <a:path w="42432" h="56772">
                  <a:moveTo>
                    <a:pt x="0" y="13024"/>
                  </a:moveTo>
                  <a:lnTo>
                    <a:pt x="16101" y="0"/>
                  </a:lnTo>
                  <a:lnTo>
                    <a:pt x="42432" y="46282"/>
                  </a:lnTo>
                  <a:lnTo>
                    <a:pt x="25495" y="56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466195" y="4997076"/>
              <a:ext cx="87483" cy="62796"/>
            </a:xfrm>
            <a:custGeom>
              <a:avLst/>
              <a:pathLst>
                <a:path w="87483" h="62796">
                  <a:moveTo>
                    <a:pt x="0" y="45688"/>
                  </a:moveTo>
                  <a:lnTo>
                    <a:pt x="77063" y="0"/>
                  </a:lnTo>
                  <a:lnTo>
                    <a:pt x="87483" y="18137"/>
                  </a:lnTo>
                  <a:lnTo>
                    <a:pt x="10214" y="62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193769" y="5224345"/>
              <a:ext cx="72384" cy="54001"/>
            </a:xfrm>
            <a:custGeom>
              <a:avLst/>
              <a:pathLst>
                <a:path w="72384" h="54001">
                  <a:moveTo>
                    <a:pt x="72384" y="16615"/>
                  </a:moveTo>
                  <a:lnTo>
                    <a:pt x="9653" y="54001"/>
                  </a:lnTo>
                  <a:lnTo>
                    <a:pt x="0" y="37293"/>
                  </a:lnTo>
                  <a:lnTo>
                    <a:pt x="61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080763" y="5236838"/>
              <a:ext cx="75143" cy="55739"/>
            </a:xfrm>
            <a:custGeom>
              <a:avLst/>
              <a:pathLst>
                <a:path w="75143" h="55739">
                  <a:moveTo>
                    <a:pt x="64704" y="0"/>
                  </a:moveTo>
                  <a:lnTo>
                    <a:pt x="75143" y="17419"/>
                  </a:lnTo>
                  <a:lnTo>
                    <a:pt x="10326" y="55739"/>
                  </a:lnTo>
                  <a:lnTo>
                    <a:pt x="0" y="37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595983" y="4924925"/>
              <a:ext cx="66094" cy="93611"/>
            </a:xfrm>
            <a:custGeom>
              <a:avLst/>
              <a:pathLst>
                <a:path w="66094" h="93611">
                  <a:moveTo>
                    <a:pt x="0" y="10781"/>
                  </a:moveTo>
                  <a:lnTo>
                    <a:pt x="18139" y="0"/>
                  </a:lnTo>
                  <a:lnTo>
                    <a:pt x="66094" y="82928"/>
                  </a:lnTo>
                  <a:lnTo>
                    <a:pt x="48086" y="93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393077" y="4977203"/>
              <a:ext cx="44555" cy="58282"/>
            </a:xfrm>
            <a:custGeom>
              <a:avLst/>
              <a:pathLst>
                <a:path w="44555" h="58282">
                  <a:moveTo>
                    <a:pt x="0" y="12223"/>
                  </a:moveTo>
                  <a:lnTo>
                    <a:pt x="16293" y="0"/>
                  </a:lnTo>
                  <a:lnTo>
                    <a:pt x="44555" y="48438"/>
                  </a:lnTo>
                  <a:lnTo>
                    <a:pt x="27635" y="58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566497" y="4971259"/>
              <a:ext cx="53670" cy="71854"/>
            </a:xfrm>
            <a:custGeom>
              <a:avLst/>
              <a:pathLst>
                <a:path w="53670" h="71854">
                  <a:moveTo>
                    <a:pt x="36528" y="71854"/>
                  </a:moveTo>
                  <a:lnTo>
                    <a:pt x="0" y="9773"/>
                  </a:lnTo>
                  <a:lnTo>
                    <a:pt x="17088" y="0"/>
                  </a:lnTo>
                  <a:lnTo>
                    <a:pt x="53670" y="61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591869" y="4969333"/>
              <a:ext cx="48376" cy="62528"/>
            </a:xfrm>
            <a:custGeom>
              <a:avLst/>
              <a:pathLst>
                <a:path w="48376" h="62528">
                  <a:moveTo>
                    <a:pt x="30220" y="62528"/>
                  </a:moveTo>
                  <a:lnTo>
                    <a:pt x="0" y="10586"/>
                  </a:lnTo>
                  <a:lnTo>
                    <a:pt x="17604" y="0"/>
                  </a:lnTo>
                  <a:lnTo>
                    <a:pt x="48376" y="51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546385" y="4982985"/>
              <a:ext cx="53380" cy="72259"/>
            </a:xfrm>
            <a:custGeom>
              <a:avLst/>
              <a:pathLst>
                <a:path w="53380" h="72259">
                  <a:moveTo>
                    <a:pt x="0" y="9362"/>
                  </a:moveTo>
                  <a:lnTo>
                    <a:pt x="16227" y="0"/>
                  </a:lnTo>
                  <a:lnTo>
                    <a:pt x="53380" y="62053"/>
                  </a:lnTo>
                  <a:lnTo>
                    <a:pt x="36094" y="72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404341" y="5026250"/>
              <a:ext cx="55741" cy="44277"/>
            </a:xfrm>
            <a:custGeom>
              <a:avLst/>
              <a:pathLst>
                <a:path w="55741" h="44277">
                  <a:moveTo>
                    <a:pt x="0" y="26976"/>
                  </a:moveTo>
                  <a:lnTo>
                    <a:pt x="45233" y="0"/>
                  </a:lnTo>
                  <a:lnTo>
                    <a:pt x="55741" y="17497"/>
                  </a:lnTo>
                  <a:lnTo>
                    <a:pt x="10271" y="44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490401" y="5031840"/>
              <a:ext cx="52017" cy="41480"/>
            </a:xfrm>
            <a:custGeom>
              <a:avLst/>
              <a:pathLst>
                <a:path w="52017" h="41480">
                  <a:moveTo>
                    <a:pt x="0" y="24666"/>
                  </a:moveTo>
                  <a:lnTo>
                    <a:pt x="42463" y="0"/>
                  </a:lnTo>
                  <a:lnTo>
                    <a:pt x="52017" y="16532"/>
                  </a:lnTo>
                  <a:lnTo>
                    <a:pt x="9753" y="41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321317" y="5029675"/>
              <a:ext cx="43449" cy="55401"/>
            </a:xfrm>
            <a:custGeom>
              <a:avLst/>
              <a:pathLst>
                <a:path w="43449" h="55401">
                  <a:moveTo>
                    <a:pt x="17255" y="0"/>
                  </a:moveTo>
                  <a:lnTo>
                    <a:pt x="43449" y="44398"/>
                  </a:lnTo>
                  <a:lnTo>
                    <a:pt x="25119" y="55401"/>
                  </a:lnTo>
                  <a:lnTo>
                    <a:pt x="0" y="1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151044" y="5222821"/>
              <a:ext cx="50428" cy="68108"/>
            </a:xfrm>
            <a:custGeom>
              <a:avLst/>
              <a:pathLst>
                <a:path w="50428" h="68108">
                  <a:moveTo>
                    <a:pt x="0" y="10350"/>
                  </a:moveTo>
                  <a:lnTo>
                    <a:pt x="17113" y="0"/>
                  </a:lnTo>
                  <a:lnTo>
                    <a:pt x="50428" y="57954"/>
                  </a:lnTo>
                  <a:lnTo>
                    <a:pt x="33458" y="68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193934" y="5205291"/>
              <a:ext cx="60279" cy="47067"/>
            </a:xfrm>
            <a:custGeom>
              <a:avLst/>
              <a:pathLst>
                <a:path w="60279" h="47067">
                  <a:moveTo>
                    <a:pt x="0" y="30412"/>
                  </a:moveTo>
                  <a:lnTo>
                    <a:pt x="49828" y="0"/>
                  </a:lnTo>
                  <a:lnTo>
                    <a:pt x="60279" y="16618"/>
                  </a:lnTo>
                  <a:lnTo>
                    <a:pt x="10006" y="4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182396" y="5236236"/>
              <a:ext cx="20541" cy="22989"/>
            </a:xfrm>
            <a:custGeom>
              <a:avLst/>
              <a:pathLst>
                <a:path w="20541" h="22989">
                  <a:moveTo>
                    <a:pt x="11289" y="22183"/>
                  </a:moveTo>
                  <a:lnTo>
                    <a:pt x="9995" y="22989"/>
                  </a:lnTo>
                  <a:lnTo>
                    <a:pt x="0" y="6384"/>
                  </a:lnTo>
                  <a:lnTo>
                    <a:pt x="1939" y="5224"/>
                  </a:lnTo>
                  <a:lnTo>
                    <a:pt x="10666" y="0"/>
                  </a:lnTo>
                  <a:lnTo>
                    <a:pt x="11880" y="2019"/>
                  </a:lnTo>
                  <a:lnTo>
                    <a:pt x="20541" y="16419"/>
                  </a:lnTo>
                  <a:lnTo>
                    <a:pt x="19094" y="17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586024" y="4959399"/>
              <a:ext cx="22564" cy="18538"/>
            </a:xfrm>
            <a:custGeom>
              <a:avLst/>
              <a:pathLst>
                <a:path w="22564" h="18538">
                  <a:moveTo>
                    <a:pt x="22564" y="8182"/>
                  </a:moveTo>
                  <a:lnTo>
                    <a:pt x="4922" y="18538"/>
                  </a:lnTo>
                  <a:lnTo>
                    <a:pt x="0" y="10436"/>
                  </a:lnTo>
                  <a:lnTo>
                    <a:pt x="6763" y="6465"/>
                  </a:lnTo>
                  <a:lnTo>
                    <a:pt x="15475" y="1350"/>
                  </a:lnTo>
                  <a:lnTo>
                    <a:pt x="177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534915" y="5018856"/>
              <a:ext cx="30083" cy="28516"/>
            </a:xfrm>
            <a:custGeom>
              <a:avLst/>
              <a:pathLst>
                <a:path w="30083" h="28516">
                  <a:moveTo>
                    <a:pt x="0" y="11754"/>
                  </a:moveTo>
                  <a:lnTo>
                    <a:pt x="20950" y="0"/>
                  </a:lnTo>
                  <a:lnTo>
                    <a:pt x="30083" y="16061"/>
                  </a:lnTo>
                  <a:lnTo>
                    <a:pt x="9048" y="2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092901" y="5289642"/>
              <a:ext cx="19033" cy="22198"/>
            </a:xfrm>
            <a:custGeom>
              <a:avLst/>
              <a:pathLst>
                <a:path w="19033" h="22198">
                  <a:moveTo>
                    <a:pt x="0" y="5426"/>
                  </a:moveTo>
                  <a:lnTo>
                    <a:pt x="9486" y="0"/>
                  </a:lnTo>
                  <a:lnTo>
                    <a:pt x="19033" y="16587"/>
                  </a:lnTo>
                  <a:lnTo>
                    <a:pt x="9616" y="22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169789" y="5182136"/>
              <a:ext cx="25878" cy="26247"/>
            </a:xfrm>
            <a:custGeom>
              <a:avLst/>
              <a:pathLst>
                <a:path w="25878" h="26247">
                  <a:moveTo>
                    <a:pt x="0" y="8748"/>
                  </a:moveTo>
                  <a:lnTo>
                    <a:pt x="14838" y="0"/>
                  </a:lnTo>
                  <a:lnTo>
                    <a:pt x="25878" y="17890"/>
                  </a:lnTo>
                  <a:lnTo>
                    <a:pt x="10973" y="26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491346" y="5039868"/>
              <a:ext cx="86900" cy="62989"/>
            </a:xfrm>
            <a:custGeom>
              <a:avLst/>
              <a:pathLst>
                <a:path w="86900" h="62989">
                  <a:moveTo>
                    <a:pt x="10073" y="62989"/>
                  </a:moveTo>
                  <a:lnTo>
                    <a:pt x="0" y="45462"/>
                  </a:lnTo>
                  <a:lnTo>
                    <a:pt x="75861" y="0"/>
                  </a:lnTo>
                  <a:lnTo>
                    <a:pt x="86900" y="17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416593" y="5046214"/>
              <a:ext cx="54409" cy="43962"/>
            </a:xfrm>
            <a:custGeom>
              <a:avLst/>
              <a:pathLst>
                <a:path w="54409" h="43962">
                  <a:moveTo>
                    <a:pt x="19106" y="37872"/>
                  </a:moveTo>
                  <a:lnTo>
                    <a:pt x="8878" y="43962"/>
                  </a:lnTo>
                  <a:lnTo>
                    <a:pt x="0" y="27867"/>
                  </a:lnTo>
                  <a:lnTo>
                    <a:pt x="9654" y="21884"/>
                  </a:lnTo>
                  <a:lnTo>
                    <a:pt x="44968" y="0"/>
                  </a:lnTo>
                  <a:lnTo>
                    <a:pt x="54409" y="16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126977" y="5196322"/>
              <a:ext cx="39320" cy="37229"/>
            </a:xfrm>
            <a:custGeom>
              <a:avLst/>
              <a:pathLst>
                <a:path w="39320" h="37229">
                  <a:moveTo>
                    <a:pt x="26354" y="0"/>
                  </a:moveTo>
                  <a:lnTo>
                    <a:pt x="38631" y="19657"/>
                  </a:lnTo>
                  <a:lnTo>
                    <a:pt x="39320" y="20761"/>
                  </a:lnTo>
                  <a:lnTo>
                    <a:pt x="37667" y="21751"/>
                  </a:lnTo>
                  <a:lnTo>
                    <a:pt x="13585" y="36180"/>
                  </a:lnTo>
                  <a:lnTo>
                    <a:pt x="11834" y="37229"/>
                  </a:lnTo>
                  <a:lnTo>
                    <a:pt x="10929" y="35689"/>
                  </a:lnTo>
                  <a:lnTo>
                    <a:pt x="0" y="17100"/>
                  </a:lnTo>
                  <a:lnTo>
                    <a:pt x="9674" y="8646"/>
                  </a:lnTo>
                  <a:lnTo>
                    <a:pt x="14005" y="4861"/>
                  </a:lnTo>
                  <a:lnTo>
                    <a:pt x="15564" y="59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67259" y="5200628"/>
              <a:ext cx="20644" cy="16284"/>
            </a:xfrm>
            <a:custGeom>
              <a:avLst/>
              <a:pathLst>
                <a:path w="20644" h="16284">
                  <a:moveTo>
                    <a:pt x="0" y="8142"/>
                  </a:moveTo>
                  <a:lnTo>
                    <a:pt x="3805" y="0"/>
                  </a:lnTo>
                  <a:lnTo>
                    <a:pt x="20644" y="7905"/>
                  </a:lnTo>
                  <a:lnTo>
                    <a:pt x="16953" y="16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2154" y="5322599"/>
              <a:ext cx="22142" cy="17228"/>
            </a:xfrm>
            <a:custGeom>
              <a:avLst/>
              <a:pathLst>
                <a:path w="22142" h="17228">
                  <a:moveTo>
                    <a:pt x="0" y="8260"/>
                  </a:moveTo>
                  <a:lnTo>
                    <a:pt x="4036" y="0"/>
                  </a:lnTo>
                  <a:lnTo>
                    <a:pt x="22142" y="8968"/>
                  </a:lnTo>
                  <a:lnTo>
                    <a:pt x="18337" y="172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4011" y="5167618"/>
              <a:ext cx="51370" cy="92982"/>
            </a:xfrm>
            <a:custGeom>
              <a:avLst/>
              <a:pathLst>
                <a:path w="51370" h="92982">
                  <a:moveTo>
                    <a:pt x="29611" y="0"/>
                  </a:moveTo>
                  <a:lnTo>
                    <a:pt x="51370" y="10033"/>
                  </a:lnTo>
                  <a:lnTo>
                    <a:pt x="20232" y="92982"/>
                  </a:lnTo>
                  <a:lnTo>
                    <a:pt x="0" y="837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0629" y="5228857"/>
              <a:ext cx="60641" cy="47994"/>
            </a:xfrm>
            <a:custGeom>
              <a:avLst/>
              <a:pathLst>
                <a:path w="60641" h="47994">
                  <a:moveTo>
                    <a:pt x="11752" y="0"/>
                  </a:moveTo>
                  <a:lnTo>
                    <a:pt x="60641" y="26461"/>
                  </a:lnTo>
                  <a:lnTo>
                    <a:pt x="49617" y="47994"/>
                  </a:lnTo>
                  <a:lnTo>
                    <a:pt x="0" y="2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22489" y="5082384"/>
              <a:ext cx="51040" cy="91334"/>
            </a:xfrm>
            <a:custGeom>
              <a:avLst/>
              <a:pathLst>
                <a:path w="51040" h="91334">
                  <a:moveTo>
                    <a:pt x="0" y="81157"/>
                  </a:moveTo>
                  <a:lnTo>
                    <a:pt x="31302" y="0"/>
                  </a:lnTo>
                  <a:lnTo>
                    <a:pt x="51040" y="9281"/>
                  </a:lnTo>
                  <a:lnTo>
                    <a:pt x="18456" y="9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235" y="5222112"/>
              <a:ext cx="33219" cy="52840"/>
            </a:xfrm>
            <a:custGeom>
              <a:avLst/>
              <a:pathLst>
                <a:path w="33219" h="52840">
                  <a:moveTo>
                    <a:pt x="0" y="49183"/>
                  </a:moveTo>
                  <a:lnTo>
                    <a:pt x="26368" y="0"/>
                  </a:lnTo>
                  <a:lnTo>
                    <a:pt x="33219" y="3848"/>
                  </a:lnTo>
                  <a:lnTo>
                    <a:pt x="5818" y="52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46297" y="5095648"/>
              <a:ext cx="51164" cy="92120"/>
            </a:xfrm>
            <a:custGeom>
              <a:avLst/>
              <a:pathLst>
                <a:path w="51164" h="92120">
                  <a:moveTo>
                    <a:pt x="0" y="81653"/>
                  </a:moveTo>
                  <a:lnTo>
                    <a:pt x="31725" y="0"/>
                  </a:lnTo>
                  <a:lnTo>
                    <a:pt x="51164" y="9447"/>
                  </a:lnTo>
                  <a:lnTo>
                    <a:pt x="17990" y="9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71034" y="5105341"/>
              <a:ext cx="52903" cy="94859"/>
            </a:xfrm>
            <a:custGeom>
              <a:avLst/>
              <a:pathLst>
                <a:path w="52903" h="94859">
                  <a:moveTo>
                    <a:pt x="0" y="84464"/>
                  </a:moveTo>
                  <a:lnTo>
                    <a:pt x="31715" y="0"/>
                  </a:lnTo>
                  <a:lnTo>
                    <a:pt x="52903" y="9725"/>
                  </a:lnTo>
                  <a:lnTo>
                    <a:pt x="20004" y="94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232" y="5180892"/>
              <a:ext cx="71375" cy="52616"/>
            </a:xfrm>
            <a:custGeom>
              <a:avLst/>
              <a:pathLst>
                <a:path w="71375" h="52616">
                  <a:moveTo>
                    <a:pt x="6463" y="0"/>
                  </a:moveTo>
                  <a:lnTo>
                    <a:pt x="71375" y="32489"/>
                  </a:lnTo>
                  <a:lnTo>
                    <a:pt x="59573" y="52616"/>
                  </a:lnTo>
                  <a:lnTo>
                    <a:pt x="0" y="21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95940" y="5119965"/>
              <a:ext cx="49591" cy="93884"/>
            </a:xfrm>
            <a:custGeom>
              <a:avLst/>
              <a:pathLst>
                <a:path w="49591" h="93884">
                  <a:moveTo>
                    <a:pt x="0" y="84578"/>
                  </a:moveTo>
                  <a:lnTo>
                    <a:pt x="32019" y="0"/>
                  </a:lnTo>
                  <a:lnTo>
                    <a:pt x="49591" y="10399"/>
                  </a:lnTo>
                  <a:lnTo>
                    <a:pt x="19327" y="93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20857" y="5132826"/>
              <a:ext cx="53097" cy="94220"/>
            </a:xfrm>
            <a:custGeom>
              <a:avLst/>
              <a:pathLst>
                <a:path w="53097" h="94220">
                  <a:moveTo>
                    <a:pt x="0" y="83930"/>
                  </a:moveTo>
                  <a:lnTo>
                    <a:pt x="32457" y="0"/>
                  </a:lnTo>
                  <a:lnTo>
                    <a:pt x="53097" y="7790"/>
                  </a:lnTo>
                  <a:lnTo>
                    <a:pt x="19599" y="94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50828" y="4822121"/>
              <a:ext cx="36640" cy="59627"/>
            </a:xfrm>
            <a:custGeom>
              <a:avLst/>
              <a:pathLst>
                <a:path w="36640" h="59627">
                  <a:moveTo>
                    <a:pt x="25819" y="33155"/>
                  </a:moveTo>
                  <a:lnTo>
                    <a:pt x="11876" y="59627"/>
                  </a:lnTo>
                  <a:lnTo>
                    <a:pt x="5092" y="55581"/>
                  </a:lnTo>
                  <a:lnTo>
                    <a:pt x="6972" y="51461"/>
                  </a:lnTo>
                  <a:lnTo>
                    <a:pt x="0" y="47735"/>
                  </a:lnTo>
                  <a:lnTo>
                    <a:pt x="11118" y="26447"/>
                  </a:lnTo>
                  <a:lnTo>
                    <a:pt x="12347" y="20325"/>
                  </a:lnTo>
                  <a:lnTo>
                    <a:pt x="13972" y="16867"/>
                  </a:lnTo>
                  <a:lnTo>
                    <a:pt x="13009" y="16460"/>
                  </a:lnTo>
                  <a:lnTo>
                    <a:pt x="11801" y="15949"/>
                  </a:lnTo>
                  <a:lnTo>
                    <a:pt x="20195" y="0"/>
                  </a:lnTo>
                  <a:lnTo>
                    <a:pt x="21577" y="683"/>
                  </a:lnTo>
                  <a:lnTo>
                    <a:pt x="36640" y="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59066" y="5216577"/>
              <a:ext cx="68474" cy="94343"/>
            </a:xfrm>
            <a:custGeom>
              <a:avLst/>
              <a:pathLst>
                <a:path w="68474" h="94343">
                  <a:moveTo>
                    <a:pt x="0" y="84597"/>
                  </a:moveTo>
                  <a:lnTo>
                    <a:pt x="50010" y="0"/>
                  </a:lnTo>
                  <a:lnTo>
                    <a:pt x="68474" y="10329"/>
                  </a:lnTo>
                  <a:lnTo>
                    <a:pt x="18844" y="94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7016" y="5149416"/>
              <a:ext cx="61808" cy="97296"/>
            </a:xfrm>
            <a:custGeom>
              <a:avLst/>
              <a:pathLst>
                <a:path w="61808" h="97296">
                  <a:moveTo>
                    <a:pt x="29436" y="0"/>
                  </a:moveTo>
                  <a:lnTo>
                    <a:pt x="61808" y="15181"/>
                  </a:lnTo>
                  <a:lnTo>
                    <a:pt x="31797" y="97296"/>
                  </a:lnTo>
                  <a:lnTo>
                    <a:pt x="0" y="7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34640" y="5307858"/>
              <a:ext cx="42713" cy="52125"/>
            </a:xfrm>
            <a:custGeom>
              <a:avLst/>
              <a:pathLst>
                <a:path w="42713" h="52125">
                  <a:moveTo>
                    <a:pt x="21880" y="52125"/>
                  </a:moveTo>
                  <a:lnTo>
                    <a:pt x="0" y="39562"/>
                  </a:lnTo>
                  <a:lnTo>
                    <a:pt x="22930" y="0"/>
                  </a:lnTo>
                  <a:lnTo>
                    <a:pt x="42713" y="10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96109" y="4826528"/>
              <a:ext cx="18244" cy="13457"/>
            </a:xfrm>
            <a:custGeom>
              <a:avLst/>
              <a:pathLst>
                <a:path w="18244" h="13457">
                  <a:moveTo>
                    <a:pt x="0" y="5248"/>
                  </a:moveTo>
                  <a:lnTo>
                    <a:pt x="2501" y="0"/>
                  </a:lnTo>
                  <a:lnTo>
                    <a:pt x="18244" y="8331"/>
                  </a:lnTo>
                  <a:lnTo>
                    <a:pt x="16046" y="13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86536" y="4834827"/>
              <a:ext cx="24412" cy="24918"/>
            </a:xfrm>
            <a:custGeom>
              <a:avLst/>
              <a:pathLst>
                <a:path w="24412" h="24918">
                  <a:moveTo>
                    <a:pt x="0" y="16548"/>
                  </a:moveTo>
                  <a:lnTo>
                    <a:pt x="8278" y="0"/>
                  </a:lnTo>
                  <a:lnTo>
                    <a:pt x="24412" y="7578"/>
                  </a:lnTo>
                  <a:lnTo>
                    <a:pt x="16181" y="24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63123" y="4845621"/>
              <a:ext cx="123221" cy="121077"/>
            </a:xfrm>
            <a:custGeom>
              <a:avLst/>
              <a:pathLst>
                <a:path w="123221" h="121077">
                  <a:moveTo>
                    <a:pt x="38807" y="22741"/>
                  </a:moveTo>
                  <a:lnTo>
                    <a:pt x="40474" y="23418"/>
                  </a:lnTo>
                  <a:lnTo>
                    <a:pt x="42291" y="24581"/>
                  </a:lnTo>
                  <a:lnTo>
                    <a:pt x="47743" y="11987"/>
                  </a:lnTo>
                  <a:lnTo>
                    <a:pt x="44434" y="9874"/>
                  </a:lnTo>
                  <a:lnTo>
                    <a:pt x="49226" y="0"/>
                  </a:lnTo>
                  <a:lnTo>
                    <a:pt x="121318" y="38065"/>
                  </a:lnTo>
                  <a:lnTo>
                    <a:pt x="122095" y="38501"/>
                  </a:lnTo>
                  <a:lnTo>
                    <a:pt x="123221" y="39134"/>
                  </a:lnTo>
                  <a:lnTo>
                    <a:pt x="123081" y="39457"/>
                  </a:lnTo>
                  <a:lnTo>
                    <a:pt x="108175" y="67224"/>
                  </a:lnTo>
                  <a:lnTo>
                    <a:pt x="106545" y="70588"/>
                  </a:lnTo>
                  <a:lnTo>
                    <a:pt x="104957" y="73613"/>
                  </a:lnTo>
                  <a:lnTo>
                    <a:pt x="80955" y="119335"/>
                  </a:lnTo>
                  <a:lnTo>
                    <a:pt x="76151" y="121077"/>
                  </a:lnTo>
                  <a:lnTo>
                    <a:pt x="19814" y="92209"/>
                  </a:lnTo>
                  <a:lnTo>
                    <a:pt x="18050" y="95549"/>
                  </a:lnTo>
                  <a:lnTo>
                    <a:pt x="15033" y="101761"/>
                  </a:lnTo>
                  <a:lnTo>
                    <a:pt x="0" y="94290"/>
                  </a:lnTo>
                  <a:lnTo>
                    <a:pt x="5473" y="85518"/>
                  </a:lnTo>
                  <a:lnTo>
                    <a:pt x="6555" y="83182"/>
                  </a:lnTo>
                  <a:lnTo>
                    <a:pt x="10676" y="85482"/>
                  </a:lnTo>
                  <a:lnTo>
                    <a:pt x="14131" y="77971"/>
                  </a:lnTo>
                  <a:lnTo>
                    <a:pt x="18181" y="70756"/>
                  </a:lnTo>
                  <a:lnTo>
                    <a:pt x="15381" y="69567"/>
                  </a:lnTo>
                  <a:lnTo>
                    <a:pt x="21127" y="57764"/>
                  </a:lnTo>
                  <a:lnTo>
                    <a:pt x="25288" y="59893"/>
                  </a:lnTo>
                  <a:lnTo>
                    <a:pt x="29227" y="52909"/>
                  </a:lnTo>
                  <a:lnTo>
                    <a:pt x="33719" y="44942"/>
                  </a:lnTo>
                  <a:lnTo>
                    <a:pt x="29223" y="42067"/>
                  </a:lnTo>
                  <a:lnTo>
                    <a:pt x="32935" y="34686"/>
                  </a:lnTo>
                  <a:lnTo>
                    <a:pt x="37445" y="25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51466" y="4889406"/>
              <a:ext cx="30992" cy="37443"/>
            </a:xfrm>
            <a:custGeom>
              <a:avLst/>
              <a:pathLst>
                <a:path w="30992" h="37443">
                  <a:moveTo>
                    <a:pt x="0" y="29327"/>
                  </a:moveTo>
                  <a:lnTo>
                    <a:pt x="15736" y="0"/>
                  </a:lnTo>
                  <a:lnTo>
                    <a:pt x="30992" y="8404"/>
                  </a:lnTo>
                  <a:lnTo>
                    <a:pt x="15818" y="3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61459" y="5283557"/>
              <a:ext cx="59101" cy="45469"/>
            </a:xfrm>
            <a:custGeom>
              <a:avLst/>
              <a:pathLst>
                <a:path w="59101" h="45469">
                  <a:moveTo>
                    <a:pt x="0" y="19133"/>
                  </a:moveTo>
                  <a:lnTo>
                    <a:pt x="10409" y="0"/>
                  </a:lnTo>
                  <a:lnTo>
                    <a:pt x="59101" y="25642"/>
                  </a:lnTo>
                  <a:lnTo>
                    <a:pt x="48744" y="45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11583" y="5297464"/>
              <a:ext cx="209236" cy="174160"/>
            </a:xfrm>
            <a:custGeom>
              <a:avLst/>
              <a:pathLst>
                <a:path w="209236" h="174160">
                  <a:moveTo>
                    <a:pt x="0" y="86437"/>
                  </a:moveTo>
                  <a:lnTo>
                    <a:pt x="46605" y="0"/>
                  </a:lnTo>
                  <a:lnTo>
                    <a:pt x="169447" y="63579"/>
                  </a:lnTo>
                  <a:lnTo>
                    <a:pt x="174365" y="54954"/>
                  </a:lnTo>
                  <a:lnTo>
                    <a:pt x="209236" y="74021"/>
                  </a:lnTo>
                  <a:lnTo>
                    <a:pt x="155186" y="174160"/>
                  </a:lnTo>
                  <a:lnTo>
                    <a:pt x="130589" y="159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1943" y="5255689"/>
              <a:ext cx="57439" cy="69473"/>
            </a:xfrm>
            <a:custGeom>
              <a:avLst/>
              <a:pathLst>
                <a:path w="57439" h="69473">
                  <a:moveTo>
                    <a:pt x="36309" y="0"/>
                  </a:moveTo>
                  <a:lnTo>
                    <a:pt x="57439" y="11750"/>
                  </a:lnTo>
                  <a:lnTo>
                    <a:pt x="23267" y="69473"/>
                  </a:lnTo>
                  <a:lnTo>
                    <a:pt x="0" y="5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69692" y="4855212"/>
              <a:ext cx="29865" cy="37365"/>
            </a:xfrm>
            <a:custGeom>
              <a:avLst/>
              <a:pathLst>
                <a:path w="29865" h="37365">
                  <a:moveTo>
                    <a:pt x="0" y="27167"/>
                  </a:moveTo>
                  <a:lnTo>
                    <a:pt x="13056" y="0"/>
                  </a:lnTo>
                  <a:lnTo>
                    <a:pt x="29865" y="8487"/>
                  </a:lnTo>
                  <a:lnTo>
                    <a:pt x="15969" y="37365"/>
                  </a:lnTo>
                  <a:lnTo>
                    <a:pt x="10815" y="34955"/>
                  </a:lnTo>
                  <a:lnTo>
                    <a:pt x="3195" y="31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75154" y="5258203"/>
              <a:ext cx="57100" cy="45083"/>
            </a:xfrm>
            <a:custGeom>
              <a:avLst/>
              <a:pathLst>
                <a:path w="57100" h="45083">
                  <a:moveTo>
                    <a:pt x="9891" y="0"/>
                  </a:moveTo>
                  <a:lnTo>
                    <a:pt x="57100" y="25761"/>
                  </a:lnTo>
                  <a:lnTo>
                    <a:pt x="46759" y="45083"/>
                  </a:lnTo>
                  <a:lnTo>
                    <a:pt x="0" y="197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8782" y="5208476"/>
              <a:ext cx="44526" cy="63139"/>
            </a:xfrm>
            <a:custGeom>
              <a:avLst/>
              <a:pathLst>
                <a:path w="44526" h="63139">
                  <a:moveTo>
                    <a:pt x="3562" y="45322"/>
                  </a:moveTo>
                  <a:lnTo>
                    <a:pt x="5080" y="41834"/>
                  </a:lnTo>
                  <a:lnTo>
                    <a:pt x="21131" y="0"/>
                  </a:lnTo>
                  <a:lnTo>
                    <a:pt x="22890" y="915"/>
                  </a:lnTo>
                  <a:lnTo>
                    <a:pt x="25923" y="2493"/>
                  </a:lnTo>
                  <a:lnTo>
                    <a:pt x="44526" y="12209"/>
                  </a:lnTo>
                  <a:lnTo>
                    <a:pt x="19531" y="58858"/>
                  </a:lnTo>
                  <a:lnTo>
                    <a:pt x="17310" y="63139"/>
                  </a:lnTo>
                  <a:lnTo>
                    <a:pt x="10507" y="59523"/>
                  </a:lnTo>
                  <a:lnTo>
                    <a:pt x="2293" y="55157"/>
                  </a:lnTo>
                  <a:lnTo>
                    <a:pt x="0" y="53938"/>
                  </a:lnTo>
                  <a:lnTo>
                    <a:pt x="1773" y="49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7686" y="5229672"/>
              <a:ext cx="51293" cy="64963"/>
            </a:xfrm>
            <a:custGeom>
              <a:avLst/>
              <a:pathLst>
                <a:path w="51293" h="64963">
                  <a:moveTo>
                    <a:pt x="0" y="53344"/>
                  </a:moveTo>
                  <a:lnTo>
                    <a:pt x="31808" y="0"/>
                  </a:lnTo>
                  <a:lnTo>
                    <a:pt x="51293" y="9263"/>
                  </a:lnTo>
                  <a:lnTo>
                    <a:pt x="17870" y="6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2765" y="5269970"/>
              <a:ext cx="52901" cy="70535"/>
            </a:xfrm>
            <a:custGeom>
              <a:avLst/>
              <a:pathLst>
                <a:path w="52901" h="70535">
                  <a:moveTo>
                    <a:pt x="0" y="59722"/>
                  </a:moveTo>
                  <a:lnTo>
                    <a:pt x="31424" y="0"/>
                  </a:lnTo>
                  <a:lnTo>
                    <a:pt x="52901" y="9417"/>
                  </a:lnTo>
                  <a:lnTo>
                    <a:pt x="17680" y="70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340881" y="4875566"/>
              <a:ext cx="411046" cy="293110"/>
            </a:xfrm>
            <a:custGeom>
              <a:avLst/>
              <a:pathLst>
                <a:path w="411046" h="293110">
                  <a:moveTo>
                    <a:pt x="161506" y="188102"/>
                  </a:moveTo>
                  <a:lnTo>
                    <a:pt x="15318" y="118336"/>
                  </a:lnTo>
                  <a:lnTo>
                    <a:pt x="23005" y="103631"/>
                  </a:lnTo>
                  <a:lnTo>
                    <a:pt x="19118" y="101215"/>
                  </a:lnTo>
                  <a:lnTo>
                    <a:pt x="11491" y="116709"/>
                  </a:lnTo>
                  <a:lnTo>
                    <a:pt x="0" y="111068"/>
                  </a:lnTo>
                  <a:lnTo>
                    <a:pt x="15314" y="84042"/>
                  </a:lnTo>
                  <a:lnTo>
                    <a:pt x="18350" y="85773"/>
                  </a:lnTo>
                  <a:lnTo>
                    <a:pt x="41729" y="97339"/>
                  </a:lnTo>
                  <a:lnTo>
                    <a:pt x="43486" y="93893"/>
                  </a:lnTo>
                  <a:lnTo>
                    <a:pt x="27238" y="85245"/>
                  </a:lnTo>
                  <a:lnTo>
                    <a:pt x="19791" y="80942"/>
                  </a:lnTo>
                  <a:lnTo>
                    <a:pt x="17317" y="79513"/>
                  </a:lnTo>
                  <a:lnTo>
                    <a:pt x="60543" y="0"/>
                  </a:lnTo>
                  <a:lnTo>
                    <a:pt x="89880" y="15871"/>
                  </a:lnTo>
                  <a:lnTo>
                    <a:pt x="84899" y="25603"/>
                  </a:lnTo>
                  <a:lnTo>
                    <a:pt x="89206" y="27601"/>
                  </a:lnTo>
                  <a:lnTo>
                    <a:pt x="199529" y="84875"/>
                  </a:lnTo>
                  <a:lnTo>
                    <a:pt x="281808" y="127658"/>
                  </a:lnTo>
                  <a:lnTo>
                    <a:pt x="323341" y="150947"/>
                  </a:lnTo>
                  <a:lnTo>
                    <a:pt x="310829" y="173676"/>
                  </a:lnTo>
                  <a:lnTo>
                    <a:pt x="320163" y="178448"/>
                  </a:lnTo>
                  <a:lnTo>
                    <a:pt x="338983" y="188071"/>
                  </a:lnTo>
                  <a:lnTo>
                    <a:pt x="356527" y="196722"/>
                  </a:lnTo>
                  <a:lnTo>
                    <a:pt x="366701" y="176565"/>
                  </a:lnTo>
                  <a:lnTo>
                    <a:pt x="411046" y="199954"/>
                  </a:lnTo>
                  <a:lnTo>
                    <a:pt x="378842" y="262230"/>
                  </a:lnTo>
                  <a:lnTo>
                    <a:pt x="361982" y="293110"/>
                  </a:lnTo>
                  <a:lnTo>
                    <a:pt x="242908" y="231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68929" y="5029607"/>
              <a:ext cx="32743" cy="22733"/>
            </a:xfrm>
            <a:custGeom>
              <a:avLst/>
              <a:pathLst>
                <a:path w="32743" h="22733">
                  <a:moveTo>
                    <a:pt x="0" y="8472"/>
                  </a:moveTo>
                  <a:lnTo>
                    <a:pt x="42" y="0"/>
                  </a:lnTo>
                  <a:lnTo>
                    <a:pt x="32743" y="15949"/>
                  </a:lnTo>
                  <a:lnTo>
                    <a:pt x="29224" y="2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66422" y="5321939"/>
              <a:ext cx="40015" cy="48763"/>
            </a:xfrm>
            <a:custGeom>
              <a:avLst/>
              <a:pathLst>
                <a:path w="40015" h="48763">
                  <a:moveTo>
                    <a:pt x="0" y="38642"/>
                  </a:moveTo>
                  <a:lnTo>
                    <a:pt x="19333" y="0"/>
                  </a:lnTo>
                  <a:lnTo>
                    <a:pt x="40015" y="11040"/>
                  </a:lnTo>
                  <a:lnTo>
                    <a:pt x="19333" y="48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091017" y="5284619"/>
              <a:ext cx="64076" cy="98080"/>
            </a:xfrm>
            <a:custGeom>
              <a:avLst/>
              <a:pathLst>
                <a:path w="64076" h="98080">
                  <a:moveTo>
                    <a:pt x="0" y="88419"/>
                  </a:moveTo>
                  <a:lnTo>
                    <a:pt x="48789" y="0"/>
                  </a:lnTo>
                  <a:lnTo>
                    <a:pt x="64076" y="7820"/>
                  </a:lnTo>
                  <a:lnTo>
                    <a:pt x="14387" y="98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238481" y="4879007"/>
              <a:ext cx="22288" cy="22179"/>
            </a:xfrm>
            <a:custGeom>
              <a:avLst/>
              <a:pathLst>
                <a:path w="22288" h="22179">
                  <a:moveTo>
                    <a:pt x="0" y="13925"/>
                  </a:moveTo>
                  <a:lnTo>
                    <a:pt x="7471" y="0"/>
                  </a:lnTo>
                  <a:lnTo>
                    <a:pt x="22288" y="7662"/>
                  </a:lnTo>
                  <a:lnTo>
                    <a:pt x="14225" y="22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242275" y="4919929"/>
              <a:ext cx="23124" cy="22923"/>
            </a:xfrm>
            <a:custGeom>
              <a:avLst/>
              <a:pathLst>
                <a:path w="23124" h="22923">
                  <a:moveTo>
                    <a:pt x="0" y="14663"/>
                  </a:moveTo>
                  <a:lnTo>
                    <a:pt x="7868" y="0"/>
                  </a:lnTo>
                  <a:lnTo>
                    <a:pt x="23124" y="8404"/>
                  </a:lnTo>
                  <a:lnTo>
                    <a:pt x="15537" y="22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801668" y="4730010"/>
              <a:ext cx="281868" cy="160666"/>
            </a:xfrm>
            <a:custGeom>
              <a:avLst/>
              <a:pathLst>
                <a:path w="281868" h="160666">
                  <a:moveTo>
                    <a:pt x="278214" y="146658"/>
                  </a:moveTo>
                  <a:lnTo>
                    <a:pt x="272099" y="160666"/>
                  </a:lnTo>
                  <a:lnTo>
                    <a:pt x="192012" y="120644"/>
                  </a:lnTo>
                  <a:lnTo>
                    <a:pt x="0" y="25173"/>
                  </a:lnTo>
                  <a:lnTo>
                    <a:pt x="7821" y="6925"/>
                  </a:lnTo>
                  <a:lnTo>
                    <a:pt x="10790" y="0"/>
                  </a:lnTo>
                  <a:lnTo>
                    <a:pt x="123690" y="57949"/>
                  </a:lnTo>
                  <a:lnTo>
                    <a:pt x="281868" y="138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931170" y="4758714"/>
              <a:ext cx="28937" cy="34064"/>
            </a:xfrm>
            <a:custGeom>
              <a:avLst/>
              <a:pathLst>
                <a:path w="28937" h="34064">
                  <a:moveTo>
                    <a:pt x="0" y="25381"/>
                  </a:moveTo>
                  <a:lnTo>
                    <a:pt x="11089" y="920"/>
                  </a:lnTo>
                  <a:lnTo>
                    <a:pt x="13787" y="0"/>
                  </a:lnTo>
                  <a:lnTo>
                    <a:pt x="24802" y="5290"/>
                  </a:lnTo>
                  <a:lnTo>
                    <a:pt x="28937" y="7092"/>
                  </a:lnTo>
                  <a:lnTo>
                    <a:pt x="28175" y="9200"/>
                  </a:lnTo>
                  <a:lnTo>
                    <a:pt x="16911" y="3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192388" y="4071769"/>
              <a:ext cx="90255" cy="97482"/>
            </a:xfrm>
            <a:custGeom>
              <a:avLst/>
              <a:pathLst>
                <a:path w="90255" h="97482">
                  <a:moveTo>
                    <a:pt x="0" y="20889"/>
                  </a:moveTo>
                  <a:lnTo>
                    <a:pt x="6362" y="9577"/>
                  </a:lnTo>
                  <a:lnTo>
                    <a:pt x="18677" y="0"/>
                  </a:lnTo>
                  <a:lnTo>
                    <a:pt x="78861" y="69344"/>
                  </a:lnTo>
                  <a:lnTo>
                    <a:pt x="84360" y="76172"/>
                  </a:lnTo>
                  <a:lnTo>
                    <a:pt x="88600" y="81573"/>
                  </a:lnTo>
                  <a:lnTo>
                    <a:pt x="90255" y="83681"/>
                  </a:lnTo>
                  <a:lnTo>
                    <a:pt x="75165" y="97482"/>
                  </a:lnTo>
                  <a:lnTo>
                    <a:pt x="73905" y="96197"/>
                  </a:lnTo>
                  <a:lnTo>
                    <a:pt x="28507" y="499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77052" y="4729358"/>
              <a:ext cx="37542" cy="38182"/>
            </a:xfrm>
            <a:custGeom>
              <a:avLst/>
              <a:pathLst>
                <a:path w="37542" h="38182">
                  <a:moveTo>
                    <a:pt x="0" y="25071"/>
                  </a:moveTo>
                  <a:lnTo>
                    <a:pt x="12139" y="0"/>
                  </a:lnTo>
                  <a:lnTo>
                    <a:pt x="37542" y="12650"/>
                  </a:lnTo>
                  <a:lnTo>
                    <a:pt x="25627" y="38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816746" y="4699298"/>
              <a:ext cx="35127" cy="36886"/>
            </a:xfrm>
            <a:custGeom>
              <a:avLst/>
              <a:pathLst>
                <a:path w="35127" h="36886">
                  <a:moveTo>
                    <a:pt x="6118" y="28462"/>
                  </a:moveTo>
                  <a:lnTo>
                    <a:pt x="0" y="25153"/>
                  </a:lnTo>
                  <a:lnTo>
                    <a:pt x="1806" y="22211"/>
                  </a:lnTo>
                  <a:lnTo>
                    <a:pt x="4118" y="18446"/>
                  </a:lnTo>
                  <a:lnTo>
                    <a:pt x="6519" y="14572"/>
                  </a:lnTo>
                  <a:lnTo>
                    <a:pt x="15525" y="0"/>
                  </a:lnTo>
                  <a:lnTo>
                    <a:pt x="35127" y="10220"/>
                  </a:lnTo>
                  <a:lnTo>
                    <a:pt x="22325" y="34773"/>
                  </a:lnTo>
                  <a:lnTo>
                    <a:pt x="21316" y="36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843800" y="4712747"/>
              <a:ext cx="39507" cy="40149"/>
            </a:xfrm>
            <a:custGeom>
              <a:avLst/>
              <a:pathLst>
                <a:path w="39507" h="40149">
                  <a:moveTo>
                    <a:pt x="23824" y="5414"/>
                  </a:moveTo>
                  <a:lnTo>
                    <a:pt x="37662" y="12654"/>
                  </a:lnTo>
                  <a:lnTo>
                    <a:pt x="35009" y="17611"/>
                  </a:lnTo>
                  <a:lnTo>
                    <a:pt x="39507" y="20089"/>
                  </a:lnTo>
                  <a:lnTo>
                    <a:pt x="29242" y="40149"/>
                  </a:lnTo>
                  <a:lnTo>
                    <a:pt x="8847" y="29765"/>
                  </a:lnTo>
                  <a:lnTo>
                    <a:pt x="5182" y="27797"/>
                  </a:lnTo>
                  <a:lnTo>
                    <a:pt x="0" y="25014"/>
                  </a:lnTo>
                  <a:lnTo>
                    <a:pt x="137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2033889" y="4261978"/>
              <a:ext cx="381067" cy="275456"/>
            </a:xfrm>
            <a:custGeom>
              <a:avLst/>
              <a:pathLst>
                <a:path w="381067" h="275456">
                  <a:moveTo>
                    <a:pt x="1766" y="120280"/>
                  </a:moveTo>
                  <a:lnTo>
                    <a:pt x="0" y="116441"/>
                  </a:lnTo>
                  <a:lnTo>
                    <a:pt x="33734" y="58924"/>
                  </a:lnTo>
                  <a:lnTo>
                    <a:pt x="66248" y="0"/>
                  </a:lnTo>
                  <a:lnTo>
                    <a:pt x="215466" y="68248"/>
                  </a:lnTo>
                  <a:lnTo>
                    <a:pt x="262320" y="87524"/>
                  </a:lnTo>
                  <a:lnTo>
                    <a:pt x="346506" y="126799"/>
                  </a:lnTo>
                  <a:lnTo>
                    <a:pt x="381067" y="141858"/>
                  </a:lnTo>
                  <a:lnTo>
                    <a:pt x="328883" y="242633"/>
                  </a:lnTo>
                  <a:lnTo>
                    <a:pt x="311435" y="275456"/>
                  </a:lnTo>
                  <a:lnTo>
                    <a:pt x="269333" y="258316"/>
                  </a:lnTo>
                  <a:lnTo>
                    <a:pt x="168752" y="211263"/>
                  </a:lnTo>
                  <a:lnTo>
                    <a:pt x="164541" y="208925"/>
                  </a:lnTo>
                  <a:lnTo>
                    <a:pt x="159217" y="205720"/>
                  </a:lnTo>
                  <a:lnTo>
                    <a:pt x="144634" y="194819"/>
                  </a:lnTo>
                  <a:lnTo>
                    <a:pt x="136373" y="190219"/>
                  </a:lnTo>
                  <a:lnTo>
                    <a:pt x="128781" y="186311"/>
                  </a:lnTo>
                  <a:lnTo>
                    <a:pt x="132944" y="179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385196" y="4269135"/>
              <a:ext cx="15181" cy="17035"/>
            </a:xfrm>
            <a:custGeom>
              <a:avLst/>
              <a:pathLst>
                <a:path w="15181" h="17035">
                  <a:moveTo>
                    <a:pt x="0" y="12258"/>
                  </a:moveTo>
                  <a:lnTo>
                    <a:pt x="3413" y="8936"/>
                  </a:lnTo>
                  <a:lnTo>
                    <a:pt x="2409" y="7887"/>
                  </a:lnTo>
                  <a:lnTo>
                    <a:pt x="9854" y="0"/>
                  </a:lnTo>
                  <a:lnTo>
                    <a:pt x="15181" y="4830"/>
                  </a:lnTo>
                  <a:lnTo>
                    <a:pt x="4037" y="17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85057" y="4786315"/>
              <a:ext cx="41119" cy="38962"/>
            </a:xfrm>
            <a:custGeom>
              <a:avLst/>
              <a:pathLst>
                <a:path w="41119" h="38962">
                  <a:moveTo>
                    <a:pt x="0" y="23662"/>
                  </a:moveTo>
                  <a:lnTo>
                    <a:pt x="11746" y="0"/>
                  </a:lnTo>
                  <a:lnTo>
                    <a:pt x="41119" y="15360"/>
                  </a:lnTo>
                  <a:lnTo>
                    <a:pt x="29052" y="38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3019429" y="4805982"/>
              <a:ext cx="35261" cy="28344"/>
            </a:xfrm>
            <a:custGeom>
              <a:avLst/>
              <a:pathLst>
                <a:path w="35261" h="28344">
                  <a:moveTo>
                    <a:pt x="0" y="20858"/>
                  </a:moveTo>
                  <a:lnTo>
                    <a:pt x="7469" y="5175"/>
                  </a:lnTo>
                  <a:lnTo>
                    <a:pt x="11190" y="6505"/>
                  </a:lnTo>
                  <a:lnTo>
                    <a:pt x="13904" y="0"/>
                  </a:lnTo>
                  <a:lnTo>
                    <a:pt x="31664" y="9660"/>
                  </a:lnTo>
                  <a:lnTo>
                    <a:pt x="30090" y="13570"/>
                  </a:lnTo>
                  <a:lnTo>
                    <a:pt x="35261" y="16791"/>
                  </a:lnTo>
                  <a:lnTo>
                    <a:pt x="33542" y="20721"/>
                  </a:lnTo>
                  <a:lnTo>
                    <a:pt x="15413" y="28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3055266" y="4820419"/>
              <a:ext cx="25021" cy="25265"/>
            </a:xfrm>
            <a:custGeom>
              <a:avLst/>
              <a:pathLst>
                <a:path w="25021" h="25265">
                  <a:moveTo>
                    <a:pt x="0" y="16536"/>
                  </a:moveTo>
                  <a:lnTo>
                    <a:pt x="8386" y="0"/>
                  </a:lnTo>
                  <a:lnTo>
                    <a:pt x="25021" y="8614"/>
                  </a:lnTo>
                  <a:lnTo>
                    <a:pt x="16110" y="25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74597" y="4831514"/>
              <a:ext cx="34473" cy="31670"/>
            </a:xfrm>
            <a:custGeom>
              <a:avLst/>
              <a:pathLst>
                <a:path w="34473" h="31670">
                  <a:moveTo>
                    <a:pt x="0" y="19443"/>
                  </a:moveTo>
                  <a:lnTo>
                    <a:pt x="8293" y="3342"/>
                  </a:lnTo>
                  <a:lnTo>
                    <a:pt x="10119" y="0"/>
                  </a:lnTo>
                  <a:lnTo>
                    <a:pt x="34473" y="11957"/>
                  </a:lnTo>
                  <a:lnTo>
                    <a:pt x="24731" y="31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103788" y="4846767"/>
              <a:ext cx="35724" cy="35608"/>
            </a:xfrm>
            <a:custGeom>
              <a:avLst/>
              <a:pathLst>
                <a:path w="35724" h="35608">
                  <a:moveTo>
                    <a:pt x="0" y="20532"/>
                  </a:moveTo>
                  <a:lnTo>
                    <a:pt x="10494" y="0"/>
                  </a:lnTo>
                  <a:lnTo>
                    <a:pt x="35724" y="13756"/>
                  </a:lnTo>
                  <a:lnTo>
                    <a:pt x="32417" y="20484"/>
                  </a:lnTo>
                  <a:lnTo>
                    <a:pt x="34324" y="21691"/>
                  </a:lnTo>
                  <a:lnTo>
                    <a:pt x="35082" y="22171"/>
                  </a:lnTo>
                  <a:lnTo>
                    <a:pt x="28081" y="35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135732" y="4865401"/>
              <a:ext cx="38893" cy="33863"/>
            </a:xfrm>
            <a:custGeom>
              <a:avLst/>
              <a:pathLst>
                <a:path w="38893" h="33863">
                  <a:moveTo>
                    <a:pt x="0" y="18979"/>
                  </a:moveTo>
                  <a:lnTo>
                    <a:pt x="9768" y="0"/>
                  </a:lnTo>
                  <a:lnTo>
                    <a:pt x="38893" y="15053"/>
                  </a:lnTo>
                  <a:lnTo>
                    <a:pt x="28691" y="3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67901" y="4882194"/>
              <a:ext cx="41109" cy="34615"/>
            </a:xfrm>
            <a:custGeom>
              <a:avLst/>
              <a:pathLst>
                <a:path w="41109" h="34615">
                  <a:moveTo>
                    <a:pt x="0" y="18464"/>
                  </a:moveTo>
                  <a:lnTo>
                    <a:pt x="9667" y="0"/>
                  </a:lnTo>
                  <a:lnTo>
                    <a:pt x="41109" y="16848"/>
                  </a:lnTo>
                  <a:lnTo>
                    <a:pt x="31432" y="34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203297" y="4900111"/>
              <a:ext cx="24369" cy="25054"/>
            </a:xfrm>
            <a:custGeom>
              <a:avLst/>
              <a:pathLst>
                <a:path w="24369" h="25054">
                  <a:moveTo>
                    <a:pt x="0" y="17403"/>
                  </a:moveTo>
                  <a:lnTo>
                    <a:pt x="8349" y="0"/>
                  </a:lnTo>
                  <a:lnTo>
                    <a:pt x="24369" y="8882"/>
                  </a:lnTo>
                  <a:lnTo>
                    <a:pt x="16011" y="25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108180" y="4880678"/>
              <a:ext cx="110239" cy="65641"/>
            </a:xfrm>
            <a:custGeom>
              <a:avLst/>
              <a:pathLst>
                <a:path w="110239" h="65641">
                  <a:moveTo>
                    <a:pt x="33194" y="41043"/>
                  </a:moveTo>
                  <a:lnTo>
                    <a:pt x="14366" y="29830"/>
                  </a:lnTo>
                  <a:lnTo>
                    <a:pt x="7903" y="23935"/>
                  </a:lnTo>
                  <a:lnTo>
                    <a:pt x="0" y="16172"/>
                  </a:lnTo>
                  <a:lnTo>
                    <a:pt x="7692" y="0"/>
                  </a:lnTo>
                  <a:lnTo>
                    <a:pt x="110239" y="52703"/>
                  </a:lnTo>
                  <a:lnTo>
                    <a:pt x="105743" y="61903"/>
                  </a:lnTo>
                  <a:lnTo>
                    <a:pt x="95345" y="65641"/>
                  </a:lnTo>
                  <a:lnTo>
                    <a:pt x="85791" y="65354"/>
                  </a:lnTo>
                  <a:lnTo>
                    <a:pt x="79609" y="63341"/>
                  </a:lnTo>
                  <a:lnTo>
                    <a:pt x="78376" y="62668"/>
                  </a:lnTo>
                  <a:lnTo>
                    <a:pt x="46963" y="49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700362" y="4706523"/>
              <a:ext cx="55847" cy="36463"/>
            </a:xfrm>
            <a:custGeom>
              <a:avLst/>
              <a:pathLst>
                <a:path w="55847" h="36463">
                  <a:moveTo>
                    <a:pt x="1401" y="16138"/>
                  </a:moveTo>
                  <a:lnTo>
                    <a:pt x="708" y="14611"/>
                  </a:lnTo>
                  <a:lnTo>
                    <a:pt x="239" y="12997"/>
                  </a:lnTo>
                  <a:lnTo>
                    <a:pt x="0" y="11279"/>
                  </a:lnTo>
                  <a:lnTo>
                    <a:pt x="13" y="9543"/>
                  </a:lnTo>
                  <a:lnTo>
                    <a:pt x="280" y="7828"/>
                  </a:lnTo>
                  <a:lnTo>
                    <a:pt x="443" y="7203"/>
                  </a:lnTo>
                  <a:lnTo>
                    <a:pt x="697" y="6428"/>
                  </a:lnTo>
                  <a:lnTo>
                    <a:pt x="1401" y="4869"/>
                  </a:lnTo>
                  <a:lnTo>
                    <a:pt x="2323" y="3434"/>
                  </a:lnTo>
                  <a:lnTo>
                    <a:pt x="3530" y="2067"/>
                  </a:lnTo>
                  <a:lnTo>
                    <a:pt x="4933" y="912"/>
                  </a:lnTo>
                  <a:lnTo>
                    <a:pt x="6498" y="0"/>
                  </a:lnTo>
                  <a:lnTo>
                    <a:pt x="55112" y="20988"/>
                  </a:lnTo>
                  <a:lnTo>
                    <a:pt x="55611" y="22875"/>
                  </a:lnTo>
                  <a:lnTo>
                    <a:pt x="55847" y="24814"/>
                  </a:lnTo>
                  <a:lnTo>
                    <a:pt x="55818" y="26768"/>
                  </a:lnTo>
                  <a:lnTo>
                    <a:pt x="55492" y="28836"/>
                  </a:lnTo>
                  <a:lnTo>
                    <a:pt x="54795" y="31014"/>
                  </a:lnTo>
                  <a:lnTo>
                    <a:pt x="53760" y="33046"/>
                  </a:lnTo>
                  <a:lnTo>
                    <a:pt x="52415" y="34879"/>
                  </a:lnTo>
                  <a:lnTo>
                    <a:pt x="50796" y="36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341733" y="4300964"/>
              <a:ext cx="93476" cy="96619"/>
            </a:xfrm>
            <a:custGeom>
              <a:avLst/>
              <a:pathLst>
                <a:path w="93476" h="96619">
                  <a:moveTo>
                    <a:pt x="76330" y="96619"/>
                  </a:moveTo>
                  <a:lnTo>
                    <a:pt x="0" y="63345"/>
                  </a:lnTo>
                  <a:lnTo>
                    <a:pt x="630" y="61939"/>
                  </a:lnTo>
                  <a:lnTo>
                    <a:pt x="3741" y="55003"/>
                  </a:lnTo>
                  <a:lnTo>
                    <a:pt x="22674" y="14278"/>
                  </a:lnTo>
                  <a:lnTo>
                    <a:pt x="35360" y="0"/>
                  </a:lnTo>
                  <a:lnTo>
                    <a:pt x="93476" y="6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354482" y="4338104"/>
              <a:ext cx="515716" cy="391698"/>
            </a:xfrm>
            <a:custGeom>
              <a:avLst/>
              <a:pathLst>
                <a:path w="515716" h="391698">
                  <a:moveTo>
                    <a:pt x="437910" y="379222"/>
                  </a:moveTo>
                  <a:lnTo>
                    <a:pt x="436401" y="378249"/>
                  </a:lnTo>
                  <a:lnTo>
                    <a:pt x="434765" y="377519"/>
                  </a:lnTo>
                  <a:lnTo>
                    <a:pt x="433041" y="377049"/>
                  </a:lnTo>
                  <a:lnTo>
                    <a:pt x="431267" y="376850"/>
                  </a:lnTo>
                  <a:lnTo>
                    <a:pt x="429209" y="376962"/>
                  </a:lnTo>
                  <a:lnTo>
                    <a:pt x="427201" y="377438"/>
                  </a:lnTo>
                  <a:lnTo>
                    <a:pt x="425304" y="378264"/>
                  </a:lnTo>
                  <a:lnTo>
                    <a:pt x="423576" y="379414"/>
                  </a:lnTo>
                  <a:lnTo>
                    <a:pt x="422069" y="380853"/>
                  </a:lnTo>
                  <a:lnTo>
                    <a:pt x="421287" y="381844"/>
                  </a:lnTo>
                  <a:lnTo>
                    <a:pt x="420610" y="382914"/>
                  </a:lnTo>
                  <a:lnTo>
                    <a:pt x="415663" y="391698"/>
                  </a:lnTo>
                  <a:lnTo>
                    <a:pt x="409027" y="388682"/>
                  </a:lnTo>
                  <a:lnTo>
                    <a:pt x="326012" y="350378"/>
                  </a:lnTo>
                  <a:lnTo>
                    <a:pt x="319896" y="347620"/>
                  </a:lnTo>
                  <a:lnTo>
                    <a:pt x="0" y="203363"/>
                  </a:lnTo>
                  <a:lnTo>
                    <a:pt x="30183" y="141229"/>
                  </a:lnTo>
                  <a:lnTo>
                    <a:pt x="100784" y="893"/>
                  </a:lnTo>
                  <a:lnTo>
                    <a:pt x="103669" y="0"/>
                  </a:lnTo>
                  <a:lnTo>
                    <a:pt x="115034" y="12334"/>
                  </a:lnTo>
                  <a:lnTo>
                    <a:pt x="126683" y="24389"/>
                  </a:lnTo>
                  <a:lnTo>
                    <a:pt x="138607" y="36158"/>
                  </a:lnTo>
                  <a:lnTo>
                    <a:pt x="150800" y="47635"/>
                  </a:lnTo>
                  <a:lnTo>
                    <a:pt x="163256" y="58813"/>
                  </a:lnTo>
                  <a:lnTo>
                    <a:pt x="175968" y="69686"/>
                  </a:lnTo>
                  <a:lnTo>
                    <a:pt x="188927" y="80247"/>
                  </a:lnTo>
                  <a:lnTo>
                    <a:pt x="202128" y="90491"/>
                  </a:lnTo>
                  <a:lnTo>
                    <a:pt x="215562" y="100412"/>
                  </a:lnTo>
                  <a:lnTo>
                    <a:pt x="229223" y="110005"/>
                  </a:lnTo>
                  <a:lnTo>
                    <a:pt x="226881" y="114702"/>
                  </a:lnTo>
                  <a:lnTo>
                    <a:pt x="365412" y="189100"/>
                  </a:lnTo>
                  <a:lnTo>
                    <a:pt x="476386" y="247159"/>
                  </a:lnTo>
                  <a:lnTo>
                    <a:pt x="489155" y="237951"/>
                  </a:lnTo>
                  <a:lnTo>
                    <a:pt x="503338" y="246098"/>
                  </a:lnTo>
                  <a:lnTo>
                    <a:pt x="515716" y="271744"/>
                  </a:lnTo>
                  <a:lnTo>
                    <a:pt x="499277" y="304134"/>
                  </a:lnTo>
                  <a:lnTo>
                    <a:pt x="497169" y="303228"/>
                  </a:lnTo>
                  <a:lnTo>
                    <a:pt x="496074" y="305298"/>
                  </a:lnTo>
                  <a:lnTo>
                    <a:pt x="484103" y="328242"/>
                  </a:lnTo>
                  <a:lnTo>
                    <a:pt x="472722" y="351272"/>
                  </a:lnTo>
                  <a:lnTo>
                    <a:pt x="462648" y="370335"/>
                  </a:lnTo>
                  <a:lnTo>
                    <a:pt x="451435" y="389915"/>
                  </a:lnTo>
                  <a:lnTo>
                    <a:pt x="444517" y="384812"/>
                  </a:lnTo>
                  <a:lnTo>
                    <a:pt x="442559" y="382660"/>
                  </a:lnTo>
                  <a:lnTo>
                    <a:pt x="440344" y="38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381055" y="4274641"/>
              <a:ext cx="72462" cy="80176"/>
            </a:xfrm>
            <a:custGeom>
              <a:avLst/>
              <a:pathLst>
                <a:path w="72462" h="80176">
                  <a:moveTo>
                    <a:pt x="100" y="25183"/>
                  </a:moveTo>
                  <a:lnTo>
                    <a:pt x="0" y="22496"/>
                  </a:lnTo>
                  <a:lnTo>
                    <a:pt x="12993" y="10542"/>
                  </a:lnTo>
                  <a:lnTo>
                    <a:pt x="11799" y="8156"/>
                  </a:lnTo>
                  <a:lnTo>
                    <a:pt x="19222" y="0"/>
                  </a:lnTo>
                  <a:lnTo>
                    <a:pt x="72462" y="52499"/>
                  </a:lnTo>
                  <a:lnTo>
                    <a:pt x="60121" y="79982"/>
                  </a:lnTo>
                  <a:lnTo>
                    <a:pt x="56071" y="80176"/>
                  </a:lnTo>
                  <a:lnTo>
                    <a:pt x="51065" y="76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951467" y="4769477"/>
              <a:ext cx="41476" cy="37875"/>
            </a:xfrm>
            <a:custGeom>
              <a:avLst/>
              <a:pathLst>
                <a:path w="41476" h="37875">
                  <a:moveTo>
                    <a:pt x="11896" y="0"/>
                  </a:moveTo>
                  <a:lnTo>
                    <a:pt x="41476" y="14021"/>
                  </a:lnTo>
                  <a:lnTo>
                    <a:pt x="30746" y="34724"/>
                  </a:lnTo>
                  <a:lnTo>
                    <a:pt x="29682" y="36584"/>
                  </a:lnTo>
                  <a:lnTo>
                    <a:pt x="28943" y="37875"/>
                  </a:lnTo>
                  <a:lnTo>
                    <a:pt x="15212" y="30817"/>
                  </a:lnTo>
                  <a:lnTo>
                    <a:pt x="5475" y="25811"/>
                  </a:lnTo>
                  <a:lnTo>
                    <a:pt x="1872" y="23864"/>
                  </a:lnTo>
                  <a:lnTo>
                    <a:pt x="0" y="22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905488" y="4757365"/>
              <a:ext cx="27859" cy="24971"/>
            </a:xfrm>
            <a:custGeom>
              <a:avLst/>
              <a:pathLst>
                <a:path w="27859" h="24971">
                  <a:moveTo>
                    <a:pt x="0" y="13644"/>
                  </a:moveTo>
                  <a:lnTo>
                    <a:pt x="7121" y="0"/>
                  </a:lnTo>
                  <a:lnTo>
                    <a:pt x="27859" y="11140"/>
                  </a:lnTo>
                  <a:lnTo>
                    <a:pt x="20827" y="24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838355" y="4612489"/>
              <a:ext cx="431201" cy="294963"/>
            </a:xfrm>
            <a:custGeom>
              <a:avLst/>
              <a:pathLst>
                <a:path w="431201" h="294963">
                  <a:moveTo>
                    <a:pt x="431201" y="208906"/>
                  </a:moveTo>
                  <a:lnTo>
                    <a:pt x="429818" y="211533"/>
                  </a:lnTo>
                  <a:lnTo>
                    <a:pt x="428446" y="214139"/>
                  </a:lnTo>
                  <a:lnTo>
                    <a:pt x="422762" y="224941"/>
                  </a:lnTo>
                  <a:lnTo>
                    <a:pt x="421210" y="227889"/>
                  </a:lnTo>
                  <a:lnTo>
                    <a:pt x="420650" y="229171"/>
                  </a:lnTo>
                  <a:lnTo>
                    <a:pt x="412384" y="225031"/>
                  </a:lnTo>
                  <a:lnTo>
                    <a:pt x="411745" y="226490"/>
                  </a:lnTo>
                  <a:lnTo>
                    <a:pt x="421689" y="230838"/>
                  </a:lnTo>
                  <a:lnTo>
                    <a:pt x="421359" y="231662"/>
                  </a:lnTo>
                  <a:lnTo>
                    <a:pt x="420742" y="233201"/>
                  </a:lnTo>
                  <a:lnTo>
                    <a:pt x="415690" y="245122"/>
                  </a:lnTo>
                  <a:lnTo>
                    <a:pt x="403538" y="238634"/>
                  </a:lnTo>
                  <a:lnTo>
                    <a:pt x="401766" y="242139"/>
                  </a:lnTo>
                  <a:lnTo>
                    <a:pt x="413737" y="248104"/>
                  </a:lnTo>
                  <a:lnTo>
                    <a:pt x="389690" y="294963"/>
                  </a:lnTo>
                  <a:lnTo>
                    <a:pt x="387952" y="293881"/>
                  </a:lnTo>
                  <a:lnTo>
                    <a:pt x="379872" y="289354"/>
                  </a:lnTo>
                  <a:lnTo>
                    <a:pt x="380439" y="288344"/>
                  </a:lnTo>
                  <a:lnTo>
                    <a:pt x="382190" y="285149"/>
                  </a:lnTo>
                  <a:lnTo>
                    <a:pt x="380396" y="284161"/>
                  </a:lnTo>
                  <a:lnTo>
                    <a:pt x="364884" y="275344"/>
                  </a:lnTo>
                  <a:lnTo>
                    <a:pt x="362590" y="279471"/>
                  </a:lnTo>
                  <a:lnTo>
                    <a:pt x="361821" y="278878"/>
                  </a:lnTo>
                  <a:lnTo>
                    <a:pt x="351786" y="273285"/>
                  </a:lnTo>
                  <a:lnTo>
                    <a:pt x="351136" y="272922"/>
                  </a:lnTo>
                  <a:lnTo>
                    <a:pt x="347732" y="271025"/>
                  </a:lnTo>
                  <a:lnTo>
                    <a:pt x="348118" y="270629"/>
                  </a:lnTo>
                  <a:lnTo>
                    <a:pt x="350737" y="266031"/>
                  </a:lnTo>
                  <a:lnTo>
                    <a:pt x="337890" y="259536"/>
                  </a:lnTo>
                  <a:lnTo>
                    <a:pt x="335402" y="258194"/>
                  </a:lnTo>
                  <a:lnTo>
                    <a:pt x="332951" y="263082"/>
                  </a:lnTo>
                  <a:lnTo>
                    <a:pt x="314889" y="253342"/>
                  </a:lnTo>
                  <a:lnTo>
                    <a:pt x="316035" y="251126"/>
                  </a:lnTo>
                  <a:lnTo>
                    <a:pt x="315425" y="250836"/>
                  </a:lnTo>
                  <a:lnTo>
                    <a:pt x="286107" y="235660"/>
                  </a:lnTo>
                  <a:lnTo>
                    <a:pt x="285292" y="237414"/>
                  </a:lnTo>
                  <a:lnTo>
                    <a:pt x="280669" y="234927"/>
                  </a:lnTo>
                  <a:lnTo>
                    <a:pt x="282736" y="231038"/>
                  </a:lnTo>
                  <a:lnTo>
                    <a:pt x="272597" y="225827"/>
                  </a:lnTo>
                  <a:lnTo>
                    <a:pt x="271203" y="225182"/>
                  </a:lnTo>
                  <a:lnTo>
                    <a:pt x="270174" y="224705"/>
                  </a:lnTo>
                  <a:lnTo>
                    <a:pt x="269192" y="226911"/>
                  </a:lnTo>
                  <a:lnTo>
                    <a:pt x="268572" y="228932"/>
                  </a:lnTo>
                  <a:lnTo>
                    <a:pt x="246990" y="217589"/>
                  </a:lnTo>
                  <a:lnTo>
                    <a:pt x="248673" y="214827"/>
                  </a:lnTo>
                  <a:lnTo>
                    <a:pt x="254296" y="204307"/>
                  </a:lnTo>
                  <a:lnTo>
                    <a:pt x="254873" y="203220"/>
                  </a:lnTo>
                  <a:lnTo>
                    <a:pt x="249562" y="200633"/>
                  </a:lnTo>
                  <a:lnTo>
                    <a:pt x="247539" y="205465"/>
                  </a:lnTo>
                  <a:lnTo>
                    <a:pt x="246882" y="206795"/>
                  </a:lnTo>
                  <a:lnTo>
                    <a:pt x="244933" y="210661"/>
                  </a:lnTo>
                  <a:lnTo>
                    <a:pt x="239264" y="207580"/>
                  </a:lnTo>
                  <a:lnTo>
                    <a:pt x="234350" y="204953"/>
                  </a:lnTo>
                  <a:lnTo>
                    <a:pt x="221620" y="198404"/>
                  </a:lnTo>
                  <a:lnTo>
                    <a:pt x="220028" y="197585"/>
                  </a:lnTo>
                  <a:lnTo>
                    <a:pt x="218071" y="201236"/>
                  </a:lnTo>
                  <a:lnTo>
                    <a:pt x="217639" y="202042"/>
                  </a:lnTo>
                  <a:lnTo>
                    <a:pt x="198601" y="191978"/>
                  </a:lnTo>
                  <a:lnTo>
                    <a:pt x="201011" y="186943"/>
                  </a:lnTo>
                  <a:lnTo>
                    <a:pt x="195155" y="183776"/>
                  </a:lnTo>
                  <a:lnTo>
                    <a:pt x="192622" y="182360"/>
                  </a:lnTo>
                  <a:lnTo>
                    <a:pt x="189953" y="181234"/>
                  </a:lnTo>
                  <a:lnTo>
                    <a:pt x="186799" y="179903"/>
                  </a:lnTo>
                  <a:lnTo>
                    <a:pt x="184773" y="183712"/>
                  </a:lnTo>
                  <a:lnTo>
                    <a:pt x="184176" y="183339"/>
                  </a:lnTo>
                  <a:lnTo>
                    <a:pt x="169727" y="175087"/>
                  </a:lnTo>
                  <a:lnTo>
                    <a:pt x="171826" y="171650"/>
                  </a:lnTo>
                  <a:lnTo>
                    <a:pt x="151267" y="161216"/>
                  </a:lnTo>
                  <a:lnTo>
                    <a:pt x="149392" y="165771"/>
                  </a:lnTo>
                  <a:lnTo>
                    <a:pt x="142661" y="162207"/>
                  </a:lnTo>
                  <a:lnTo>
                    <a:pt x="130615" y="155742"/>
                  </a:lnTo>
                  <a:lnTo>
                    <a:pt x="122525" y="151453"/>
                  </a:lnTo>
                  <a:lnTo>
                    <a:pt x="104156" y="141693"/>
                  </a:lnTo>
                  <a:lnTo>
                    <a:pt x="97643" y="154945"/>
                  </a:lnTo>
                  <a:lnTo>
                    <a:pt x="74713" y="143041"/>
                  </a:lnTo>
                  <a:lnTo>
                    <a:pt x="77197" y="138485"/>
                  </a:lnTo>
                  <a:lnTo>
                    <a:pt x="88513" y="116834"/>
                  </a:lnTo>
                  <a:lnTo>
                    <a:pt x="85148" y="115263"/>
                  </a:lnTo>
                  <a:lnTo>
                    <a:pt x="78416" y="127165"/>
                  </a:lnTo>
                  <a:lnTo>
                    <a:pt x="73043" y="124446"/>
                  </a:lnTo>
                  <a:lnTo>
                    <a:pt x="68024" y="121909"/>
                  </a:lnTo>
                  <a:lnTo>
                    <a:pt x="57985" y="116834"/>
                  </a:lnTo>
                  <a:lnTo>
                    <a:pt x="59698" y="113209"/>
                  </a:lnTo>
                  <a:lnTo>
                    <a:pt x="46247" y="106285"/>
                  </a:lnTo>
                  <a:lnTo>
                    <a:pt x="44640" y="110067"/>
                  </a:lnTo>
                  <a:lnTo>
                    <a:pt x="38086" y="106805"/>
                  </a:lnTo>
                  <a:lnTo>
                    <a:pt x="23087" y="99373"/>
                  </a:lnTo>
                  <a:lnTo>
                    <a:pt x="24800" y="95265"/>
                  </a:lnTo>
                  <a:lnTo>
                    <a:pt x="12231" y="88266"/>
                  </a:lnTo>
                  <a:lnTo>
                    <a:pt x="10396" y="92065"/>
                  </a:lnTo>
                  <a:lnTo>
                    <a:pt x="6698" y="90195"/>
                  </a:lnTo>
                  <a:lnTo>
                    <a:pt x="0" y="86807"/>
                  </a:lnTo>
                  <a:lnTo>
                    <a:pt x="40149" y="9935"/>
                  </a:lnTo>
                  <a:lnTo>
                    <a:pt x="43816" y="3235"/>
                  </a:lnTo>
                  <a:lnTo>
                    <a:pt x="45586" y="0"/>
                  </a:lnTo>
                  <a:lnTo>
                    <a:pt x="154121" y="61629"/>
                  </a:lnTo>
                  <a:lnTo>
                    <a:pt x="240592" y="107405"/>
                  </a:lnTo>
                  <a:lnTo>
                    <a:pt x="305813" y="142039"/>
                  </a:lnTo>
                  <a:lnTo>
                    <a:pt x="354706" y="167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271117" y="4160472"/>
              <a:ext cx="123254" cy="131985"/>
            </a:xfrm>
            <a:custGeom>
              <a:avLst/>
              <a:pathLst>
                <a:path w="123254" h="131985">
                  <a:moveTo>
                    <a:pt x="113456" y="120901"/>
                  </a:moveTo>
                  <a:lnTo>
                    <a:pt x="116229" y="124222"/>
                  </a:lnTo>
                  <a:lnTo>
                    <a:pt x="107799" y="131985"/>
                  </a:lnTo>
                  <a:lnTo>
                    <a:pt x="66407" y="85263"/>
                  </a:lnTo>
                  <a:lnTo>
                    <a:pt x="0" y="13601"/>
                  </a:lnTo>
                  <a:lnTo>
                    <a:pt x="14240" y="0"/>
                  </a:lnTo>
                  <a:lnTo>
                    <a:pt x="35140" y="27635"/>
                  </a:lnTo>
                  <a:lnTo>
                    <a:pt x="58988" y="48720"/>
                  </a:lnTo>
                  <a:lnTo>
                    <a:pt x="82930" y="67351"/>
                  </a:lnTo>
                  <a:lnTo>
                    <a:pt x="123254" y="108121"/>
                  </a:lnTo>
                  <a:lnTo>
                    <a:pt x="115761" y="116395"/>
                  </a:lnTo>
                  <a:lnTo>
                    <a:pt x="116903" y="117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2101117" y="4097709"/>
              <a:ext cx="274409" cy="265810"/>
            </a:xfrm>
            <a:custGeom>
              <a:avLst/>
              <a:pathLst>
                <a:path w="274409" h="265810">
                  <a:moveTo>
                    <a:pt x="181491" y="97986"/>
                  </a:moveTo>
                  <a:lnTo>
                    <a:pt x="191647" y="109061"/>
                  </a:lnTo>
                  <a:lnTo>
                    <a:pt x="272903" y="198776"/>
                  </a:lnTo>
                  <a:lnTo>
                    <a:pt x="273613" y="199560"/>
                  </a:lnTo>
                  <a:lnTo>
                    <a:pt x="274409" y="200352"/>
                  </a:lnTo>
                  <a:lnTo>
                    <a:pt x="259091" y="217775"/>
                  </a:lnTo>
                  <a:lnTo>
                    <a:pt x="238438" y="265810"/>
                  </a:lnTo>
                  <a:lnTo>
                    <a:pt x="219021" y="255624"/>
                  </a:lnTo>
                  <a:lnTo>
                    <a:pt x="0" y="157860"/>
                  </a:lnTo>
                  <a:lnTo>
                    <a:pt x="80173" y="13433"/>
                  </a:lnTo>
                  <a:lnTo>
                    <a:pt x="83198" y="8109"/>
                  </a:lnTo>
                  <a:lnTo>
                    <a:pt x="85489" y="4077"/>
                  </a:lnTo>
                  <a:lnTo>
                    <a:pt x="86222" y="2918"/>
                  </a:lnTo>
                  <a:lnTo>
                    <a:pt x="88070" y="0"/>
                  </a:lnTo>
                  <a:lnTo>
                    <a:pt x="117070" y="30275"/>
                  </a:lnTo>
                  <a:lnTo>
                    <a:pt x="145747" y="60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14418" y="4990333"/>
              <a:ext cx="86449" cy="62319"/>
            </a:xfrm>
            <a:custGeom>
              <a:avLst/>
              <a:pathLst>
                <a:path w="86449" h="62319">
                  <a:moveTo>
                    <a:pt x="0" y="45112"/>
                  </a:moveTo>
                  <a:lnTo>
                    <a:pt x="76259" y="0"/>
                  </a:lnTo>
                  <a:lnTo>
                    <a:pt x="86449" y="17515"/>
                  </a:lnTo>
                  <a:lnTo>
                    <a:pt x="9871" y="62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04856" y="4851130"/>
              <a:ext cx="41319" cy="54195"/>
            </a:xfrm>
            <a:custGeom>
              <a:avLst/>
              <a:pathLst>
                <a:path w="41319" h="54195">
                  <a:moveTo>
                    <a:pt x="41319" y="41450"/>
                  </a:moveTo>
                  <a:lnTo>
                    <a:pt x="26426" y="54195"/>
                  </a:lnTo>
                  <a:lnTo>
                    <a:pt x="22813" y="48122"/>
                  </a:lnTo>
                  <a:lnTo>
                    <a:pt x="0" y="9773"/>
                  </a:lnTo>
                  <a:lnTo>
                    <a:pt x="17093" y="0"/>
                  </a:lnTo>
                  <a:lnTo>
                    <a:pt x="39169" y="37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07529" y="4730256"/>
              <a:ext cx="79738" cy="57696"/>
            </a:xfrm>
            <a:custGeom>
              <a:avLst/>
              <a:pathLst>
                <a:path w="79738" h="57696">
                  <a:moveTo>
                    <a:pt x="9802" y="57696"/>
                  </a:moveTo>
                  <a:lnTo>
                    <a:pt x="0" y="40114"/>
                  </a:lnTo>
                  <a:lnTo>
                    <a:pt x="69358" y="0"/>
                  </a:lnTo>
                  <a:lnTo>
                    <a:pt x="79738" y="17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277616" y="4622008"/>
              <a:ext cx="56090" cy="44640"/>
            </a:xfrm>
            <a:custGeom>
              <a:avLst/>
              <a:pathLst>
                <a:path w="56090" h="44640">
                  <a:moveTo>
                    <a:pt x="56090" y="18377"/>
                  </a:moveTo>
                  <a:lnTo>
                    <a:pt x="10441" y="44640"/>
                  </a:lnTo>
                  <a:lnTo>
                    <a:pt x="1156" y="29190"/>
                  </a:lnTo>
                  <a:lnTo>
                    <a:pt x="1077" y="29058"/>
                  </a:lnTo>
                  <a:lnTo>
                    <a:pt x="0" y="27265"/>
                  </a:lnTo>
                  <a:lnTo>
                    <a:pt x="451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195955" y="4745874"/>
              <a:ext cx="20007" cy="22944"/>
            </a:xfrm>
            <a:custGeom>
              <a:avLst/>
              <a:pathLst>
                <a:path w="20007" h="22944">
                  <a:moveTo>
                    <a:pt x="0" y="5692"/>
                  </a:moveTo>
                  <a:lnTo>
                    <a:pt x="9666" y="0"/>
                  </a:lnTo>
                  <a:lnTo>
                    <a:pt x="20007" y="17136"/>
                  </a:lnTo>
                  <a:lnTo>
                    <a:pt x="10120" y="22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01119" y="4661608"/>
              <a:ext cx="55457" cy="45131"/>
            </a:xfrm>
            <a:custGeom>
              <a:avLst/>
              <a:pathLst>
                <a:path w="55457" h="45131">
                  <a:moveTo>
                    <a:pt x="0" y="26688"/>
                  </a:moveTo>
                  <a:lnTo>
                    <a:pt x="45288" y="0"/>
                  </a:lnTo>
                  <a:lnTo>
                    <a:pt x="55457" y="17640"/>
                  </a:lnTo>
                  <a:lnTo>
                    <a:pt x="10027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088365" y="4778161"/>
              <a:ext cx="50744" cy="67260"/>
            </a:xfrm>
            <a:custGeom>
              <a:avLst/>
              <a:pathLst>
                <a:path w="50744" h="67260">
                  <a:moveTo>
                    <a:pt x="33561" y="67260"/>
                  </a:moveTo>
                  <a:lnTo>
                    <a:pt x="0" y="10266"/>
                  </a:lnTo>
                  <a:lnTo>
                    <a:pt x="17414" y="0"/>
                  </a:lnTo>
                  <a:lnTo>
                    <a:pt x="50744" y="5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037125" y="4757008"/>
              <a:ext cx="66884" cy="51840"/>
            </a:xfrm>
            <a:custGeom>
              <a:avLst/>
              <a:pathLst>
                <a:path w="66884" h="51840">
                  <a:moveTo>
                    <a:pt x="0" y="33630"/>
                  </a:moveTo>
                  <a:lnTo>
                    <a:pt x="56144" y="0"/>
                  </a:lnTo>
                  <a:lnTo>
                    <a:pt x="66884" y="18239"/>
                  </a:lnTo>
                  <a:lnTo>
                    <a:pt x="10438" y="5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312544" y="4681353"/>
              <a:ext cx="56469" cy="45356"/>
            </a:xfrm>
            <a:custGeom>
              <a:avLst/>
              <a:pathLst>
                <a:path w="56469" h="45356">
                  <a:moveTo>
                    <a:pt x="0" y="27358"/>
                  </a:moveTo>
                  <a:lnTo>
                    <a:pt x="46022" y="0"/>
                  </a:lnTo>
                  <a:lnTo>
                    <a:pt x="56469" y="17518"/>
                  </a:lnTo>
                  <a:lnTo>
                    <a:pt x="10048" y="45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196007" y="4690137"/>
              <a:ext cx="67264" cy="51722"/>
            </a:xfrm>
            <a:custGeom>
              <a:avLst/>
              <a:pathLst>
                <a:path w="67264" h="51722">
                  <a:moveTo>
                    <a:pt x="0" y="34290"/>
                  </a:moveTo>
                  <a:lnTo>
                    <a:pt x="57057" y="0"/>
                  </a:lnTo>
                  <a:lnTo>
                    <a:pt x="67264" y="18124"/>
                  </a:lnTo>
                  <a:lnTo>
                    <a:pt x="10368" y="51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269099" y="4697008"/>
              <a:ext cx="40161" cy="48503"/>
            </a:xfrm>
            <a:custGeom>
              <a:avLst/>
              <a:pathLst>
                <a:path w="40161" h="48503">
                  <a:moveTo>
                    <a:pt x="13037" y="33635"/>
                  </a:moveTo>
                  <a:lnTo>
                    <a:pt x="0" y="10824"/>
                  </a:lnTo>
                  <a:lnTo>
                    <a:pt x="18589" y="0"/>
                  </a:lnTo>
                  <a:lnTo>
                    <a:pt x="40161" y="37561"/>
                  </a:lnTo>
                  <a:lnTo>
                    <a:pt x="21572" y="48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130093" y="4724248"/>
              <a:ext cx="63815" cy="89234"/>
            </a:xfrm>
            <a:custGeom>
              <a:avLst/>
              <a:pathLst>
                <a:path w="63815" h="89234">
                  <a:moveTo>
                    <a:pt x="0" y="10849"/>
                  </a:moveTo>
                  <a:lnTo>
                    <a:pt x="18083" y="0"/>
                  </a:lnTo>
                  <a:lnTo>
                    <a:pt x="63815" y="78074"/>
                  </a:lnTo>
                  <a:lnTo>
                    <a:pt x="45322" y="89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176457" y="4751718"/>
              <a:ext cx="39040" cy="47991"/>
            </a:xfrm>
            <a:custGeom>
              <a:avLst/>
              <a:pathLst>
                <a:path w="39040" h="47991">
                  <a:moveTo>
                    <a:pt x="0" y="10243"/>
                  </a:moveTo>
                  <a:lnTo>
                    <a:pt x="17446" y="0"/>
                  </a:lnTo>
                  <a:lnTo>
                    <a:pt x="39040" y="37568"/>
                  </a:lnTo>
                  <a:lnTo>
                    <a:pt x="21906" y="4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098497" y="4743291"/>
              <a:ext cx="64346" cy="89295"/>
            </a:xfrm>
            <a:custGeom>
              <a:avLst/>
              <a:pathLst>
                <a:path w="64346" h="89295">
                  <a:moveTo>
                    <a:pt x="0" y="10935"/>
                  </a:moveTo>
                  <a:lnTo>
                    <a:pt x="18161" y="0"/>
                  </a:lnTo>
                  <a:lnTo>
                    <a:pt x="37949" y="33218"/>
                  </a:lnTo>
                  <a:lnTo>
                    <a:pt x="64346" y="77880"/>
                  </a:lnTo>
                  <a:lnTo>
                    <a:pt x="45809" y="89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153283" y="4711721"/>
              <a:ext cx="39738" cy="48575"/>
            </a:xfrm>
            <a:custGeom>
              <a:avLst/>
              <a:pathLst>
                <a:path w="39738" h="48575">
                  <a:moveTo>
                    <a:pt x="0" y="9879"/>
                  </a:moveTo>
                  <a:lnTo>
                    <a:pt x="17198" y="0"/>
                  </a:lnTo>
                  <a:lnTo>
                    <a:pt x="39738" y="38422"/>
                  </a:lnTo>
                  <a:lnTo>
                    <a:pt x="21862" y="48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07501" y="4710098"/>
              <a:ext cx="67458" cy="50824"/>
            </a:xfrm>
            <a:custGeom>
              <a:avLst/>
              <a:pathLst>
                <a:path w="67458" h="50824">
                  <a:moveTo>
                    <a:pt x="0" y="33698"/>
                  </a:moveTo>
                  <a:lnTo>
                    <a:pt x="57376" y="0"/>
                  </a:lnTo>
                  <a:lnTo>
                    <a:pt x="67458" y="17718"/>
                  </a:lnTo>
                  <a:lnTo>
                    <a:pt x="10310" y="50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04488" y="4819530"/>
              <a:ext cx="41020" cy="35197"/>
            </a:xfrm>
            <a:custGeom>
              <a:avLst/>
              <a:pathLst>
                <a:path w="41020" h="35197">
                  <a:moveTo>
                    <a:pt x="0" y="18155"/>
                  </a:moveTo>
                  <a:lnTo>
                    <a:pt x="30778" y="0"/>
                  </a:lnTo>
                  <a:lnTo>
                    <a:pt x="41020" y="16633"/>
                  </a:lnTo>
                  <a:lnTo>
                    <a:pt x="9492" y="35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390294" y="4572165"/>
              <a:ext cx="61995" cy="87629"/>
            </a:xfrm>
            <a:custGeom>
              <a:avLst/>
              <a:pathLst>
                <a:path w="61995" h="87629">
                  <a:moveTo>
                    <a:pt x="0" y="10233"/>
                  </a:moveTo>
                  <a:lnTo>
                    <a:pt x="17370" y="0"/>
                  </a:lnTo>
                  <a:lnTo>
                    <a:pt x="61995" y="76935"/>
                  </a:lnTo>
                  <a:lnTo>
                    <a:pt x="44389" y="87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049555" y="4800670"/>
              <a:ext cx="50449" cy="67589"/>
            </a:xfrm>
            <a:custGeom>
              <a:avLst/>
              <a:pathLst>
                <a:path w="50449" h="67589">
                  <a:moveTo>
                    <a:pt x="0" y="10580"/>
                  </a:moveTo>
                  <a:lnTo>
                    <a:pt x="18209" y="0"/>
                  </a:lnTo>
                  <a:lnTo>
                    <a:pt x="50449" y="56587"/>
                  </a:lnTo>
                  <a:lnTo>
                    <a:pt x="32695" y="67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075857" y="4801360"/>
              <a:ext cx="43515" cy="54628"/>
            </a:xfrm>
            <a:custGeom>
              <a:avLst/>
              <a:pathLst>
                <a:path w="43515" h="54628">
                  <a:moveTo>
                    <a:pt x="0" y="9660"/>
                  </a:moveTo>
                  <a:lnTo>
                    <a:pt x="16860" y="0"/>
                  </a:lnTo>
                  <a:lnTo>
                    <a:pt x="43515" y="44590"/>
                  </a:lnTo>
                  <a:lnTo>
                    <a:pt x="26077" y="54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368236" y="4584820"/>
              <a:ext cx="38997" cy="48616"/>
            </a:xfrm>
            <a:custGeom>
              <a:avLst/>
              <a:pathLst>
                <a:path w="38997" h="48616">
                  <a:moveTo>
                    <a:pt x="0" y="10572"/>
                  </a:moveTo>
                  <a:lnTo>
                    <a:pt x="17946" y="0"/>
                  </a:lnTo>
                  <a:lnTo>
                    <a:pt x="38997" y="38048"/>
                  </a:lnTo>
                  <a:lnTo>
                    <a:pt x="21102" y="48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327903" y="4608180"/>
              <a:ext cx="40323" cy="48154"/>
            </a:xfrm>
            <a:custGeom>
              <a:avLst/>
              <a:pathLst>
                <a:path w="40323" h="48154">
                  <a:moveTo>
                    <a:pt x="0" y="10499"/>
                  </a:moveTo>
                  <a:lnTo>
                    <a:pt x="18735" y="0"/>
                  </a:lnTo>
                  <a:lnTo>
                    <a:pt x="40323" y="37679"/>
                  </a:lnTo>
                  <a:lnTo>
                    <a:pt x="22194" y="48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390461" y="4624186"/>
              <a:ext cx="40993" cy="50204"/>
            </a:xfrm>
            <a:custGeom>
              <a:avLst/>
              <a:pathLst>
                <a:path w="40993" h="50204">
                  <a:moveTo>
                    <a:pt x="0" y="10520"/>
                  </a:moveTo>
                  <a:lnTo>
                    <a:pt x="18479" y="0"/>
                  </a:lnTo>
                  <a:lnTo>
                    <a:pt x="40993" y="39210"/>
                  </a:lnTo>
                  <a:lnTo>
                    <a:pt x="22565" y="50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839798" y="4897012"/>
              <a:ext cx="50538" cy="67782"/>
            </a:xfrm>
            <a:custGeom>
              <a:avLst/>
              <a:pathLst>
                <a:path w="50538" h="67782">
                  <a:moveTo>
                    <a:pt x="0" y="10264"/>
                  </a:moveTo>
                  <a:lnTo>
                    <a:pt x="16981" y="0"/>
                  </a:lnTo>
                  <a:lnTo>
                    <a:pt x="50538" y="57719"/>
                  </a:lnTo>
                  <a:lnTo>
                    <a:pt x="34310" y="67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15393" y="4936434"/>
              <a:ext cx="40725" cy="49942"/>
            </a:xfrm>
            <a:custGeom>
              <a:avLst/>
              <a:pathLst>
                <a:path w="40725" h="49942">
                  <a:moveTo>
                    <a:pt x="40725" y="40648"/>
                  </a:moveTo>
                  <a:lnTo>
                    <a:pt x="24345" y="49942"/>
                  </a:lnTo>
                  <a:lnTo>
                    <a:pt x="0" y="9577"/>
                  </a:lnTo>
                  <a:lnTo>
                    <a:pt x="171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185004" y="4725554"/>
              <a:ext cx="19053" cy="22958"/>
            </a:xfrm>
            <a:custGeom>
              <a:avLst/>
              <a:pathLst>
                <a:path w="19053" h="22958">
                  <a:moveTo>
                    <a:pt x="12035" y="21880"/>
                  </a:moveTo>
                  <a:lnTo>
                    <a:pt x="10077" y="22958"/>
                  </a:lnTo>
                  <a:lnTo>
                    <a:pt x="7836" y="19003"/>
                  </a:lnTo>
                  <a:lnTo>
                    <a:pt x="7509" y="18425"/>
                  </a:lnTo>
                  <a:lnTo>
                    <a:pt x="4856" y="13745"/>
                  </a:lnTo>
                  <a:lnTo>
                    <a:pt x="2530" y="9639"/>
                  </a:lnTo>
                  <a:lnTo>
                    <a:pt x="0" y="5174"/>
                  </a:lnTo>
                  <a:lnTo>
                    <a:pt x="380" y="4954"/>
                  </a:lnTo>
                  <a:lnTo>
                    <a:pt x="2054" y="3985"/>
                  </a:lnTo>
                  <a:lnTo>
                    <a:pt x="8942" y="0"/>
                  </a:lnTo>
                  <a:lnTo>
                    <a:pt x="9423" y="858"/>
                  </a:lnTo>
                  <a:lnTo>
                    <a:pt x="9905" y="1716"/>
                  </a:lnTo>
                  <a:lnTo>
                    <a:pt x="10056" y="1986"/>
                  </a:lnTo>
                  <a:lnTo>
                    <a:pt x="11513" y="4582"/>
                  </a:lnTo>
                  <a:lnTo>
                    <a:pt x="12425" y="6207"/>
                  </a:lnTo>
                  <a:lnTo>
                    <a:pt x="13876" y="8792"/>
                  </a:lnTo>
                  <a:lnTo>
                    <a:pt x="14225" y="9415"/>
                  </a:lnTo>
                  <a:lnTo>
                    <a:pt x="15306" y="11341"/>
                  </a:lnTo>
                  <a:lnTo>
                    <a:pt x="19053" y="18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056503" y="4876271"/>
              <a:ext cx="38560" cy="35815"/>
            </a:xfrm>
            <a:custGeom>
              <a:avLst/>
              <a:pathLst>
                <a:path w="38560" h="35815">
                  <a:moveTo>
                    <a:pt x="0" y="17578"/>
                  </a:moveTo>
                  <a:lnTo>
                    <a:pt x="17751" y="6700"/>
                  </a:lnTo>
                  <a:lnTo>
                    <a:pt x="26341" y="0"/>
                  </a:lnTo>
                  <a:lnTo>
                    <a:pt x="38560" y="19935"/>
                  </a:lnTo>
                  <a:lnTo>
                    <a:pt x="11079" y="35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371232" y="4636951"/>
              <a:ext cx="25958" cy="24924"/>
            </a:xfrm>
            <a:custGeom>
              <a:avLst/>
              <a:pathLst>
                <a:path w="25958" h="24924">
                  <a:moveTo>
                    <a:pt x="0" y="10284"/>
                  </a:moveTo>
                  <a:lnTo>
                    <a:pt x="17807" y="0"/>
                  </a:lnTo>
                  <a:lnTo>
                    <a:pt x="25958" y="14743"/>
                  </a:lnTo>
                  <a:lnTo>
                    <a:pt x="8594" y="24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289759" y="4642357"/>
              <a:ext cx="55246" cy="43126"/>
            </a:xfrm>
            <a:custGeom>
              <a:avLst/>
              <a:pathLst>
                <a:path w="55246" h="43126">
                  <a:moveTo>
                    <a:pt x="0" y="25583"/>
                  </a:moveTo>
                  <a:lnTo>
                    <a:pt x="45125" y="0"/>
                  </a:lnTo>
                  <a:lnTo>
                    <a:pt x="55246" y="16933"/>
                  </a:lnTo>
                  <a:lnTo>
                    <a:pt x="10477" y="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246527" y="4657872"/>
              <a:ext cx="39496" cy="47304"/>
            </a:xfrm>
            <a:custGeom>
              <a:avLst/>
              <a:pathLst>
                <a:path w="39496" h="47304">
                  <a:moveTo>
                    <a:pt x="0" y="10902"/>
                  </a:moveTo>
                  <a:lnTo>
                    <a:pt x="18014" y="0"/>
                  </a:lnTo>
                  <a:lnTo>
                    <a:pt x="39496" y="36639"/>
                  </a:lnTo>
                  <a:lnTo>
                    <a:pt x="21798" y="473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348057" y="4597267"/>
              <a:ext cx="39249" cy="47569"/>
            </a:xfrm>
            <a:custGeom>
              <a:avLst/>
              <a:pathLst>
                <a:path w="39249" h="47569">
                  <a:moveTo>
                    <a:pt x="0" y="9919"/>
                  </a:moveTo>
                  <a:lnTo>
                    <a:pt x="16749" y="0"/>
                  </a:lnTo>
                  <a:lnTo>
                    <a:pt x="39249" y="37395"/>
                  </a:lnTo>
                  <a:lnTo>
                    <a:pt x="21507" y="47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15834" y="4832860"/>
              <a:ext cx="53068" cy="42274"/>
            </a:xfrm>
            <a:custGeom>
              <a:avLst/>
              <a:pathLst>
                <a:path w="53068" h="42274">
                  <a:moveTo>
                    <a:pt x="0" y="24065"/>
                  </a:moveTo>
                  <a:lnTo>
                    <a:pt x="42319" y="0"/>
                  </a:lnTo>
                  <a:lnTo>
                    <a:pt x="53068" y="17864"/>
                  </a:lnTo>
                  <a:lnTo>
                    <a:pt x="10579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351339" y="4648214"/>
              <a:ext cx="40209" cy="49559"/>
            </a:xfrm>
            <a:custGeom>
              <a:avLst/>
              <a:pathLst>
                <a:path w="40209" h="49559">
                  <a:moveTo>
                    <a:pt x="0" y="10486"/>
                  </a:moveTo>
                  <a:lnTo>
                    <a:pt x="18219" y="0"/>
                  </a:lnTo>
                  <a:lnTo>
                    <a:pt x="40209" y="38404"/>
                  </a:lnTo>
                  <a:lnTo>
                    <a:pt x="22402" y="49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4941920" y="4848223"/>
              <a:ext cx="55220" cy="44241"/>
            </a:xfrm>
            <a:custGeom>
              <a:avLst/>
              <a:pathLst>
                <a:path w="55220" h="44241">
                  <a:moveTo>
                    <a:pt x="0" y="26897"/>
                  </a:moveTo>
                  <a:lnTo>
                    <a:pt x="45569" y="0"/>
                  </a:lnTo>
                  <a:lnTo>
                    <a:pt x="55220" y="17236"/>
                  </a:lnTo>
                  <a:lnTo>
                    <a:pt x="10013" y="44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18404" y="4827439"/>
              <a:ext cx="67438" cy="51754"/>
            </a:xfrm>
            <a:custGeom>
              <a:avLst/>
              <a:pathLst>
                <a:path w="67438" h="51754">
                  <a:moveTo>
                    <a:pt x="0" y="34057"/>
                  </a:moveTo>
                  <a:lnTo>
                    <a:pt x="57019" y="0"/>
                  </a:lnTo>
                  <a:lnTo>
                    <a:pt x="67438" y="18312"/>
                  </a:lnTo>
                  <a:lnTo>
                    <a:pt x="10165" y="51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124117" y="4838993"/>
              <a:ext cx="39916" cy="51160"/>
            </a:xfrm>
            <a:custGeom>
              <a:avLst/>
              <a:pathLst>
                <a:path w="39916" h="51160">
                  <a:moveTo>
                    <a:pt x="39916" y="37671"/>
                  </a:moveTo>
                  <a:lnTo>
                    <a:pt x="24380" y="51160"/>
                  </a:lnTo>
                  <a:lnTo>
                    <a:pt x="21100" y="45666"/>
                  </a:lnTo>
                  <a:lnTo>
                    <a:pt x="0" y="10323"/>
                  </a:lnTo>
                  <a:lnTo>
                    <a:pt x="17464" y="0"/>
                  </a:lnTo>
                  <a:lnTo>
                    <a:pt x="38296" y="3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4991491" y="4791684"/>
              <a:ext cx="53796" cy="43544"/>
            </a:xfrm>
            <a:custGeom>
              <a:avLst/>
              <a:pathLst>
                <a:path w="53796" h="43544">
                  <a:moveTo>
                    <a:pt x="0" y="25234"/>
                  </a:moveTo>
                  <a:lnTo>
                    <a:pt x="43401" y="0"/>
                  </a:lnTo>
                  <a:lnTo>
                    <a:pt x="53796" y="18414"/>
                  </a:lnTo>
                  <a:lnTo>
                    <a:pt x="11023" y="4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146217" y="4825720"/>
              <a:ext cx="38121" cy="46930"/>
            </a:xfrm>
            <a:custGeom>
              <a:avLst/>
              <a:pathLst>
                <a:path w="38121" h="46930">
                  <a:moveTo>
                    <a:pt x="38121" y="34410"/>
                  </a:moveTo>
                  <a:lnTo>
                    <a:pt x="22291" y="46930"/>
                  </a:lnTo>
                  <a:lnTo>
                    <a:pt x="19973" y="43186"/>
                  </a:lnTo>
                  <a:lnTo>
                    <a:pt x="0" y="10917"/>
                  </a:lnTo>
                  <a:lnTo>
                    <a:pt x="18693" y="0"/>
                  </a:lnTo>
                  <a:lnTo>
                    <a:pt x="36699" y="31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860397" y="4886608"/>
              <a:ext cx="48891" cy="66574"/>
            </a:xfrm>
            <a:custGeom>
              <a:avLst/>
              <a:pathLst>
                <a:path w="48891" h="66574">
                  <a:moveTo>
                    <a:pt x="0" y="9571"/>
                  </a:moveTo>
                  <a:lnTo>
                    <a:pt x="16327" y="0"/>
                  </a:lnTo>
                  <a:lnTo>
                    <a:pt x="48891" y="56898"/>
                  </a:lnTo>
                  <a:lnTo>
                    <a:pt x="32399" y="66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4954689" y="4886434"/>
              <a:ext cx="72954" cy="55748"/>
            </a:xfrm>
            <a:custGeom>
              <a:avLst/>
              <a:pathLst>
                <a:path w="72954" h="55748">
                  <a:moveTo>
                    <a:pt x="11288" y="55748"/>
                  </a:moveTo>
                  <a:lnTo>
                    <a:pt x="0" y="36917"/>
                  </a:lnTo>
                  <a:lnTo>
                    <a:pt x="62046" y="0"/>
                  </a:lnTo>
                  <a:lnTo>
                    <a:pt x="72954" y="1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4935161" y="4924681"/>
              <a:ext cx="54038" cy="72888"/>
            </a:xfrm>
            <a:custGeom>
              <a:avLst/>
              <a:pathLst>
                <a:path w="54038" h="72888">
                  <a:moveTo>
                    <a:pt x="0" y="10198"/>
                  </a:moveTo>
                  <a:lnTo>
                    <a:pt x="17065" y="0"/>
                  </a:lnTo>
                  <a:lnTo>
                    <a:pt x="54038" y="63062"/>
                  </a:lnTo>
                  <a:lnTo>
                    <a:pt x="37116" y="72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172822" y="4670769"/>
              <a:ext cx="79311" cy="57906"/>
            </a:xfrm>
            <a:custGeom>
              <a:avLst/>
              <a:pathLst>
                <a:path w="79311" h="57906">
                  <a:moveTo>
                    <a:pt x="0" y="39607"/>
                  </a:moveTo>
                  <a:lnTo>
                    <a:pt x="68954" y="0"/>
                  </a:lnTo>
                  <a:lnTo>
                    <a:pt x="79311" y="17085"/>
                  </a:lnTo>
                  <a:lnTo>
                    <a:pt x="10553" y="5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4978416" y="4952313"/>
              <a:ext cx="42587" cy="53531"/>
            </a:xfrm>
            <a:custGeom>
              <a:avLst/>
              <a:pathLst>
                <a:path w="42587" h="53531">
                  <a:moveTo>
                    <a:pt x="0" y="10083"/>
                  </a:moveTo>
                  <a:lnTo>
                    <a:pt x="17199" y="0"/>
                  </a:lnTo>
                  <a:lnTo>
                    <a:pt x="42587" y="43453"/>
                  </a:lnTo>
                  <a:lnTo>
                    <a:pt x="25262" y="5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896221" y="4947390"/>
              <a:ext cx="47574" cy="62046"/>
            </a:xfrm>
            <a:custGeom>
              <a:avLst/>
              <a:pathLst>
                <a:path w="47574" h="62046">
                  <a:moveTo>
                    <a:pt x="0" y="9660"/>
                  </a:moveTo>
                  <a:lnTo>
                    <a:pt x="16607" y="0"/>
                  </a:lnTo>
                  <a:lnTo>
                    <a:pt x="47574" y="52199"/>
                  </a:lnTo>
                  <a:lnTo>
                    <a:pt x="29626" y="62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26413" y="4869133"/>
              <a:ext cx="45725" cy="52857"/>
            </a:xfrm>
            <a:custGeom>
              <a:avLst/>
              <a:pathLst>
                <a:path w="45725" h="52857">
                  <a:moveTo>
                    <a:pt x="27651" y="0"/>
                  </a:moveTo>
                  <a:lnTo>
                    <a:pt x="45725" y="13248"/>
                  </a:lnTo>
                  <a:lnTo>
                    <a:pt x="17737" y="52857"/>
                  </a:lnTo>
                  <a:lnTo>
                    <a:pt x="0" y="40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596538" y="4838346"/>
              <a:ext cx="52714" cy="45554"/>
            </a:xfrm>
            <a:custGeom>
              <a:avLst/>
              <a:pathLst>
                <a:path w="52714" h="45554">
                  <a:moveTo>
                    <a:pt x="12531" y="0"/>
                  </a:moveTo>
                  <a:lnTo>
                    <a:pt x="52714" y="28430"/>
                  </a:lnTo>
                  <a:lnTo>
                    <a:pt x="40193" y="45554"/>
                  </a:lnTo>
                  <a:lnTo>
                    <a:pt x="0" y="169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581780" y="4859774"/>
              <a:ext cx="52523" cy="45724"/>
            </a:xfrm>
            <a:custGeom>
              <a:avLst/>
              <a:pathLst>
                <a:path w="52523" h="45724">
                  <a:moveTo>
                    <a:pt x="12133" y="0"/>
                  </a:moveTo>
                  <a:lnTo>
                    <a:pt x="52523" y="27438"/>
                  </a:lnTo>
                  <a:lnTo>
                    <a:pt x="39574" y="45724"/>
                  </a:lnTo>
                  <a:lnTo>
                    <a:pt x="0" y="17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09260" y="5064098"/>
              <a:ext cx="39419" cy="36313"/>
            </a:xfrm>
            <a:custGeom>
              <a:avLst/>
              <a:pathLst>
                <a:path w="39419" h="36313">
                  <a:moveTo>
                    <a:pt x="39419" y="18767"/>
                  </a:moveTo>
                  <a:lnTo>
                    <a:pt x="28169" y="36313"/>
                  </a:lnTo>
                  <a:lnTo>
                    <a:pt x="0" y="17766"/>
                  </a:lnTo>
                  <a:lnTo>
                    <a:pt x="116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21932" y="5041462"/>
              <a:ext cx="52237" cy="45960"/>
            </a:xfrm>
            <a:custGeom>
              <a:avLst/>
              <a:pathLst>
                <a:path w="52237" h="45960">
                  <a:moveTo>
                    <a:pt x="12833" y="0"/>
                  </a:moveTo>
                  <a:lnTo>
                    <a:pt x="52237" y="27855"/>
                  </a:lnTo>
                  <a:lnTo>
                    <a:pt x="39916" y="45960"/>
                  </a:lnTo>
                  <a:lnTo>
                    <a:pt x="0" y="181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37125" y="5020433"/>
              <a:ext cx="52149" cy="44755"/>
            </a:xfrm>
            <a:custGeom>
              <a:avLst/>
              <a:pathLst>
                <a:path w="52149" h="44755">
                  <a:moveTo>
                    <a:pt x="12176" y="0"/>
                  </a:moveTo>
                  <a:lnTo>
                    <a:pt x="52149" y="26506"/>
                  </a:lnTo>
                  <a:lnTo>
                    <a:pt x="39104" y="44755"/>
                  </a:lnTo>
                  <a:lnTo>
                    <a:pt x="0" y="17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53546" y="4997923"/>
              <a:ext cx="50122" cy="43842"/>
            </a:xfrm>
            <a:custGeom>
              <a:avLst/>
              <a:pathLst>
                <a:path w="50122" h="43842">
                  <a:moveTo>
                    <a:pt x="11394" y="0"/>
                  </a:moveTo>
                  <a:lnTo>
                    <a:pt x="50122" y="27626"/>
                  </a:lnTo>
                  <a:lnTo>
                    <a:pt x="37982" y="43842"/>
                  </a:lnTo>
                  <a:lnTo>
                    <a:pt x="0" y="167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45264" y="4962029"/>
              <a:ext cx="51650" cy="44781"/>
            </a:xfrm>
            <a:custGeom>
              <a:avLst/>
              <a:pathLst>
                <a:path w="51650" h="44781">
                  <a:moveTo>
                    <a:pt x="14555" y="769"/>
                  </a:moveTo>
                  <a:lnTo>
                    <a:pt x="51650" y="26918"/>
                  </a:lnTo>
                  <a:lnTo>
                    <a:pt x="39766" y="44781"/>
                  </a:lnTo>
                  <a:lnTo>
                    <a:pt x="0" y="17393"/>
                  </a:lnTo>
                  <a:lnTo>
                    <a:pt x="1219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59814" y="4938229"/>
              <a:ext cx="53183" cy="48247"/>
            </a:xfrm>
            <a:custGeom>
              <a:avLst/>
              <a:pathLst>
                <a:path w="53183" h="48247">
                  <a:moveTo>
                    <a:pt x="53183" y="28834"/>
                  </a:moveTo>
                  <a:lnTo>
                    <a:pt x="40144" y="48247"/>
                  </a:lnTo>
                  <a:lnTo>
                    <a:pt x="0" y="18838"/>
                  </a:lnTo>
                  <a:lnTo>
                    <a:pt x="1342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478190" y="4915010"/>
              <a:ext cx="50393" cy="45512"/>
            </a:xfrm>
            <a:custGeom>
              <a:avLst/>
              <a:pathLst>
                <a:path w="50393" h="45512">
                  <a:moveTo>
                    <a:pt x="50393" y="28608"/>
                  </a:moveTo>
                  <a:lnTo>
                    <a:pt x="38364" y="45512"/>
                  </a:lnTo>
                  <a:lnTo>
                    <a:pt x="0" y="18204"/>
                  </a:lnTo>
                  <a:lnTo>
                    <a:pt x="325" y="16578"/>
                  </a:lnTo>
                  <a:lnTo>
                    <a:pt x="12030" y="0"/>
                  </a:lnTo>
                  <a:lnTo>
                    <a:pt x="50068" y="271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493993" y="4893557"/>
              <a:ext cx="48894" cy="45000"/>
            </a:xfrm>
            <a:custGeom>
              <a:avLst/>
              <a:pathLst>
                <a:path w="48894" h="45000">
                  <a:moveTo>
                    <a:pt x="11183" y="0"/>
                  </a:moveTo>
                  <a:lnTo>
                    <a:pt x="48894" y="27144"/>
                  </a:lnTo>
                  <a:lnTo>
                    <a:pt x="36868" y="45000"/>
                  </a:lnTo>
                  <a:lnTo>
                    <a:pt x="0" y="19008"/>
                  </a:lnTo>
                  <a:lnTo>
                    <a:pt x="454" y="159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35717" y="4923302"/>
              <a:ext cx="51218" cy="46652"/>
            </a:xfrm>
            <a:custGeom>
              <a:avLst/>
              <a:pathLst>
                <a:path w="51218" h="46652">
                  <a:moveTo>
                    <a:pt x="13509" y="0"/>
                  </a:moveTo>
                  <a:lnTo>
                    <a:pt x="51218" y="28606"/>
                  </a:lnTo>
                  <a:lnTo>
                    <a:pt x="39116" y="46652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20769" y="4946381"/>
              <a:ext cx="51538" cy="46099"/>
            </a:xfrm>
            <a:custGeom>
              <a:avLst/>
              <a:pathLst>
                <a:path w="51538" h="46099">
                  <a:moveTo>
                    <a:pt x="12365" y="0"/>
                  </a:moveTo>
                  <a:lnTo>
                    <a:pt x="51538" y="26656"/>
                  </a:lnTo>
                  <a:lnTo>
                    <a:pt x="38846" y="46099"/>
                  </a:lnTo>
                  <a:lnTo>
                    <a:pt x="0" y="18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31575" y="4868409"/>
              <a:ext cx="63519" cy="61971"/>
            </a:xfrm>
            <a:custGeom>
              <a:avLst/>
              <a:pathLst>
                <a:path w="63519" h="61971">
                  <a:moveTo>
                    <a:pt x="49947" y="45034"/>
                  </a:moveTo>
                  <a:lnTo>
                    <a:pt x="37713" y="61971"/>
                  </a:lnTo>
                  <a:lnTo>
                    <a:pt x="31526" y="57702"/>
                  </a:lnTo>
                  <a:lnTo>
                    <a:pt x="30305" y="56859"/>
                  </a:lnTo>
                  <a:lnTo>
                    <a:pt x="20725" y="50249"/>
                  </a:lnTo>
                  <a:lnTo>
                    <a:pt x="18856" y="48959"/>
                  </a:lnTo>
                  <a:lnTo>
                    <a:pt x="1944" y="37289"/>
                  </a:lnTo>
                  <a:lnTo>
                    <a:pt x="0" y="35948"/>
                  </a:lnTo>
                  <a:lnTo>
                    <a:pt x="12458" y="19026"/>
                  </a:lnTo>
                  <a:lnTo>
                    <a:pt x="14447" y="16325"/>
                  </a:lnTo>
                  <a:lnTo>
                    <a:pt x="26467" y="0"/>
                  </a:lnTo>
                  <a:lnTo>
                    <a:pt x="28000" y="1086"/>
                  </a:lnTo>
                  <a:lnTo>
                    <a:pt x="43817" y="12289"/>
                  </a:lnTo>
                  <a:lnTo>
                    <a:pt x="45426" y="13429"/>
                  </a:lnTo>
                  <a:lnTo>
                    <a:pt x="55855" y="20816"/>
                  </a:lnTo>
                  <a:lnTo>
                    <a:pt x="56679" y="21400"/>
                  </a:lnTo>
                  <a:lnTo>
                    <a:pt x="63519" y="26245"/>
                  </a:lnTo>
                  <a:lnTo>
                    <a:pt x="50478" y="442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589497" y="4897539"/>
              <a:ext cx="51289" cy="46305"/>
            </a:xfrm>
            <a:custGeom>
              <a:avLst/>
              <a:pathLst>
                <a:path w="51289" h="46305">
                  <a:moveTo>
                    <a:pt x="12439" y="0"/>
                  </a:moveTo>
                  <a:lnTo>
                    <a:pt x="51289" y="27900"/>
                  </a:lnTo>
                  <a:lnTo>
                    <a:pt x="38486" y="46305"/>
                  </a:lnTo>
                  <a:lnTo>
                    <a:pt x="0" y="183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573221" y="4918635"/>
              <a:ext cx="52722" cy="45911"/>
            </a:xfrm>
            <a:custGeom>
              <a:avLst/>
              <a:pathLst>
                <a:path w="52722" h="45911">
                  <a:moveTo>
                    <a:pt x="13758" y="0"/>
                  </a:moveTo>
                  <a:lnTo>
                    <a:pt x="52722" y="28079"/>
                  </a:lnTo>
                  <a:lnTo>
                    <a:pt x="40554" y="45175"/>
                  </a:lnTo>
                  <a:lnTo>
                    <a:pt x="38306" y="45911"/>
                  </a:lnTo>
                  <a:lnTo>
                    <a:pt x="0" y="180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563869" y="4955070"/>
              <a:ext cx="46274" cy="52903"/>
            </a:xfrm>
            <a:custGeom>
              <a:avLst/>
              <a:pathLst>
                <a:path w="46274" h="52903">
                  <a:moveTo>
                    <a:pt x="46274" y="13410"/>
                  </a:moveTo>
                  <a:lnTo>
                    <a:pt x="17624" y="52903"/>
                  </a:lnTo>
                  <a:lnTo>
                    <a:pt x="0" y="40574"/>
                  </a:lnTo>
                  <a:lnTo>
                    <a:pt x="273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588245" y="4994246"/>
              <a:ext cx="50790" cy="45380"/>
            </a:xfrm>
            <a:custGeom>
              <a:avLst/>
              <a:pathLst>
                <a:path w="50790" h="45380">
                  <a:moveTo>
                    <a:pt x="12665" y="0"/>
                  </a:moveTo>
                  <a:lnTo>
                    <a:pt x="50790" y="27276"/>
                  </a:lnTo>
                  <a:lnTo>
                    <a:pt x="38442" y="45380"/>
                  </a:lnTo>
                  <a:lnTo>
                    <a:pt x="0" y="17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03345" y="4972827"/>
              <a:ext cx="52283" cy="45267"/>
            </a:xfrm>
            <a:custGeom>
              <a:avLst/>
              <a:pathLst>
                <a:path w="52283" h="45267">
                  <a:moveTo>
                    <a:pt x="12499" y="0"/>
                  </a:moveTo>
                  <a:lnTo>
                    <a:pt x="52283" y="27481"/>
                  </a:lnTo>
                  <a:lnTo>
                    <a:pt x="38936" y="45267"/>
                  </a:lnTo>
                  <a:lnTo>
                    <a:pt x="0" y="17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19737" y="4950740"/>
              <a:ext cx="51409" cy="46468"/>
            </a:xfrm>
            <a:custGeom>
              <a:avLst/>
              <a:pathLst>
                <a:path w="51409" h="46468">
                  <a:moveTo>
                    <a:pt x="12248" y="0"/>
                  </a:moveTo>
                  <a:lnTo>
                    <a:pt x="51409" y="28343"/>
                  </a:lnTo>
                  <a:lnTo>
                    <a:pt x="38101" y="46468"/>
                  </a:lnTo>
                  <a:lnTo>
                    <a:pt x="0" y="178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34817" y="4929768"/>
              <a:ext cx="51126" cy="46647"/>
            </a:xfrm>
            <a:custGeom>
              <a:avLst/>
              <a:pathLst>
                <a:path w="51126" h="46647">
                  <a:moveTo>
                    <a:pt x="11600" y="0"/>
                  </a:moveTo>
                  <a:lnTo>
                    <a:pt x="51126" y="27963"/>
                  </a:lnTo>
                  <a:lnTo>
                    <a:pt x="38396" y="46647"/>
                  </a:lnTo>
                  <a:lnTo>
                    <a:pt x="0" y="17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662783" y="4961234"/>
              <a:ext cx="56812" cy="59988"/>
            </a:xfrm>
            <a:custGeom>
              <a:avLst/>
              <a:pathLst>
                <a:path w="56812" h="59988">
                  <a:moveTo>
                    <a:pt x="27696" y="0"/>
                  </a:moveTo>
                  <a:lnTo>
                    <a:pt x="56812" y="21242"/>
                  </a:lnTo>
                  <a:lnTo>
                    <a:pt x="28775" y="59988"/>
                  </a:lnTo>
                  <a:lnTo>
                    <a:pt x="0" y="393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695335" y="4985340"/>
              <a:ext cx="46516" cy="51983"/>
            </a:xfrm>
            <a:custGeom>
              <a:avLst/>
              <a:pathLst>
                <a:path w="46516" h="51983">
                  <a:moveTo>
                    <a:pt x="28775" y="0"/>
                  </a:moveTo>
                  <a:lnTo>
                    <a:pt x="46516" y="12171"/>
                  </a:lnTo>
                  <a:lnTo>
                    <a:pt x="18793" y="51983"/>
                  </a:lnTo>
                  <a:lnTo>
                    <a:pt x="0" y="37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47407" y="5003925"/>
              <a:ext cx="40857" cy="37939"/>
            </a:xfrm>
            <a:custGeom>
              <a:avLst/>
              <a:pathLst>
                <a:path w="40857" h="37939">
                  <a:moveTo>
                    <a:pt x="12409" y="0"/>
                  </a:moveTo>
                  <a:lnTo>
                    <a:pt x="40857" y="21416"/>
                  </a:lnTo>
                  <a:lnTo>
                    <a:pt x="29082" y="37939"/>
                  </a:lnTo>
                  <a:lnTo>
                    <a:pt x="10970" y="25853"/>
                  </a:lnTo>
                  <a:lnTo>
                    <a:pt x="4765" y="21253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31153" y="5025483"/>
              <a:ext cx="42639" cy="38726"/>
            </a:xfrm>
            <a:custGeom>
              <a:avLst/>
              <a:pathLst>
                <a:path w="42639" h="38726">
                  <a:moveTo>
                    <a:pt x="42226" y="20246"/>
                  </a:moveTo>
                  <a:lnTo>
                    <a:pt x="42639" y="21899"/>
                  </a:lnTo>
                  <a:lnTo>
                    <a:pt x="30584" y="38726"/>
                  </a:lnTo>
                  <a:lnTo>
                    <a:pt x="0" y="17941"/>
                  </a:lnTo>
                  <a:lnTo>
                    <a:pt x="1249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665211" y="5027111"/>
              <a:ext cx="45848" cy="53271"/>
            </a:xfrm>
            <a:custGeom>
              <a:avLst/>
              <a:pathLst>
                <a:path w="45848" h="53271">
                  <a:moveTo>
                    <a:pt x="27336" y="0"/>
                  </a:moveTo>
                  <a:lnTo>
                    <a:pt x="45848" y="14056"/>
                  </a:lnTo>
                  <a:lnTo>
                    <a:pt x="17804" y="53271"/>
                  </a:lnTo>
                  <a:lnTo>
                    <a:pt x="0" y="39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32421" y="5073255"/>
              <a:ext cx="45523" cy="51051"/>
            </a:xfrm>
            <a:custGeom>
              <a:avLst/>
              <a:pathLst>
                <a:path w="45523" h="51051">
                  <a:moveTo>
                    <a:pt x="45523" y="13099"/>
                  </a:moveTo>
                  <a:lnTo>
                    <a:pt x="16860" y="51051"/>
                  </a:lnTo>
                  <a:lnTo>
                    <a:pt x="0" y="38975"/>
                  </a:lnTo>
                  <a:lnTo>
                    <a:pt x="26077" y="1138"/>
                  </a:lnTo>
                  <a:lnTo>
                    <a:pt x="29801" y="0"/>
                  </a:lnTo>
                  <a:lnTo>
                    <a:pt x="45523" y="10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599150" y="5070993"/>
              <a:ext cx="41276" cy="38247"/>
            </a:xfrm>
            <a:custGeom>
              <a:avLst/>
              <a:pathLst>
                <a:path w="41276" h="38247">
                  <a:moveTo>
                    <a:pt x="13109" y="0"/>
                  </a:moveTo>
                  <a:lnTo>
                    <a:pt x="41276" y="19529"/>
                  </a:lnTo>
                  <a:lnTo>
                    <a:pt x="28550" y="38247"/>
                  </a:lnTo>
                  <a:lnTo>
                    <a:pt x="0" y="17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15111" y="5048667"/>
              <a:ext cx="41373" cy="38376"/>
            </a:xfrm>
            <a:custGeom>
              <a:avLst/>
              <a:pathLst>
                <a:path w="41373" h="38376">
                  <a:moveTo>
                    <a:pt x="41373" y="20557"/>
                  </a:moveTo>
                  <a:lnTo>
                    <a:pt x="28662" y="38376"/>
                  </a:lnTo>
                  <a:lnTo>
                    <a:pt x="0" y="18365"/>
                  </a:lnTo>
                  <a:lnTo>
                    <a:pt x="132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584200" y="5091874"/>
              <a:ext cx="63542" cy="54180"/>
            </a:xfrm>
            <a:custGeom>
              <a:avLst/>
              <a:pathLst>
                <a:path w="63542" h="54180">
                  <a:moveTo>
                    <a:pt x="12589" y="0"/>
                  </a:moveTo>
                  <a:lnTo>
                    <a:pt x="63542" y="36009"/>
                  </a:lnTo>
                  <a:lnTo>
                    <a:pt x="50279" y="54180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568949" y="5113611"/>
              <a:ext cx="62720" cy="54410"/>
            </a:xfrm>
            <a:custGeom>
              <a:avLst/>
              <a:pathLst>
                <a:path w="62720" h="54410">
                  <a:moveTo>
                    <a:pt x="12554" y="0"/>
                  </a:moveTo>
                  <a:lnTo>
                    <a:pt x="62720" y="36124"/>
                  </a:lnTo>
                  <a:lnTo>
                    <a:pt x="49232" y="54410"/>
                  </a:lnTo>
                  <a:lnTo>
                    <a:pt x="0" y="179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53437" y="5134554"/>
              <a:ext cx="62734" cy="55318"/>
            </a:xfrm>
            <a:custGeom>
              <a:avLst/>
              <a:pathLst>
                <a:path w="62734" h="55318">
                  <a:moveTo>
                    <a:pt x="13038" y="0"/>
                  </a:moveTo>
                  <a:lnTo>
                    <a:pt x="62734" y="36572"/>
                  </a:lnTo>
                  <a:lnTo>
                    <a:pt x="50019" y="55318"/>
                  </a:lnTo>
                  <a:lnTo>
                    <a:pt x="0" y="18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42561" y="5155894"/>
              <a:ext cx="58889" cy="49996"/>
            </a:xfrm>
            <a:custGeom>
              <a:avLst/>
              <a:pathLst>
                <a:path w="58889" h="49996">
                  <a:moveTo>
                    <a:pt x="37879" y="37791"/>
                  </a:moveTo>
                  <a:lnTo>
                    <a:pt x="31756" y="33662"/>
                  </a:lnTo>
                  <a:lnTo>
                    <a:pt x="0" y="12248"/>
                  </a:lnTo>
                  <a:lnTo>
                    <a:pt x="4176" y="6333"/>
                  </a:lnTo>
                  <a:lnTo>
                    <a:pt x="8649" y="0"/>
                  </a:lnTo>
                  <a:lnTo>
                    <a:pt x="23074" y="10722"/>
                  </a:lnTo>
                  <a:lnTo>
                    <a:pt x="52341" y="32476"/>
                  </a:lnTo>
                  <a:lnTo>
                    <a:pt x="58889" y="37343"/>
                  </a:lnTo>
                  <a:lnTo>
                    <a:pt x="49100" y="49996"/>
                  </a:lnTo>
                  <a:lnTo>
                    <a:pt x="41514" y="41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555710" y="5017298"/>
              <a:ext cx="45828" cy="52167"/>
            </a:xfrm>
            <a:custGeom>
              <a:avLst/>
              <a:pathLst>
                <a:path w="45828" h="52167">
                  <a:moveTo>
                    <a:pt x="27066" y="0"/>
                  </a:moveTo>
                  <a:lnTo>
                    <a:pt x="45828" y="12597"/>
                  </a:lnTo>
                  <a:lnTo>
                    <a:pt x="17265" y="52167"/>
                  </a:lnTo>
                  <a:lnTo>
                    <a:pt x="0" y="39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576931" y="5032429"/>
              <a:ext cx="46387" cy="52493"/>
            </a:xfrm>
            <a:custGeom>
              <a:avLst/>
              <a:pathLst>
                <a:path w="46387" h="52493">
                  <a:moveTo>
                    <a:pt x="28704" y="0"/>
                  </a:moveTo>
                  <a:lnTo>
                    <a:pt x="46387" y="13027"/>
                  </a:lnTo>
                  <a:lnTo>
                    <a:pt x="17804" y="52493"/>
                  </a:lnTo>
                  <a:lnTo>
                    <a:pt x="0" y="406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40144" y="5060120"/>
              <a:ext cx="52261" cy="46647"/>
            </a:xfrm>
            <a:custGeom>
              <a:avLst/>
              <a:pathLst>
                <a:path w="52261" h="46647">
                  <a:moveTo>
                    <a:pt x="12611" y="0"/>
                  </a:moveTo>
                  <a:lnTo>
                    <a:pt x="52261" y="28878"/>
                  </a:lnTo>
                  <a:lnTo>
                    <a:pt x="40262" y="46647"/>
                  </a:lnTo>
                  <a:lnTo>
                    <a:pt x="0" y="17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25597" y="5081611"/>
              <a:ext cx="51746" cy="46808"/>
            </a:xfrm>
            <a:custGeom>
              <a:avLst/>
              <a:pathLst>
                <a:path w="51746" h="46808">
                  <a:moveTo>
                    <a:pt x="12589" y="0"/>
                  </a:moveTo>
                  <a:lnTo>
                    <a:pt x="51746" y="28664"/>
                  </a:lnTo>
                  <a:lnTo>
                    <a:pt x="39228" y="46808"/>
                  </a:lnTo>
                  <a:lnTo>
                    <a:pt x="0" y="18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10274" y="5104799"/>
              <a:ext cx="51368" cy="44936"/>
            </a:xfrm>
            <a:custGeom>
              <a:avLst/>
              <a:pathLst>
                <a:path w="51368" h="44936">
                  <a:moveTo>
                    <a:pt x="12032" y="0"/>
                  </a:moveTo>
                  <a:lnTo>
                    <a:pt x="51368" y="28260"/>
                  </a:lnTo>
                  <a:lnTo>
                    <a:pt x="39228" y="44936"/>
                  </a:lnTo>
                  <a:lnTo>
                    <a:pt x="0" y="1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498247" y="5124845"/>
              <a:ext cx="48862" cy="40301"/>
            </a:xfrm>
            <a:custGeom>
              <a:avLst/>
              <a:pathLst>
                <a:path w="48862" h="40301">
                  <a:moveTo>
                    <a:pt x="10163" y="0"/>
                  </a:moveTo>
                  <a:lnTo>
                    <a:pt x="48862" y="27347"/>
                  </a:lnTo>
                  <a:lnTo>
                    <a:pt x="40465" y="40301"/>
                  </a:lnTo>
                  <a:lnTo>
                    <a:pt x="0" y="145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473852" y="5088093"/>
              <a:ext cx="43194" cy="46067"/>
            </a:xfrm>
            <a:custGeom>
              <a:avLst/>
              <a:pathLst>
                <a:path w="43194" h="46067">
                  <a:moveTo>
                    <a:pt x="27115" y="0"/>
                  </a:moveTo>
                  <a:lnTo>
                    <a:pt x="43194" y="12367"/>
                  </a:lnTo>
                  <a:lnTo>
                    <a:pt x="18883" y="45665"/>
                  </a:lnTo>
                  <a:lnTo>
                    <a:pt x="11296" y="46067"/>
                  </a:lnTo>
                  <a:lnTo>
                    <a:pt x="0" y="383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51490" y="5071777"/>
              <a:ext cx="44340" cy="50316"/>
            </a:xfrm>
            <a:custGeom>
              <a:avLst/>
              <a:pathLst>
                <a:path w="44340" h="50316">
                  <a:moveTo>
                    <a:pt x="27114" y="0"/>
                  </a:moveTo>
                  <a:lnTo>
                    <a:pt x="44340" y="12709"/>
                  </a:lnTo>
                  <a:lnTo>
                    <a:pt x="17984" y="50316"/>
                  </a:lnTo>
                  <a:lnTo>
                    <a:pt x="0" y="390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480187" y="5050284"/>
              <a:ext cx="52651" cy="46739"/>
            </a:xfrm>
            <a:custGeom>
              <a:avLst/>
              <a:pathLst>
                <a:path w="52651" h="46739">
                  <a:moveTo>
                    <a:pt x="12499" y="0"/>
                  </a:moveTo>
                  <a:lnTo>
                    <a:pt x="52651" y="27898"/>
                  </a:lnTo>
                  <a:lnTo>
                    <a:pt x="39655" y="46739"/>
                  </a:lnTo>
                  <a:lnTo>
                    <a:pt x="0" y="18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496050" y="5029361"/>
              <a:ext cx="51835" cy="45112"/>
            </a:xfrm>
            <a:custGeom>
              <a:avLst/>
              <a:pathLst>
                <a:path w="51835" h="45112">
                  <a:moveTo>
                    <a:pt x="12207" y="0"/>
                  </a:moveTo>
                  <a:lnTo>
                    <a:pt x="51835" y="27587"/>
                  </a:lnTo>
                  <a:lnTo>
                    <a:pt x="39260" y="45112"/>
                  </a:lnTo>
                  <a:lnTo>
                    <a:pt x="0" y="1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04184" y="4969869"/>
              <a:ext cx="52578" cy="46601"/>
            </a:xfrm>
            <a:custGeom>
              <a:avLst/>
              <a:pathLst>
                <a:path w="52578" h="46601">
                  <a:moveTo>
                    <a:pt x="12893" y="0"/>
                  </a:moveTo>
                  <a:lnTo>
                    <a:pt x="52578" y="27123"/>
                  </a:lnTo>
                  <a:lnTo>
                    <a:pt x="38846" y="46601"/>
                  </a:lnTo>
                  <a:lnTo>
                    <a:pt x="179" y="18815"/>
                  </a:lnTo>
                  <a:lnTo>
                    <a:pt x="0" y="1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489976" y="4991928"/>
              <a:ext cx="50176" cy="45887"/>
            </a:xfrm>
            <a:custGeom>
              <a:avLst/>
              <a:pathLst>
                <a:path w="50176" h="45887">
                  <a:moveTo>
                    <a:pt x="11282" y="0"/>
                  </a:moveTo>
                  <a:lnTo>
                    <a:pt x="50176" y="27762"/>
                  </a:lnTo>
                  <a:lnTo>
                    <a:pt x="37767" y="45887"/>
                  </a:lnTo>
                  <a:lnTo>
                    <a:pt x="0" y="17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32330" y="5000553"/>
              <a:ext cx="44961" cy="52995"/>
            </a:xfrm>
            <a:custGeom>
              <a:avLst/>
              <a:pathLst>
                <a:path w="44961" h="52995">
                  <a:moveTo>
                    <a:pt x="27426" y="0"/>
                  </a:moveTo>
                  <a:lnTo>
                    <a:pt x="44961" y="13340"/>
                  </a:lnTo>
                  <a:lnTo>
                    <a:pt x="18434" y="52995"/>
                  </a:lnTo>
                  <a:lnTo>
                    <a:pt x="0" y="397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38439" y="5083803"/>
              <a:ext cx="21027" cy="24339"/>
            </a:xfrm>
            <a:custGeom>
              <a:avLst/>
              <a:pathLst>
                <a:path w="21027" h="24339">
                  <a:moveTo>
                    <a:pt x="0" y="17273"/>
                  </a:moveTo>
                  <a:lnTo>
                    <a:pt x="11629" y="0"/>
                  </a:lnTo>
                  <a:lnTo>
                    <a:pt x="13017" y="937"/>
                  </a:lnTo>
                  <a:lnTo>
                    <a:pt x="21027" y="6896"/>
                  </a:lnTo>
                  <a:lnTo>
                    <a:pt x="9904" y="24339"/>
                  </a:lnTo>
                  <a:lnTo>
                    <a:pt x="1009" y="1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451747" y="2780227"/>
              <a:ext cx="341657" cy="560549"/>
            </a:xfrm>
            <a:custGeom>
              <a:avLst/>
              <a:pathLst>
                <a:path w="341657" h="560549">
                  <a:moveTo>
                    <a:pt x="228535" y="25365"/>
                  </a:moveTo>
                  <a:lnTo>
                    <a:pt x="209013" y="134134"/>
                  </a:lnTo>
                  <a:lnTo>
                    <a:pt x="341657" y="161400"/>
                  </a:lnTo>
                  <a:lnTo>
                    <a:pt x="332660" y="206913"/>
                  </a:lnTo>
                  <a:lnTo>
                    <a:pt x="325492" y="250558"/>
                  </a:lnTo>
                  <a:lnTo>
                    <a:pt x="299642" y="378826"/>
                  </a:lnTo>
                  <a:lnTo>
                    <a:pt x="280199" y="495209"/>
                  </a:lnTo>
                  <a:lnTo>
                    <a:pt x="226388" y="525967"/>
                  </a:lnTo>
                  <a:lnTo>
                    <a:pt x="165888" y="560549"/>
                  </a:lnTo>
                  <a:lnTo>
                    <a:pt x="129151" y="551896"/>
                  </a:lnTo>
                  <a:lnTo>
                    <a:pt x="135694" y="520938"/>
                  </a:lnTo>
                  <a:lnTo>
                    <a:pt x="138066" y="521301"/>
                  </a:lnTo>
                  <a:lnTo>
                    <a:pt x="145934" y="485074"/>
                  </a:lnTo>
                  <a:lnTo>
                    <a:pt x="144669" y="481192"/>
                  </a:lnTo>
                  <a:lnTo>
                    <a:pt x="147620" y="466529"/>
                  </a:lnTo>
                  <a:lnTo>
                    <a:pt x="201763" y="475858"/>
                  </a:lnTo>
                  <a:lnTo>
                    <a:pt x="215202" y="478174"/>
                  </a:lnTo>
                  <a:lnTo>
                    <a:pt x="216186" y="472998"/>
                  </a:lnTo>
                  <a:lnTo>
                    <a:pt x="146849" y="461458"/>
                  </a:lnTo>
                  <a:lnTo>
                    <a:pt x="150978" y="437892"/>
                  </a:lnTo>
                  <a:lnTo>
                    <a:pt x="153928" y="435879"/>
                  </a:lnTo>
                  <a:lnTo>
                    <a:pt x="208163" y="446374"/>
                  </a:lnTo>
                  <a:lnTo>
                    <a:pt x="208865" y="443211"/>
                  </a:lnTo>
                  <a:lnTo>
                    <a:pt x="148308" y="432285"/>
                  </a:lnTo>
                  <a:lnTo>
                    <a:pt x="145507" y="446811"/>
                  </a:lnTo>
                  <a:lnTo>
                    <a:pt x="122940" y="550240"/>
                  </a:lnTo>
                  <a:lnTo>
                    <a:pt x="118611" y="549399"/>
                  </a:lnTo>
                  <a:lnTo>
                    <a:pt x="0" y="526340"/>
                  </a:lnTo>
                  <a:lnTo>
                    <a:pt x="11415" y="477821"/>
                  </a:lnTo>
                  <a:lnTo>
                    <a:pt x="22304" y="408277"/>
                  </a:lnTo>
                  <a:lnTo>
                    <a:pt x="36882" y="322561"/>
                  </a:lnTo>
                  <a:lnTo>
                    <a:pt x="47595" y="268830"/>
                  </a:lnTo>
                  <a:lnTo>
                    <a:pt x="78857" y="105663"/>
                  </a:lnTo>
                  <a:lnTo>
                    <a:pt x="98496" y="2923"/>
                  </a:lnTo>
                  <a:lnTo>
                    <a:pt x="990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270666" y="4858970"/>
              <a:ext cx="112156" cy="116819"/>
            </a:xfrm>
            <a:custGeom>
              <a:avLst/>
              <a:pathLst>
                <a:path w="112156" h="116819">
                  <a:moveTo>
                    <a:pt x="0" y="67277"/>
                  </a:moveTo>
                  <a:lnTo>
                    <a:pt x="58866" y="16022"/>
                  </a:lnTo>
                  <a:lnTo>
                    <a:pt x="80517" y="0"/>
                  </a:lnTo>
                  <a:lnTo>
                    <a:pt x="112156" y="54991"/>
                  </a:lnTo>
                  <a:lnTo>
                    <a:pt x="42825" y="11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486412" y="4273969"/>
              <a:ext cx="50646" cy="41653"/>
            </a:xfrm>
            <a:custGeom>
              <a:avLst/>
              <a:pathLst>
                <a:path w="50646" h="41653">
                  <a:moveTo>
                    <a:pt x="0" y="24402"/>
                  </a:moveTo>
                  <a:lnTo>
                    <a:pt x="40895" y="0"/>
                  </a:lnTo>
                  <a:lnTo>
                    <a:pt x="50646" y="17394"/>
                  </a:lnTo>
                  <a:lnTo>
                    <a:pt x="9526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15409" y="3889826"/>
              <a:ext cx="42909" cy="52788"/>
            </a:xfrm>
            <a:custGeom>
              <a:avLst/>
              <a:pathLst>
                <a:path w="42909" h="52788">
                  <a:moveTo>
                    <a:pt x="0" y="11083"/>
                  </a:moveTo>
                  <a:lnTo>
                    <a:pt x="18504" y="0"/>
                  </a:lnTo>
                  <a:lnTo>
                    <a:pt x="42909" y="42222"/>
                  </a:lnTo>
                  <a:lnTo>
                    <a:pt x="24784" y="5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8075" y="4408850"/>
              <a:ext cx="52488" cy="43100"/>
            </a:xfrm>
            <a:custGeom>
              <a:avLst/>
              <a:pathLst>
                <a:path w="52488" h="43100">
                  <a:moveTo>
                    <a:pt x="40455" y="468"/>
                  </a:moveTo>
                  <a:lnTo>
                    <a:pt x="41220" y="0"/>
                  </a:lnTo>
                  <a:lnTo>
                    <a:pt x="52488" y="18348"/>
                  </a:lnTo>
                  <a:lnTo>
                    <a:pt x="11338" y="43100"/>
                  </a:lnTo>
                  <a:lnTo>
                    <a:pt x="0" y="24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93402" y="4072613"/>
              <a:ext cx="175894" cy="223043"/>
            </a:xfrm>
            <a:custGeom>
              <a:avLst/>
              <a:pathLst>
                <a:path w="175894" h="223043">
                  <a:moveTo>
                    <a:pt x="41878" y="191282"/>
                  </a:moveTo>
                  <a:lnTo>
                    <a:pt x="10523" y="176814"/>
                  </a:lnTo>
                  <a:lnTo>
                    <a:pt x="10405" y="176676"/>
                  </a:lnTo>
                  <a:lnTo>
                    <a:pt x="19084" y="163293"/>
                  </a:lnTo>
                  <a:lnTo>
                    <a:pt x="49444" y="103200"/>
                  </a:lnTo>
                  <a:lnTo>
                    <a:pt x="49971" y="101762"/>
                  </a:lnTo>
                  <a:lnTo>
                    <a:pt x="0" y="78965"/>
                  </a:lnTo>
                  <a:lnTo>
                    <a:pt x="2994" y="66455"/>
                  </a:lnTo>
                  <a:lnTo>
                    <a:pt x="24570" y="76305"/>
                  </a:lnTo>
                  <a:lnTo>
                    <a:pt x="48180" y="86690"/>
                  </a:lnTo>
                  <a:lnTo>
                    <a:pt x="49882" y="81497"/>
                  </a:lnTo>
                  <a:lnTo>
                    <a:pt x="24999" y="70871"/>
                  </a:lnTo>
                  <a:lnTo>
                    <a:pt x="1195" y="60705"/>
                  </a:lnTo>
                  <a:lnTo>
                    <a:pt x="7490" y="45984"/>
                  </a:lnTo>
                  <a:lnTo>
                    <a:pt x="26305" y="54354"/>
                  </a:lnTo>
                  <a:lnTo>
                    <a:pt x="45798" y="63026"/>
                  </a:lnTo>
                  <a:lnTo>
                    <a:pt x="47586" y="59089"/>
                  </a:lnTo>
                  <a:lnTo>
                    <a:pt x="40774" y="56712"/>
                  </a:lnTo>
                  <a:lnTo>
                    <a:pt x="9159" y="42341"/>
                  </a:lnTo>
                  <a:lnTo>
                    <a:pt x="21706" y="19593"/>
                  </a:lnTo>
                  <a:lnTo>
                    <a:pt x="32513" y="0"/>
                  </a:lnTo>
                  <a:lnTo>
                    <a:pt x="67960" y="22543"/>
                  </a:lnTo>
                  <a:lnTo>
                    <a:pt x="80320" y="30404"/>
                  </a:lnTo>
                  <a:lnTo>
                    <a:pt x="81769" y="31670"/>
                  </a:lnTo>
                  <a:lnTo>
                    <a:pt x="88808" y="36152"/>
                  </a:lnTo>
                  <a:lnTo>
                    <a:pt x="126802" y="61640"/>
                  </a:lnTo>
                  <a:lnTo>
                    <a:pt x="128306" y="62597"/>
                  </a:lnTo>
                  <a:lnTo>
                    <a:pt x="142311" y="71034"/>
                  </a:lnTo>
                  <a:lnTo>
                    <a:pt x="150077" y="76685"/>
                  </a:lnTo>
                  <a:lnTo>
                    <a:pt x="175894" y="106515"/>
                  </a:lnTo>
                  <a:lnTo>
                    <a:pt x="109103" y="222067"/>
                  </a:lnTo>
                  <a:lnTo>
                    <a:pt x="103991" y="223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229510" y="4180272"/>
              <a:ext cx="239451" cy="277975"/>
            </a:xfrm>
            <a:custGeom>
              <a:avLst/>
              <a:pathLst>
                <a:path w="239451" h="277975">
                  <a:moveTo>
                    <a:pt x="0" y="82506"/>
                  </a:moveTo>
                  <a:lnTo>
                    <a:pt x="36334" y="18741"/>
                  </a:lnTo>
                  <a:lnTo>
                    <a:pt x="44493" y="5533"/>
                  </a:lnTo>
                  <a:lnTo>
                    <a:pt x="49519" y="0"/>
                  </a:lnTo>
                  <a:lnTo>
                    <a:pt x="96019" y="87252"/>
                  </a:lnTo>
                  <a:lnTo>
                    <a:pt x="141376" y="161894"/>
                  </a:lnTo>
                  <a:lnTo>
                    <a:pt x="172529" y="212535"/>
                  </a:lnTo>
                  <a:lnTo>
                    <a:pt x="194639" y="200271"/>
                  </a:lnTo>
                  <a:lnTo>
                    <a:pt x="239451" y="274956"/>
                  </a:lnTo>
                  <a:lnTo>
                    <a:pt x="238535" y="275517"/>
                  </a:lnTo>
                  <a:lnTo>
                    <a:pt x="236955" y="276484"/>
                  </a:lnTo>
                  <a:lnTo>
                    <a:pt x="236143" y="276945"/>
                  </a:lnTo>
                  <a:lnTo>
                    <a:pt x="234331" y="277975"/>
                  </a:lnTo>
                  <a:lnTo>
                    <a:pt x="221944" y="270737"/>
                  </a:lnTo>
                  <a:lnTo>
                    <a:pt x="121610" y="212113"/>
                  </a:lnTo>
                  <a:lnTo>
                    <a:pt x="90218" y="229460"/>
                  </a:lnTo>
                  <a:lnTo>
                    <a:pt x="89646" y="229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51764" y="4417817"/>
              <a:ext cx="147273" cy="178712"/>
            </a:xfrm>
            <a:custGeom>
              <a:avLst/>
              <a:pathLst>
                <a:path w="147273" h="178712">
                  <a:moveTo>
                    <a:pt x="0" y="112101"/>
                  </a:moveTo>
                  <a:lnTo>
                    <a:pt x="38108" y="53613"/>
                  </a:lnTo>
                  <a:lnTo>
                    <a:pt x="66690" y="15028"/>
                  </a:lnTo>
                  <a:lnTo>
                    <a:pt x="92889" y="0"/>
                  </a:lnTo>
                  <a:lnTo>
                    <a:pt x="147273" y="97885"/>
                  </a:lnTo>
                  <a:lnTo>
                    <a:pt x="89713" y="178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763197" y="4856646"/>
              <a:ext cx="12760" cy="14135"/>
            </a:xfrm>
            <a:custGeom>
              <a:avLst/>
              <a:pathLst>
                <a:path w="12760" h="14135">
                  <a:moveTo>
                    <a:pt x="12760" y="4571"/>
                  </a:moveTo>
                  <a:lnTo>
                    <a:pt x="7024" y="14135"/>
                  </a:lnTo>
                  <a:lnTo>
                    <a:pt x="0" y="9103"/>
                  </a:lnTo>
                  <a:lnTo>
                    <a:pt x="7166" y="0"/>
                  </a:lnTo>
                  <a:lnTo>
                    <a:pt x="7466" y="245"/>
                  </a:lnTo>
                  <a:lnTo>
                    <a:pt x="8474" y="1069"/>
                  </a:lnTo>
                  <a:lnTo>
                    <a:pt x="10924" y="3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765340" y="4846840"/>
              <a:ext cx="5262" cy="7086"/>
            </a:xfrm>
            <a:custGeom>
              <a:avLst/>
              <a:pathLst>
                <a:path w="5262" h="7086">
                  <a:moveTo>
                    <a:pt x="0" y="4267"/>
                  </a:moveTo>
                  <a:lnTo>
                    <a:pt x="1254" y="2246"/>
                  </a:lnTo>
                  <a:lnTo>
                    <a:pt x="2359" y="465"/>
                  </a:lnTo>
                  <a:lnTo>
                    <a:pt x="2649" y="0"/>
                  </a:lnTo>
                  <a:lnTo>
                    <a:pt x="5262" y="3753"/>
                  </a:lnTo>
                  <a:lnTo>
                    <a:pt x="3668" y="7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197" y="2420091"/>
              <a:ext cx="417398" cy="481225"/>
            </a:xfrm>
            <a:custGeom>
              <a:avLst/>
              <a:pathLst>
                <a:path w="417398" h="481225">
                  <a:moveTo>
                    <a:pt x="139049" y="465771"/>
                  </a:moveTo>
                  <a:lnTo>
                    <a:pt x="113266" y="481225"/>
                  </a:lnTo>
                  <a:lnTo>
                    <a:pt x="85029" y="432023"/>
                  </a:lnTo>
                  <a:lnTo>
                    <a:pt x="71175" y="408404"/>
                  </a:lnTo>
                  <a:lnTo>
                    <a:pt x="61279" y="391533"/>
                  </a:lnTo>
                  <a:lnTo>
                    <a:pt x="57604" y="385268"/>
                  </a:lnTo>
                  <a:lnTo>
                    <a:pt x="57332" y="384805"/>
                  </a:lnTo>
                  <a:lnTo>
                    <a:pt x="43608" y="361408"/>
                  </a:lnTo>
                  <a:lnTo>
                    <a:pt x="29094" y="336370"/>
                  </a:lnTo>
                  <a:lnTo>
                    <a:pt x="13337" y="310350"/>
                  </a:lnTo>
                  <a:lnTo>
                    <a:pt x="3106" y="293455"/>
                  </a:lnTo>
                  <a:lnTo>
                    <a:pt x="0" y="288165"/>
                  </a:lnTo>
                  <a:lnTo>
                    <a:pt x="630" y="287786"/>
                  </a:lnTo>
                  <a:lnTo>
                    <a:pt x="25568" y="272806"/>
                  </a:lnTo>
                  <a:lnTo>
                    <a:pt x="40647" y="263748"/>
                  </a:lnTo>
                  <a:lnTo>
                    <a:pt x="47705" y="259509"/>
                  </a:lnTo>
                  <a:lnTo>
                    <a:pt x="58900" y="252784"/>
                  </a:lnTo>
                  <a:lnTo>
                    <a:pt x="62537" y="250600"/>
                  </a:lnTo>
                  <a:lnTo>
                    <a:pt x="72129" y="244810"/>
                  </a:lnTo>
                  <a:lnTo>
                    <a:pt x="94842" y="231102"/>
                  </a:lnTo>
                  <a:lnTo>
                    <a:pt x="95235" y="230864"/>
                  </a:lnTo>
                  <a:lnTo>
                    <a:pt x="118242" y="216979"/>
                  </a:lnTo>
                  <a:lnTo>
                    <a:pt x="143162" y="201938"/>
                  </a:lnTo>
                  <a:lnTo>
                    <a:pt x="142942" y="201535"/>
                  </a:lnTo>
                  <a:lnTo>
                    <a:pt x="130075" y="178001"/>
                  </a:lnTo>
                  <a:lnTo>
                    <a:pt x="129779" y="177460"/>
                  </a:lnTo>
                  <a:lnTo>
                    <a:pt x="116281" y="154175"/>
                  </a:lnTo>
                  <a:lnTo>
                    <a:pt x="102702" y="130751"/>
                  </a:lnTo>
                  <a:lnTo>
                    <a:pt x="86625" y="103959"/>
                  </a:lnTo>
                  <a:lnTo>
                    <a:pt x="85856" y="102677"/>
                  </a:lnTo>
                  <a:lnTo>
                    <a:pt x="79787" y="92830"/>
                  </a:lnTo>
                  <a:lnTo>
                    <a:pt x="237671" y="0"/>
                  </a:lnTo>
                  <a:lnTo>
                    <a:pt x="250517" y="4079"/>
                  </a:lnTo>
                  <a:lnTo>
                    <a:pt x="268344" y="35960"/>
                  </a:lnTo>
                  <a:lnTo>
                    <a:pt x="293129" y="80283"/>
                  </a:lnTo>
                  <a:lnTo>
                    <a:pt x="310987" y="112219"/>
                  </a:lnTo>
                  <a:lnTo>
                    <a:pt x="311444" y="113037"/>
                  </a:lnTo>
                  <a:lnTo>
                    <a:pt x="319854" y="128077"/>
                  </a:lnTo>
                  <a:lnTo>
                    <a:pt x="334547" y="154353"/>
                  </a:lnTo>
                  <a:lnTo>
                    <a:pt x="349912" y="181831"/>
                  </a:lnTo>
                  <a:lnTo>
                    <a:pt x="373513" y="224037"/>
                  </a:lnTo>
                  <a:lnTo>
                    <a:pt x="375470" y="227536"/>
                  </a:lnTo>
                  <a:lnTo>
                    <a:pt x="401906" y="274813"/>
                  </a:lnTo>
                  <a:lnTo>
                    <a:pt x="416995" y="300747"/>
                  </a:lnTo>
                  <a:lnTo>
                    <a:pt x="417398" y="301441"/>
                  </a:lnTo>
                  <a:lnTo>
                    <a:pt x="416943" y="301704"/>
                  </a:lnTo>
                  <a:lnTo>
                    <a:pt x="352889" y="338664"/>
                  </a:lnTo>
                  <a:lnTo>
                    <a:pt x="329806" y="352242"/>
                  </a:lnTo>
                  <a:lnTo>
                    <a:pt x="306380" y="366022"/>
                  </a:lnTo>
                  <a:lnTo>
                    <a:pt x="304928" y="366868"/>
                  </a:lnTo>
                  <a:lnTo>
                    <a:pt x="258189" y="394105"/>
                  </a:lnTo>
                  <a:lnTo>
                    <a:pt x="256583" y="395040"/>
                  </a:lnTo>
                  <a:lnTo>
                    <a:pt x="231360" y="410064"/>
                  </a:lnTo>
                  <a:lnTo>
                    <a:pt x="209342" y="423350"/>
                  </a:lnTo>
                  <a:lnTo>
                    <a:pt x="208944" y="423591"/>
                  </a:lnTo>
                  <a:lnTo>
                    <a:pt x="185572" y="437695"/>
                  </a:lnTo>
                  <a:lnTo>
                    <a:pt x="162387" y="451686"/>
                  </a:lnTo>
                  <a:lnTo>
                    <a:pt x="161898" y="45198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48395" y="2756461"/>
              <a:ext cx="598069" cy="450160"/>
            </a:xfrm>
            <a:custGeom>
              <a:avLst/>
              <a:pathLst>
                <a:path w="598069" h="450160">
                  <a:moveTo>
                    <a:pt x="598069" y="144855"/>
                  </a:moveTo>
                  <a:lnTo>
                    <a:pt x="523806" y="187971"/>
                  </a:lnTo>
                  <a:lnTo>
                    <a:pt x="515309" y="192905"/>
                  </a:lnTo>
                  <a:lnTo>
                    <a:pt x="497184" y="203341"/>
                  </a:lnTo>
                  <a:lnTo>
                    <a:pt x="479101" y="214814"/>
                  </a:lnTo>
                  <a:lnTo>
                    <a:pt x="454064" y="229046"/>
                  </a:lnTo>
                  <a:lnTo>
                    <a:pt x="405549" y="257167"/>
                  </a:lnTo>
                  <a:lnTo>
                    <a:pt x="381817" y="270923"/>
                  </a:lnTo>
                  <a:lnTo>
                    <a:pt x="358057" y="284962"/>
                  </a:lnTo>
                  <a:lnTo>
                    <a:pt x="309609" y="313588"/>
                  </a:lnTo>
                  <a:lnTo>
                    <a:pt x="262042" y="342914"/>
                  </a:lnTo>
                  <a:lnTo>
                    <a:pt x="238629" y="357349"/>
                  </a:lnTo>
                  <a:lnTo>
                    <a:pt x="214809" y="371399"/>
                  </a:lnTo>
                  <a:lnTo>
                    <a:pt x="192562" y="384522"/>
                  </a:lnTo>
                  <a:lnTo>
                    <a:pt x="168827" y="398521"/>
                  </a:lnTo>
                  <a:lnTo>
                    <a:pt x="144773" y="412552"/>
                  </a:lnTo>
                  <a:lnTo>
                    <a:pt x="83851" y="450160"/>
                  </a:lnTo>
                  <a:lnTo>
                    <a:pt x="69517" y="424990"/>
                  </a:lnTo>
                  <a:lnTo>
                    <a:pt x="42541" y="377693"/>
                  </a:lnTo>
                  <a:lnTo>
                    <a:pt x="41476" y="375893"/>
                  </a:lnTo>
                  <a:lnTo>
                    <a:pt x="15397" y="331793"/>
                  </a:lnTo>
                  <a:lnTo>
                    <a:pt x="0" y="305650"/>
                  </a:lnTo>
                  <a:lnTo>
                    <a:pt x="1722" y="304609"/>
                  </a:lnTo>
                  <a:lnTo>
                    <a:pt x="17476" y="295080"/>
                  </a:lnTo>
                  <a:lnTo>
                    <a:pt x="60448" y="269090"/>
                  </a:lnTo>
                  <a:lnTo>
                    <a:pt x="84052" y="255361"/>
                  </a:lnTo>
                  <a:lnTo>
                    <a:pt x="107797" y="242216"/>
                  </a:lnTo>
                  <a:lnTo>
                    <a:pt x="130981" y="227486"/>
                  </a:lnTo>
                  <a:lnTo>
                    <a:pt x="154417" y="213146"/>
                  </a:lnTo>
                  <a:lnTo>
                    <a:pt x="177600" y="199949"/>
                  </a:lnTo>
                  <a:lnTo>
                    <a:pt x="225644" y="169855"/>
                  </a:lnTo>
                  <a:lnTo>
                    <a:pt x="273640" y="141850"/>
                  </a:lnTo>
                  <a:lnTo>
                    <a:pt x="297020" y="127992"/>
                  </a:lnTo>
                  <a:lnTo>
                    <a:pt x="299313" y="126678"/>
                  </a:lnTo>
                  <a:lnTo>
                    <a:pt x="321018" y="114248"/>
                  </a:lnTo>
                  <a:lnTo>
                    <a:pt x="369463" y="85980"/>
                  </a:lnTo>
                  <a:lnTo>
                    <a:pt x="418534" y="56941"/>
                  </a:lnTo>
                  <a:lnTo>
                    <a:pt x="441296" y="42780"/>
                  </a:lnTo>
                  <a:lnTo>
                    <a:pt x="465292" y="28640"/>
                  </a:lnTo>
                  <a:lnTo>
                    <a:pt x="513897" y="0"/>
                  </a:lnTo>
                  <a:lnTo>
                    <a:pt x="528411" y="25038"/>
                  </a:lnTo>
                  <a:lnTo>
                    <a:pt x="542135" y="48435"/>
                  </a:lnTo>
                  <a:lnTo>
                    <a:pt x="542406" y="48898"/>
                  </a:lnTo>
                  <a:lnTo>
                    <a:pt x="546082" y="55163"/>
                  </a:lnTo>
                  <a:lnTo>
                    <a:pt x="555978" y="72034"/>
                  </a:lnTo>
                  <a:lnTo>
                    <a:pt x="569831" y="9565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61638" y="2594930"/>
              <a:ext cx="600653" cy="467181"/>
            </a:xfrm>
            <a:custGeom>
              <a:avLst/>
              <a:pathLst>
                <a:path w="600653" h="467181">
                  <a:moveTo>
                    <a:pt x="88478" y="466140"/>
                  </a:moveTo>
                  <a:lnTo>
                    <a:pt x="86756" y="467181"/>
                  </a:lnTo>
                  <a:lnTo>
                    <a:pt x="71172" y="440722"/>
                  </a:lnTo>
                  <a:lnTo>
                    <a:pt x="43548" y="393822"/>
                  </a:lnTo>
                  <a:lnTo>
                    <a:pt x="16223" y="347429"/>
                  </a:lnTo>
                  <a:lnTo>
                    <a:pt x="0" y="319632"/>
                  </a:lnTo>
                  <a:lnTo>
                    <a:pt x="10792" y="313122"/>
                  </a:lnTo>
                  <a:lnTo>
                    <a:pt x="11257" y="312842"/>
                  </a:lnTo>
                  <a:lnTo>
                    <a:pt x="9335" y="308165"/>
                  </a:lnTo>
                  <a:lnTo>
                    <a:pt x="7260" y="304153"/>
                  </a:lnTo>
                  <a:lnTo>
                    <a:pt x="4745" y="302282"/>
                  </a:lnTo>
                  <a:lnTo>
                    <a:pt x="219191" y="172790"/>
                  </a:lnTo>
                  <a:lnTo>
                    <a:pt x="362103" y="86494"/>
                  </a:lnTo>
                  <a:lnTo>
                    <a:pt x="505276" y="0"/>
                  </a:lnTo>
                  <a:lnTo>
                    <a:pt x="513423" y="13951"/>
                  </a:lnTo>
                  <a:lnTo>
                    <a:pt x="513783" y="14563"/>
                  </a:lnTo>
                  <a:lnTo>
                    <a:pt x="542867" y="64363"/>
                  </a:lnTo>
                  <a:lnTo>
                    <a:pt x="556961" y="88497"/>
                  </a:lnTo>
                  <a:lnTo>
                    <a:pt x="571487" y="113368"/>
                  </a:lnTo>
                  <a:lnTo>
                    <a:pt x="574664" y="118616"/>
                  </a:lnTo>
                  <a:lnTo>
                    <a:pt x="584896" y="135511"/>
                  </a:lnTo>
                  <a:lnTo>
                    <a:pt x="600653" y="161530"/>
                  </a:lnTo>
                  <a:lnTo>
                    <a:pt x="552048" y="190171"/>
                  </a:lnTo>
                  <a:lnTo>
                    <a:pt x="528052" y="204311"/>
                  </a:lnTo>
                  <a:lnTo>
                    <a:pt x="505291" y="218471"/>
                  </a:lnTo>
                  <a:lnTo>
                    <a:pt x="456220" y="247511"/>
                  </a:lnTo>
                  <a:lnTo>
                    <a:pt x="407774" y="275779"/>
                  </a:lnTo>
                  <a:lnTo>
                    <a:pt x="386069" y="288209"/>
                  </a:lnTo>
                  <a:lnTo>
                    <a:pt x="383704" y="289565"/>
                  </a:lnTo>
                  <a:lnTo>
                    <a:pt x="360396" y="303381"/>
                  </a:lnTo>
                  <a:lnTo>
                    <a:pt x="312400" y="331385"/>
                  </a:lnTo>
                  <a:lnTo>
                    <a:pt x="264356" y="361480"/>
                  </a:lnTo>
                  <a:lnTo>
                    <a:pt x="241173" y="374677"/>
                  </a:lnTo>
                  <a:lnTo>
                    <a:pt x="217737" y="389017"/>
                  </a:lnTo>
                  <a:lnTo>
                    <a:pt x="194554" y="403747"/>
                  </a:lnTo>
                  <a:lnTo>
                    <a:pt x="170809" y="416892"/>
                  </a:lnTo>
                  <a:lnTo>
                    <a:pt x="147204" y="430621"/>
                  </a:lnTo>
                  <a:lnTo>
                    <a:pt x="104232" y="4566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63308" y="2438851"/>
              <a:ext cx="603606" cy="458361"/>
            </a:xfrm>
            <a:custGeom>
              <a:avLst/>
              <a:pathLst>
                <a:path w="603606" h="458361">
                  <a:moveTo>
                    <a:pt x="603606" y="156079"/>
                  </a:moveTo>
                  <a:lnTo>
                    <a:pt x="460434" y="242574"/>
                  </a:lnTo>
                  <a:lnTo>
                    <a:pt x="317516" y="328873"/>
                  </a:lnTo>
                  <a:lnTo>
                    <a:pt x="103075" y="458361"/>
                  </a:lnTo>
                  <a:lnTo>
                    <a:pt x="100515" y="456456"/>
                  </a:lnTo>
                  <a:lnTo>
                    <a:pt x="95440" y="454804"/>
                  </a:lnTo>
                  <a:lnTo>
                    <a:pt x="90712" y="455041"/>
                  </a:lnTo>
                  <a:lnTo>
                    <a:pt x="88044" y="457066"/>
                  </a:lnTo>
                  <a:lnTo>
                    <a:pt x="85313" y="452047"/>
                  </a:lnTo>
                  <a:lnTo>
                    <a:pt x="71038" y="422835"/>
                  </a:lnTo>
                  <a:lnTo>
                    <a:pt x="42825" y="375796"/>
                  </a:lnTo>
                  <a:lnTo>
                    <a:pt x="15736" y="328758"/>
                  </a:lnTo>
                  <a:lnTo>
                    <a:pt x="0" y="303916"/>
                  </a:lnTo>
                  <a:lnTo>
                    <a:pt x="58553" y="268743"/>
                  </a:lnTo>
                  <a:lnTo>
                    <a:pt x="82832" y="254510"/>
                  </a:lnTo>
                  <a:lnTo>
                    <a:pt x="106183" y="241141"/>
                  </a:lnTo>
                  <a:lnTo>
                    <a:pt x="128378" y="227493"/>
                  </a:lnTo>
                  <a:lnTo>
                    <a:pt x="151960" y="212993"/>
                  </a:lnTo>
                  <a:lnTo>
                    <a:pt x="176182" y="198962"/>
                  </a:lnTo>
                  <a:lnTo>
                    <a:pt x="197202" y="186943"/>
                  </a:lnTo>
                  <a:lnTo>
                    <a:pt x="224216" y="171187"/>
                  </a:lnTo>
                  <a:lnTo>
                    <a:pt x="272343" y="142090"/>
                  </a:lnTo>
                  <a:lnTo>
                    <a:pt x="296173" y="128634"/>
                  </a:lnTo>
                  <a:lnTo>
                    <a:pt x="320452" y="114488"/>
                  </a:lnTo>
                  <a:lnTo>
                    <a:pt x="367886" y="85008"/>
                  </a:lnTo>
                  <a:lnTo>
                    <a:pt x="416641" y="56831"/>
                  </a:lnTo>
                  <a:lnTo>
                    <a:pt x="440175" y="43821"/>
                  </a:lnTo>
                  <a:lnTo>
                    <a:pt x="441025" y="43325"/>
                  </a:lnTo>
                  <a:lnTo>
                    <a:pt x="463709" y="30092"/>
                  </a:lnTo>
                  <a:lnTo>
                    <a:pt x="512572" y="0"/>
                  </a:lnTo>
                  <a:lnTo>
                    <a:pt x="540364" y="47326"/>
                  </a:lnTo>
                  <a:lnTo>
                    <a:pt x="551920" y="67004"/>
                  </a:lnTo>
                  <a:lnTo>
                    <a:pt x="557980" y="77550"/>
                  </a:lnTo>
                  <a:lnTo>
                    <a:pt x="571442" y="100979"/>
                  </a:lnTo>
                  <a:lnTo>
                    <a:pt x="572392" y="102633"/>
                  </a:lnTo>
                  <a:lnTo>
                    <a:pt x="597895" y="1462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78318" y="2292504"/>
              <a:ext cx="597499" cy="450263"/>
            </a:xfrm>
            <a:custGeom>
              <a:avLst/>
              <a:pathLst>
                <a:path w="597499" h="450263">
                  <a:moveTo>
                    <a:pt x="143543" y="415089"/>
                  </a:moveTo>
                  <a:lnTo>
                    <a:pt x="84990" y="450263"/>
                  </a:lnTo>
                  <a:lnTo>
                    <a:pt x="69478" y="423811"/>
                  </a:lnTo>
                  <a:lnTo>
                    <a:pt x="43063" y="377578"/>
                  </a:lnTo>
                  <a:lnTo>
                    <a:pt x="14962" y="330885"/>
                  </a:lnTo>
                  <a:lnTo>
                    <a:pt x="0" y="305696"/>
                  </a:lnTo>
                  <a:lnTo>
                    <a:pt x="59962" y="270980"/>
                  </a:lnTo>
                  <a:lnTo>
                    <a:pt x="84015" y="256231"/>
                  </a:lnTo>
                  <a:lnTo>
                    <a:pt x="107431" y="242187"/>
                  </a:lnTo>
                  <a:lnTo>
                    <a:pt x="129742" y="228583"/>
                  </a:lnTo>
                  <a:lnTo>
                    <a:pt x="153098" y="214341"/>
                  </a:lnTo>
                  <a:lnTo>
                    <a:pt x="176254" y="200659"/>
                  </a:lnTo>
                  <a:lnTo>
                    <a:pt x="223808" y="171071"/>
                  </a:lnTo>
                  <a:lnTo>
                    <a:pt x="272356" y="143350"/>
                  </a:lnTo>
                  <a:lnTo>
                    <a:pt x="296128" y="129777"/>
                  </a:lnTo>
                  <a:lnTo>
                    <a:pt x="319622" y="115748"/>
                  </a:lnTo>
                  <a:lnTo>
                    <a:pt x="368066" y="86821"/>
                  </a:lnTo>
                  <a:lnTo>
                    <a:pt x="415612" y="56804"/>
                  </a:lnTo>
                  <a:lnTo>
                    <a:pt x="462765" y="30007"/>
                  </a:lnTo>
                  <a:lnTo>
                    <a:pt x="510597" y="0"/>
                  </a:lnTo>
                  <a:lnTo>
                    <a:pt x="511893" y="2124"/>
                  </a:lnTo>
                  <a:lnTo>
                    <a:pt x="513339" y="4493"/>
                  </a:lnTo>
                  <a:lnTo>
                    <a:pt x="540617" y="49199"/>
                  </a:lnTo>
                  <a:lnTo>
                    <a:pt x="554870" y="72558"/>
                  </a:lnTo>
                  <a:lnTo>
                    <a:pt x="568656" y="96681"/>
                  </a:lnTo>
                  <a:lnTo>
                    <a:pt x="582248" y="120039"/>
                  </a:lnTo>
                  <a:lnTo>
                    <a:pt x="590870" y="134857"/>
                  </a:lnTo>
                  <a:lnTo>
                    <a:pt x="596813" y="145071"/>
                  </a:lnTo>
                  <a:lnTo>
                    <a:pt x="597499" y="146239"/>
                  </a:lnTo>
                  <a:lnTo>
                    <a:pt x="548699" y="176438"/>
                  </a:lnTo>
                  <a:lnTo>
                    <a:pt x="526015" y="189671"/>
                  </a:lnTo>
                  <a:lnTo>
                    <a:pt x="525165" y="190167"/>
                  </a:lnTo>
                  <a:lnTo>
                    <a:pt x="501631" y="203177"/>
                  </a:lnTo>
                  <a:lnTo>
                    <a:pt x="452876" y="231354"/>
                  </a:lnTo>
                  <a:lnTo>
                    <a:pt x="405442" y="260835"/>
                  </a:lnTo>
                  <a:lnTo>
                    <a:pt x="381163" y="274981"/>
                  </a:lnTo>
                  <a:lnTo>
                    <a:pt x="357333" y="288437"/>
                  </a:lnTo>
                  <a:lnTo>
                    <a:pt x="309206" y="317533"/>
                  </a:lnTo>
                  <a:lnTo>
                    <a:pt x="282192" y="333290"/>
                  </a:lnTo>
                  <a:lnTo>
                    <a:pt x="261172" y="345308"/>
                  </a:lnTo>
                  <a:lnTo>
                    <a:pt x="236950" y="359339"/>
                  </a:lnTo>
                  <a:lnTo>
                    <a:pt x="213368" y="373840"/>
                  </a:lnTo>
                  <a:lnTo>
                    <a:pt x="191173" y="387487"/>
                  </a:lnTo>
                  <a:lnTo>
                    <a:pt x="167822" y="40085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82479" y="2144462"/>
              <a:ext cx="606436" cy="453612"/>
            </a:xfrm>
            <a:custGeom>
              <a:avLst/>
              <a:pathLst>
                <a:path w="606436" h="453612">
                  <a:moveTo>
                    <a:pt x="155801" y="419023"/>
                  </a:moveTo>
                  <a:lnTo>
                    <a:pt x="95763" y="453612"/>
                  </a:lnTo>
                  <a:lnTo>
                    <a:pt x="81015" y="428784"/>
                  </a:lnTo>
                  <a:lnTo>
                    <a:pt x="53069" y="381031"/>
                  </a:lnTo>
                  <a:lnTo>
                    <a:pt x="25488" y="333902"/>
                  </a:lnTo>
                  <a:lnTo>
                    <a:pt x="3480" y="301112"/>
                  </a:lnTo>
                  <a:lnTo>
                    <a:pt x="0" y="295926"/>
                  </a:lnTo>
                  <a:lnTo>
                    <a:pt x="6861" y="292054"/>
                  </a:lnTo>
                  <a:lnTo>
                    <a:pt x="64869" y="264879"/>
                  </a:lnTo>
                  <a:lnTo>
                    <a:pt x="67500" y="263646"/>
                  </a:lnTo>
                  <a:lnTo>
                    <a:pt x="88609" y="253757"/>
                  </a:lnTo>
                  <a:lnTo>
                    <a:pt x="88975" y="253586"/>
                  </a:lnTo>
                  <a:lnTo>
                    <a:pt x="89717" y="253144"/>
                  </a:lnTo>
                  <a:lnTo>
                    <a:pt x="90313" y="252790"/>
                  </a:lnTo>
                  <a:lnTo>
                    <a:pt x="103852" y="244740"/>
                  </a:lnTo>
                  <a:lnTo>
                    <a:pt x="135331" y="226023"/>
                  </a:lnTo>
                  <a:lnTo>
                    <a:pt x="136105" y="225551"/>
                  </a:lnTo>
                  <a:lnTo>
                    <a:pt x="136263" y="225454"/>
                  </a:lnTo>
                  <a:lnTo>
                    <a:pt x="138712" y="223961"/>
                  </a:lnTo>
                  <a:lnTo>
                    <a:pt x="160317" y="210787"/>
                  </a:lnTo>
                  <a:lnTo>
                    <a:pt x="182583" y="197775"/>
                  </a:lnTo>
                  <a:lnTo>
                    <a:pt x="183260" y="197379"/>
                  </a:lnTo>
                  <a:lnTo>
                    <a:pt x="183694" y="197120"/>
                  </a:lnTo>
                  <a:lnTo>
                    <a:pt x="231726" y="168415"/>
                  </a:lnTo>
                  <a:lnTo>
                    <a:pt x="233944" y="167090"/>
                  </a:lnTo>
                  <a:lnTo>
                    <a:pt x="280279" y="139840"/>
                  </a:lnTo>
                  <a:lnTo>
                    <a:pt x="294309" y="131589"/>
                  </a:lnTo>
                  <a:lnTo>
                    <a:pt x="303732" y="126048"/>
                  </a:lnTo>
                  <a:lnTo>
                    <a:pt x="318177" y="117552"/>
                  </a:lnTo>
                  <a:lnTo>
                    <a:pt x="327246" y="112219"/>
                  </a:lnTo>
                  <a:lnTo>
                    <a:pt x="375914" y="83780"/>
                  </a:lnTo>
                  <a:lnTo>
                    <a:pt x="423936" y="55638"/>
                  </a:lnTo>
                  <a:lnTo>
                    <a:pt x="425048" y="54995"/>
                  </a:lnTo>
                  <a:lnTo>
                    <a:pt x="447607" y="41773"/>
                  </a:lnTo>
                  <a:lnTo>
                    <a:pt x="448336" y="41353"/>
                  </a:lnTo>
                  <a:lnTo>
                    <a:pt x="470505" y="28365"/>
                  </a:lnTo>
                  <a:lnTo>
                    <a:pt x="472280" y="27325"/>
                  </a:lnTo>
                  <a:lnTo>
                    <a:pt x="518923" y="0"/>
                  </a:lnTo>
                  <a:lnTo>
                    <a:pt x="531961" y="22357"/>
                  </a:lnTo>
                  <a:lnTo>
                    <a:pt x="536732" y="30540"/>
                  </a:lnTo>
                  <a:lnTo>
                    <a:pt x="537054" y="31092"/>
                  </a:lnTo>
                  <a:lnTo>
                    <a:pt x="556172" y="63875"/>
                  </a:lnTo>
                  <a:lnTo>
                    <a:pt x="563406" y="76282"/>
                  </a:lnTo>
                  <a:lnTo>
                    <a:pt x="563684" y="76744"/>
                  </a:lnTo>
                  <a:lnTo>
                    <a:pt x="591979" y="123932"/>
                  </a:lnTo>
                  <a:lnTo>
                    <a:pt x="602507" y="141491"/>
                  </a:lnTo>
                  <a:lnTo>
                    <a:pt x="606436" y="148042"/>
                  </a:lnTo>
                  <a:lnTo>
                    <a:pt x="558605" y="178050"/>
                  </a:lnTo>
                  <a:lnTo>
                    <a:pt x="511452" y="204847"/>
                  </a:lnTo>
                  <a:lnTo>
                    <a:pt x="463905" y="234864"/>
                  </a:lnTo>
                  <a:lnTo>
                    <a:pt x="415461" y="263791"/>
                  </a:lnTo>
                  <a:lnTo>
                    <a:pt x="391967" y="277819"/>
                  </a:lnTo>
                  <a:lnTo>
                    <a:pt x="368195" y="291393"/>
                  </a:lnTo>
                  <a:lnTo>
                    <a:pt x="319647" y="319114"/>
                  </a:lnTo>
                  <a:lnTo>
                    <a:pt x="272093" y="348702"/>
                  </a:lnTo>
                  <a:lnTo>
                    <a:pt x="248937" y="362384"/>
                  </a:lnTo>
                  <a:lnTo>
                    <a:pt x="225581" y="376625"/>
                  </a:lnTo>
                  <a:lnTo>
                    <a:pt x="203266" y="390232"/>
                  </a:lnTo>
                  <a:lnTo>
                    <a:pt x="179854" y="40427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938549" y="2440388"/>
              <a:ext cx="1412803" cy="1468295"/>
            </a:xfrm>
            <a:custGeom>
              <a:avLst/>
              <a:pathLst>
                <a:path w="1412803" h="1468295">
                  <a:moveTo>
                    <a:pt x="1169418" y="37976"/>
                  </a:moveTo>
                  <a:lnTo>
                    <a:pt x="1197048" y="85188"/>
                  </a:lnTo>
                  <a:lnTo>
                    <a:pt x="1224945" y="132857"/>
                  </a:lnTo>
                  <a:lnTo>
                    <a:pt x="1239769" y="157812"/>
                  </a:lnTo>
                  <a:lnTo>
                    <a:pt x="1254732" y="183001"/>
                  </a:lnTo>
                  <a:lnTo>
                    <a:pt x="1282833" y="229694"/>
                  </a:lnTo>
                  <a:lnTo>
                    <a:pt x="1309247" y="275927"/>
                  </a:lnTo>
                  <a:lnTo>
                    <a:pt x="1324759" y="302379"/>
                  </a:lnTo>
                  <a:lnTo>
                    <a:pt x="1340495" y="327221"/>
                  </a:lnTo>
                  <a:lnTo>
                    <a:pt x="1367584" y="374259"/>
                  </a:lnTo>
                  <a:lnTo>
                    <a:pt x="1395798" y="421297"/>
                  </a:lnTo>
                  <a:lnTo>
                    <a:pt x="1410073" y="450509"/>
                  </a:lnTo>
                  <a:lnTo>
                    <a:pt x="1412803" y="455529"/>
                  </a:lnTo>
                  <a:lnTo>
                    <a:pt x="1411896" y="456217"/>
                  </a:lnTo>
                  <a:lnTo>
                    <a:pt x="1411324" y="456831"/>
                  </a:lnTo>
                  <a:lnTo>
                    <a:pt x="1409475" y="458813"/>
                  </a:lnTo>
                  <a:lnTo>
                    <a:pt x="1406707" y="463179"/>
                  </a:lnTo>
                  <a:lnTo>
                    <a:pt x="1405092" y="467074"/>
                  </a:lnTo>
                  <a:lnTo>
                    <a:pt x="1403938" y="471439"/>
                  </a:lnTo>
                  <a:lnTo>
                    <a:pt x="1403788" y="474529"/>
                  </a:lnTo>
                  <a:lnTo>
                    <a:pt x="1403708" y="476159"/>
                  </a:lnTo>
                  <a:lnTo>
                    <a:pt x="1358955" y="503260"/>
                  </a:lnTo>
                  <a:lnTo>
                    <a:pt x="1357726" y="504004"/>
                  </a:lnTo>
                  <a:lnTo>
                    <a:pt x="1352847" y="506958"/>
                  </a:lnTo>
                  <a:lnTo>
                    <a:pt x="1337545" y="515771"/>
                  </a:lnTo>
                  <a:lnTo>
                    <a:pt x="1334923" y="517281"/>
                  </a:lnTo>
                  <a:lnTo>
                    <a:pt x="1333664" y="518006"/>
                  </a:lnTo>
                  <a:lnTo>
                    <a:pt x="1317672" y="526900"/>
                  </a:lnTo>
                  <a:lnTo>
                    <a:pt x="1310699" y="530837"/>
                  </a:lnTo>
                  <a:lnTo>
                    <a:pt x="1283189" y="546371"/>
                  </a:lnTo>
                  <a:lnTo>
                    <a:pt x="1262462" y="558165"/>
                  </a:lnTo>
                  <a:lnTo>
                    <a:pt x="1220565" y="582007"/>
                  </a:lnTo>
                  <a:lnTo>
                    <a:pt x="1216474" y="584313"/>
                  </a:lnTo>
                  <a:lnTo>
                    <a:pt x="1216169" y="584485"/>
                  </a:lnTo>
                  <a:lnTo>
                    <a:pt x="1215802" y="584692"/>
                  </a:lnTo>
                  <a:lnTo>
                    <a:pt x="1191855" y="598186"/>
                  </a:lnTo>
                  <a:lnTo>
                    <a:pt x="1191669" y="598297"/>
                  </a:lnTo>
                  <a:lnTo>
                    <a:pt x="1180716" y="604772"/>
                  </a:lnTo>
                  <a:lnTo>
                    <a:pt x="1164321" y="614463"/>
                  </a:lnTo>
                  <a:lnTo>
                    <a:pt x="1142372" y="627438"/>
                  </a:lnTo>
                  <a:lnTo>
                    <a:pt x="1139547" y="629532"/>
                  </a:lnTo>
                  <a:lnTo>
                    <a:pt x="1093818" y="663431"/>
                  </a:lnTo>
                  <a:lnTo>
                    <a:pt x="1071492" y="679982"/>
                  </a:lnTo>
                  <a:lnTo>
                    <a:pt x="1071359" y="680080"/>
                  </a:lnTo>
                  <a:lnTo>
                    <a:pt x="1036710" y="701725"/>
                  </a:lnTo>
                  <a:lnTo>
                    <a:pt x="886882" y="790407"/>
                  </a:lnTo>
                  <a:lnTo>
                    <a:pt x="814653" y="833159"/>
                  </a:lnTo>
                  <a:lnTo>
                    <a:pt x="796522" y="843890"/>
                  </a:lnTo>
                  <a:lnTo>
                    <a:pt x="793165" y="845605"/>
                  </a:lnTo>
                  <a:lnTo>
                    <a:pt x="790127" y="847157"/>
                  </a:lnTo>
                  <a:lnTo>
                    <a:pt x="780033" y="852314"/>
                  </a:lnTo>
                  <a:lnTo>
                    <a:pt x="697156" y="894655"/>
                  </a:lnTo>
                  <a:lnTo>
                    <a:pt x="688184" y="904714"/>
                  </a:lnTo>
                  <a:lnTo>
                    <a:pt x="687764" y="905184"/>
                  </a:lnTo>
                  <a:lnTo>
                    <a:pt x="684242" y="908777"/>
                  </a:lnTo>
                  <a:lnTo>
                    <a:pt x="580111" y="1015009"/>
                  </a:lnTo>
                  <a:lnTo>
                    <a:pt x="575628" y="1020562"/>
                  </a:lnTo>
                  <a:lnTo>
                    <a:pt x="570856" y="1026474"/>
                  </a:lnTo>
                  <a:lnTo>
                    <a:pt x="542082" y="1084802"/>
                  </a:lnTo>
                  <a:lnTo>
                    <a:pt x="523376" y="1101296"/>
                  </a:lnTo>
                  <a:lnTo>
                    <a:pt x="508316" y="1115232"/>
                  </a:lnTo>
                  <a:lnTo>
                    <a:pt x="506797" y="1116638"/>
                  </a:lnTo>
                  <a:lnTo>
                    <a:pt x="490170" y="1132024"/>
                  </a:lnTo>
                  <a:lnTo>
                    <a:pt x="488779" y="1133312"/>
                  </a:lnTo>
                  <a:lnTo>
                    <a:pt x="406510" y="1209443"/>
                  </a:lnTo>
                  <a:lnTo>
                    <a:pt x="404350" y="1211578"/>
                  </a:lnTo>
                  <a:lnTo>
                    <a:pt x="362518" y="1252926"/>
                  </a:lnTo>
                  <a:lnTo>
                    <a:pt x="361489" y="1253944"/>
                  </a:lnTo>
                  <a:lnTo>
                    <a:pt x="320028" y="1294925"/>
                  </a:lnTo>
                  <a:lnTo>
                    <a:pt x="318187" y="1296746"/>
                  </a:lnTo>
                  <a:lnTo>
                    <a:pt x="278828" y="1335650"/>
                  </a:lnTo>
                  <a:lnTo>
                    <a:pt x="278620" y="1335855"/>
                  </a:lnTo>
                  <a:lnTo>
                    <a:pt x="278276" y="1336195"/>
                  </a:lnTo>
                  <a:lnTo>
                    <a:pt x="229662" y="1384248"/>
                  </a:lnTo>
                  <a:lnTo>
                    <a:pt x="144633" y="1468295"/>
                  </a:lnTo>
                  <a:lnTo>
                    <a:pt x="144247" y="1468203"/>
                  </a:lnTo>
                  <a:lnTo>
                    <a:pt x="51845" y="1376096"/>
                  </a:lnTo>
                  <a:lnTo>
                    <a:pt x="19389" y="1317155"/>
                  </a:lnTo>
                  <a:lnTo>
                    <a:pt x="8711" y="1284809"/>
                  </a:lnTo>
                  <a:lnTo>
                    <a:pt x="3091" y="1257494"/>
                  </a:lnTo>
                  <a:lnTo>
                    <a:pt x="0" y="1217960"/>
                  </a:lnTo>
                  <a:lnTo>
                    <a:pt x="1264" y="1189927"/>
                  </a:lnTo>
                  <a:lnTo>
                    <a:pt x="6884" y="1152837"/>
                  </a:lnTo>
                  <a:lnTo>
                    <a:pt x="32737" y="1009940"/>
                  </a:lnTo>
                  <a:lnTo>
                    <a:pt x="38217" y="983776"/>
                  </a:lnTo>
                  <a:lnTo>
                    <a:pt x="61920" y="851013"/>
                  </a:lnTo>
                  <a:lnTo>
                    <a:pt x="222640" y="879730"/>
                  </a:lnTo>
                  <a:lnTo>
                    <a:pt x="257309" y="885357"/>
                  </a:lnTo>
                  <a:lnTo>
                    <a:pt x="248119" y="942367"/>
                  </a:lnTo>
                  <a:lnTo>
                    <a:pt x="287597" y="952912"/>
                  </a:lnTo>
                  <a:lnTo>
                    <a:pt x="350542" y="972808"/>
                  </a:lnTo>
                  <a:lnTo>
                    <a:pt x="472241" y="1002072"/>
                  </a:lnTo>
                  <a:lnTo>
                    <a:pt x="474090" y="998304"/>
                  </a:lnTo>
                  <a:lnTo>
                    <a:pt x="505834" y="869007"/>
                  </a:lnTo>
                  <a:lnTo>
                    <a:pt x="544067" y="651787"/>
                  </a:lnTo>
                  <a:lnTo>
                    <a:pt x="567860" y="527297"/>
                  </a:lnTo>
                  <a:lnTo>
                    <a:pt x="574497" y="490456"/>
                  </a:lnTo>
                  <a:lnTo>
                    <a:pt x="579157" y="464589"/>
                  </a:lnTo>
                  <a:lnTo>
                    <a:pt x="582641" y="444347"/>
                  </a:lnTo>
                  <a:lnTo>
                    <a:pt x="586618" y="424765"/>
                  </a:lnTo>
                  <a:lnTo>
                    <a:pt x="603773" y="332704"/>
                  </a:lnTo>
                  <a:lnTo>
                    <a:pt x="626641" y="222009"/>
                  </a:lnTo>
                  <a:lnTo>
                    <a:pt x="629170" y="210796"/>
                  </a:lnTo>
                  <a:lnTo>
                    <a:pt x="636898" y="167596"/>
                  </a:lnTo>
                  <a:lnTo>
                    <a:pt x="641844" y="145884"/>
                  </a:lnTo>
                  <a:lnTo>
                    <a:pt x="648138" y="109944"/>
                  </a:lnTo>
                  <a:lnTo>
                    <a:pt x="667561" y="3090"/>
                  </a:lnTo>
                  <a:lnTo>
                    <a:pt x="667905" y="3150"/>
                  </a:lnTo>
                  <a:lnTo>
                    <a:pt x="807857" y="27683"/>
                  </a:lnTo>
                  <a:lnTo>
                    <a:pt x="823661" y="30400"/>
                  </a:lnTo>
                  <a:lnTo>
                    <a:pt x="838934" y="33026"/>
                  </a:lnTo>
                  <a:lnTo>
                    <a:pt x="851598" y="35593"/>
                  </a:lnTo>
                  <a:lnTo>
                    <a:pt x="858613" y="37015"/>
                  </a:lnTo>
                  <a:lnTo>
                    <a:pt x="865959" y="38262"/>
                  </a:lnTo>
                  <a:lnTo>
                    <a:pt x="871369" y="39181"/>
                  </a:lnTo>
                  <a:lnTo>
                    <a:pt x="915783" y="46723"/>
                  </a:lnTo>
                  <a:lnTo>
                    <a:pt x="935817" y="50644"/>
                  </a:lnTo>
                  <a:lnTo>
                    <a:pt x="946091" y="52459"/>
                  </a:lnTo>
                  <a:lnTo>
                    <a:pt x="979428" y="58350"/>
                  </a:lnTo>
                  <a:lnTo>
                    <a:pt x="1018508" y="71531"/>
                  </a:lnTo>
                  <a:lnTo>
                    <a:pt x="1069369" y="43328"/>
                  </a:lnTo>
                  <a:lnTo>
                    <a:pt x="1135923" y="4518"/>
                  </a:lnTo>
                  <a:lnTo>
                    <a:pt x="1143930" y="0"/>
                  </a:lnTo>
                  <a:lnTo>
                    <a:pt x="1147410" y="518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269680" y="2380969"/>
              <a:ext cx="336430" cy="392122"/>
            </a:xfrm>
            <a:custGeom>
              <a:avLst/>
              <a:pathLst>
                <a:path w="336430" h="392122">
                  <a:moveTo>
                    <a:pt x="295510" y="281428"/>
                  </a:moveTo>
                  <a:lnTo>
                    <a:pt x="272642" y="392122"/>
                  </a:lnTo>
                  <a:lnTo>
                    <a:pt x="225583" y="383450"/>
                  </a:lnTo>
                  <a:lnTo>
                    <a:pt x="206053" y="379784"/>
                  </a:lnTo>
                  <a:lnTo>
                    <a:pt x="185860" y="375838"/>
                  </a:lnTo>
                  <a:lnTo>
                    <a:pt x="166221" y="372352"/>
                  </a:lnTo>
                  <a:lnTo>
                    <a:pt x="145987" y="368478"/>
                  </a:lnTo>
                  <a:lnTo>
                    <a:pt x="128494" y="365128"/>
                  </a:lnTo>
                  <a:lnTo>
                    <a:pt x="101472" y="360190"/>
                  </a:lnTo>
                  <a:lnTo>
                    <a:pt x="73217" y="354920"/>
                  </a:lnTo>
                  <a:lnTo>
                    <a:pt x="0" y="341263"/>
                  </a:lnTo>
                  <a:lnTo>
                    <a:pt x="20808" y="227875"/>
                  </a:lnTo>
                  <a:lnTo>
                    <a:pt x="29878" y="180750"/>
                  </a:lnTo>
                  <a:lnTo>
                    <a:pt x="31494" y="172352"/>
                  </a:lnTo>
                  <a:lnTo>
                    <a:pt x="38624" y="130290"/>
                  </a:lnTo>
                  <a:lnTo>
                    <a:pt x="40793" y="118191"/>
                  </a:lnTo>
                  <a:lnTo>
                    <a:pt x="61024" y="1642"/>
                  </a:lnTo>
                  <a:lnTo>
                    <a:pt x="61309" y="0"/>
                  </a:lnTo>
                  <a:lnTo>
                    <a:pt x="106779" y="11833"/>
                  </a:lnTo>
                  <a:lnTo>
                    <a:pt x="116256" y="14300"/>
                  </a:lnTo>
                  <a:lnTo>
                    <a:pt x="198251" y="33613"/>
                  </a:lnTo>
                  <a:lnTo>
                    <a:pt x="231307" y="40525"/>
                  </a:lnTo>
                  <a:lnTo>
                    <a:pt x="252170" y="44888"/>
                  </a:lnTo>
                  <a:lnTo>
                    <a:pt x="264343" y="47433"/>
                  </a:lnTo>
                  <a:lnTo>
                    <a:pt x="264638" y="47495"/>
                  </a:lnTo>
                  <a:lnTo>
                    <a:pt x="299631" y="54813"/>
                  </a:lnTo>
                  <a:lnTo>
                    <a:pt x="336430" y="62508"/>
                  </a:lnTo>
                  <a:lnTo>
                    <a:pt x="317007" y="169362"/>
                  </a:lnTo>
                  <a:lnTo>
                    <a:pt x="310713" y="205302"/>
                  </a:lnTo>
                  <a:lnTo>
                    <a:pt x="305767" y="227015"/>
                  </a:lnTo>
                  <a:lnTo>
                    <a:pt x="298039" y="27021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317931" y="1835890"/>
              <a:ext cx="476187" cy="420791"/>
            </a:xfrm>
            <a:custGeom>
              <a:avLst/>
              <a:pathLst>
                <a:path w="476187" h="420791">
                  <a:moveTo>
                    <a:pt x="320718" y="36731"/>
                  </a:moveTo>
                  <a:lnTo>
                    <a:pt x="336181" y="63920"/>
                  </a:lnTo>
                  <a:lnTo>
                    <a:pt x="351055" y="89756"/>
                  </a:lnTo>
                  <a:lnTo>
                    <a:pt x="377142" y="135909"/>
                  </a:lnTo>
                  <a:lnTo>
                    <a:pt x="403867" y="120801"/>
                  </a:lnTo>
                  <a:lnTo>
                    <a:pt x="425951" y="107364"/>
                  </a:lnTo>
                  <a:lnTo>
                    <a:pt x="439791" y="130653"/>
                  </a:lnTo>
                  <a:lnTo>
                    <a:pt x="453516" y="154173"/>
                  </a:lnTo>
                  <a:lnTo>
                    <a:pt x="476187" y="194463"/>
                  </a:lnTo>
                  <a:lnTo>
                    <a:pt x="427979" y="223963"/>
                  </a:lnTo>
                  <a:lnTo>
                    <a:pt x="379933" y="251350"/>
                  </a:lnTo>
                  <a:lnTo>
                    <a:pt x="356971" y="265389"/>
                  </a:lnTo>
                  <a:lnTo>
                    <a:pt x="332566" y="279727"/>
                  </a:lnTo>
                  <a:lnTo>
                    <a:pt x="285293" y="307501"/>
                  </a:lnTo>
                  <a:lnTo>
                    <a:pt x="283471" y="308571"/>
                  </a:lnTo>
                  <a:lnTo>
                    <a:pt x="236828" y="335897"/>
                  </a:lnTo>
                  <a:lnTo>
                    <a:pt x="235053" y="336936"/>
                  </a:lnTo>
                  <a:lnTo>
                    <a:pt x="212884" y="349924"/>
                  </a:lnTo>
                  <a:lnTo>
                    <a:pt x="212155" y="350344"/>
                  </a:lnTo>
                  <a:lnTo>
                    <a:pt x="189597" y="363567"/>
                  </a:lnTo>
                  <a:lnTo>
                    <a:pt x="188484" y="364210"/>
                  </a:lnTo>
                  <a:lnTo>
                    <a:pt x="140463" y="392352"/>
                  </a:lnTo>
                  <a:lnTo>
                    <a:pt x="91794" y="420791"/>
                  </a:lnTo>
                  <a:lnTo>
                    <a:pt x="69335" y="382549"/>
                  </a:lnTo>
                  <a:lnTo>
                    <a:pt x="56077" y="359974"/>
                  </a:lnTo>
                  <a:lnTo>
                    <a:pt x="42318" y="336284"/>
                  </a:lnTo>
                  <a:lnTo>
                    <a:pt x="28742" y="313456"/>
                  </a:lnTo>
                  <a:lnTo>
                    <a:pt x="14376" y="289303"/>
                  </a:lnTo>
                  <a:lnTo>
                    <a:pt x="0" y="263445"/>
                  </a:lnTo>
                  <a:lnTo>
                    <a:pt x="22411" y="249978"/>
                  </a:lnTo>
                  <a:lnTo>
                    <a:pt x="47658" y="234808"/>
                  </a:lnTo>
                  <a:lnTo>
                    <a:pt x="17698" y="183442"/>
                  </a:lnTo>
                  <a:lnTo>
                    <a:pt x="3990" y="161770"/>
                  </a:lnTo>
                  <a:lnTo>
                    <a:pt x="30283" y="146658"/>
                  </a:lnTo>
                  <a:lnTo>
                    <a:pt x="52679" y="132145"/>
                  </a:lnTo>
                  <a:lnTo>
                    <a:pt x="76305" y="119139"/>
                  </a:lnTo>
                  <a:lnTo>
                    <a:pt x="100571" y="105369"/>
                  </a:lnTo>
                  <a:lnTo>
                    <a:pt x="123952" y="92100"/>
                  </a:lnTo>
                  <a:lnTo>
                    <a:pt x="149139" y="76850"/>
                  </a:lnTo>
                  <a:lnTo>
                    <a:pt x="174262" y="61956"/>
                  </a:lnTo>
                  <a:lnTo>
                    <a:pt x="189814" y="52923"/>
                  </a:lnTo>
                  <a:lnTo>
                    <a:pt x="197529" y="48443"/>
                  </a:lnTo>
                  <a:lnTo>
                    <a:pt x="222482" y="37402"/>
                  </a:lnTo>
                  <a:lnTo>
                    <a:pt x="227484" y="46200"/>
                  </a:lnTo>
                  <a:lnTo>
                    <a:pt x="250171" y="30474"/>
                  </a:lnTo>
                  <a:lnTo>
                    <a:pt x="273172" y="17062"/>
                  </a:lnTo>
                  <a:lnTo>
                    <a:pt x="299828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617759" y="1508760"/>
              <a:ext cx="606237" cy="551748"/>
            </a:xfrm>
            <a:custGeom>
              <a:avLst/>
              <a:pathLst>
                <a:path w="606237" h="551748">
                  <a:moveTo>
                    <a:pt x="34355" y="212612"/>
                  </a:moveTo>
                  <a:lnTo>
                    <a:pt x="44115" y="207368"/>
                  </a:lnTo>
                  <a:lnTo>
                    <a:pt x="45115" y="206831"/>
                  </a:lnTo>
                  <a:lnTo>
                    <a:pt x="52864" y="202669"/>
                  </a:lnTo>
                  <a:lnTo>
                    <a:pt x="53358" y="202403"/>
                  </a:lnTo>
                  <a:lnTo>
                    <a:pt x="75981" y="188587"/>
                  </a:lnTo>
                  <a:lnTo>
                    <a:pt x="99963" y="173942"/>
                  </a:lnTo>
                  <a:lnTo>
                    <a:pt x="107475" y="169354"/>
                  </a:lnTo>
                  <a:lnTo>
                    <a:pt x="107756" y="169182"/>
                  </a:lnTo>
                  <a:lnTo>
                    <a:pt x="111925" y="166636"/>
                  </a:lnTo>
                  <a:lnTo>
                    <a:pt x="117240" y="161635"/>
                  </a:lnTo>
                  <a:lnTo>
                    <a:pt x="120008" y="159031"/>
                  </a:lnTo>
                  <a:lnTo>
                    <a:pt x="130074" y="149560"/>
                  </a:lnTo>
                  <a:lnTo>
                    <a:pt x="147402" y="133255"/>
                  </a:lnTo>
                  <a:lnTo>
                    <a:pt x="165824" y="122820"/>
                  </a:lnTo>
                  <a:lnTo>
                    <a:pt x="189009" y="109687"/>
                  </a:lnTo>
                  <a:lnTo>
                    <a:pt x="189848" y="109212"/>
                  </a:lnTo>
                  <a:lnTo>
                    <a:pt x="198614" y="104247"/>
                  </a:lnTo>
                  <a:lnTo>
                    <a:pt x="258083" y="70765"/>
                  </a:lnTo>
                  <a:lnTo>
                    <a:pt x="270003" y="64054"/>
                  </a:lnTo>
                  <a:lnTo>
                    <a:pt x="313961" y="39305"/>
                  </a:lnTo>
                  <a:lnTo>
                    <a:pt x="319002" y="36382"/>
                  </a:lnTo>
                  <a:lnTo>
                    <a:pt x="355975" y="14944"/>
                  </a:lnTo>
                  <a:lnTo>
                    <a:pt x="362126" y="11378"/>
                  </a:lnTo>
                  <a:lnTo>
                    <a:pt x="381749" y="0"/>
                  </a:lnTo>
                  <a:lnTo>
                    <a:pt x="389025" y="11589"/>
                  </a:lnTo>
                  <a:lnTo>
                    <a:pt x="419357" y="66578"/>
                  </a:lnTo>
                  <a:lnTo>
                    <a:pt x="513812" y="234967"/>
                  </a:lnTo>
                  <a:lnTo>
                    <a:pt x="550025" y="299750"/>
                  </a:lnTo>
                  <a:lnTo>
                    <a:pt x="606237" y="395645"/>
                  </a:lnTo>
                  <a:lnTo>
                    <a:pt x="553672" y="427726"/>
                  </a:lnTo>
                  <a:lnTo>
                    <a:pt x="523457" y="446032"/>
                  </a:lnTo>
                  <a:lnTo>
                    <a:pt x="478802" y="472756"/>
                  </a:lnTo>
                  <a:lnTo>
                    <a:pt x="454917" y="488013"/>
                  </a:lnTo>
                  <a:lnTo>
                    <a:pt x="452430" y="489363"/>
                  </a:lnTo>
                  <a:lnTo>
                    <a:pt x="428526" y="502337"/>
                  </a:lnTo>
                  <a:lnTo>
                    <a:pt x="413553" y="510463"/>
                  </a:lnTo>
                  <a:lnTo>
                    <a:pt x="338225" y="551748"/>
                  </a:lnTo>
                  <a:lnTo>
                    <a:pt x="328520" y="536680"/>
                  </a:lnTo>
                  <a:lnTo>
                    <a:pt x="328419" y="536488"/>
                  </a:lnTo>
                  <a:lnTo>
                    <a:pt x="322003" y="524277"/>
                  </a:lnTo>
                  <a:lnTo>
                    <a:pt x="305016" y="496581"/>
                  </a:lnTo>
                  <a:lnTo>
                    <a:pt x="300241" y="488640"/>
                  </a:lnTo>
                  <a:lnTo>
                    <a:pt x="280962" y="457519"/>
                  </a:lnTo>
                  <a:lnTo>
                    <a:pt x="224285" y="492476"/>
                  </a:lnTo>
                  <a:lnTo>
                    <a:pt x="200686" y="507032"/>
                  </a:lnTo>
                  <a:lnTo>
                    <a:pt x="176359" y="521594"/>
                  </a:lnTo>
                  <a:lnTo>
                    <a:pt x="153687" y="481303"/>
                  </a:lnTo>
                  <a:lnTo>
                    <a:pt x="139963" y="457784"/>
                  </a:lnTo>
                  <a:lnTo>
                    <a:pt x="126123" y="434495"/>
                  </a:lnTo>
                  <a:lnTo>
                    <a:pt x="104038" y="447932"/>
                  </a:lnTo>
                  <a:lnTo>
                    <a:pt x="77303" y="463021"/>
                  </a:lnTo>
                  <a:lnTo>
                    <a:pt x="51226" y="416887"/>
                  </a:lnTo>
                  <a:lnTo>
                    <a:pt x="36353" y="391050"/>
                  </a:lnTo>
                  <a:lnTo>
                    <a:pt x="20890" y="363862"/>
                  </a:lnTo>
                  <a:lnTo>
                    <a:pt x="0" y="327130"/>
                  </a:lnTo>
                  <a:lnTo>
                    <a:pt x="22715" y="314349"/>
                  </a:lnTo>
                  <a:lnTo>
                    <a:pt x="24127" y="313554"/>
                  </a:lnTo>
                  <a:lnTo>
                    <a:pt x="47550" y="299555"/>
                  </a:lnTo>
                  <a:lnTo>
                    <a:pt x="34054" y="275376"/>
                  </a:lnTo>
                  <a:lnTo>
                    <a:pt x="57959" y="261215"/>
                  </a:lnTo>
                  <a:lnTo>
                    <a:pt x="45860" y="237899"/>
                  </a:lnTo>
                  <a:lnTo>
                    <a:pt x="44471" y="235223"/>
                  </a:lnTo>
                  <a:lnTo>
                    <a:pt x="34295" y="21655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5985" y="1904405"/>
              <a:ext cx="747508" cy="972033"/>
            </a:xfrm>
            <a:custGeom>
              <a:avLst/>
              <a:pathLst>
                <a:path w="747508" h="972033">
                  <a:moveTo>
                    <a:pt x="477265" y="962028"/>
                  </a:moveTo>
                  <a:lnTo>
                    <a:pt x="462468" y="936087"/>
                  </a:lnTo>
                  <a:lnTo>
                    <a:pt x="435563" y="888920"/>
                  </a:lnTo>
                  <a:lnTo>
                    <a:pt x="412586" y="848639"/>
                  </a:lnTo>
                  <a:lnTo>
                    <a:pt x="408359" y="841228"/>
                  </a:lnTo>
                  <a:lnTo>
                    <a:pt x="404142" y="833835"/>
                  </a:lnTo>
                  <a:lnTo>
                    <a:pt x="394611" y="817127"/>
                  </a:lnTo>
                  <a:lnTo>
                    <a:pt x="394208" y="816433"/>
                  </a:lnTo>
                  <a:lnTo>
                    <a:pt x="379119" y="790499"/>
                  </a:lnTo>
                  <a:lnTo>
                    <a:pt x="352683" y="743222"/>
                  </a:lnTo>
                  <a:lnTo>
                    <a:pt x="350726" y="739723"/>
                  </a:lnTo>
                  <a:lnTo>
                    <a:pt x="327125" y="697517"/>
                  </a:lnTo>
                  <a:lnTo>
                    <a:pt x="311760" y="670039"/>
                  </a:lnTo>
                  <a:lnTo>
                    <a:pt x="297067" y="643763"/>
                  </a:lnTo>
                  <a:lnTo>
                    <a:pt x="288657" y="628723"/>
                  </a:lnTo>
                  <a:lnTo>
                    <a:pt x="288199" y="627905"/>
                  </a:lnTo>
                  <a:lnTo>
                    <a:pt x="270342" y="595969"/>
                  </a:lnTo>
                  <a:lnTo>
                    <a:pt x="245557" y="551645"/>
                  </a:lnTo>
                  <a:lnTo>
                    <a:pt x="227730" y="519765"/>
                  </a:lnTo>
                  <a:lnTo>
                    <a:pt x="214883" y="515685"/>
                  </a:lnTo>
                  <a:lnTo>
                    <a:pt x="207470" y="503376"/>
                  </a:lnTo>
                  <a:lnTo>
                    <a:pt x="190461" y="475477"/>
                  </a:lnTo>
                  <a:lnTo>
                    <a:pt x="161170" y="427915"/>
                  </a:lnTo>
                  <a:lnTo>
                    <a:pt x="140390" y="392743"/>
                  </a:lnTo>
                  <a:lnTo>
                    <a:pt x="133967" y="381870"/>
                  </a:lnTo>
                  <a:lnTo>
                    <a:pt x="119320" y="357378"/>
                  </a:lnTo>
                  <a:lnTo>
                    <a:pt x="106273" y="335165"/>
                  </a:lnTo>
                  <a:lnTo>
                    <a:pt x="103438" y="330410"/>
                  </a:lnTo>
                  <a:lnTo>
                    <a:pt x="84154" y="298063"/>
                  </a:lnTo>
                  <a:lnTo>
                    <a:pt x="75873" y="284171"/>
                  </a:lnTo>
                  <a:lnTo>
                    <a:pt x="75692" y="283867"/>
                  </a:lnTo>
                  <a:lnTo>
                    <a:pt x="72618" y="278712"/>
                  </a:lnTo>
                  <a:lnTo>
                    <a:pt x="57719" y="253390"/>
                  </a:lnTo>
                  <a:lnTo>
                    <a:pt x="49096" y="238197"/>
                  </a:lnTo>
                  <a:lnTo>
                    <a:pt x="32381" y="211331"/>
                  </a:lnTo>
                  <a:lnTo>
                    <a:pt x="18025" y="186339"/>
                  </a:lnTo>
                  <a:lnTo>
                    <a:pt x="0" y="156103"/>
                  </a:lnTo>
                  <a:lnTo>
                    <a:pt x="75327" y="114818"/>
                  </a:lnTo>
                  <a:lnTo>
                    <a:pt x="90300" y="106691"/>
                  </a:lnTo>
                  <a:lnTo>
                    <a:pt x="114204" y="93717"/>
                  </a:lnTo>
                  <a:lnTo>
                    <a:pt x="116692" y="92367"/>
                  </a:lnTo>
                  <a:lnTo>
                    <a:pt x="140600" y="77095"/>
                  </a:lnTo>
                  <a:lnTo>
                    <a:pt x="185231" y="50387"/>
                  </a:lnTo>
                  <a:lnTo>
                    <a:pt x="215447" y="32081"/>
                  </a:lnTo>
                  <a:lnTo>
                    <a:pt x="268011" y="0"/>
                  </a:lnTo>
                  <a:lnTo>
                    <a:pt x="283295" y="25725"/>
                  </a:lnTo>
                  <a:lnTo>
                    <a:pt x="326764" y="98887"/>
                  </a:lnTo>
                  <a:lnTo>
                    <a:pt x="482822" y="359356"/>
                  </a:lnTo>
                  <a:lnTo>
                    <a:pt x="606456" y="574946"/>
                  </a:lnTo>
                  <a:lnTo>
                    <a:pt x="741660" y="804105"/>
                  </a:lnTo>
                  <a:lnTo>
                    <a:pt x="747508" y="814016"/>
                  </a:lnTo>
                  <a:lnTo>
                    <a:pt x="482972" y="97203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45910" y="1966279"/>
              <a:ext cx="424958" cy="546642"/>
            </a:xfrm>
            <a:custGeom>
              <a:avLst/>
              <a:pathLst>
                <a:path w="424958" h="546642">
                  <a:moveTo>
                    <a:pt x="210075" y="94230"/>
                  </a:moveTo>
                  <a:lnTo>
                    <a:pt x="228100" y="124466"/>
                  </a:lnTo>
                  <a:lnTo>
                    <a:pt x="242456" y="149458"/>
                  </a:lnTo>
                  <a:lnTo>
                    <a:pt x="259171" y="176323"/>
                  </a:lnTo>
                  <a:lnTo>
                    <a:pt x="267794" y="191516"/>
                  </a:lnTo>
                  <a:lnTo>
                    <a:pt x="282693" y="216838"/>
                  </a:lnTo>
                  <a:lnTo>
                    <a:pt x="285767" y="221993"/>
                  </a:lnTo>
                  <a:lnTo>
                    <a:pt x="285948" y="222297"/>
                  </a:lnTo>
                  <a:lnTo>
                    <a:pt x="294229" y="236189"/>
                  </a:lnTo>
                  <a:lnTo>
                    <a:pt x="313513" y="268536"/>
                  </a:lnTo>
                  <a:lnTo>
                    <a:pt x="316348" y="273292"/>
                  </a:lnTo>
                  <a:lnTo>
                    <a:pt x="329395" y="295504"/>
                  </a:lnTo>
                  <a:lnTo>
                    <a:pt x="344042" y="319997"/>
                  </a:lnTo>
                  <a:lnTo>
                    <a:pt x="350465" y="330869"/>
                  </a:lnTo>
                  <a:lnTo>
                    <a:pt x="371245" y="366041"/>
                  </a:lnTo>
                  <a:lnTo>
                    <a:pt x="400536" y="413603"/>
                  </a:lnTo>
                  <a:lnTo>
                    <a:pt x="417545" y="441503"/>
                  </a:lnTo>
                  <a:lnTo>
                    <a:pt x="424958" y="453812"/>
                  </a:lnTo>
                  <a:lnTo>
                    <a:pt x="267074" y="546642"/>
                  </a:lnTo>
                  <a:lnTo>
                    <a:pt x="259375" y="534151"/>
                  </a:lnTo>
                  <a:lnTo>
                    <a:pt x="242740" y="505269"/>
                  </a:lnTo>
                  <a:lnTo>
                    <a:pt x="229195" y="483662"/>
                  </a:lnTo>
                  <a:lnTo>
                    <a:pt x="214903" y="459031"/>
                  </a:lnTo>
                  <a:lnTo>
                    <a:pt x="201356" y="436056"/>
                  </a:lnTo>
                  <a:lnTo>
                    <a:pt x="187118" y="411909"/>
                  </a:lnTo>
                  <a:lnTo>
                    <a:pt x="172137" y="387109"/>
                  </a:lnTo>
                  <a:lnTo>
                    <a:pt x="157721" y="360284"/>
                  </a:lnTo>
                  <a:lnTo>
                    <a:pt x="144640" y="338650"/>
                  </a:lnTo>
                  <a:lnTo>
                    <a:pt x="144437" y="338315"/>
                  </a:lnTo>
                  <a:lnTo>
                    <a:pt x="129792" y="314094"/>
                  </a:lnTo>
                  <a:lnTo>
                    <a:pt x="116632" y="290328"/>
                  </a:lnTo>
                  <a:lnTo>
                    <a:pt x="103430" y="266869"/>
                  </a:lnTo>
                  <a:lnTo>
                    <a:pt x="87747" y="240757"/>
                  </a:lnTo>
                  <a:lnTo>
                    <a:pt x="73098" y="215981"/>
                  </a:lnTo>
                  <a:lnTo>
                    <a:pt x="45712" y="169208"/>
                  </a:lnTo>
                  <a:lnTo>
                    <a:pt x="19072" y="121700"/>
                  </a:lnTo>
                  <a:lnTo>
                    <a:pt x="0" y="93575"/>
                  </a:lnTo>
                  <a:lnTo>
                    <a:pt x="48208" y="64074"/>
                  </a:lnTo>
                  <a:lnTo>
                    <a:pt x="72535" y="49513"/>
                  </a:lnTo>
                  <a:lnTo>
                    <a:pt x="96134" y="34957"/>
                  </a:lnTo>
                  <a:lnTo>
                    <a:pt x="152811" y="0"/>
                  </a:lnTo>
                  <a:lnTo>
                    <a:pt x="172091" y="31120"/>
                  </a:lnTo>
                  <a:lnTo>
                    <a:pt x="176865" y="39062"/>
                  </a:lnTo>
                  <a:lnTo>
                    <a:pt x="193852" y="66757"/>
                  </a:lnTo>
                  <a:lnTo>
                    <a:pt x="200268" y="78969"/>
                  </a:lnTo>
                  <a:lnTo>
                    <a:pt x="200369" y="7916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601402" y="2059854"/>
              <a:ext cx="474957" cy="648445"/>
            </a:xfrm>
            <a:custGeom>
              <a:avLst/>
              <a:pathLst>
                <a:path w="474957" h="648445">
                  <a:moveTo>
                    <a:pt x="411582" y="453067"/>
                  </a:moveTo>
                  <a:lnTo>
                    <a:pt x="417651" y="462915"/>
                  </a:lnTo>
                  <a:lnTo>
                    <a:pt x="418420" y="464196"/>
                  </a:lnTo>
                  <a:lnTo>
                    <a:pt x="434497" y="490988"/>
                  </a:lnTo>
                  <a:lnTo>
                    <a:pt x="448076" y="514412"/>
                  </a:lnTo>
                  <a:lnTo>
                    <a:pt x="461574" y="537697"/>
                  </a:lnTo>
                  <a:lnTo>
                    <a:pt x="461870" y="538239"/>
                  </a:lnTo>
                  <a:lnTo>
                    <a:pt x="474737" y="561772"/>
                  </a:lnTo>
                  <a:lnTo>
                    <a:pt x="474957" y="562175"/>
                  </a:lnTo>
                  <a:lnTo>
                    <a:pt x="450038" y="577216"/>
                  </a:lnTo>
                  <a:lnTo>
                    <a:pt x="427031" y="591102"/>
                  </a:lnTo>
                  <a:lnTo>
                    <a:pt x="426637" y="591339"/>
                  </a:lnTo>
                  <a:lnTo>
                    <a:pt x="403924" y="605047"/>
                  </a:lnTo>
                  <a:lnTo>
                    <a:pt x="394332" y="610837"/>
                  </a:lnTo>
                  <a:lnTo>
                    <a:pt x="390695" y="613022"/>
                  </a:lnTo>
                  <a:lnTo>
                    <a:pt x="379494" y="619750"/>
                  </a:lnTo>
                  <a:lnTo>
                    <a:pt x="372443" y="623986"/>
                  </a:lnTo>
                  <a:lnTo>
                    <a:pt x="357363" y="633043"/>
                  </a:lnTo>
                  <a:lnTo>
                    <a:pt x="332425" y="648023"/>
                  </a:lnTo>
                  <a:lnTo>
                    <a:pt x="331723" y="648445"/>
                  </a:lnTo>
                  <a:lnTo>
                    <a:pt x="317197" y="623573"/>
                  </a:lnTo>
                  <a:lnTo>
                    <a:pt x="303103" y="599440"/>
                  </a:lnTo>
                  <a:lnTo>
                    <a:pt x="274019" y="549640"/>
                  </a:lnTo>
                  <a:lnTo>
                    <a:pt x="273660" y="549027"/>
                  </a:lnTo>
                  <a:lnTo>
                    <a:pt x="265512" y="535076"/>
                  </a:lnTo>
                  <a:lnTo>
                    <a:pt x="259801" y="525296"/>
                  </a:lnTo>
                  <a:lnTo>
                    <a:pt x="234298" y="481630"/>
                  </a:lnTo>
                  <a:lnTo>
                    <a:pt x="233348" y="479976"/>
                  </a:lnTo>
                  <a:lnTo>
                    <a:pt x="219886" y="456547"/>
                  </a:lnTo>
                  <a:lnTo>
                    <a:pt x="213826" y="446000"/>
                  </a:lnTo>
                  <a:lnTo>
                    <a:pt x="202270" y="426323"/>
                  </a:lnTo>
                  <a:lnTo>
                    <a:pt x="174415" y="378889"/>
                  </a:lnTo>
                  <a:lnTo>
                    <a:pt x="173729" y="377721"/>
                  </a:lnTo>
                  <a:lnTo>
                    <a:pt x="167786" y="367507"/>
                  </a:lnTo>
                  <a:lnTo>
                    <a:pt x="159164" y="352690"/>
                  </a:lnTo>
                  <a:lnTo>
                    <a:pt x="145572" y="329331"/>
                  </a:lnTo>
                  <a:lnTo>
                    <a:pt x="131786" y="305209"/>
                  </a:lnTo>
                  <a:lnTo>
                    <a:pt x="117533" y="281849"/>
                  </a:lnTo>
                  <a:lnTo>
                    <a:pt x="90255" y="237144"/>
                  </a:lnTo>
                  <a:lnTo>
                    <a:pt x="88809" y="234774"/>
                  </a:lnTo>
                  <a:lnTo>
                    <a:pt x="87513" y="232650"/>
                  </a:lnTo>
                  <a:lnTo>
                    <a:pt x="83584" y="226098"/>
                  </a:lnTo>
                  <a:lnTo>
                    <a:pt x="73055" y="208539"/>
                  </a:lnTo>
                  <a:lnTo>
                    <a:pt x="44761" y="161352"/>
                  </a:lnTo>
                  <a:lnTo>
                    <a:pt x="44483" y="160889"/>
                  </a:lnTo>
                  <a:lnTo>
                    <a:pt x="37248" y="148483"/>
                  </a:lnTo>
                  <a:lnTo>
                    <a:pt x="18131" y="115700"/>
                  </a:lnTo>
                  <a:lnTo>
                    <a:pt x="17809" y="115148"/>
                  </a:lnTo>
                  <a:lnTo>
                    <a:pt x="13037" y="106965"/>
                  </a:lnTo>
                  <a:lnTo>
                    <a:pt x="0" y="84607"/>
                  </a:lnTo>
                  <a:lnTo>
                    <a:pt x="1821" y="83538"/>
                  </a:lnTo>
                  <a:lnTo>
                    <a:pt x="49095" y="55764"/>
                  </a:lnTo>
                  <a:lnTo>
                    <a:pt x="73500" y="41426"/>
                  </a:lnTo>
                  <a:lnTo>
                    <a:pt x="96462" y="27387"/>
                  </a:lnTo>
                  <a:lnTo>
                    <a:pt x="144507" y="0"/>
                  </a:lnTo>
                  <a:lnTo>
                    <a:pt x="163580" y="28125"/>
                  </a:lnTo>
                  <a:lnTo>
                    <a:pt x="190220" y="75633"/>
                  </a:lnTo>
                  <a:lnTo>
                    <a:pt x="217618" y="122427"/>
                  </a:lnTo>
                  <a:lnTo>
                    <a:pt x="232255" y="147182"/>
                  </a:lnTo>
                  <a:lnTo>
                    <a:pt x="247938" y="173294"/>
                  </a:lnTo>
                  <a:lnTo>
                    <a:pt x="261139" y="196753"/>
                  </a:lnTo>
                  <a:lnTo>
                    <a:pt x="274299" y="220519"/>
                  </a:lnTo>
                  <a:lnTo>
                    <a:pt x="288945" y="244740"/>
                  </a:lnTo>
                  <a:lnTo>
                    <a:pt x="289148" y="245075"/>
                  </a:lnTo>
                  <a:lnTo>
                    <a:pt x="302235" y="266722"/>
                  </a:lnTo>
                  <a:lnTo>
                    <a:pt x="316644" y="293534"/>
                  </a:lnTo>
                  <a:lnTo>
                    <a:pt x="331626" y="318334"/>
                  </a:lnTo>
                  <a:lnTo>
                    <a:pt x="345864" y="342481"/>
                  </a:lnTo>
                  <a:lnTo>
                    <a:pt x="359410" y="365456"/>
                  </a:lnTo>
                  <a:lnTo>
                    <a:pt x="373703" y="390087"/>
                  </a:lnTo>
                  <a:lnTo>
                    <a:pt x="387247" y="411694"/>
                  </a:lnTo>
                  <a:lnTo>
                    <a:pt x="403883" y="4405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812370" y="3961508"/>
              <a:ext cx="326610" cy="264804"/>
            </a:xfrm>
            <a:custGeom>
              <a:avLst/>
              <a:pathLst>
                <a:path w="326610" h="264804">
                  <a:moveTo>
                    <a:pt x="109798" y="153819"/>
                  </a:moveTo>
                  <a:lnTo>
                    <a:pt x="89404" y="136705"/>
                  </a:lnTo>
                  <a:lnTo>
                    <a:pt x="86281" y="134084"/>
                  </a:lnTo>
                  <a:lnTo>
                    <a:pt x="79554" y="128439"/>
                  </a:lnTo>
                  <a:lnTo>
                    <a:pt x="74603" y="124285"/>
                  </a:lnTo>
                  <a:lnTo>
                    <a:pt x="66453" y="117446"/>
                  </a:lnTo>
                  <a:lnTo>
                    <a:pt x="63915" y="115316"/>
                  </a:lnTo>
                  <a:lnTo>
                    <a:pt x="47610" y="106055"/>
                  </a:lnTo>
                  <a:lnTo>
                    <a:pt x="29748" y="95909"/>
                  </a:lnTo>
                  <a:lnTo>
                    <a:pt x="21265" y="91090"/>
                  </a:lnTo>
                  <a:lnTo>
                    <a:pt x="18230" y="89366"/>
                  </a:lnTo>
                  <a:lnTo>
                    <a:pt x="12203" y="96977"/>
                  </a:lnTo>
                  <a:lnTo>
                    <a:pt x="4039" y="97826"/>
                  </a:lnTo>
                  <a:lnTo>
                    <a:pt x="0" y="84965"/>
                  </a:lnTo>
                  <a:lnTo>
                    <a:pt x="4134" y="81360"/>
                  </a:lnTo>
                  <a:lnTo>
                    <a:pt x="19262" y="71121"/>
                  </a:lnTo>
                  <a:lnTo>
                    <a:pt x="25118" y="66015"/>
                  </a:lnTo>
                  <a:lnTo>
                    <a:pt x="28775" y="63618"/>
                  </a:lnTo>
                  <a:lnTo>
                    <a:pt x="31695" y="61704"/>
                  </a:lnTo>
                  <a:lnTo>
                    <a:pt x="34593" y="59805"/>
                  </a:lnTo>
                  <a:lnTo>
                    <a:pt x="41425" y="56200"/>
                  </a:lnTo>
                  <a:lnTo>
                    <a:pt x="42468" y="55649"/>
                  </a:lnTo>
                  <a:lnTo>
                    <a:pt x="46513" y="53515"/>
                  </a:lnTo>
                  <a:lnTo>
                    <a:pt x="49145" y="52126"/>
                  </a:lnTo>
                  <a:lnTo>
                    <a:pt x="50204" y="51567"/>
                  </a:lnTo>
                  <a:lnTo>
                    <a:pt x="52306" y="50458"/>
                  </a:lnTo>
                  <a:lnTo>
                    <a:pt x="64418" y="43818"/>
                  </a:lnTo>
                  <a:lnTo>
                    <a:pt x="69729" y="52088"/>
                  </a:lnTo>
                  <a:lnTo>
                    <a:pt x="70295" y="52970"/>
                  </a:lnTo>
                  <a:lnTo>
                    <a:pt x="71337" y="52374"/>
                  </a:lnTo>
                  <a:lnTo>
                    <a:pt x="72206" y="51818"/>
                  </a:lnTo>
                  <a:lnTo>
                    <a:pt x="84136" y="44189"/>
                  </a:lnTo>
                  <a:lnTo>
                    <a:pt x="85471" y="45267"/>
                  </a:lnTo>
                  <a:lnTo>
                    <a:pt x="91723" y="41314"/>
                  </a:lnTo>
                  <a:lnTo>
                    <a:pt x="114077" y="52566"/>
                  </a:lnTo>
                  <a:lnTo>
                    <a:pt x="128754" y="35413"/>
                  </a:lnTo>
                  <a:lnTo>
                    <a:pt x="151933" y="0"/>
                  </a:lnTo>
                  <a:lnTo>
                    <a:pt x="155242" y="1792"/>
                  </a:lnTo>
                  <a:lnTo>
                    <a:pt x="188032" y="19552"/>
                  </a:lnTo>
                  <a:lnTo>
                    <a:pt x="202086" y="28038"/>
                  </a:lnTo>
                  <a:lnTo>
                    <a:pt x="206584" y="30754"/>
                  </a:lnTo>
                  <a:lnTo>
                    <a:pt x="215181" y="35945"/>
                  </a:lnTo>
                  <a:lnTo>
                    <a:pt x="226943" y="43046"/>
                  </a:lnTo>
                  <a:lnTo>
                    <a:pt x="232042" y="46125"/>
                  </a:lnTo>
                  <a:lnTo>
                    <a:pt x="247552" y="54558"/>
                  </a:lnTo>
                  <a:lnTo>
                    <a:pt x="262397" y="62629"/>
                  </a:lnTo>
                  <a:lnTo>
                    <a:pt x="266105" y="64645"/>
                  </a:lnTo>
                  <a:lnTo>
                    <a:pt x="267526" y="65417"/>
                  </a:lnTo>
                  <a:lnTo>
                    <a:pt x="317269" y="89552"/>
                  </a:lnTo>
                  <a:lnTo>
                    <a:pt x="326610" y="94612"/>
                  </a:lnTo>
                  <a:lnTo>
                    <a:pt x="324557" y="99635"/>
                  </a:lnTo>
                  <a:lnTo>
                    <a:pt x="322776" y="103994"/>
                  </a:lnTo>
                  <a:lnTo>
                    <a:pt x="322009" y="105869"/>
                  </a:lnTo>
                  <a:lnTo>
                    <a:pt x="321405" y="107347"/>
                  </a:lnTo>
                  <a:lnTo>
                    <a:pt x="310092" y="111108"/>
                  </a:lnTo>
                  <a:lnTo>
                    <a:pt x="308912" y="113419"/>
                  </a:lnTo>
                  <a:lnTo>
                    <a:pt x="307772" y="115652"/>
                  </a:lnTo>
                  <a:lnTo>
                    <a:pt x="303592" y="123838"/>
                  </a:lnTo>
                  <a:lnTo>
                    <a:pt x="295142" y="140390"/>
                  </a:lnTo>
                  <a:lnTo>
                    <a:pt x="293637" y="143338"/>
                  </a:lnTo>
                  <a:lnTo>
                    <a:pt x="288294" y="153801"/>
                  </a:lnTo>
                  <a:lnTo>
                    <a:pt x="287840" y="154692"/>
                  </a:lnTo>
                  <a:lnTo>
                    <a:pt x="280234" y="172805"/>
                  </a:lnTo>
                  <a:lnTo>
                    <a:pt x="280016" y="173326"/>
                  </a:lnTo>
                  <a:lnTo>
                    <a:pt x="282565" y="174628"/>
                  </a:lnTo>
                  <a:lnTo>
                    <a:pt x="281959" y="177636"/>
                  </a:lnTo>
                  <a:lnTo>
                    <a:pt x="280536" y="184686"/>
                  </a:lnTo>
                  <a:lnTo>
                    <a:pt x="279472" y="189958"/>
                  </a:lnTo>
                  <a:lnTo>
                    <a:pt x="277762" y="193337"/>
                  </a:lnTo>
                  <a:lnTo>
                    <a:pt x="269627" y="209415"/>
                  </a:lnTo>
                  <a:lnTo>
                    <a:pt x="260459" y="227534"/>
                  </a:lnTo>
                  <a:lnTo>
                    <a:pt x="243497" y="261057"/>
                  </a:lnTo>
                  <a:lnTo>
                    <a:pt x="241600" y="264804"/>
                  </a:lnTo>
                  <a:lnTo>
                    <a:pt x="224539" y="256024"/>
                  </a:lnTo>
                  <a:lnTo>
                    <a:pt x="205601" y="246277"/>
                  </a:lnTo>
                  <a:lnTo>
                    <a:pt x="194282" y="240451"/>
                  </a:lnTo>
                  <a:lnTo>
                    <a:pt x="193002" y="238774"/>
                  </a:lnTo>
                  <a:lnTo>
                    <a:pt x="190058" y="234917"/>
                  </a:lnTo>
                  <a:lnTo>
                    <a:pt x="187000" y="230911"/>
                  </a:lnTo>
                  <a:lnTo>
                    <a:pt x="176244" y="216818"/>
                  </a:lnTo>
                  <a:lnTo>
                    <a:pt x="162069" y="198246"/>
                  </a:lnTo>
                  <a:lnTo>
                    <a:pt x="146177" y="184324"/>
                  </a:lnTo>
                  <a:lnTo>
                    <a:pt x="140406" y="179269"/>
                  </a:lnTo>
                  <a:lnTo>
                    <a:pt x="137315" y="176712"/>
                  </a:lnTo>
                  <a:lnTo>
                    <a:pt x="128766" y="169640"/>
                  </a:lnTo>
                  <a:lnTo>
                    <a:pt x="120744" y="1630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2009912" y="4049327"/>
              <a:ext cx="1273508" cy="913516"/>
            </a:xfrm>
            <a:custGeom>
              <a:avLst/>
              <a:pathLst>
                <a:path w="1273508" h="913516">
                  <a:moveTo>
                    <a:pt x="964299" y="581271"/>
                  </a:moveTo>
                  <a:lnTo>
                    <a:pt x="999532" y="599615"/>
                  </a:lnTo>
                  <a:lnTo>
                    <a:pt x="1003376" y="601767"/>
                  </a:lnTo>
                  <a:lnTo>
                    <a:pt x="1010837" y="605943"/>
                  </a:lnTo>
                  <a:lnTo>
                    <a:pt x="1016777" y="609269"/>
                  </a:lnTo>
                  <a:lnTo>
                    <a:pt x="1057315" y="631961"/>
                  </a:lnTo>
                  <a:lnTo>
                    <a:pt x="1065668" y="636180"/>
                  </a:lnTo>
                  <a:lnTo>
                    <a:pt x="1077617" y="642214"/>
                  </a:lnTo>
                  <a:lnTo>
                    <a:pt x="1098236" y="652627"/>
                  </a:lnTo>
                  <a:lnTo>
                    <a:pt x="1118641" y="663096"/>
                  </a:lnTo>
                  <a:lnTo>
                    <a:pt x="1138855" y="673467"/>
                  </a:lnTo>
                  <a:lnTo>
                    <a:pt x="1150363" y="679372"/>
                  </a:lnTo>
                  <a:lnTo>
                    <a:pt x="1158477" y="683535"/>
                  </a:lnTo>
                  <a:lnTo>
                    <a:pt x="1172549" y="691403"/>
                  </a:lnTo>
                  <a:lnTo>
                    <a:pt x="1173632" y="692008"/>
                  </a:lnTo>
                  <a:lnTo>
                    <a:pt x="1180263" y="695715"/>
                  </a:lnTo>
                  <a:lnTo>
                    <a:pt x="1181977" y="696674"/>
                  </a:lnTo>
                  <a:lnTo>
                    <a:pt x="1196236" y="704646"/>
                  </a:lnTo>
                  <a:lnTo>
                    <a:pt x="1203421" y="708663"/>
                  </a:lnTo>
                  <a:lnTo>
                    <a:pt x="1207654" y="711029"/>
                  </a:lnTo>
                  <a:lnTo>
                    <a:pt x="1218052" y="716489"/>
                  </a:lnTo>
                  <a:lnTo>
                    <a:pt x="1241130" y="728605"/>
                  </a:lnTo>
                  <a:lnTo>
                    <a:pt x="1267895" y="742656"/>
                  </a:lnTo>
                  <a:lnTo>
                    <a:pt x="1273508" y="745625"/>
                  </a:lnTo>
                  <a:lnTo>
                    <a:pt x="1271617" y="749408"/>
                  </a:lnTo>
                  <a:lnTo>
                    <a:pt x="1261752" y="769145"/>
                  </a:lnTo>
                  <a:lnTo>
                    <a:pt x="1258893" y="774780"/>
                  </a:lnTo>
                  <a:lnTo>
                    <a:pt x="1251780" y="788798"/>
                  </a:lnTo>
                  <a:lnTo>
                    <a:pt x="1253695" y="789843"/>
                  </a:lnTo>
                  <a:lnTo>
                    <a:pt x="1251066" y="796597"/>
                  </a:lnTo>
                  <a:lnTo>
                    <a:pt x="1244199" y="810335"/>
                  </a:lnTo>
                  <a:lnTo>
                    <a:pt x="1238373" y="821991"/>
                  </a:lnTo>
                  <a:lnTo>
                    <a:pt x="1236742" y="825253"/>
                  </a:lnTo>
                  <a:lnTo>
                    <a:pt x="1234773" y="829192"/>
                  </a:lnTo>
                  <a:lnTo>
                    <a:pt x="1232697" y="833075"/>
                  </a:lnTo>
                  <a:lnTo>
                    <a:pt x="1227952" y="841952"/>
                  </a:lnTo>
                  <a:lnTo>
                    <a:pt x="1220088" y="857219"/>
                  </a:lnTo>
                  <a:lnTo>
                    <a:pt x="1218807" y="859707"/>
                  </a:lnTo>
                  <a:lnTo>
                    <a:pt x="1220577" y="860763"/>
                  </a:lnTo>
                  <a:lnTo>
                    <a:pt x="1224665" y="863202"/>
                  </a:lnTo>
                  <a:lnTo>
                    <a:pt x="1215398" y="883505"/>
                  </a:lnTo>
                  <a:lnTo>
                    <a:pt x="1215182" y="883979"/>
                  </a:lnTo>
                  <a:lnTo>
                    <a:pt x="1211793" y="882212"/>
                  </a:lnTo>
                  <a:lnTo>
                    <a:pt x="1204951" y="895581"/>
                  </a:lnTo>
                  <a:lnTo>
                    <a:pt x="1193823" y="899433"/>
                  </a:lnTo>
                  <a:lnTo>
                    <a:pt x="1191497" y="899443"/>
                  </a:lnTo>
                  <a:lnTo>
                    <a:pt x="1184970" y="913516"/>
                  </a:lnTo>
                  <a:lnTo>
                    <a:pt x="1169867" y="906028"/>
                  </a:lnTo>
                  <a:lnTo>
                    <a:pt x="311181" y="508229"/>
                  </a:lnTo>
                  <a:lnTo>
                    <a:pt x="239799" y="474549"/>
                  </a:lnTo>
                  <a:lnTo>
                    <a:pt x="214591" y="462655"/>
                  </a:lnTo>
                  <a:lnTo>
                    <a:pt x="210061" y="460517"/>
                  </a:lnTo>
                  <a:lnTo>
                    <a:pt x="194354" y="453106"/>
                  </a:lnTo>
                  <a:lnTo>
                    <a:pt x="144184" y="429435"/>
                  </a:lnTo>
                  <a:lnTo>
                    <a:pt x="104135" y="410539"/>
                  </a:lnTo>
                  <a:lnTo>
                    <a:pt x="83536" y="400819"/>
                  </a:lnTo>
                  <a:lnTo>
                    <a:pt x="0" y="361404"/>
                  </a:lnTo>
                  <a:lnTo>
                    <a:pt x="17089" y="333142"/>
                  </a:lnTo>
                  <a:lnTo>
                    <a:pt x="35636" y="299071"/>
                  </a:lnTo>
                  <a:lnTo>
                    <a:pt x="91065" y="198583"/>
                  </a:lnTo>
                  <a:lnTo>
                    <a:pt x="146072" y="99820"/>
                  </a:lnTo>
                  <a:lnTo>
                    <a:pt x="179161" y="42244"/>
                  </a:lnTo>
                  <a:lnTo>
                    <a:pt x="196161" y="14305"/>
                  </a:lnTo>
                  <a:lnTo>
                    <a:pt x="198830" y="0"/>
                  </a:lnTo>
                  <a:lnTo>
                    <a:pt x="204808" y="5528"/>
                  </a:lnTo>
                  <a:lnTo>
                    <a:pt x="213763" y="13376"/>
                  </a:lnTo>
                  <a:lnTo>
                    <a:pt x="243973" y="39850"/>
                  </a:lnTo>
                  <a:lnTo>
                    <a:pt x="271115" y="67169"/>
                  </a:lnTo>
                  <a:lnTo>
                    <a:pt x="271492" y="67548"/>
                  </a:lnTo>
                  <a:lnTo>
                    <a:pt x="276289" y="72376"/>
                  </a:lnTo>
                  <a:lnTo>
                    <a:pt x="277777" y="73637"/>
                  </a:lnTo>
                  <a:lnTo>
                    <a:pt x="283878" y="78805"/>
                  </a:lnTo>
                  <a:lnTo>
                    <a:pt x="286044" y="80639"/>
                  </a:lnTo>
                  <a:lnTo>
                    <a:pt x="288120" y="82398"/>
                  </a:lnTo>
                  <a:lnTo>
                    <a:pt x="291142" y="84957"/>
                  </a:lnTo>
                  <a:lnTo>
                    <a:pt x="297716" y="90526"/>
                  </a:lnTo>
                  <a:lnTo>
                    <a:pt x="334422" y="126106"/>
                  </a:lnTo>
                  <a:lnTo>
                    <a:pt x="339157" y="131404"/>
                  </a:lnTo>
                  <a:lnTo>
                    <a:pt x="359794" y="154494"/>
                  </a:lnTo>
                  <a:lnTo>
                    <a:pt x="383248" y="180735"/>
                  </a:lnTo>
                  <a:lnTo>
                    <a:pt x="393941" y="192596"/>
                  </a:lnTo>
                  <a:lnTo>
                    <a:pt x="413762" y="214583"/>
                  </a:lnTo>
                  <a:lnTo>
                    <a:pt x="415691" y="216722"/>
                  </a:lnTo>
                  <a:lnTo>
                    <a:pt x="420832" y="222425"/>
                  </a:lnTo>
                  <a:lnTo>
                    <a:pt x="427829" y="230479"/>
                  </a:lnTo>
                  <a:lnTo>
                    <a:pt x="432513" y="235871"/>
                  </a:lnTo>
                  <a:lnTo>
                    <a:pt x="446123" y="251537"/>
                  </a:lnTo>
                  <a:lnTo>
                    <a:pt x="456073" y="261668"/>
                  </a:lnTo>
                  <a:lnTo>
                    <a:pt x="485931" y="292072"/>
                  </a:lnTo>
                  <a:lnTo>
                    <a:pt x="510472" y="317062"/>
                  </a:lnTo>
                  <a:lnTo>
                    <a:pt x="519536" y="326292"/>
                  </a:lnTo>
                  <a:lnTo>
                    <a:pt x="544651" y="346778"/>
                  </a:lnTo>
                  <a:lnTo>
                    <a:pt x="568537" y="365466"/>
                  </a:lnTo>
                  <a:lnTo>
                    <a:pt x="586579" y="377466"/>
                  </a:lnTo>
                  <a:lnTo>
                    <a:pt x="593125" y="381819"/>
                  </a:lnTo>
                  <a:lnTo>
                    <a:pt x="596463" y="383851"/>
                  </a:lnTo>
                  <a:lnTo>
                    <a:pt x="614376" y="394758"/>
                  </a:lnTo>
                  <a:lnTo>
                    <a:pt x="617529" y="396550"/>
                  </a:lnTo>
                  <a:lnTo>
                    <a:pt x="624107" y="400289"/>
                  </a:lnTo>
                  <a:lnTo>
                    <a:pt x="643243" y="411167"/>
                  </a:lnTo>
                  <a:lnTo>
                    <a:pt x="655474" y="418119"/>
                  </a:lnTo>
                  <a:lnTo>
                    <a:pt x="712553" y="447230"/>
                  </a:lnTo>
                  <a:lnTo>
                    <a:pt x="753061" y="469149"/>
                  </a:lnTo>
                  <a:lnTo>
                    <a:pt x="767350" y="476880"/>
                  </a:lnTo>
                  <a:lnTo>
                    <a:pt x="781852" y="484829"/>
                  </a:lnTo>
                  <a:lnTo>
                    <a:pt x="790531" y="489587"/>
                  </a:lnTo>
                  <a:lnTo>
                    <a:pt x="793344" y="491128"/>
                  </a:lnTo>
                  <a:lnTo>
                    <a:pt x="811608" y="501140"/>
                  </a:lnTo>
                  <a:lnTo>
                    <a:pt x="842695" y="517852"/>
                  </a:lnTo>
                  <a:lnTo>
                    <a:pt x="869107" y="531684"/>
                  </a:lnTo>
                  <a:lnTo>
                    <a:pt x="879753" y="537259"/>
                  </a:lnTo>
                  <a:lnTo>
                    <a:pt x="920499" y="558105"/>
                  </a:lnTo>
                  <a:lnTo>
                    <a:pt x="940045" y="568462"/>
                  </a:lnTo>
                  <a:lnTo>
                    <a:pt x="944165" y="570644"/>
                  </a:lnTo>
                  <a:lnTo>
                    <a:pt x="953938" y="575822"/>
                  </a:lnTo>
                  <a:lnTo>
                    <a:pt x="959840" y="5789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75260" y="2893655"/>
              <a:ext cx="556986" cy="451459"/>
            </a:xfrm>
            <a:custGeom>
              <a:avLst/>
              <a:pathLst>
                <a:path w="556986" h="451459">
                  <a:moveTo>
                    <a:pt x="542652" y="287796"/>
                  </a:moveTo>
                  <a:lnTo>
                    <a:pt x="556986" y="312966"/>
                  </a:lnTo>
                  <a:lnTo>
                    <a:pt x="556270" y="313383"/>
                  </a:lnTo>
                  <a:lnTo>
                    <a:pt x="518851" y="335196"/>
                  </a:lnTo>
                  <a:lnTo>
                    <a:pt x="472440" y="362251"/>
                  </a:lnTo>
                  <a:lnTo>
                    <a:pt x="472188" y="362405"/>
                  </a:lnTo>
                  <a:lnTo>
                    <a:pt x="448191" y="377094"/>
                  </a:lnTo>
                  <a:lnTo>
                    <a:pt x="427745" y="389610"/>
                  </a:lnTo>
                  <a:lnTo>
                    <a:pt x="427592" y="389703"/>
                  </a:lnTo>
                  <a:lnTo>
                    <a:pt x="425965" y="390699"/>
                  </a:lnTo>
                  <a:lnTo>
                    <a:pt x="425594" y="390926"/>
                  </a:lnTo>
                  <a:lnTo>
                    <a:pt x="402070" y="405325"/>
                  </a:lnTo>
                  <a:lnTo>
                    <a:pt x="359019" y="431678"/>
                  </a:lnTo>
                  <a:lnTo>
                    <a:pt x="357235" y="432769"/>
                  </a:lnTo>
                  <a:lnTo>
                    <a:pt x="354203" y="434625"/>
                  </a:lnTo>
                  <a:lnTo>
                    <a:pt x="349614" y="437435"/>
                  </a:lnTo>
                  <a:lnTo>
                    <a:pt x="349424" y="437551"/>
                  </a:lnTo>
                  <a:lnTo>
                    <a:pt x="343726" y="441039"/>
                  </a:lnTo>
                  <a:lnTo>
                    <a:pt x="336289" y="445591"/>
                  </a:lnTo>
                  <a:lnTo>
                    <a:pt x="333430" y="447341"/>
                  </a:lnTo>
                  <a:lnTo>
                    <a:pt x="331365" y="448605"/>
                  </a:lnTo>
                  <a:lnTo>
                    <a:pt x="326439" y="451459"/>
                  </a:lnTo>
                  <a:lnTo>
                    <a:pt x="300152" y="405161"/>
                  </a:lnTo>
                  <a:lnTo>
                    <a:pt x="240912" y="303531"/>
                  </a:lnTo>
                  <a:lnTo>
                    <a:pt x="237530" y="305837"/>
                  </a:lnTo>
                  <a:lnTo>
                    <a:pt x="237095" y="306134"/>
                  </a:lnTo>
                  <a:lnTo>
                    <a:pt x="236943" y="306237"/>
                  </a:lnTo>
                  <a:lnTo>
                    <a:pt x="236816" y="306324"/>
                  </a:lnTo>
                  <a:lnTo>
                    <a:pt x="236057" y="306841"/>
                  </a:lnTo>
                  <a:lnTo>
                    <a:pt x="235381" y="307302"/>
                  </a:lnTo>
                  <a:lnTo>
                    <a:pt x="234870" y="307650"/>
                  </a:lnTo>
                  <a:lnTo>
                    <a:pt x="234570" y="307854"/>
                  </a:lnTo>
                  <a:lnTo>
                    <a:pt x="234260" y="308066"/>
                  </a:lnTo>
                  <a:lnTo>
                    <a:pt x="233970" y="308264"/>
                  </a:lnTo>
                  <a:lnTo>
                    <a:pt x="233169" y="308809"/>
                  </a:lnTo>
                  <a:lnTo>
                    <a:pt x="231785" y="309753"/>
                  </a:lnTo>
                  <a:lnTo>
                    <a:pt x="228550" y="311958"/>
                  </a:lnTo>
                  <a:lnTo>
                    <a:pt x="228325" y="312111"/>
                  </a:lnTo>
                  <a:lnTo>
                    <a:pt x="227819" y="312456"/>
                  </a:lnTo>
                  <a:lnTo>
                    <a:pt x="226615" y="313276"/>
                  </a:lnTo>
                  <a:lnTo>
                    <a:pt x="218293" y="318950"/>
                  </a:lnTo>
                  <a:lnTo>
                    <a:pt x="217926" y="319200"/>
                  </a:lnTo>
                  <a:lnTo>
                    <a:pt x="217665" y="319378"/>
                  </a:lnTo>
                  <a:lnTo>
                    <a:pt x="217393" y="319564"/>
                  </a:lnTo>
                  <a:lnTo>
                    <a:pt x="215367" y="320944"/>
                  </a:lnTo>
                  <a:lnTo>
                    <a:pt x="212081" y="322920"/>
                  </a:lnTo>
                  <a:lnTo>
                    <a:pt x="207885" y="325441"/>
                  </a:lnTo>
                  <a:lnTo>
                    <a:pt x="197627" y="331606"/>
                  </a:lnTo>
                  <a:lnTo>
                    <a:pt x="195560" y="332848"/>
                  </a:lnTo>
                  <a:lnTo>
                    <a:pt x="192391" y="334752"/>
                  </a:lnTo>
                  <a:lnTo>
                    <a:pt x="182573" y="340653"/>
                  </a:lnTo>
                  <a:lnTo>
                    <a:pt x="181978" y="341011"/>
                  </a:lnTo>
                  <a:lnTo>
                    <a:pt x="180642" y="341813"/>
                  </a:lnTo>
                  <a:lnTo>
                    <a:pt x="178883" y="342870"/>
                  </a:lnTo>
                  <a:lnTo>
                    <a:pt x="169450" y="348539"/>
                  </a:lnTo>
                  <a:lnTo>
                    <a:pt x="160677" y="353812"/>
                  </a:lnTo>
                  <a:lnTo>
                    <a:pt x="147437" y="361768"/>
                  </a:lnTo>
                  <a:lnTo>
                    <a:pt x="121762" y="377198"/>
                  </a:lnTo>
                  <a:lnTo>
                    <a:pt x="91273" y="395521"/>
                  </a:lnTo>
                  <a:lnTo>
                    <a:pt x="74618" y="368459"/>
                  </a:lnTo>
                  <a:lnTo>
                    <a:pt x="74476" y="368228"/>
                  </a:lnTo>
                  <a:lnTo>
                    <a:pt x="37499" y="308145"/>
                  </a:lnTo>
                  <a:lnTo>
                    <a:pt x="37405" y="307992"/>
                  </a:lnTo>
                  <a:lnTo>
                    <a:pt x="1684" y="251138"/>
                  </a:lnTo>
                  <a:lnTo>
                    <a:pt x="0" y="248458"/>
                  </a:lnTo>
                  <a:lnTo>
                    <a:pt x="34648" y="226813"/>
                  </a:lnTo>
                  <a:lnTo>
                    <a:pt x="34781" y="226715"/>
                  </a:lnTo>
                  <a:lnTo>
                    <a:pt x="57108" y="210164"/>
                  </a:lnTo>
                  <a:lnTo>
                    <a:pt x="102836" y="176265"/>
                  </a:lnTo>
                  <a:lnTo>
                    <a:pt x="105661" y="174170"/>
                  </a:lnTo>
                  <a:lnTo>
                    <a:pt x="127610" y="161195"/>
                  </a:lnTo>
                  <a:lnTo>
                    <a:pt x="144005" y="151504"/>
                  </a:lnTo>
                  <a:lnTo>
                    <a:pt x="154958" y="145029"/>
                  </a:lnTo>
                  <a:lnTo>
                    <a:pt x="155209" y="144883"/>
                  </a:lnTo>
                  <a:lnTo>
                    <a:pt x="179091" y="131424"/>
                  </a:lnTo>
                  <a:lnTo>
                    <a:pt x="179458" y="131218"/>
                  </a:lnTo>
                  <a:lnTo>
                    <a:pt x="179763" y="131046"/>
                  </a:lnTo>
                  <a:lnTo>
                    <a:pt x="183854" y="128740"/>
                  </a:lnTo>
                  <a:lnTo>
                    <a:pt x="225752" y="104898"/>
                  </a:lnTo>
                  <a:lnTo>
                    <a:pt x="246478" y="93103"/>
                  </a:lnTo>
                  <a:lnTo>
                    <a:pt x="273988" y="77570"/>
                  </a:lnTo>
                  <a:lnTo>
                    <a:pt x="280961" y="73633"/>
                  </a:lnTo>
                  <a:lnTo>
                    <a:pt x="296954" y="64738"/>
                  </a:lnTo>
                  <a:lnTo>
                    <a:pt x="298212" y="64014"/>
                  </a:lnTo>
                  <a:lnTo>
                    <a:pt x="300834" y="62504"/>
                  </a:lnTo>
                  <a:lnTo>
                    <a:pt x="316137" y="53691"/>
                  </a:lnTo>
                  <a:lnTo>
                    <a:pt x="321016" y="50736"/>
                  </a:lnTo>
                  <a:lnTo>
                    <a:pt x="322244" y="49993"/>
                  </a:lnTo>
                  <a:lnTo>
                    <a:pt x="366997" y="22892"/>
                  </a:lnTo>
                  <a:lnTo>
                    <a:pt x="367077" y="21262"/>
                  </a:lnTo>
                  <a:lnTo>
                    <a:pt x="367227" y="18172"/>
                  </a:lnTo>
                  <a:lnTo>
                    <a:pt x="368381" y="13806"/>
                  </a:lnTo>
                  <a:lnTo>
                    <a:pt x="369996" y="9912"/>
                  </a:lnTo>
                  <a:lnTo>
                    <a:pt x="372764" y="5546"/>
                  </a:lnTo>
                  <a:lnTo>
                    <a:pt x="374613" y="3563"/>
                  </a:lnTo>
                  <a:lnTo>
                    <a:pt x="375185" y="2950"/>
                  </a:lnTo>
                  <a:lnTo>
                    <a:pt x="376092" y="2262"/>
                  </a:lnTo>
                  <a:lnTo>
                    <a:pt x="378761" y="236"/>
                  </a:lnTo>
                  <a:lnTo>
                    <a:pt x="383489" y="0"/>
                  </a:lnTo>
                  <a:lnTo>
                    <a:pt x="388564" y="1652"/>
                  </a:lnTo>
                  <a:lnTo>
                    <a:pt x="391124" y="3556"/>
                  </a:lnTo>
                  <a:lnTo>
                    <a:pt x="393639" y="5428"/>
                  </a:lnTo>
                  <a:lnTo>
                    <a:pt x="395714" y="9440"/>
                  </a:lnTo>
                  <a:lnTo>
                    <a:pt x="397636" y="14117"/>
                  </a:lnTo>
                  <a:lnTo>
                    <a:pt x="397171" y="14397"/>
                  </a:lnTo>
                  <a:lnTo>
                    <a:pt x="386378" y="20907"/>
                  </a:lnTo>
                  <a:lnTo>
                    <a:pt x="402602" y="48704"/>
                  </a:lnTo>
                  <a:lnTo>
                    <a:pt x="429927" y="95097"/>
                  </a:lnTo>
                  <a:lnTo>
                    <a:pt x="457550" y="141997"/>
                  </a:lnTo>
                  <a:lnTo>
                    <a:pt x="473135" y="168456"/>
                  </a:lnTo>
                  <a:lnTo>
                    <a:pt x="488532" y="194599"/>
                  </a:lnTo>
                  <a:lnTo>
                    <a:pt x="514611" y="238699"/>
                  </a:lnTo>
                  <a:lnTo>
                    <a:pt x="515676" y="2404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83202" y="3516451"/>
              <a:ext cx="407247" cy="441872"/>
            </a:xfrm>
            <a:custGeom>
              <a:avLst/>
              <a:pathLst>
                <a:path w="407247" h="441872">
                  <a:moveTo>
                    <a:pt x="180429" y="441072"/>
                  </a:moveTo>
                  <a:lnTo>
                    <a:pt x="179070" y="441872"/>
                  </a:lnTo>
                  <a:lnTo>
                    <a:pt x="150655" y="393972"/>
                  </a:lnTo>
                  <a:lnTo>
                    <a:pt x="136117" y="369465"/>
                  </a:lnTo>
                  <a:lnTo>
                    <a:pt x="122247" y="346083"/>
                  </a:lnTo>
                  <a:lnTo>
                    <a:pt x="91769" y="294706"/>
                  </a:lnTo>
                  <a:lnTo>
                    <a:pt x="89367" y="290657"/>
                  </a:lnTo>
                  <a:lnTo>
                    <a:pt x="89072" y="290153"/>
                  </a:lnTo>
                  <a:lnTo>
                    <a:pt x="69593" y="256882"/>
                  </a:lnTo>
                  <a:lnTo>
                    <a:pt x="68759" y="255457"/>
                  </a:lnTo>
                  <a:lnTo>
                    <a:pt x="55164" y="232237"/>
                  </a:lnTo>
                  <a:lnTo>
                    <a:pt x="41033" y="208101"/>
                  </a:lnTo>
                  <a:lnTo>
                    <a:pt x="28532" y="186748"/>
                  </a:lnTo>
                  <a:lnTo>
                    <a:pt x="26034" y="182483"/>
                  </a:lnTo>
                  <a:lnTo>
                    <a:pt x="14494" y="162771"/>
                  </a:lnTo>
                  <a:lnTo>
                    <a:pt x="13742" y="161486"/>
                  </a:lnTo>
                  <a:lnTo>
                    <a:pt x="0" y="138015"/>
                  </a:lnTo>
                  <a:lnTo>
                    <a:pt x="4264" y="135476"/>
                  </a:lnTo>
                  <a:lnTo>
                    <a:pt x="6940" y="133883"/>
                  </a:lnTo>
                  <a:lnTo>
                    <a:pt x="30864" y="119640"/>
                  </a:lnTo>
                  <a:lnTo>
                    <a:pt x="48907" y="108899"/>
                  </a:lnTo>
                  <a:lnTo>
                    <a:pt x="52028" y="107040"/>
                  </a:lnTo>
                  <a:lnTo>
                    <a:pt x="66670" y="98149"/>
                  </a:lnTo>
                  <a:lnTo>
                    <a:pt x="76275" y="92317"/>
                  </a:lnTo>
                  <a:lnTo>
                    <a:pt x="100221" y="77940"/>
                  </a:lnTo>
                  <a:lnTo>
                    <a:pt x="142456" y="52584"/>
                  </a:lnTo>
                  <a:lnTo>
                    <a:pt x="147431" y="49445"/>
                  </a:lnTo>
                  <a:lnTo>
                    <a:pt x="163420" y="39358"/>
                  </a:lnTo>
                  <a:lnTo>
                    <a:pt x="192712" y="21594"/>
                  </a:lnTo>
                  <a:lnTo>
                    <a:pt x="196062" y="19562"/>
                  </a:lnTo>
                  <a:lnTo>
                    <a:pt x="200735" y="16728"/>
                  </a:lnTo>
                  <a:lnTo>
                    <a:pt x="228319" y="0"/>
                  </a:lnTo>
                  <a:lnTo>
                    <a:pt x="254133" y="44892"/>
                  </a:lnTo>
                  <a:lnTo>
                    <a:pt x="315182" y="151061"/>
                  </a:lnTo>
                  <a:lnTo>
                    <a:pt x="316369" y="153079"/>
                  </a:lnTo>
                  <a:lnTo>
                    <a:pt x="318105" y="156029"/>
                  </a:lnTo>
                  <a:lnTo>
                    <a:pt x="319915" y="159106"/>
                  </a:lnTo>
                  <a:lnTo>
                    <a:pt x="343121" y="198552"/>
                  </a:lnTo>
                  <a:lnTo>
                    <a:pt x="350728" y="211482"/>
                  </a:lnTo>
                  <a:lnTo>
                    <a:pt x="351002" y="211947"/>
                  </a:lnTo>
                  <a:lnTo>
                    <a:pt x="351148" y="212196"/>
                  </a:lnTo>
                  <a:lnTo>
                    <a:pt x="358803" y="225208"/>
                  </a:lnTo>
                  <a:lnTo>
                    <a:pt x="364909" y="235586"/>
                  </a:lnTo>
                  <a:lnTo>
                    <a:pt x="365641" y="236831"/>
                  </a:lnTo>
                  <a:lnTo>
                    <a:pt x="365724" y="236972"/>
                  </a:lnTo>
                  <a:lnTo>
                    <a:pt x="366504" y="238299"/>
                  </a:lnTo>
                  <a:lnTo>
                    <a:pt x="367342" y="239723"/>
                  </a:lnTo>
                  <a:lnTo>
                    <a:pt x="368230" y="241231"/>
                  </a:lnTo>
                  <a:lnTo>
                    <a:pt x="368993" y="242528"/>
                  </a:lnTo>
                  <a:lnTo>
                    <a:pt x="369960" y="244173"/>
                  </a:lnTo>
                  <a:lnTo>
                    <a:pt x="376029" y="254489"/>
                  </a:lnTo>
                  <a:lnTo>
                    <a:pt x="392671" y="282777"/>
                  </a:lnTo>
                  <a:lnTo>
                    <a:pt x="393895" y="284857"/>
                  </a:lnTo>
                  <a:lnTo>
                    <a:pt x="407247" y="307553"/>
                  </a:lnTo>
                  <a:lnTo>
                    <a:pt x="371946" y="328333"/>
                  </a:lnTo>
                  <a:lnTo>
                    <a:pt x="326274" y="355218"/>
                  </a:lnTo>
                  <a:lnTo>
                    <a:pt x="325280" y="355804"/>
                  </a:lnTo>
                  <a:lnTo>
                    <a:pt x="301787" y="369633"/>
                  </a:lnTo>
                  <a:lnTo>
                    <a:pt x="278903" y="383104"/>
                  </a:lnTo>
                  <a:lnTo>
                    <a:pt x="256017" y="396576"/>
                  </a:lnTo>
                  <a:lnTo>
                    <a:pt x="254820" y="397281"/>
                  </a:lnTo>
                  <a:lnTo>
                    <a:pt x="208282" y="4246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711533" y="3209074"/>
              <a:ext cx="609292" cy="458437"/>
            </a:xfrm>
            <a:custGeom>
              <a:avLst/>
              <a:pathLst>
                <a:path w="609292" h="458437">
                  <a:moveTo>
                    <a:pt x="152282" y="421225"/>
                  </a:moveTo>
                  <a:lnTo>
                    <a:pt x="86850" y="458437"/>
                  </a:lnTo>
                  <a:lnTo>
                    <a:pt x="25801" y="352268"/>
                  </a:lnTo>
                  <a:lnTo>
                    <a:pt x="0" y="307369"/>
                  </a:lnTo>
                  <a:lnTo>
                    <a:pt x="1467" y="306504"/>
                  </a:lnTo>
                  <a:lnTo>
                    <a:pt x="2256" y="306039"/>
                  </a:lnTo>
                  <a:lnTo>
                    <a:pt x="4106" y="304949"/>
                  </a:lnTo>
                  <a:lnTo>
                    <a:pt x="4404" y="304774"/>
                  </a:lnTo>
                  <a:lnTo>
                    <a:pt x="9338" y="301867"/>
                  </a:lnTo>
                  <a:lnTo>
                    <a:pt x="14710" y="298701"/>
                  </a:lnTo>
                  <a:lnTo>
                    <a:pt x="19103" y="296113"/>
                  </a:lnTo>
                  <a:lnTo>
                    <a:pt x="19763" y="295724"/>
                  </a:lnTo>
                  <a:lnTo>
                    <a:pt x="30243" y="289549"/>
                  </a:lnTo>
                  <a:lnTo>
                    <a:pt x="31399" y="288868"/>
                  </a:lnTo>
                  <a:lnTo>
                    <a:pt x="63030" y="270230"/>
                  </a:lnTo>
                  <a:lnTo>
                    <a:pt x="87058" y="256072"/>
                  </a:lnTo>
                  <a:lnTo>
                    <a:pt x="133446" y="228613"/>
                  </a:lnTo>
                  <a:lnTo>
                    <a:pt x="133968" y="228300"/>
                  </a:lnTo>
                  <a:lnTo>
                    <a:pt x="156867" y="214563"/>
                  </a:lnTo>
                  <a:lnTo>
                    <a:pt x="180625" y="200195"/>
                  </a:lnTo>
                  <a:lnTo>
                    <a:pt x="196963" y="190314"/>
                  </a:lnTo>
                  <a:lnTo>
                    <a:pt x="220524" y="176065"/>
                  </a:lnTo>
                  <a:lnTo>
                    <a:pt x="228089" y="171490"/>
                  </a:lnTo>
                  <a:lnTo>
                    <a:pt x="239356" y="164950"/>
                  </a:lnTo>
                  <a:lnTo>
                    <a:pt x="262530" y="151499"/>
                  </a:lnTo>
                  <a:lnTo>
                    <a:pt x="276814" y="143208"/>
                  </a:lnTo>
                  <a:lnTo>
                    <a:pt x="288482" y="136491"/>
                  </a:lnTo>
                  <a:lnTo>
                    <a:pt x="300525" y="129557"/>
                  </a:lnTo>
                  <a:lnTo>
                    <a:pt x="324782" y="115592"/>
                  </a:lnTo>
                  <a:lnTo>
                    <a:pt x="373559" y="86849"/>
                  </a:lnTo>
                  <a:lnTo>
                    <a:pt x="374385" y="86356"/>
                  </a:lnTo>
                  <a:lnTo>
                    <a:pt x="402496" y="69566"/>
                  </a:lnTo>
                  <a:lnTo>
                    <a:pt x="408192" y="66164"/>
                  </a:lnTo>
                  <a:lnTo>
                    <a:pt x="414646" y="62310"/>
                  </a:lnTo>
                  <a:lnTo>
                    <a:pt x="420944" y="58549"/>
                  </a:lnTo>
                  <a:lnTo>
                    <a:pt x="423150" y="57231"/>
                  </a:lnTo>
                  <a:lnTo>
                    <a:pt x="444843" y="44471"/>
                  </a:lnTo>
                  <a:lnTo>
                    <a:pt x="446082" y="43742"/>
                  </a:lnTo>
                  <a:lnTo>
                    <a:pt x="447024" y="43189"/>
                  </a:lnTo>
                  <a:lnTo>
                    <a:pt x="457194" y="37119"/>
                  </a:lnTo>
                  <a:lnTo>
                    <a:pt x="457652" y="36845"/>
                  </a:lnTo>
                  <a:lnTo>
                    <a:pt x="462437" y="33989"/>
                  </a:lnTo>
                  <a:lnTo>
                    <a:pt x="464848" y="32550"/>
                  </a:lnTo>
                  <a:lnTo>
                    <a:pt x="468732" y="30232"/>
                  </a:lnTo>
                  <a:lnTo>
                    <a:pt x="470551" y="29146"/>
                  </a:lnTo>
                  <a:lnTo>
                    <a:pt x="472805" y="27729"/>
                  </a:lnTo>
                  <a:lnTo>
                    <a:pt x="474283" y="26800"/>
                  </a:lnTo>
                  <a:lnTo>
                    <a:pt x="474510" y="26658"/>
                  </a:lnTo>
                  <a:lnTo>
                    <a:pt x="476903" y="25153"/>
                  </a:lnTo>
                  <a:lnTo>
                    <a:pt x="481727" y="22121"/>
                  </a:lnTo>
                  <a:lnTo>
                    <a:pt x="491096" y="16507"/>
                  </a:lnTo>
                  <a:lnTo>
                    <a:pt x="491328" y="16368"/>
                  </a:lnTo>
                  <a:lnTo>
                    <a:pt x="518643" y="0"/>
                  </a:lnTo>
                  <a:lnTo>
                    <a:pt x="532521" y="23562"/>
                  </a:lnTo>
                  <a:lnTo>
                    <a:pt x="532604" y="23703"/>
                  </a:lnTo>
                  <a:lnTo>
                    <a:pt x="549634" y="52617"/>
                  </a:lnTo>
                  <a:lnTo>
                    <a:pt x="560969" y="71863"/>
                  </a:lnTo>
                  <a:lnTo>
                    <a:pt x="607316" y="149729"/>
                  </a:lnTo>
                  <a:lnTo>
                    <a:pt x="608259" y="151312"/>
                  </a:lnTo>
                  <a:lnTo>
                    <a:pt x="608859" y="152321"/>
                  </a:lnTo>
                  <a:lnTo>
                    <a:pt x="609292" y="153048"/>
                  </a:lnTo>
                  <a:lnTo>
                    <a:pt x="593355" y="162469"/>
                  </a:lnTo>
                  <a:lnTo>
                    <a:pt x="560113" y="182121"/>
                  </a:lnTo>
                  <a:lnTo>
                    <a:pt x="559550" y="182454"/>
                  </a:lnTo>
                  <a:lnTo>
                    <a:pt x="537543" y="195464"/>
                  </a:lnTo>
                  <a:lnTo>
                    <a:pt x="536713" y="195954"/>
                  </a:lnTo>
                  <a:lnTo>
                    <a:pt x="534405" y="197319"/>
                  </a:lnTo>
                  <a:lnTo>
                    <a:pt x="513144" y="209888"/>
                  </a:lnTo>
                  <a:lnTo>
                    <a:pt x="511076" y="211110"/>
                  </a:lnTo>
                  <a:lnTo>
                    <a:pt x="466170" y="237657"/>
                  </a:lnTo>
                  <a:lnTo>
                    <a:pt x="463977" y="238953"/>
                  </a:lnTo>
                  <a:lnTo>
                    <a:pt x="463693" y="239121"/>
                  </a:lnTo>
                  <a:lnTo>
                    <a:pt x="456943" y="243100"/>
                  </a:lnTo>
                  <a:lnTo>
                    <a:pt x="415404" y="267590"/>
                  </a:lnTo>
                  <a:lnTo>
                    <a:pt x="390535" y="282252"/>
                  </a:lnTo>
                  <a:lnTo>
                    <a:pt x="367099" y="296069"/>
                  </a:lnTo>
                  <a:lnTo>
                    <a:pt x="357379" y="301799"/>
                  </a:lnTo>
                  <a:lnTo>
                    <a:pt x="322468" y="322381"/>
                  </a:lnTo>
                  <a:lnTo>
                    <a:pt x="319230" y="324273"/>
                  </a:lnTo>
                  <a:lnTo>
                    <a:pt x="286749" y="343253"/>
                  </a:lnTo>
                  <a:lnTo>
                    <a:pt x="270771" y="352589"/>
                  </a:lnTo>
                  <a:lnTo>
                    <a:pt x="269563" y="353296"/>
                  </a:lnTo>
                  <a:lnTo>
                    <a:pt x="247015" y="366471"/>
                  </a:lnTo>
                  <a:lnTo>
                    <a:pt x="241425" y="369737"/>
                  </a:lnTo>
                  <a:lnTo>
                    <a:pt x="222708" y="380674"/>
                  </a:lnTo>
                  <a:lnTo>
                    <a:pt x="207228" y="389588"/>
                  </a:lnTo>
                  <a:lnTo>
                    <a:pt x="176512" y="407274"/>
                  </a:lnTo>
                  <a:lnTo>
                    <a:pt x="174989" y="408151"/>
                  </a:lnTo>
                  <a:lnTo>
                    <a:pt x="159396" y="4171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191386" y="2721532"/>
              <a:ext cx="432467" cy="558871"/>
            </a:xfrm>
            <a:custGeom>
              <a:avLst/>
              <a:pathLst>
                <a:path w="432467" h="558871">
                  <a:moveTo>
                    <a:pt x="274062" y="557989"/>
                  </a:moveTo>
                  <a:lnTo>
                    <a:pt x="272558" y="558871"/>
                  </a:lnTo>
                  <a:lnTo>
                    <a:pt x="250156" y="521339"/>
                  </a:lnTo>
                  <a:lnTo>
                    <a:pt x="238946" y="502558"/>
                  </a:lnTo>
                  <a:lnTo>
                    <a:pt x="222518" y="474128"/>
                  </a:lnTo>
                  <a:lnTo>
                    <a:pt x="195616" y="427575"/>
                  </a:lnTo>
                  <a:lnTo>
                    <a:pt x="180790" y="401918"/>
                  </a:lnTo>
                  <a:lnTo>
                    <a:pt x="165624" y="376233"/>
                  </a:lnTo>
                  <a:lnTo>
                    <a:pt x="138030" y="329501"/>
                  </a:lnTo>
                  <a:lnTo>
                    <a:pt x="109913" y="281882"/>
                  </a:lnTo>
                  <a:lnTo>
                    <a:pt x="96015" y="258344"/>
                  </a:lnTo>
                  <a:lnTo>
                    <a:pt x="84111" y="238184"/>
                  </a:lnTo>
                  <a:lnTo>
                    <a:pt x="83118" y="236466"/>
                  </a:lnTo>
                  <a:lnTo>
                    <a:pt x="69063" y="212150"/>
                  </a:lnTo>
                  <a:lnTo>
                    <a:pt x="41573" y="164589"/>
                  </a:lnTo>
                  <a:lnTo>
                    <a:pt x="14914" y="118466"/>
                  </a:lnTo>
                  <a:lnTo>
                    <a:pt x="1340" y="94983"/>
                  </a:lnTo>
                  <a:lnTo>
                    <a:pt x="0" y="92663"/>
                  </a:lnTo>
                  <a:lnTo>
                    <a:pt x="46739" y="65426"/>
                  </a:lnTo>
                  <a:lnTo>
                    <a:pt x="48191" y="64580"/>
                  </a:lnTo>
                  <a:lnTo>
                    <a:pt x="71617" y="50800"/>
                  </a:lnTo>
                  <a:lnTo>
                    <a:pt x="94700" y="37222"/>
                  </a:lnTo>
                  <a:lnTo>
                    <a:pt x="158754" y="262"/>
                  </a:lnTo>
                  <a:lnTo>
                    <a:pt x="159209" y="0"/>
                  </a:lnTo>
                  <a:lnTo>
                    <a:pt x="168740" y="16708"/>
                  </a:lnTo>
                  <a:lnTo>
                    <a:pt x="172957" y="24100"/>
                  </a:lnTo>
                  <a:lnTo>
                    <a:pt x="177185" y="31512"/>
                  </a:lnTo>
                  <a:lnTo>
                    <a:pt x="200161" y="71792"/>
                  </a:lnTo>
                  <a:lnTo>
                    <a:pt x="227066" y="118960"/>
                  </a:lnTo>
                  <a:lnTo>
                    <a:pt x="241863" y="144900"/>
                  </a:lnTo>
                  <a:lnTo>
                    <a:pt x="247570" y="154906"/>
                  </a:lnTo>
                  <a:lnTo>
                    <a:pt x="249381" y="158081"/>
                  </a:lnTo>
                  <a:lnTo>
                    <a:pt x="252786" y="163795"/>
                  </a:lnTo>
                  <a:lnTo>
                    <a:pt x="267105" y="187829"/>
                  </a:lnTo>
                  <a:lnTo>
                    <a:pt x="295857" y="236089"/>
                  </a:lnTo>
                  <a:lnTo>
                    <a:pt x="318456" y="274021"/>
                  </a:lnTo>
                  <a:lnTo>
                    <a:pt x="323359" y="282250"/>
                  </a:lnTo>
                  <a:lnTo>
                    <a:pt x="339997" y="310178"/>
                  </a:lnTo>
                  <a:lnTo>
                    <a:pt x="341121" y="312064"/>
                  </a:lnTo>
                  <a:lnTo>
                    <a:pt x="354305" y="334192"/>
                  </a:lnTo>
                  <a:lnTo>
                    <a:pt x="381904" y="380518"/>
                  </a:lnTo>
                  <a:lnTo>
                    <a:pt x="409630" y="427055"/>
                  </a:lnTo>
                  <a:lnTo>
                    <a:pt x="432467" y="465387"/>
                  </a:lnTo>
                  <a:lnTo>
                    <a:pt x="375572" y="499935"/>
                  </a:lnTo>
                  <a:lnTo>
                    <a:pt x="369444" y="503656"/>
                  </a:lnTo>
                  <a:lnTo>
                    <a:pt x="346657" y="516636"/>
                  </a:lnTo>
                  <a:lnTo>
                    <a:pt x="345198" y="517467"/>
                  </a:lnTo>
                  <a:lnTo>
                    <a:pt x="324446" y="529288"/>
                  </a:lnTo>
                  <a:lnTo>
                    <a:pt x="320290" y="53165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501205" y="4337523"/>
              <a:ext cx="463764" cy="372014"/>
            </a:xfrm>
            <a:custGeom>
              <a:avLst/>
              <a:pathLst>
                <a:path w="463764" h="372014">
                  <a:moveTo>
                    <a:pt x="11326" y="146243"/>
                  </a:moveTo>
                  <a:lnTo>
                    <a:pt x="23135" y="139250"/>
                  </a:lnTo>
                  <a:lnTo>
                    <a:pt x="23837" y="138834"/>
                  </a:lnTo>
                  <a:lnTo>
                    <a:pt x="24150" y="138619"/>
                  </a:lnTo>
                  <a:lnTo>
                    <a:pt x="16959" y="128885"/>
                  </a:lnTo>
                  <a:lnTo>
                    <a:pt x="11175" y="121055"/>
                  </a:lnTo>
                  <a:lnTo>
                    <a:pt x="11431" y="120914"/>
                  </a:lnTo>
                  <a:lnTo>
                    <a:pt x="831" y="103467"/>
                  </a:lnTo>
                  <a:lnTo>
                    <a:pt x="0" y="102098"/>
                  </a:lnTo>
                  <a:lnTo>
                    <a:pt x="15531" y="92943"/>
                  </a:lnTo>
                  <a:lnTo>
                    <a:pt x="17931" y="91563"/>
                  </a:lnTo>
                  <a:lnTo>
                    <a:pt x="27406" y="86116"/>
                  </a:lnTo>
                  <a:lnTo>
                    <a:pt x="34322" y="82139"/>
                  </a:lnTo>
                  <a:lnTo>
                    <a:pt x="41779" y="77851"/>
                  </a:lnTo>
                  <a:lnTo>
                    <a:pt x="49263" y="73548"/>
                  </a:lnTo>
                  <a:lnTo>
                    <a:pt x="54839" y="70342"/>
                  </a:lnTo>
                  <a:lnTo>
                    <a:pt x="61980" y="66236"/>
                  </a:lnTo>
                  <a:lnTo>
                    <a:pt x="71781" y="60601"/>
                  </a:lnTo>
                  <a:lnTo>
                    <a:pt x="81085" y="55251"/>
                  </a:lnTo>
                  <a:lnTo>
                    <a:pt x="100161" y="44283"/>
                  </a:lnTo>
                  <a:lnTo>
                    <a:pt x="107195" y="40089"/>
                  </a:lnTo>
                  <a:lnTo>
                    <a:pt x="113385" y="36398"/>
                  </a:lnTo>
                  <a:lnTo>
                    <a:pt x="115801" y="34957"/>
                  </a:lnTo>
                  <a:lnTo>
                    <a:pt x="119270" y="32889"/>
                  </a:lnTo>
                  <a:lnTo>
                    <a:pt x="128271" y="27522"/>
                  </a:lnTo>
                  <a:lnTo>
                    <a:pt x="129881" y="26562"/>
                  </a:lnTo>
                  <a:lnTo>
                    <a:pt x="156578" y="10643"/>
                  </a:lnTo>
                  <a:lnTo>
                    <a:pt x="174429" y="0"/>
                  </a:lnTo>
                  <a:lnTo>
                    <a:pt x="176202" y="3109"/>
                  </a:lnTo>
                  <a:lnTo>
                    <a:pt x="179869" y="9539"/>
                  </a:lnTo>
                  <a:lnTo>
                    <a:pt x="180498" y="10643"/>
                  </a:lnTo>
                  <a:lnTo>
                    <a:pt x="184945" y="18441"/>
                  </a:lnTo>
                  <a:lnTo>
                    <a:pt x="193115" y="32769"/>
                  </a:lnTo>
                  <a:lnTo>
                    <a:pt x="195391" y="36762"/>
                  </a:lnTo>
                  <a:lnTo>
                    <a:pt x="206898" y="56941"/>
                  </a:lnTo>
                  <a:lnTo>
                    <a:pt x="208894" y="60442"/>
                  </a:lnTo>
                  <a:lnTo>
                    <a:pt x="218683" y="77609"/>
                  </a:lnTo>
                  <a:lnTo>
                    <a:pt x="222166" y="83717"/>
                  </a:lnTo>
                  <a:lnTo>
                    <a:pt x="228473" y="94778"/>
                  </a:lnTo>
                  <a:lnTo>
                    <a:pt x="229910" y="97298"/>
                  </a:lnTo>
                  <a:lnTo>
                    <a:pt x="235524" y="107144"/>
                  </a:lnTo>
                  <a:lnTo>
                    <a:pt x="289100" y="76066"/>
                  </a:lnTo>
                  <a:lnTo>
                    <a:pt x="275438" y="52817"/>
                  </a:lnTo>
                  <a:lnTo>
                    <a:pt x="321301" y="24887"/>
                  </a:lnTo>
                  <a:lnTo>
                    <a:pt x="324858" y="31023"/>
                  </a:lnTo>
                  <a:lnTo>
                    <a:pt x="334827" y="48219"/>
                  </a:lnTo>
                  <a:lnTo>
                    <a:pt x="336009" y="47515"/>
                  </a:lnTo>
                  <a:lnTo>
                    <a:pt x="367020" y="29023"/>
                  </a:lnTo>
                  <a:lnTo>
                    <a:pt x="386512" y="17401"/>
                  </a:lnTo>
                  <a:lnTo>
                    <a:pt x="388664" y="16117"/>
                  </a:lnTo>
                  <a:lnTo>
                    <a:pt x="389036" y="16758"/>
                  </a:lnTo>
                  <a:lnTo>
                    <a:pt x="389706" y="17893"/>
                  </a:lnTo>
                  <a:lnTo>
                    <a:pt x="402385" y="39383"/>
                  </a:lnTo>
                  <a:lnTo>
                    <a:pt x="402572" y="39699"/>
                  </a:lnTo>
                  <a:lnTo>
                    <a:pt x="416372" y="63088"/>
                  </a:lnTo>
                  <a:lnTo>
                    <a:pt x="417553" y="65090"/>
                  </a:lnTo>
                  <a:lnTo>
                    <a:pt x="425319" y="78252"/>
                  </a:lnTo>
                  <a:lnTo>
                    <a:pt x="427876" y="82585"/>
                  </a:lnTo>
                  <a:lnTo>
                    <a:pt x="428436" y="83535"/>
                  </a:lnTo>
                  <a:lnTo>
                    <a:pt x="428678" y="83945"/>
                  </a:lnTo>
                  <a:lnTo>
                    <a:pt x="429603" y="85512"/>
                  </a:lnTo>
                  <a:lnTo>
                    <a:pt x="430065" y="86295"/>
                  </a:lnTo>
                  <a:lnTo>
                    <a:pt x="430502" y="87036"/>
                  </a:lnTo>
                  <a:lnTo>
                    <a:pt x="431419" y="88762"/>
                  </a:lnTo>
                  <a:lnTo>
                    <a:pt x="431107" y="88948"/>
                  </a:lnTo>
                  <a:lnTo>
                    <a:pt x="430951" y="89041"/>
                  </a:lnTo>
                  <a:lnTo>
                    <a:pt x="430081" y="89560"/>
                  </a:lnTo>
                  <a:lnTo>
                    <a:pt x="427800" y="90921"/>
                  </a:lnTo>
                  <a:lnTo>
                    <a:pt x="426534" y="91677"/>
                  </a:lnTo>
                  <a:lnTo>
                    <a:pt x="425035" y="92571"/>
                  </a:lnTo>
                  <a:lnTo>
                    <a:pt x="424122" y="93115"/>
                  </a:lnTo>
                  <a:lnTo>
                    <a:pt x="422165" y="94283"/>
                  </a:lnTo>
                  <a:lnTo>
                    <a:pt x="418951" y="96201"/>
                  </a:lnTo>
                  <a:lnTo>
                    <a:pt x="407085" y="103280"/>
                  </a:lnTo>
                  <a:lnTo>
                    <a:pt x="399710" y="107680"/>
                  </a:lnTo>
                  <a:lnTo>
                    <a:pt x="394891" y="110555"/>
                  </a:lnTo>
                  <a:lnTo>
                    <a:pt x="394742" y="110644"/>
                  </a:lnTo>
                  <a:lnTo>
                    <a:pt x="386220" y="115728"/>
                  </a:lnTo>
                  <a:lnTo>
                    <a:pt x="384860" y="116539"/>
                  </a:lnTo>
                  <a:lnTo>
                    <a:pt x="378518" y="120323"/>
                  </a:lnTo>
                  <a:lnTo>
                    <a:pt x="379730" y="122411"/>
                  </a:lnTo>
                  <a:lnTo>
                    <a:pt x="380428" y="123611"/>
                  </a:lnTo>
                  <a:lnTo>
                    <a:pt x="393566" y="146236"/>
                  </a:lnTo>
                  <a:lnTo>
                    <a:pt x="406947" y="169278"/>
                  </a:lnTo>
                  <a:lnTo>
                    <a:pt x="407584" y="170373"/>
                  </a:lnTo>
                  <a:lnTo>
                    <a:pt x="414900" y="182973"/>
                  </a:lnTo>
                  <a:lnTo>
                    <a:pt x="419342" y="190621"/>
                  </a:lnTo>
                  <a:lnTo>
                    <a:pt x="420569" y="192734"/>
                  </a:lnTo>
                  <a:lnTo>
                    <a:pt x="434615" y="216921"/>
                  </a:lnTo>
                  <a:lnTo>
                    <a:pt x="444421" y="233807"/>
                  </a:lnTo>
                  <a:lnTo>
                    <a:pt x="447869" y="239741"/>
                  </a:lnTo>
                  <a:lnTo>
                    <a:pt x="450890" y="244634"/>
                  </a:lnTo>
                  <a:lnTo>
                    <a:pt x="460584" y="260338"/>
                  </a:lnTo>
                  <a:lnTo>
                    <a:pt x="462450" y="263359"/>
                  </a:lnTo>
                  <a:lnTo>
                    <a:pt x="463053" y="264336"/>
                  </a:lnTo>
                  <a:lnTo>
                    <a:pt x="463764" y="265489"/>
                  </a:lnTo>
                  <a:lnTo>
                    <a:pt x="454588" y="270883"/>
                  </a:lnTo>
                  <a:lnTo>
                    <a:pt x="448043" y="274731"/>
                  </a:lnTo>
                  <a:lnTo>
                    <a:pt x="417699" y="292569"/>
                  </a:lnTo>
                  <a:lnTo>
                    <a:pt x="417314" y="292796"/>
                  </a:lnTo>
                  <a:lnTo>
                    <a:pt x="416865" y="293060"/>
                  </a:lnTo>
                  <a:lnTo>
                    <a:pt x="390891" y="308329"/>
                  </a:lnTo>
                  <a:lnTo>
                    <a:pt x="388058" y="309995"/>
                  </a:lnTo>
                  <a:lnTo>
                    <a:pt x="378912" y="315058"/>
                  </a:lnTo>
                  <a:lnTo>
                    <a:pt x="364532" y="323018"/>
                  </a:lnTo>
                  <a:lnTo>
                    <a:pt x="374674" y="338956"/>
                  </a:lnTo>
                  <a:lnTo>
                    <a:pt x="380483" y="348499"/>
                  </a:lnTo>
                  <a:lnTo>
                    <a:pt x="342371" y="372014"/>
                  </a:lnTo>
                  <a:lnTo>
                    <a:pt x="338261" y="365932"/>
                  </a:lnTo>
                  <a:lnTo>
                    <a:pt x="329057" y="351237"/>
                  </a:lnTo>
                  <a:lnTo>
                    <a:pt x="317209" y="344426"/>
                  </a:lnTo>
                  <a:lnTo>
                    <a:pt x="312666" y="342286"/>
                  </a:lnTo>
                  <a:lnTo>
                    <a:pt x="306549" y="339405"/>
                  </a:lnTo>
                  <a:lnTo>
                    <a:pt x="303295" y="337873"/>
                  </a:lnTo>
                  <a:lnTo>
                    <a:pt x="301971" y="337249"/>
                  </a:lnTo>
                  <a:lnTo>
                    <a:pt x="301826" y="337181"/>
                  </a:lnTo>
                  <a:lnTo>
                    <a:pt x="289465" y="331359"/>
                  </a:lnTo>
                  <a:lnTo>
                    <a:pt x="290357" y="329756"/>
                  </a:lnTo>
                  <a:lnTo>
                    <a:pt x="280227" y="324642"/>
                  </a:lnTo>
                  <a:lnTo>
                    <a:pt x="278072" y="323555"/>
                  </a:lnTo>
                  <a:lnTo>
                    <a:pt x="281647" y="316548"/>
                  </a:lnTo>
                  <a:lnTo>
                    <a:pt x="282574" y="314732"/>
                  </a:lnTo>
                  <a:lnTo>
                    <a:pt x="269844" y="309083"/>
                  </a:lnTo>
                  <a:lnTo>
                    <a:pt x="272254" y="303878"/>
                  </a:lnTo>
                  <a:lnTo>
                    <a:pt x="260364" y="298114"/>
                  </a:lnTo>
                  <a:lnTo>
                    <a:pt x="259951" y="297914"/>
                  </a:lnTo>
                  <a:lnTo>
                    <a:pt x="247295" y="291778"/>
                  </a:lnTo>
                  <a:lnTo>
                    <a:pt x="246980" y="291626"/>
                  </a:lnTo>
                  <a:lnTo>
                    <a:pt x="238618" y="287572"/>
                  </a:lnTo>
                  <a:lnTo>
                    <a:pt x="239474" y="285511"/>
                  </a:lnTo>
                  <a:lnTo>
                    <a:pt x="227911" y="280697"/>
                  </a:lnTo>
                  <a:lnTo>
                    <a:pt x="227706" y="280611"/>
                  </a:lnTo>
                  <a:lnTo>
                    <a:pt x="218245" y="276672"/>
                  </a:lnTo>
                  <a:lnTo>
                    <a:pt x="216523" y="275955"/>
                  </a:lnTo>
                  <a:lnTo>
                    <a:pt x="215225" y="278525"/>
                  </a:lnTo>
                  <a:lnTo>
                    <a:pt x="213356" y="282607"/>
                  </a:lnTo>
                  <a:lnTo>
                    <a:pt x="210984" y="281621"/>
                  </a:lnTo>
                  <a:lnTo>
                    <a:pt x="207681" y="280249"/>
                  </a:lnTo>
                  <a:lnTo>
                    <a:pt x="201693" y="278382"/>
                  </a:lnTo>
                  <a:lnTo>
                    <a:pt x="201248" y="278244"/>
                  </a:lnTo>
                  <a:lnTo>
                    <a:pt x="190694" y="275212"/>
                  </a:lnTo>
                  <a:lnTo>
                    <a:pt x="188989" y="274722"/>
                  </a:lnTo>
                  <a:lnTo>
                    <a:pt x="187359" y="273880"/>
                  </a:lnTo>
                  <a:lnTo>
                    <a:pt x="177659" y="268870"/>
                  </a:lnTo>
                  <a:lnTo>
                    <a:pt x="169086" y="264442"/>
                  </a:lnTo>
                  <a:lnTo>
                    <a:pt x="165729" y="262708"/>
                  </a:lnTo>
                  <a:lnTo>
                    <a:pt x="166162" y="261772"/>
                  </a:lnTo>
                  <a:lnTo>
                    <a:pt x="159609" y="258830"/>
                  </a:lnTo>
                  <a:lnTo>
                    <a:pt x="154642" y="256600"/>
                  </a:lnTo>
                  <a:lnTo>
                    <a:pt x="153944" y="256287"/>
                  </a:lnTo>
                  <a:lnTo>
                    <a:pt x="152171" y="255491"/>
                  </a:lnTo>
                  <a:lnTo>
                    <a:pt x="150018" y="255301"/>
                  </a:lnTo>
                  <a:lnTo>
                    <a:pt x="147101" y="257024"/>
                  </a:lnTo>
                  <a:lnTo>
                    <a:pt x="121411" y="214165"/>
                  </a:lnTo>
                  <a:lnTo>
                    <a:pt x="113999" y="218470"/>
                  </a:lnTo>
                  <a:lnTo>
                    <a:pt x="95300" y="229329"/>
                  </a:lnTo>
                  <a:lnTo>
                    <a:pt x="92684" y="224906"/>
                  </a:lnTo>
                  <a:lnTo>
                    <a:pt x="89948" y="220280"/>
                  </a:lnTo>
                  <a:lnTo>
                    <a:pt x="87877" y="216777"/>
                  </a:lnTo>
                  <a:lnTo>
                    <a:pt x="86605" y="214522"/>
                  </a:lnTo>
                  <a:lnTo>
                    <a:pt x="86230" y="213856"/>
                  </a:lnTo>
                  <a:lnTo>
                    <a:pt x="79620" y="202130"/>
                  </a:lnTo>
                  <a:lnTo>
                    <a:pt x="75085" y="194409"/>
                  </a:lnTo>
                  <a:lnTo>
                    <a:pt x="72679" y="190313"/>
                  </a:lnTo>
                  <a:lnTo>
                    <a:pt x="70728" y="187414"/>
                  </a:lnTo>
                  <a:lnTo>
                    <a:pt x="69759" y="185975"/>
                  </a:lnTo>
                  <a:lnTo>
                    <a:pt x="63013" y="174558"/>
                  </a:lnTo>
                  <a:lnTo>
                    <a:pt x="59504" y="168619"/>
                  </a:lnTo>
                  <a:lnTo>
                    <a:pt x="49537" y="151751"/>
                  </a:lnTo>
                  <a:lnTo>
                    <a:pt x="22939" y="1656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0764" y="3186920"/>
              <a:ext cx="767131" cy="501946"/>
            </a:xfrm>
            <a:custGeom>
              <a:avLst/>
              <a:pathLst>
                <a:path w="767131" h="501946">
                  <a:moveTo>
                    <a:pt x="722106" y="216552"/>
                  </a:moveTo>
                  <a:lnTo>
                    <a:pt x="751386" y="265697"/>
                  </a:lnTo>
                  <a:lnTo>
                    <a:pt x="767131" y="292125"/>
                  </a:lnTo>
                  <a:lnTo>
                    <a:pt x="766645" y="292436"/>
                  </a:lnTo>
                  <a:lnTo>
                    <a:pt x="726566" y="318132"/>
                  </a:lnTo>
                  <a:lnTo>
                    <a:pt x="679955" y="346106"/>
                  </a:lnTo>
                  <a:lnTo>
                    <a:pt x="679602" y="346318"/>
                  </a:lnTo>
                  <a:lnTo>
                    <a:pt x="677408" y="347635"/>
                  </a:lnTo>
                  <a:lnTo>
                    <a:pt x="632600" y="374527"/>
                  </a:lnTo>
                  <a:lnTo>
                    <a:pt x="628561" y="376951"/>
                  </a:lnTo>
                  <a:lnTo>
                    <a:pt x="608440" y="388845"/>
                  </a:lnTo>
                  <a:lnTo>
                    <a:pt x="608279" y="388572"/>
                  </a:lnTo>
                  <a:lnTo>
                    <a:pt x="523973" y="245537"/>
                  </a:lnTo>
                  <a:lnTo>
                    <a:pt x="522083" y="246660"/>
                  </a:lnTo>
                  <a:lnTo>
                    <a:pt x="508828" y="254536"/>
                  </a:lnTo>
                  <a:lnTo>
                    <a:pt x="475902" y="274101"/>
                  </a:lnTo>
                  <a:lnTo>
                    <a:pt x="452811" y="287499"/>
                  </a:lnTo>
                  <a:lnTo>
                    <a:pt x="450971" y="288589"/>
                  </a:lnTo>
                  <a:lnTo>
                    <a:pt x="429163" y="301511"/>
                  </a:lnTo>
                  <a:lnTo>
                    <a:pt x="403815" y="316531"/>
                  </a:lnTo>
                  <a:lnTo>
                    <a:pt x="381016" y="330040"/>
                  </a:lnTo>
                  <a:lnTo>
                    <a:pt x="379448" y="330962"/>
                  </a:lnTo>
                  <a:lnTo>
                    <a:pt x="353155" y="346420"/>
                  </a:lnTo>
                  <a:lnTo>
                    <a:pt x="331921" y="358904"/>
                  </a:lnTo>
                  <a:lnTo>
                    <a:pt x="331598" y="359094"/>
                  </a:lnTo>
                  <a:lnTo>
                    <a:pt x="309080" y="373007"/>
                  </a:lnTo>
                  <a:lnTo>
                    <a:pt x="306578" y="374456"/>
                  </a:lnTo>
                  <a:lnTo>
                    <a:pt x="283776" y="387662"/>
                  </a:lnTo>
                  <a:lnTo>
                    <a:pt x="259711" y="401680"/>
                  </a:lnTo>
                  <a:lnTo>
                    <a:pt x="236233" y="415354"/>
                  </a:lnTo>
                  <a:lnTo>
                    <a:pt x="234293" y="416548"/>
                  </a:lnTo>
                  <a:lnTo>
                    <a:pt x="187435" y="445382"/>
                  </a:lnTo>
                  <a:lnTo>
                    <a:pt x="186077" y="446181"/>
                  </a:lnTo>
                  <a:lnTo>
                    <a:pt x="163171" y="459658"/>
                  </a:lnTo>
                  <a:lnTo>
                    <a:pt x="162639" y="459968"/>
                  </a:lnTo>
                  <a:lnTo>
                    <a:pt x="139571" y="473402"/>
                  </a:lnTo>
                  <a:lnTo>
                    <a:pt x="139166" y="473638"/>
                  </a:lnTo>
                  <a:lnTo>
                    <a:pt x="97480" y="497914"/>
                  </a:lnTo>
                  <a:lnTo>
                    <a:pt x="90558" y="501946"/>
                  </a:lnTo>
                  <a:lnTo>
                    <a:pt x="75823" y="476636"/>
                  </a:lnTo>
                  <a:lnTo>
                    <a:pt x="73215" y="472039"/>
                  </a:lnTo>
                  <a:lnTo>
                    <a:pt x="72020" y="469931"/>
                  </a:lnTo>
                  <a:lnTo>
                    <a:pt x="48565" y="428576"/>
                  </a:lnTo>
                  <a:lnTo>
                    <a:pt x="31727" y="399034"/>
                  </a:lnTo>
                  <a:lnTo>
                    <a:pt x="28299" y="393020"/>
                  </a:lnTo>
                  <a:lnTo>
                    <a:pt x="22040" y="382038"/>
                  </a:lnTo>
                  <a:lnTo>
                    <a:pt x="21629" y="381375"/>
                  </a:lnTo>
                  <a:lnTo>
                    <a:pt x="1569" y="348964"/>
                  </a:lnTo>
                  <a:lnTo>
                    <a:pt x="0" y="346428"/>
                  </a:lnTo>
                  <a:lnTo>
                    <a:pt x="3238" y="344536"/>
                  </a:lnTo>
                  <a:lnTo>
                    <a:pt x="38149" y="323954"/>
                  </a:lnTo>
                  <a:lnTo>
                    <a:pt x="47869" y="318223"/>
                  </a:lnTo>
                  <a:lnTo>
                    <a:pt x="71421" y="304338"/>
                  </a:lnTo>
                  <a:lnTo>
                    <a:pt x="96174" y="289745"/>
                  </a:lnTo>
                  <a:lnTo>
                    <a:pt x="137713" y="265255"/>
                  </a:lnTo>
                  <a:lnTo>
                    <a:pt x="144463" y="261275"/>
                  </a:lnTo>
                  <a:lnTo>
                    <a:pt x="144747" y="261108"/>
                  </a:lnTo>
                  <a:lnTo>
                    <a:pt x="146939" y="259812"/>
                  </a:lnTo>
                  <a:lnTo>
                    <a:pt x="191846" y="233265"/>
                  </a:lnTo>
                  <a:lnTo>
                    <a:pt x="193913" y="232043"/>
                  </a:lnTo>
                  <a:lnTo>
                    <a:pt x="215174" y="219474"/>
                  </a:lnTo>
                  <a:lnTo>
                    <a:pt x="217483" y="218109"/>
                  </a:lnTo>
                  <a:lnTo>
                    <a:pt x="218313" y="217619"/>
                  </a:lnTo>
                  <a:lnTo>
                    <a:pt x="240320" y="204608"/>
                  </a:lnTo>
                  <a:lnTo>
                    <a:pt x="240883" y="204276"/>
                  </a:lnTo>
                  <a:lnTo>
                    <a:pt x="274125" y="184624"/>
                  </a:lnTo>
                  <a:lnTo>
                    <a:pt x="290062" y="175203"/>
                  </a:lnTo>
                  <a:lnTo>
                    <a:pt x="290454" y="174985"/>
                  </a:lnTo>
                  <a:lnTo>
                    <a:pt x="300895" y="169186"/>
                  </a:lnTo>
                  <a:lnTo>
                    <a:pt x="314105" y="161850"/>
                  </a:lnTo>
                  <a:lnTo>
                    <a:pt x="338754" y="148160"/>
                  </a:lnTo>
                  <a:lnTo>
                    <a:pt x="340109" y="147407"/>
                  </a:lnTo>
                  <a:lnTo>
                    <a:pt x="361537" y="135503"/>
                  </a:lnTo>
                  <a:lnTo>
                    <a:pt x="384843" y="121834"/>
                  </a:lnTo>
                  <a:lnTo>
                    <a:pt x="387134" y="120491"/>
                  </a:lnTo>
                  <a:lnTo>
                    <a:pt x="402645" y="111393"/>
                  </a:lnTo>
                  <a:lnTo>
                    <a:pt x="433181" y="93483"/>
                  </a:lnTo>
                  <a:lnTo>
                    <a:pt x="434685" y="92601"/>
                  </a:lnTo>
                  <a:lnTo>
                    <a:pt x="480913" y="66268"/>
                  </a:lnTo>
                  <a:lnTo>
                    <a:pt x="485069" y="63901"/>
                  </a:lnTo>
                  <a:lnTo>
                    <a:pt x="505821" y="52080"/>
                  </a:lnTo>
                  <a:lnTo>
                    <a:pt x="507280" y="51249"/>
                  </a:lnTo>
                  <a:lnTo>
                    <a:pt x="530067" y="38269"/>
                  </a:lnTo>
                  <a:lnTo>
                    <a:pt x="536195" y="34548"/>
                  </a:lnTo>
                  <a:lnTo>
                    <a:pt x="593090" y="0"/>
                  </a:lnTo>
                  <a:lnTo>
                    <a:pt x="593296" y="345"/>
                  </a:lnTo>
                  <a:lnTo>
                    <a:pt x="593845" y="1268"/>
                  </a:lnTo>
                  <a:lnTo>
                    <a:pt x="657068" y="107386"/>
                  </a:lnTo>
                  <a:lnTo>
                    <a:pt x="673766" y="135413"/>
                  </a:lnTo>
                  <a:lnTo>
                    <a:pt x="680300" y="146381"/>
                  </a:lnTo>
                  <a:lnTo>
                    <a:pt x="682885" y="150719"/>
                  </a:lnTo>
                  <a:lnTo>
                    <a:pt x="690547" y="1635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41998" y="4550792"/>
              <a:ext cx="601243" cy="460962"/>
            </a:xfrm>
            <a:custGeom>
              <a:avLst/>
              <a:pathLst>
                <a:path w="601243" h="460962">
                  <a:moveTo>
                    <a:pt x="298654" y="455692"/>
                  </a:moveTo>
                  <a:lnTo>
                    <a:pt x="246243" y="428009"/>
                  </a:lnTo>
                  <a:lnTo>
                    <a:pt x="244133" y="426895"/>
                  </a:lnTo>
                  <a:lnTo>
                    <a:pt x="205448" y="407273"/>
                  </a:lnTo>
                  <a:lnTo>
                    <a:pt x="197618" y="403302"/>
                  </a:lnTo>
                  <a:lnTo>
                    <a:pt x="172080" y="390348"/>
                  </a:lnTo>
                  <a:lnTo>
                    <a:pt x="162941" y="385713"/>
                  </a:lnTo>
                  <a:lnTo>
                    <a:pt x="121606" y="353023"/>
                  </a:lnTo>
                  <a:lnTo>
                    <a:pt x="120879" y="352448"/>
                  </a:lnTo>
                  <a:lnTo>
                    <a:pt x="107236" y="341657"/>
                  </a:lnTo>
                  <a:lnTo>
                    <a:pt x="24777" y="276443"/>
                  </a:lnTo>
                  <a:lnTo>
                    <a:pt x="24905" y="273667"/>
                  </a:lnTo>
                  <a:lnTo>
                    <a:pt x="25523" y="260276"/>
                  </a:lnTo>
                  <a:lnTo>
                    <a:pt x="27876" y="258843"/>
                  </a:lnTo>
                  <a:lnTo>
                    <a:pt x="29040" y="258134"/>
                  </a:lnTo>
                  <a:lnTo>
                    <a:pt x="32122" y="256288"/>
                  </a:lnTo>
                  <a:lnTo>
                    <a:pt x="37769" y="252908"/>
                  </a:lnTo>
                  <a:lnTo>
                    <a:pt x="33407" y="245773"/>
                  </a:lnTo>
                  <a:lnTo>
                    <a:pt x="28853" y="238324"/>
                  </a:lnTo>
                  <a:lnTo>
                    <a:pt x="14665" y="215120"/>
                  </a:lnTo>
                  <a:lnTo>
                    <a:pt x="0" y="192108"/>
                  </a:lnTo>
                  <a:lnTo>
                    <a:pt x="2708" y="190363"/>
                  </a:lnTo>
                  <a:lnTo>
                    <a:pt x="53376" y="157713"/>
                  </a:lnTo>
                  <a:lnTo>
                    <a:pt x="39690" y="135230"/>
                  </a:lnTo>
                  <a:lnTo>
                    <a:pt x="33881" y="125687"/>
                  </a:lnTo>
                  <a:lnTo>
                    <a:pt x="23740" y="109749"/>
                  </a:lnTo>
                  <a:lnTo>
                    <a:pt x="38120" y="101789"/>
                  </a:lnTo>
                  <a:lnTo>
                    <a:pt x="47266" y="96726"/>
                  </a:lnTo>
                  <a:lnTo>
                    <a:pt x="50099" y="95060"/>
                  </a:lnTo>
                  <a:lnTo>
                    <a:pt x="76073" y="79791"/>
                  </a:lnTo>
                  <a:lnTo>
                    <a:pt x="76522" y="79527"/>
                  </a:lnTo>
                  <a:lnTo>
                    <a:pt x="76907" y="79300"/>
                  </a:lnTo>
                  <a:lnTo>
                    <a:pt x="107251" y="61462"/>
                  </a:lnTo>
                  <a:lnTo>
                    <a:pt x="113796" y="57614"/>
                  </a:lnTo>
                  <a:lnTo>
                    <a:pt x="122972" y="52220"/>
                  </a:lnTo>
                  <a:lnTo>
                    <a:pt x="123548" y="51883"/>
                  </a:lnTo>
                  <a:lnTo>
                    <a:pt x="135031" y="45159"/>
                  </a:lnTo>
                  <a:lnTo>
                    <a:pt x="172366" y="22790"/>
                  </a:lnTo>
                  <a:lnTo>
                    <a:pt x="175742" y="20768"/>
                  </a:lnTo>
                  <a:lnTo>
                    <a:pt x="190784" y="46157"/>
                  </a:lnTo>
                  <a:lnTo>
                    <a:pt x="201301" y="63910"/>
                  </a:lnTo>
                  <a:lnTo>
                    <a:pt x="203722" y="67996"/>
                  </a:lnTo>
                  <a:lnTo>
                    <a:pt x="213959" y="85276"/>
                  </a:lnTo>
                  <a:lnTo>
                    <a:pt x="217413" y="91107"/>
                  </a:lnTo>
                  <a:lnTo>
                    <a:pt x="230989" y="114043"/>
                  </a:lnTo>
                  <a:lnTo>
                    <a:pt x="244432" y="136758"/>
                  </a:lnTo>
                  <a:lnTo>
                    <a:pt x="252848" y="148809"/>
                  </a:lnTo>
                  <a:lnTo>
                    <a:pt x="259707" y="158631"/>
                  </a:lnTo>
                  <a:lnTo>
                    <a:pt x="266191" y="163299"/>
                  </a:lnTo>
                  <a:lnTo>
                    <a:pt x="269744" y="165858"/>
                  </a:lnTo>
                  <a:lnTo>
                    <a:pt x="270621" y="166489"/>
                  </a:lnTo>
                  <a:lnTo>
                    <a:pt x="281820" y="174552"/>
                  </a:lnTo>
                  <a:lnTo>
                    <a:pt x="284448" y="176444"/>
                  </a:lnTo>
                  <a:lnTo>
                    <a:pt x="288813" y="179587"/>
                  </a:lnTo>
                  <a:lnTo>
                    <a:pt x="304815" y="191108"/>
                  </a:lnTo>
                  <a:lnTo>
                    <a:pt x="343594" y="219027"/>
                  </a:lnTo>
                  <a:lnTo>
                    <a:pt x="346427" y="215174"/>
                  </a:lnTo>
                  <a:lnTo>
                    <a:pt x="364552" y="190523"/>
                  </a:lnTo>
                  <a:lnTo>
                    <a:pt x="375241" y="175985"/>
                  </a:lnTo>
                  <a:lnTo>
                    <a:pt x="396988" y="146407"/>
                  </a:lnTo>
                  <a:lnTo>
                    <a:pt x="398253" y="144687"/>
                  </a:lnTo>
                  <a:lnTo>
                    <a:pt x="413288" y="123429"/>
                  </a:lnTo>
                  <a:lnTo>
                    <a:pt x="429472" y="100549"/>
                  </a:lnTo>
                  <a:lnTo>
                    <a:pt x="444576" y="79196"/>
                  </a:lnTo>
                  <a:lnTo>
                    <a:pt x="458551" y="59437"/>
                  </a:lnTo>
                  <a:lnTo>
                    <a:pt x="468200" y="45796"/>
                  </a:lnTo>
                  <a:lnTo>
                    <a:pt x="475491" y="35488"/>
                  </a:lnTo>
                  <a:lnTo>
                    <a:pt x="475751" y="35120"/>
                  </a:lnTo>
                  <a:lnTo>
                    <a:pt x="499667" y="0"/>
                  </a:lnTo>
                  <a:lnTo>
                    <a:pt x="500279" y="442"/>
                  </a:lnTo>
                  <a:lnTo>
                    <a:pt x="518358" y="13509"/>
                  </a:lnTo>
                  <a:lnTo>
                    <a:pt x="530201" y="22068"/>
                  </a:lnTo>
                  <a:lnTo>
                    <a:pt x="549451" y="35981"/>
                  </a:lnTo>
                  <a:lnTo>
                    <a:pt x="558390" y="42188"/>
                  </a:lnTo>
                  <a:lnTo>
                    <a:pt x="566651" y="47924"/>
                  </a:lnTo>
                  <a:lnTo>
                    <a:pt x="594106" y="67716"/>
                  </a:lnTo>
                  <a:lnTo>
                    <a:pt x="601243" y="72861"/>
                  </a:lnTo>
                  <a:lnTo>
                    <a:pt x="564990" y="126301"/>
                  </a:lnTo>
                  <a:lnTo>
                    <a:pt x="500110" y="221941"/>
                  </a:lnTo>
                  <a:lnTo>
                    <a:pt x="496062" y="218388"/>
                  </a:lnTo>
                  <a:lnTo>
                    <a:pt x="490613" y="213604"/>
                  </a:lnTo>
                  <a:lnTo>
                    <a:pt x="490443" y="213455"/>
                  </a:lnTo>
                  <a:lnTo>
                    <a:pt x="488768" y="215876"/>
                  </a:lnTo>
                  <a:lnTo>
                    <a:pt x="470857" y="241761"/>
                  </a:lnTo>
                  <a:lnTo>
                    <a:pt x="448739" y="273726"/>
                  </a:lnTo>
                  <a:lnTo>
                    <a:pt x="441512" y="284170"/>
                  </a:lnTo>
                  <a:lnTo>
                    <a:pt x="443468" y="285464"/>
                  </a:lnTo>
                  <a:lnTo>
                    <a:pt x="446957" y="287773"/>
                  </a:lnTo>
                  <a:lnTo>
                    <a:pt x="449186" y="289248"/>
                  </a:lnTo>
                  <a:lnTo>
                    <a:pt x="356071" y="431139"/>
                  </a:lnTo>
                  <a:lnTo>
                    <a:pt x="352968" y="435867"/>
                  </a:lnTo>
                  <a:lnTo>
                    <a:pt x="345946" y="432105"/>
                  </a:lnTo>
                  <a:lnTo>
                    <a:pt x="341468" y="429706"/>
                  </a:lnTo>
                  <a:lnTo>
                    <a:pt x="340636" y="429260"/>
                  </a:lnTo>
                  <a:lnTo>
                    <a:pt x="339435" y="428617"/>
                  </a:lnTo>
                  <a:lnTo>
                    <a:pt x="336739" y="427173"/>
                  </a:lnTo>
                  <a:lnTo>
                    <a:pt x="331356" y="434244"/>
                  </a:lnTo>
                  <a:lnTo>
                    <a:pt x="325035" y="440357"/>
                  </a:lnTo>
                  <a:lnTo>
                    <a:pt x="323838" y="441515"/>
                  </a:lnTo>
                  <a:lnTo>
                    <a:pt x="321323" y="446144"/>
                  </a:lnTo>
                  <a:lnTo>
                    <a:pt x="308631" y="460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98384" y="3533348"/>
              <a:ext cx="406944" cy="593635"/>
            </a:xfrm>
            <a:custGeom>
              <a:avLst/>
              <a:pathLst>
                <a:path w="406944" h="593635">
                  <a:moveTo>
                    <a:pt x="312767" y="357554"/>
                  </a:moveTo>
                  <a:lnTo>
                    <a:pt x="327720" y="383090"/>
                  </a:lnTo>
                  <a:lnTo>
                    <a:pt x="341019" y="405802"/>
                  </a:lnTo>
                  <a:lnTo>
                    <a:pt x="355209" y="430034"/>
                  </a:lnTo>
                  <a:lnTo>
                    <a:pt x="355502" y="430534"/>
                  </a:lnTo>
                  <a:lnTo>
                    <a:pt x="369041" y="453433"/>
                  </a:lnTo>
                  <a:lnTo>
                    <a:pt x="382612" y="476387"/>
                  </a:lnTo>
                  <a:lnTo>
                    <a:pt x="395043" y="497412"/>
                  </a:lnTo>
                  <a:lnTo>
                    <a:pt x="399463" y="504888"/>
                  </a:lnTo>
                  <a:lnTo>
                    <a:pt x="405438" y="514995"/>
                  </a:lnTo>
                  <a:lnTo>
                    <a:pt x="404327" y="515653"/>
                  </a:lnTo>
                  <a:lnTo>
                    <a:pt x="272732" y="593635"/>
                  </a:lnTo>
                  <a:lnTo>
                    <a:pt x="250775" y="555011"/>
                  </a:lnTo>
                  <a:lnTo>
                    <a:pt x="237011" y="530800"/>
                  </a:lnTo>
                  <a:lnTo>
                    <a:pt x="223917" y="507767"/>
                  </a:lnTo>
                  <a:lnTo>
                    <a:pt x="223508" y="507046"/>
                  </a:lnTo>
                  <a:lnTo>
                    <a:pt x="221535" y="503577"/>
                  </a:lnTo>
                  <a:lnTo>
                    <a:pt x="218063" y="497680"/>
                  </a:lnTo>
                  <a:lnTo>
                    <a:pt x="210049" y="484071"/>
                  </a:lnTo>
                  <a:lnTo>
                    <a:pt x="196276" y="460682"/>
                  </a:lnTo>
                  <a:lnTo>
                    <a:pt x="184126" y="440050"/>
                  </a:lnTo>
                  <a:lnTo>
                    <a:pt x="181098" y="434743"/>
                  </a:lnTo>
                  <a:lnTo>
                    <a:pt x="188799" y="430180"/>
                  </a:lnTo>
                  <a:lnTo>
                    <a:pt x="174122" y="404944"/>
                  </a:lnTo>
                  <a:lnTo>
                    <a:pt x="151933" y="366793"/>
                  </a:lnTo>
                  <a:lnTo>
                    <a:pt x="141066" y="373667"/>
                  </a:lnTo>
                  <a:lnTo>
                    <a:pt x="92742" y="291803"/>
                  </a:lnTo>
                  <a:lnTo>
                    <a:pt x="92064" y="290655"/>
                  </a:lnTo>
                  <a:lnTo>
                    <a:pt x="78712" y="267959"/>
                  </a:lnTo>
                  <a:lnTo>
                    <a:pt x="77489" y="265879"/>
                  </a:lnTo>
                  <a:lnTo>
                    <a:pt x="60847" y="237591"/>
                  </a:lnTo>
                  <a:lnTo>
                    <a:pt x="54778" y="227275"/>
                  </a:lnTo>
                  <a:lnTo>
                    <a:pt x="53810" y="225631"/>
                  </a:lnTo>
                  <a:lnTo>
                    <a:pt x="53047" y="224334"/>
                  </a:lnTo>
                  <a:lnTo>
                    <a:pt x="52160" y="222825"/>
                  </a:lnTo>
                  <a:lnTo>
                    <a:pt x="51322" y="221401"/>
                  </a:lnTo>
                  <a:lnTo>
                    <a:pt x="50542" y="220075"/>
                  </a:lnTo>
                  <a:lnTo>
                    <a:pt x="50458" y="219933"/>
                  </a:lnTo>
                  <a:lnTo>
                    <a:pt x="49726" y="218688"/>
                  </a:lnTo>
                  <a:lnTo>
                    <a:pt x="43621" y="208310"/>
                  </a:lnTo>
                  <a:lnTo>
                    <a:pt x="35965" y="195298"/>
                  </a:lnTo>
                  <a:lnTo>
                    <a:pt x="35819" y="195049"/>
                  </a:lnTo>
                  <a:lnTo>
                    <a:pt x="35545" y="194584"/>
                  </a:lnTo>
                  <a:lnTo>
                    <a:pt x="27939" y="181654"/>
                  </a:lnTo>
                  <a:lnTo>
                    <a:pt x="4733" y="142208"/>
                  </a:lnTo>
                  <a:lnTo>
                    <a:pt x="2922" y="139131"/>
                  </a:lnTo>
                  <a:lnTo>
                    <a:pt x="1187" y="136182"/>
                  </a:lnTo>
                  <a:lnTo>
                    <a:pt x="0" y="134163"/>
                  </a:lnTo>
                  <a:lnTo>
                    <a:pt x="65431" y="96951"/>
                  </a:lnTo>
                  <a:lnTo>
                    <a:pt x="72545" y="92855"/>
                  </a:lnTo>
                  <a:lnTo>
                    <a:pt x="88139" y="83877"/>
                  </a:lnTo>
                  <a:lnTo>
                    <a:pt x="89661" y="83000"/>
                  </a:lnTo>
                  <a:lnTo>
                    <a:pt x="120377" y="65314"/>
                  </a:lnTo>
                  <a:lnTo>
                    <a:pt x="135857" y="56400"/>
                  </a:lnTo>
                  <a:lnTo>
                    <a:pt x="154574" y="45464"/>
                  </a:lnTo>
                  <a:lnTo>
                    <a:pt x="160164" y="42197"/>
                  </a:lnTo>
                  <a:lnTo>
                    <a:pt x="182712" y="29022"/>
                  </a:lnTo>
                  <a:lnTo>
                    <a:pt x="183921" y="28315"/>
                  </a:lnTo>
                  <a:lnTo>
                    <a:pt x="199898" y="18979"/>
                  </a:lnTo>
                  <a:lnTo>
                    <a:pt x="232379" y="0"/>
                  </a:lnTo>
                  <a:lnTo>
                    <a:pt x="233948" y="2535"/>
                  </a:lnTo>
                  <a:lnTo>
                    <a:pt x="254008" y="34946"/>
                  </a:lnTo>
                  <a:lnTo>
                    <a:pt x="254419" y="35609"/>
                  </a:lnTo>
                  <a:lnTo>
                    <a:pt x="260678" y="46591"/>
                  </a:lnTo>
                  <a:lnTo>
                    <a:pt x="264106" y="52605"/>
                  </a:lnTo>
                  <a:lnTo>
                    <a:pt x="280945" y="82148"/>
                  </a:lnTo>
                  <a:lnTo>
                    <a:pt x="304399" y="123503"/>
                  </a:lnTo>
                  <a:lnTo>
                    <a:pt x="305595" y="125610"/>
                  </a:lnTo>
                  <a:lnTo>
                    <a:pt x="308202" y="130207"/>
                  </a:lnTo>
                  <a:lnTo>
                    <a:pt x="322937" y="155517"/>
                  </a:lnTo>
                  <a:lnTo>
                    <a:pt x="327262" y="163029"/>
                  </a:lnTo>
                  <a:lnTo>
                    <a:pt x="330340" y="168374"/>
                  </a:lnTo>
                  <a:lnTo>
                    <a:pt x="337608" y="180999"/>
                  </a:lnTo>
                  <a:lnTo>
                    <a:pt x="340246" y="185580"/>
                  </a:lnTo>
                  <a:lnTo>
                    <a:pt x="346351" y="195916"/>
                  </a:lnTo>
                  <a:lnTo>
                    <a:pt x="362757" y="223694"/>
                  </a:lnTo>
                  <a:lnTo>
                    <a:pt x="364780" y="227118"/>
                  </a:lnTo>
                  <a:lnTo>
                    <a:pt x="365773" y="228799"/>
                  </a:lnTo>
                  <a:lnTo>
                    <a:pt x="368572" y="233538"/>
                  </a:lnTo>
                  <a:lnTo>
                    <a:pt x="391806" y="273496"/>
                  </a:lnTo>
                  <a:lnTo>
                    <a:pt x="396307" y="281237"/>
                  </a:lnTo>
                  <a:lnTo>
                    <a:pt x="406944" y="298882"/>
                  </a:lnTo>
                  <a:lnTo>
                    <a:pt x="370421" y="321102"/>
                  </a:lnTo>
                  <a:lnTo>
                    <a:pt x="358412" y="328407"/>
                  </a:lnTo>
                  <a:lnTo>
                    <a:pt x="336217" y="341911"/>
                  </a:lnTo>
                  <a:lnTo>
                    <a:pt x="312172" y="35653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71117" y="3991265"/>
              <a:ext cx="408077" cy="440663"/>
            </a:xfrm>
            <a:custGeom>
              <a:avLst/>
              <a:pathLst>
                <a:path w="408077" h="440663">
                  <a:moveTo>
                    <a:pt x="194343" y="432132"/>
                  </a:moveTo>
                  <a:lnTo>
                    <a:pt x="179819" y="440663"/>
                  </a:lnTo>
                  <a:lnTo>
                    <a:pt x="164377" y="414460"/>
                  </a:lnTo>
                  <a:lnTo>
                    <a:pt x="136813" y="367689"/>
                  </a:lnTo>
                  <a:lnTo>
                    <a:pt x="136666" y="367441"/>
                  </a:lnTo>
                  <a:lnTo>
                    <a:pt x="109754" y="321775"/>
                  </a:lnTo>
                  <a:lnTo>
                    <a:pt x="93718" y="294472"/>
                  </a:lnTo>
                  <a:lnTo>
                    <a:pt x="86633" y="282187"/>
                  </a:lnTo>
                  <a:lnTo>
                    <a:pt x="82464" y="275142"/>
                  </a:lnTo>
                  <a:lnTo>
                    <a:pt x="79069" y="269403"/>
                  </a:lnTo>
                  <a:lnTo>
                    <a:pt x="73696" y="260322"/>
                  </a:lnTo>
                  <a:lnTo>
                    <a:pt x="64821" y="245322"/>
                  </a:lnTo>
                  <a:lnTo>
                    <a:pt x="55490" y="229551"/>
                  </a:lnTo>
                  <a:lnTo>
                    <a:pt x="51567" y="222921"/>
                  </a:lnTo>
                  <a:lnTo>
                    <a:pt x="46220" y="213883"/>
                  </a:lnTo>
                  <a:lnTo>
                    <a:pt x="37399" y="198975"/>
                  </a:lnTo>
                  <a:lnTo>
                    <a:pt x="28825" y="184483"/>
                  </a:lnTo>
                  <a:lnTo>
                    <a:pt x="22818" y="174330"/>
                  </a:lnTo>
                  <a:lnTo>
                    <a:pt x="22197" y="173280"/>
                  </a:lnTo>
                  <a:lnTo>
                    <a:pt x="19436" y="168614"/>
                  </a:lnTo>
                  <a:lnTo>
                    <a:pt x="639" y="136845"/>
                  </a:lnTo>
                  <a:lnTo>
                    <a:pt x="0" y="135719"/>
                  </a:lnTo>
                  <a:lnTo>
                    <a:pt x="131594" y="57737"/>
                  </a:lnTo>
                  <a:lnTo>
                    <a:pt x="132706" y="57078"/>
                  </a:lnTo>
                  <a:lnTo>
                    <a:pt x="197338" y="18778"/>
                  </a:lnTo>
                  <a:lnTo>
                    <a:pt x="229026" y="0"/>
                  </a:lnTo>
                  <a:lnTo>
                    <a:pt x="236204" y="11836"/>
                  </a:lnTo>
                  <a:lnTo>
                    <a:pt x="239870" y="18458"/>
                  </a:lnTo>
                  <a:lnTo>
                    <a:pt x="252959" y="39508"/>
                  </a:lnTo>
                  <a:lnTo>
                    <a:pt x="253897" y="41015"/>
                  </a:lnTo>
                  <a:lnTo>
                    <a:pt x="280598" y="86255"/>
                  </a:lnTo>
                  <a:lnTo>
                    <a:pt x="281402" y="87615"/>
                  </a:lnTo>
                  <a:lnTo>
                    <a:pt x="308390" y="133341"/>
                  </a:lnTo>
                  <a:lnTo>
                    <a:pt x="309174" y="134670"/>
                  </a:lnTo>
                  <a:lnTo>
                    <a:pt x="323491" y="158925"/>
                  </a:lnTo>
                  <a:lnTo>
                    <a:pt x="324050" y="159874"/>
                  </a:lnTo>
                  <a:lnTo>
                    <a:pt x="338491" y="184340"/>
                  </a:lnTo>
                  <a:lnTo>
                    <a:pt x="338814" y="184886"/>
                  </a:lnTo>
                  <a:lnTo>
                    <a:pt x="339380" y="185846"/>
                  </a:lnTo>
                  <a:lnTo>
                    <a:pt x="365423" y="230651"/>
                  </a:lnTo>
                  <a:lnTo>
                    <a:pt x="366487" y="232483"/>
                  </a:lnTo>
                  <a:lnTo>
                    <a:pt x="393552" y="279048"/>
                  </a:lnTo>
                  <a:lnTo>
                    <a:pt x="407883" y="303703"/>
                  </a:lnTo>
                  <a:lnTo>
                    <a:pt x="408077" y="304037"/>
                  </a:lnTo>
                  <a:lnTo>
                    <a:pt x="407470" y="304415"/>
                  </a:lnTo>
                  <a:lnTo>
                    <a:pt x="360591" y="333596"/>
                  </a:lnTo>
                  <a:lnTo>
                    <a:pt x="338469" y="347367"/>
                  </a:lnTo>
                  <a:lnTo>
                    <a:pt x="337590" y="347914"/>
                  </a:lnTo>
                  <a:lnTo>
                    <a:pt x="302361" y="368647"/>
                  </a:lnTo>
                  <a:lnTo>
                    <a:pt x="276215" y="384034"/>
                  </a:lnTo>
                  <a:lnTo>
                    <a:pt x="260990" y="392978"/>
                  </a:lnTo>
                  <a:lnTo>
                    <a:pt x="222093" y="4158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9500" y="4126984"/>
              <a:ext cx="411436" cy="475954"/>
            </a:xfrm>
            <a:custGeom>
              <a:avLst/>
              <a:pathLst>
                <a:path w="411436" h="475954">
                  <a:moveTo>
                    <a:pt x="126045" y="475690"/>
                  </a:moveTo>
                  <a:lnTo>
                    <a:pt x="125424" y="475954"/>
                  </a:lnTo>
                  <a:lnTo>
                    <a:pt x="124758" y="474875"/>
                  </a:lnTo>
                  <a:lnTo>
                    <a:pt x="124155" y="473898"/>
                  </a:lnTo>
                  <a:lnTo>
                    <a:pt x="122289" y="470876"/>
                  </a:lnTo>
                  <a:lnTo>
                    <a:pt x="112595" y="455172"/>
                  </a:lnTo>
                  <a:lnTo>
                    <a:pt x="109541" y="450225"/>
                  </a:lnTo>
                  <a:lnTo>
                    <a:pt x="106126" y="444346"/>
                  </a:lnTo>
                  <a:lnTo>
                    <a:pt x="96320" y="427460"/>
                  </a:lnTo>
                  <a:lnTo>
                    <a:pt x="82274" y="403272"/>
                  </a:lnTo>
                  <a:lnTo>
                    <a:pt x="81047" y="401159"/>
                  </a:lnTo>
                  <a:lnTo>
                    <a:pt x="76606" y="393511"/>
                  </a:lnTo>
                  <a:lnTo>
                    <a:pt x="69289" y="380912"/>
                  </a:lnTo>
                  <a:lnTo>
                    <a:pt x="68653" y="379817"/>
                  </a:lnTo>
                  <a:lnTo>
                    <a:pt x="55272" y="356775"/>
                  </a:lnTo>
                  <a:lnTo>
                    <a:pt x="42133" y="334150"/>
                  </a:lnTo>
                  <a:lnTo>
                    <a:pt x="41435" y="332949"/>
                  </a:lnTo>
                  <a:lnTo>
                    <a:pt x="40223" y="330862"/>
                  </a:lnTo>
                  <a:lnTo>
                    <a:pt x="46565" y="327078"/>
                  </a:lnTo>
                  <a:lnTo>
                    <a:pt x="47925" y="326266"/>
                  </a:lnTo>
                  <a:lnTo>
                    <a:pt x="56447" y="321182"/>
                  </a:lnTo>
                  <a:lnTo>
                    <a:pt x="56596" y="321093"/>
                  </a:lnTo>
                  <a:lnTo>
                    <a:pt x="61415" y="318218"/>
                  </a:lnTo>
                  <a:lnTo>
                    <a:pt x="68790" y="313818"/>
                  </a:lnTo>
                  <a:lnTo>
                    <a:pt x="80656" y="306739"/>
                  </a:lnTo>
                  <a:lnTo>
                    <a:pt x="83870" y="304821"/>
                  </a:lnTo>
                  <a:lnTo>
                    <a:pt x="85827" y="303654"/>
                  </a:lnTo>
                  <a:lnTo>
                    <a:pt x="86740" y="303109"/>
                  </a:lnTo>
                  <a:lnTo>
                    <a:pt x="88239" y="302215"/>
                  </a:lnTo>
                  <a:lnTo>
                    <a:pt x="89505" y="301460"/>
                  </a:lnTo>
                  <a:lnTo>
                    <a:pt x="91904" y="300028"/>
                  </a:lnTo>
                  <a:lnTo>
                    <a:pt x="92656" y="299580"/>
                  </a:lnTo>
                  <a:lnTo>
                    <a:pt x="92812" y="299486"/>
                  </a:lnTo>
                  <a:lnTo>
                    <a:pt x="93182" y="299227"/>
                  </a:lnTo>
                  <a:lnTo>
                    <a:pt x="92207" y="297575"/>
                  </a:lnTo>
                  <a:lnTo>
                    <a:pt x="91770" y="296834"/>
                  </a:lnTo>
                  <a:lnTo>
                    <a:pt x="91279" y="296001"/>
                  </a:lnTo>
                  <a:lnTo>
                    <a:pt x="90383" y="294483"/>
                  </a:lnTo>
                  <a:lnTo>
                    <a:pt x="90141" y="294074"/>
                  </a:lnTo>
                  <a:lnTo>
                    <a:pt x="89581" y="293124"/>
                  </a:lnTo>
                  <a:lnTo>
                    <a:pt x="87024" y="288791"/>
                  </a:lnTo>
                  <a:lnTo>
                    <a:pt x="79258" y="275629"/>
                  </a:lnTo>
                  <a:lnTo>
                    <a:pt x="78060" y="273597"/>
                  </a:lnTo>
                  <a:lnTo>
                    <a:pt x="64277" y="250237"/>
                  </a:lnTo>
                  <a:lnTo>
                    <a:pt x="64090" y="249921"/>
                  </a:lnTo>
                  <a:lnTo>
                    <a:pt x="51411" y="228432"/>
                  </a:lnTo>
                  <a:lnTo>
                    <a:pt x="50741" y="227297"/>
                  </a:lnTo>
                  <a:lnTo>
                    <a:pt x="50370" y="226656"/>
                  </a:lnTo>
                  <a:lnTo>
                    <a:pt x="36895" y="203406"/>
                  </a:lnTo>
                  <a:lnTo>
                    <a:pt x="23438" y="180185"/>
                  </a:lnTo>
                  <a:lnTo>
                    <a:pt x="7654" y="152675"/>
                  </a:lnTo>
                  <a:lnTo>
                    <a:pt x="0" y="139333"/>
                  </a:lnTo>
                  <a:lnTo>
                    <a:pt x="2310" y="137943"/>
                  </a:lnTo>
                  <a:lnTo>
                    <a:pt x="4482" y="136636"/>
                  </a:lnTo>
                  <a:lnTo>
                    <a:pt x="231616" y="0"/>
                  </a:lnTo>
                  <a:lnTo>
                    <a:pt x="232256" y="1125"/>
                  </a:lnTo>
                  <a:lnTo>
                    <a:pt x="251053" y="32895"/>
                  </a:lnTo>
                  <a:lnTo>
                    <a:pt x="253813" y="37560"/>
                  </a:lnTo>
                  <a:lnTo>
                    <a:pt x="254435" y="38611"/>
                  </a:lnTo>
                  <a:lnTo>
                    <a:pt x="260442" y="48763"/>
                  </a:lnTo>
                  <a:lnTo>
                    <a:pt x="269016" y="63255"/>
                  </a:lnTo>
                  <a:lnTo>
                    <a:pt x="277837" y="78163"/>
                  </a:lnTo>
                  <a:lnTo>
                    <a:pt x="283184" y="87201"/>
                  </a:lnTo>
                  <a:lnTo>
                    <a:pt x="287107" y="93831"/>
                  </a:lnTo>
                  <a:lnTo>
                    <a:pt x="296438" y="109603"/>
                  </a:lnTo>
                  <a:lnTo>
                    <a:pt x="305313" y="124602"/>
                  </a:lnTo>
                  <a:lnTo>
                    <a:pt x="310686" y="133683"/>
                  </a:lnTo>
                  <a:lnTo>
                    <a:pt x="314081" y="139422"/>
                  </a:lnTo>
                  <a:lnTo>
                    <a:pt x="318249" y="146467"/>
                  </a:lnTo>
                  <a:lnTo>
                    <a:pt x="325335" y="158752"/>
                  </a:lnTo>
                  <a:lnTo>
                    <a:pt x="341371" y="186055"/>
                  </a:lnTo>
                  <a:lnTo>
                    <a:pt x="368283" y="231721"/>
                  </a:lnTo>
                  <a:lnTo>
                    <a:pt x="368429" y="231969"/>
                  </a:lnTo>
                  <a:lnTo>
                    <a:pt x="395993" y="278740"/>
                  </a:lnTo>
                  <a:lnTo>
                    <a:pt x="411436" y="304944"/>
                  </a:lnTo>
                  <a:lnTo>
                    <a:pt x="397714" y="313096"/>
                  </a:lnTo>
                  <a:lnTo>
                    <a:pt x="348471" y="342595"/>
                  </a:lnTo>
                  <a:lnTo>
                    <a:pt x="325350" y="356446"/>
                  </a:lnTo>
                  <a:lnTo>
                    <a:pt x="318475" y="360565"/>
                  </a:lnTo>
                  <a:lnTo>
                    <a:pt x="301384" y="370804"/>
                  </a:lnTo>
                  <a:lnTo>
                    <a:pt x="255904" y="398049"/>
                  </a:lnTo>
                  <a:lnTo>
                    <a:pt x="208803" y="426266"/>
                  </a:lnTo>
                  <a:lnTo>
                    <a:pt x="178239" y="444575"/>
                  </a:lnTo>
                  <a:lnTo>
                    <a:pt x="174863" y="446598"/>
                  </a:lnTo>
                  <a:lnTo>
                    <a:pt x="137529" y="46896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94050" y="3968094"/>
              <a:ext cx="477067" cy="476573"/>
            </a:xfrm>
            <a:custGeom>
              <a:avLst/>
              <a:pathLst>
                <a:path w="477067" h="476573">
                  <a:moveTo>
                    <a:pt x="293667" y="386830"/>
                  </a:moveTo>
                  <a:lnTo>
                    <a:pt x="274176" y="398452"/>
                  </a:lnTo>
                  <a:lnTo>
                    <a:pt x="243164" y="416944"/>
                  </a:lnTo>
                  <a:lnTo>
                    <a:pt x="241982" y="417648"/>
                  </a:lnTo>
                  <a:lnTo>
                    <a:pt x="232014" y="400452"/>
                  </a:lnTo>
                  <a:lnTo>
                    <a:pt x="228456" y="394316"/>
                  </a:lnTo>
                  <a:lnTo>
                    <a:pt x="182561" y="422266"/>
                  </a:lnTo>
                  <a:lnTo>
                    <a:pt x="196255" y="445495"/>
                  </a:lnTo>
                  <a:lnTo>
                    <a:pt x="142679" y="476573"/>
                  </a:lnTo>
                  <a:lnTo>
                    <a:pt x="137065" y="466727"/>
                  </a:lnTo>
                  <a:lnTo>
                    <a:pt x="135628" y="464207"/>
                  </a:lnTo>
                  <a:lnTo>
                    <a:pt x="129321" y="453146"/>
                  </a:lnTo>
                  <a:lnTo>
                    <a:pt x="125839" y="447038"/>
                  </a:lnTo>
                  <a:lnTo>
                    <a:pt x="116050" y="429871"/>
                  </a:lnTo>
                  <a:lnTo>
                    <a:pt x="114053" y="426370"/>
                  </a:lnTo>
                  <a:lnTo>
                    <a:pt x="102547" y="406191"/>
                  </a:lnTo>
                  <a:lnTo>
                    <a:pt x="100270" y="402198"/>
                  </a:lnTo>
                  <a:lnTo>
                    <a:pt x="92099" y="387869"/>
                  </a:lnTo>
                  <a:lnTo>
                    <a:pt x="87654" y="380072"/>
                  </a:lnTo>
                  <a:lnTo>
                    <a:pt x="87024" y="378968"/>
                  </a:lnTo>
                  <a:lnTo>
                    <a:pt x="83357" y="372538"/>
                  </a:lnTo>
                  <a:lnTo>
                    <a:pt x="81585" y="369429"/>
                  </a:lnTo>
                  <a:lnTo>
                    <a:pt x="81146" y="368655"/>
                  </a:lnTo>
                  <a:lnTo>
                    <a:pt x="74125" y="356276"/>
                  </a:lnTo>
                  <a:lnTo>
                    <a:pt x="54639" y="321922"/>
                  </a:lnTo>
                  <a:lnTo>
                    <a:pt x="40882" y="297667"/>
                  </a:lnTo>
                  <a:lnTo>
                    <a:pt x="37035" y="290885"/>
                  </a:lnTo>
                  <a:lnTo>
                    <a:pt x="27544" y="274151"/>
                  </a:lnTo>
                  <a:lnTo>
                    <a:pt x="23186" y="266469"/>
                  </a:lnTo>
                  <a:lnTo>
                    <a:pt x="16609" y="254874"/>
                  </a:lnTo>
                  <a:lnTo>
                    <a:pt x="7457" y="238738"/>
                  </a:lnTo>
                  <a:lnTo>
                    <a:pt x="1500" y="228236"/>
                  </a:lnTo>
                  <a:lnTo>
                    <a:pt x="521" y="226538"/>
                  </a:lnTo>
                  <a:lnTo>
                    <a:pt x="0" y="225633"/>
                  </a:lnTo>
                  <a:lnTo>
                    <a:pt x="28438" y="208985"/>
                  </a:lnTo>
                  <a:lnTo>
                    <a:pt x="30048" y="208042"/>
                  </a:lnTo>
                  <a:lnTo>
                    <a:pt x="75210" y="181604"/>
                  </a:lnTo>
                  <a:lnTo>
                    <a:pt x="99147" y="167591"/>
                  </a:lnTo>
                  <a:lnTo>
                    <a:pt x="121883" y="154281"/>
                  </a:lnTo>
                  <a:lnTo>
                    <a:pt x="145772" y="140296"/>
                  </a:lnTo>
                  <a:lnTo>
                    <a:pt x="147779" y="139121"/>
                  </a:lnTo>
                  <a:lnTo>
                    <a:pt x="152802" y="136181"/>
                  </a:lnTo>
                  <a:lnTo>
                    <a:pt x="156181" y="134203"/>
                  </a:lnTo>
                  <a:lnTo>
                    <a:pt x="157331" y="133530"/>
                  </a:lnTo>
                  <a:lnTo>
                    <a:pt x="182692" y="118683"/>
                  </a:lnTo>
                  <a:lnTo>
                    <a:pt x="228844" y="91665"/>
                  </a:lnTo>
                  <a:lnTo>
                    <a:pt x="229402" y="91339"/>
                  </a:lnTo>
                  <a:lnTo>
                    <a:pt x="253188" y="77414"/>
                  </a:lnTo>
                  <a:lnTo>
                    <a:pt x="275568" y="64313"/>
                  </a:lnTo>
                  <a:lnTo>
                    <a:pt x="299265" y="50440"/>
                  </a:lnTo>
                  <a:lnTo>
                    <a:pt x="300002" y="50009"/>
                  </a:lnTo>
                  <a:lnTo>
                    <a:pt x="346589" y="22736"/>
                  </a:lnTo>
                  <a:lnTo>
                    <a:pt x="374497" y="5557"/>
                  </a:lnTo>
                  <a:lnTo>
                    <a:pt x="385429" y="0"/>
                  </a:lnTo>
                  <a:lnTo>
                    <a:pt x="388461" y="5304"/>
                  </a:lnTo>
                  <a:lnTo>
                    <a:pt x="400611" y="25937"/>
                  </a:lnTo>
                  <a:lnTo>
                    <a:pt x="414384" y="49326"/>
                  </a:lnTo>
                  <a:lnTo>
                    <a:pt x="422397" y="62934"/>
                  </a:lnTo>
                  <a:lnTo>
                    <a:pt x="425870" y="68832"/>
                  </a:lnTo>
                  <a:lnTo>
                    <a:pt x="427842" y="72301"/>
                  </a:lnTo>
                  <a:lnTo>
                    <a:pt x="428252" y="73021"/>
                  </a:lnTo>
                  <a:lnTo>
                    <a:pt x="441346" y="96055"/>
                  </a:lnTo>
                  <a:lnTo>
                    <a:pt x="455109" y="120266"/>
                  </a:lnTo>
                  <a:lnTo>
                    <a:pt x="477067" y="158890"/>
                  </a:lnTo>
                  <a:lnTo>
                    <a:pt x="249932" y="295527"/>
                  </a:lnTo>
                  <a:lnTo>
                    <a:pt x="247758" y="296835"/>
                  </a:lnTo>
                  <a:lnTo>
                    <a:pt x="245450" y="298223"/>
                  </a:lnTo>
                  <a:lnTo>
                    <a:pt x="253129" y="311607"/>
                  </a:lnTo>
                  <a:lnTo>
                    <a:pt x="268904" y="339104"/>
                  </a:lnTo>
                  <a:lnTo>
                    <a:pt x="282346" y="362297"/>
                  </a:lnTo>
                  <a:lnTo>
                    <a:pt x="295820" y="3855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416864" y="3807108"/>
              <a:ext cx="570320" cy="386619"/>
            </a:xfrm>
            <a:custGeom>
              <a:avLst/>
              <a:pathLst>
                <a:path w="570320" h="386619">
                  <a:moveTo>
                    <a:pt x="216993" y="103315"/>
                  </a:moveTo>
                  <a:lnTo>
                    <a:pt x="245407" y="151215"/>
                  </a:lnTo>
                  <a:lnTo>
                    <a:pt x="246767" y="150414"/>
                  </a:lnTo>
                  <a:lnTo>
                    <a:pt x="274620" y="134018"/>
                  </a:lnTo>
                  <a:lnTo>
                    <a:pt x="321157" y="106623"/>
                  </a:lnTo>
                  <a:lnTo>
                    <a:pt x="322354" y="105919"/>
                  </a:lnTo>
                  <a:lnTo>
                    <a:pt x="345241" y="92447"/>
                  </a:lnTo>
                  <a:lnTo>
                    <a:pt x="368125" y="78976"/>
                  </a:lnTo>
                  <a:lnTo>
                    <a:pt x="391618" y="65146"/>
                  </a:lnTo>
                  <a:lnTo>
                    <a:pt x="392612" y="64561"/>
                  </a:lnTo>
                  <a:lnTo>
                    <a:pt x="438283" y="37676"/>
                  </a:lnTo>
                  <a:lnTo>
                    <a:pt x="473585" y="16895"/>
                  </a:lnTo>
                  <a:lnTo>
                    <a:pt x="474262" y="18044"/>
                  </a:lnTo>
                  <a:lnTo>
                    <a:pt x="522586" y="99907"/>
                  </a:lnTo>
                  <a:lnTo>
                    <a:pt x="533453" y="93034"/>
                  </a:lnTo>
                  <a:lnTo>
                    <a:pt x="555642" y="131184"/>
                  </a:lnTo>
                  <a:lnTo>
                    <a:pt x="570320" y="156420"/>
                  </a:lnTo>
                  <a:lnTo>
                    <a:pt x="562615" y="160985"/>
                  </a:lnTo>
                  <a:lnTo>
                    <a:pt x="551682" y="166543"/>
                  </a:lnTo>
                  <a:lnTo>
                    <a:pt x="523775" y="183722"/>
                  </a:lnTo>
                  <a:lnTo>
                    <a:pt x="477188" y="210994"/>
                  </a:lnTo>
                  <a:lnTo>
                    <a:pt x="476451" y="211426"/>
                  </a:lnTo>
                  <a:lnTo>
                    <a:pt x="452753" y="225299"/>
                  </a:lnTo>
                  <a:lnTo>
                    <a:pt x="430374" y="238400"/>
                  </a:lnTo>
                  <a:lnTo>
                    <a:pt x="406588" y="252324"/>
                  </a:lnTo>
                  <a:lnTo>
                    <a:pt x="406030" y="252651"/>
                  </a:lnTo>
                  <a:lnTo>
                    <a:pt x="359878" y="279669"/>
                  </a:lnTo>
                  <a:lnTo>
                    <a:pt x="334517" y="294515"/>
                  </a:lnTo>
                  <a:lnTo>
                    <a:pt x="333367" y="295189"/>
                  </a:lnTo>
                  <a:lnTo>
                    <a:pt x="329916" y="297209"/>
                  </a:lnTo>
                  <a:lnTo>
                    <a:pt x="324965" y="300107"/>
                  </a:lnTo>
                  <a:lnTo>
                    <a:pt x="322958" y="301282"/>
                  </a:lnTo>
                  <a:lnTo>
                    <a:pt x="299069" y="315267"/>
                  </a:lnTo>
                  <a:lnTo>
                    <a:pt x="276333" y="328577"/>
                  </a:lnTo>
                  <a:lnTo>
                    <a:pt x="252395" y="342590"/>
                  </a:lnTo>
                  <a:lnTo>
                    <a:pt x="207234" y="369028"/>
                  </a:lnTo>
                  <a:lnTo>
                    <a:pt x="205624" y="369970"/>
                  </a:lnTo>
                  <a:lnTo>
                    <a:pt x="177185" y="386619"/>
                  </a:lnTo>
                  <a:lnTo>
                    <a:pt x="174209" y="381457"/>
                  </a:lnTo>
                  <a:lnTo>
                    <a:pt x="149516" y="338635"/>
                  </a:lnTo>
                  <a:lnTo>
                    <a:pt x="135486" y="314303"/>
                  </a:lnTo>
                  <a:lnTo>
                    <a:pt x="121642" y="290873"/>
                  </a:lnTo>
                  <a:lnTo>
                    <a:pt x="110151" y="271427"/>
                  </a:lnTo>
                  <a:lnTo>
                    <a:pt x="92922" y="242269"/>
                  </a:lnTo>
                  <a:lnTo>
                    <a:pt x="90292" y="237818"/>
                  </a:lnTo>
                  <a:lnTo>
                    <a:pt x="75959" y="213562"/>
                  </a:lnTo>
                  <a:lnTo>
                    <a:pt x="63976" y="193283"/>
                  </a:lnTo>
                  <a:lnTo>
                    <a:pt x="61251" y="188671"/>
                  </a:lnTo>
                  <a:lnTo>
                    <a:pt x="58944" y="184766"/>
                  </a:lnTo>
                  <a:lnTo>
                    <a:pt x="49432" y="168668"/>
                  </a:lnTo>
                  <a:lnTo>
                    <a:pt x="35922" y="144747"/>
                  </a:lnTo>
                  <a:lnTo>
                    <a:pt x="33238" y="139993"/>
                  </a:lnTo>
                  <a:lnTo>
                    <a:pt x="0" y="88484"/>
                  </a:lnTo>
                  <a:lnTo>
                    <a:pt x="1303" y="87746"/>
                  </a:lnTo>
                  <a:lnTo>
                    <a:pt x="3127" y="86712"/>
                  </a:lnTo>
                  <a:lnTo>
                    <a:pt x="20150" y="77064"/>
                  </a:lnTo>
                  <a:lnTo>
                    <a:pt x="29535" y="71745"/>
                  </a:lnTo>
                  <a:lnTo>
                    <a:pt x="30146" y="71395"/>
                  </a:lnTo>
                  <a:lnTo>
                    <a:pt x="33111" y="69699"/>
                  </a:lnTo>
                  <a:lnTo>
                    <a:pt x="55505" y="56885"/>
                  </a:lnTo>
                  <a:lnTo>
                    <a:pt x="77454" y="44325"/>
                  </a:lnTo>
                  <a:lnTo>
                    <a:pt x="79154" y="43353"/>
                  </a:lnTo>
                  <a:lnTo>
                    <a:pt x="101925" y="30322"/>
                  </a:lnTo>
                  <a:lnTo>
                    <a:pt x="126170" y="16449"/>
                  </a:lnTo>
                  <a:lnTo>
                    <a:pt x="133677" y="12154"/>
                  </a:lnTo>
                  <a:lnTo>
                    <a:pt x="145230" y="5780"/>
                  </a:lnTo>
                  <a:lnTo>
                    <a:pt x="155705" y="0"/>
                  </a:lnTo>
                  <a:lnTo>
                    <a:pt x="158107" y="4048"/>
                  </a:lnTo>
                  <a:lnTo>
                    <a:pt x="188584" y="55425"/>
                  </a:lnTo>
                  <a:lnTo>
                    <a:pt x="202455" y="788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400784" y="4439621"/>
              <a:ext cx="494589" cy="369074"/>
            </a:xfrm>
            <a:custGeom>
              <a:avLst/>
              <a:pathLst>
                <a:path w="494589" h="369074">
                  <a:moveTo>
                    <a:pt x="428439" y="314865"/>
                  </a:moveTo>
                  <a:lnTo>
                    <a:pt x="428550" y="313461"/>
                  </a:lnTo>
                  <a:lnTo>
                    <a:pt x="428687" y="311723"/>
                  </a:lnTo>
                  <a:lnTo>
                    <a:pt x="421467" y="300871"/>
                  </a:lnTo>
                  <a:lnTo>
                    <a:pt x="410456" y="284323"/>
                  </a:lnTo>
                  <a:lnTo>
                    <a:pt x="402996" y="273936"/>
                  </a:lnTo>
                  <a:lnTo>
                    <a:pt x="393188" y="269695"/>
                  </a:lnTo>
                  <a:lnTo>
                    <a:pt x="392976" y="269603"/>
                  </a:lnTo>
                  <a:lnTo>
                    <a:pt x="392594" y="270451"/>
                  </a:lnTo>
                  <a:lnTo>
                    <a:pt x="368280" y="257497"/>
                  </a:lnTo>
                  <a:lnTo>
                    <a:pt x="359639" y="253040"/>
                  </a:lnTo>
                  <a:lnTo>
                    <a:pt x="325929" y="237433"/>
                  </a:lnTo>
                  <a:lnTo>
                    <a:pt x="288671" y="220184"/>
                  </a:lnTo>
                  <a:lnTo>
                    <a:pt x="257914" y="205252"/>
                  </a:lnTo>
                  <a:lnTo>
                    <a:pt x="245121" y="199042"/>
                  </a:lnTo>
                  <a:lnTo>
                    <a:pt x="235273" y="194031"/>
                  </a:lnTo>
                  <a:lnTo>
                    <a:pt x="214792" y="184406"/>
                  </a:lnTo>
                  <a:lnTo>
                    <a:pt x="205711" y="180138"/>
                  </a:lnTo>
                  <a:lnTo>
                    <a:pt x="200217" y="177556"/>
                  </a:lnTo>
                  <a:lnTo>
                    <a:pt x="190197" y="172847"/>
                  </a:lnTo>
                  <a:lnTo>
                    <a:pt x="175719" y="166043"/>
                  </a:lnTo>
                  <a:lnTo>
                    <a:pt x="166986" y="161939"/>
                  </a:lnTo>
                  <a:lnTo>
                    <a:pt x="161648" y="159431"/>
                  </a:lnTo>
                  <a:lnTo>
                    <a:pt x="159752" y="158540"/>
                  </a:lnTo>
                  <a:lnTo>
                    <a:pt x="154818" y="156221"/>
                  </a:lnTo>
                  <a:lnTo>
                    <a:pt x="145229" y="151715"/>
                  </a:lnTo>
                  <a:lnTo>
                    <a:pt x="137807" y="147970"/>
                  </a:lnTo>
                  <a:lnTo>
                    <a:pt x="130277" y="144171"/>
                  </a:lnTo>
                  <a:lnTo>
                    <a:pt x="118295" y="138126"/>
                  </a:lnTo>
                  <a:lnTo>
                    <a:pt x="113278" y="135594"/>
                  </a:lnTo>
                  <a:lnTo>
                    <a:pt x="96872" y="127317"/>
                  </a:lnTo>
                  <a:lnTo>
                    <a:pt x="94763" y="126253"/>
                  </a:lnTo>
                  <a:lnTo>
                    <a:pt x="74156" y="115856"/>
                  </a:lnTo>
                  <a:lnTo>
                    <a:pt x="50430" y="105105"/>
                  </a:lnTo>
                  <a:lnTo>
                    <a:pt x="23254" y="92791"/>
                  </a:lnTo>
                  <a:lnTo>
                    <a:pt x="19453" y="91214"/>
                  </a:lnTo>
                  <a:lnTo>
                    <a:pt x="18782" y="90936"/>
                  </a:lnTo>
                  <a:lnTo>
                    <a:pt x="12084" y="80028"/>
                  </a:lnTo>
                  <a:lnTo>
                    <a:pt x="0" y="60349"/>
                  </a:lnTo>
                  <a:lnTo>
                    <a:pt x="319" y="60152"/>
                  </a:lnTo>
                  <a:lnTo>
                    <a:pt x="16642" y="50124"/>
                  </a:lnTo>
                  <a:lnTo>
                    <a:pt x="19700" y="48245"/>
                  </a:lnTo>
                  <a:lnTo>
                    <a:pt x="31860" y="40774"/>
                  </a:lnTo>
                  <a:lnTo>
                    <a:pt x="46487" y="31788"/>
                  </a:lnTo>
                  <a:lnTo>
                    <a:pt x="48354" y="30688"/>
                  </a:lnTo>
                  <a:lnTo>
                    <a:pt x="64232" y="21329"/>
                  </a:lnTo>
                  <a:lnTo>
                    <a:pt x="100421" y="0"/>
                  </a:lnTo>
                  <a:lnTo>
                    <a:pt x="101252" y="1369"/>
                  </a:lnTo>
                  <a:lnTo>
                    <a:pt x="111852" y="18816"/>
                  </a:lnTo>
                  <a:lnTo>
                    <a:pt x="111596" y="18956"/>
                  </a:lnTo>
                  <a:lnTo>
                    <a:pt x="117381" y="26787"/>
                  </a:lnTo>
                  <a:lnTo>
                    <a:pt x="124586" y="36542"/>
                  </a:lnTo>
                  <a:lnTo>
                    <a:pt x="124258" y="36736"/>
                  </a:lnTo>
                  <a:lnTo>
                    <a:pt x="123556" y="37152"/>
                  </a:lnTo>
                  <a:lnTo>
                    <a:pt x="111747" y="44145"/>
                  </a:lnTo>
                  <a:lnTo>
                    <a:pt x="123360" y="63554"/>
                  </a:lnTo>
                  <a:lnTo>
                    <a:pt x="149958" y="49653"/>
                  </a:lnTo>
                  <a:lnTo>
                    <a:pt x="159925" y="66521"/>
                  </a:lnTo>
                  <a:lnTo>
                    <a:pt x="163434" y="72460"/>
                  </a:lnTo>
                  <a:lnTo>
                    <a:pt x="170180" y="83877"/>
                  </a:lnTo>
                  <a:lnTo>
                    <a:pt x="171149" y="85316"/>
                  </a:lnTo>
                  <a:lnTo>
                    <a:pt x="173101" y="88215"/>
                  </a:lnTo>
                  <a:lnTo>
                    <a:pt x="175506" y="92311"/>
                  </a:lnTo>
                  <a:lnTo>
                    <a:pt x="180042" y="100032"/>
                  </a:lnTo>
                  <a:lnTo>
                    <a:pt x="186651" y="111758"/>
                  </a:lnTo>
                  <a:lnTo>
                    <a:pt x="187027" y="112424"/>
                  </a:lnTo>
                  <a:lnTo>
                    <a:pt x="188298" y="114679"/>
                  </a:lnTo>
                  <a:lnTo>
                    <a:pt x="190369" y="118182"/>
                  </a:lnTo>
                  <a:lnTo>
                    <a:pt x="193106" y="122808"/>
                  </a:lnTo>
                  <a:lnTo>
                    <a:pt x="195722" y="127231"/>
                  </a:lnTo>
                  <a:lnTo>
                    <a:pt x="214537" y="116304"/>
                  </a:lnTo>
                  <a:lnTo>
                    <a:pt x="221833" y="112066"/>
                  </a:lnTo>
                  <a:lnTo>
                    <a:pt x="247522" y="154926"/>
                  </a:lnTo>
                  <a:lnTo>
                    <a:pt x="250439" y="153203"/>
                  </a:lnTo>
                  <a:lnTo>
                    <a:pt x="252593" y="153392"/>
                  </a:lnTo>
                  <a:lnTo>
                    <a:pt x="254366" y="154189"/>
                  </a:lnTo>
                  <a:lnTo>
                    <a:pt x="255064" y="154502"/>
                  </a:lnTo>
                  <a:lnTo>
                    <a:pt x="260030" y="156732"/>
                  </a:lnTo>
                  <a:lnTo>
                    <a:pt x="266583" y="159674"/>
                  </a:lnTo>
                  <a:lnTo>
                    <a:pt x="266150" y="160610"/>
                  </a:lnTo>
                  <a:lnTo>
                    <a:pt x="269507" y="162344"/>
                  </a:lnTo>
                  <a:lnTo>
                    <a:pt x="278081" y="166772"/>
                  </a:lnTo>
                  <a:lnTo>
                    <a:pt x="287780" y="171782"/>
                  </a:lnTo>
                  <a:lnTo>
                    <a:pt x="289410" y="172624"/>
                  </a:lnTo>
                  <a:lnTo>
                    <a:pt x="291115" y="173113"/>
                  </a:lnTo>
                  <a:lnTo>
                    <a:pt x="301669" y="176146"/>
                  </a:lnTo>
                  <a:lnTo>
                    <a:pt x="302114" y="176284"/>
                  </a:lnTo>
                  <a:lnTo>
                    <a:pt x="308102" y="178150"/>
                  </a:lnTo>
                  <a:lnTo>
                    <a:pt x="311406" y="179523"/>
                  </a:lnTo>
                  <a:lnTo>
                    <a:pt x="313778" y="180509"/>
                  </a:lnTo>
                  <a:lnTo>
                    <a:pt x="315647" y="176427"/>
                  </a:lnTo>
                  <a:lnTo>
                    <a:pt x="316945" y="173857"/>
                  </a:lnTo>
                  <a:lnTo>
                    <a:pt x="318666" y="174574"/>
                  </a:lnTo>
                  <a:lnTo>
                    <a:pt x="328127" y="178513"/>
                  </a:lnTo>
                  <a:lnTo>
                    <a:pt x="328333" y="178599"/>
                  </a:lnTo>
                  <a:lnTo>
                    <a:pt x="339895" y="183413"/>
                  </a:lnTo>
                  <a:lnTo>
                    <a:pt x="339039" y="185474"/>
                  </a:lnTo>
                  <a:lnTo>
                    <a:pt x="347401" y="189527"/>
                  </a:lnTo>
                  <a:lnTo>
                    <a:pt x="347716" y="189680"/>
                  </a:lnTo>
                  <a:lnTo>
                    <a:pt x="360373" y="195816"/>
                  </a:lnTo>
                  <a:lnTo>
                    <a:pt x="360785" y="196015"/>
                  </a:lnTo>
                  <a:lnTo>
                    <a:pt x="372675" y="201780"/>
                  </a:lnTo>
                  <a:lnTo>
                    <a:pt x="370265" y="206984"/>
                  </a:lnTo>
                  <a:lnTo>
                    <a:pt x="382995" y="212634"/>
                  </a:lnTo>
                  <a:lnTo>
                    <a:pt x="382068" y="214450"/>
                  </a:lnTo>
                  <a:lnTo>
                    <a:pt x="378493" y="221456"/>
                  </a:lnTo>
                  <a:lnTo>
                    <a:pt x="380648" y="222544"/>
                  </a:lnTo>
                  <a:lnTo>
                    <a:pt x="390779" y="227657"/>
                  </a:lnTo>
                  <a:lnTo>
                    <a:pt x="389886" y="229261"/>
                  </a:lnTo>
                  <a:lnTo>
                    <a:pt x="402247" y="235083"/>
                  </a:lnTo>
                  <a:lnTo>
                    <a:pt x="402392" y="235151"/>
                  </a:lnTo>
                  <a:lnTo>
                    <a:pt x="403717" y="235775"/>
                  </a:lnTo>
                  <a:lnTo>
                    <a:pt x="406971" y="237307"/>
                  </a:lnTo>
                  <a:lnTo>
                    <a:pt x="413087" y="240188"/>
                  </a:lnTo>
                  <a:lnTo>
                    <a:pt x="417630" y="242327"/>
                  </a:lnTo>
                  <a:lnTo>
                    <a:pt x="429478" y="249138"/>
                  </a:lnTo>
                  <a:lnTo>
                    <a:pt x="438682" y="263833"/>
                  </a:lnTo>
                  <a:lnTo>
                    <a:pt x="442792" y="269916"/>
                  </a:lnTo>
                  <a:lnTo>
                    <a:pt x="480904" y="246401"/>
                  </a:lnTo>
                  <a:lnTo>
                    <a:pt x="494589" y="268884"/>
                  </a:lnTo>
                  <a:lnTo>
                    <a:pt x="443921" y="301533"/>
                  </a:lnTo>
                  <a:lnTo>
                    <a:pt x="441213" y="303279"/>
                  </a:lnTo>
                  <a:lnTo>
                    <a:pt x="455878" y="326291"/>
                  </a:lnTo>
                  <a:lnTo>
                    <a:pt x="470066" y="349495"/>
                  </a:lnTo>
                  <a:lnTo>
                    <a:pt x="474620" y="356944"/>
                  </a:lnTo>
                  <a:lnTo>
                    <a:pt x="478982" y="364079"/>
                  </a:lnTo>
                  <a:lnTo>
                    <a:pt x="473336" y="367459"/>
                  </a:lnTo>
                  <a:lnTo>
                    <a:pt x="470639" y="369074"/>
                  </a:lnTo>
                  <a:lnTo>
                    <a:pt x="462714" y="361421"/>
                  </a:lnTo>
                  <a:lnTo>
                    <a:pt x="461686" y="360051"/>
                  </a:lnTo>
                  <a:lnTo>
                    <a:pt x="459994" y="357795"/>
                  </a:lnTo>
                  <a:lnTo>
                    <a:pt x="450188" y="344722"/>
                  </a:lnTo>
                  <a:lnTo>
                    <a:pt x="447199" y="340737"/>
                  </a:lnTo>
                  <a:lnTo>
                    <a:pt x="445600" y="338532"/>
                  </a:lnTo>
                  <a:lnTo>
                    <a:pt x="437577" y="327468"/>
                  </a:lnTo>
                  <a:lnTo>
                    <a:pt x="435777" y="324984"/>
                  </a:lnTo>
                  <a:lnTo>
                    <a:pt x="435036" y="323963"/>
                  </a:lnTo>
                  <a:lnTo>
                    <a:pt x="433755" y="322197"/>
                  </a:lnTo>
                  <a:lnTo>
                    <a:pt x="433332" y="321613"/>
                  </a:lnTo>
                  <a:lnTo>
                    <a:pt x="430231" y="31733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10557" y="3561377"/>
              <a:ext cx="476766" cy="486873"/>
            </a:xfrm>
            <a:custGeom>
              <a:avLst/>
              <a:pathLst>
                <a:path w="476766" h="486873">
                  <a:moveTo>
                    <a:pt x="296565" y="119101"/>
                  </a:moveTo>
                  <a:lnTo>
                    <a:pt x="310717" y="143207"/>
                  </a:lnTo>
                  <a:lnTo>
                    <a:pt x="348632" y="120796"/>
                  </a:lnTo>
                  <a:lnTo>
                    <a:pt x="358027" y="115242"/>
                  </a:lnTo>
                  <a:lnTo>
                    <a:pt x="384318" y="99701"/>
                  </a:lnTo>
                  <a:lnTo>
                    <a:pt x="393595" y="115555"/>
                  </a:lnTo>
                  <a:lnTo>
                    <a:pt x="399288" y="125282"/>
                  </a:lnTo>
                  <a:lnTo>
                    <a:pt x="399982" y="126468"/>
                  </a:lnTo>
                  <a:lnTo>
                    <a:pt x="400416" y="127210"/>
                  </a:lnTo>
                  <a:lnTo>
                    <a:pt x="416852" y="155298"/>
                  </a:lnTo>
                  <a:lnTo>
                    <a:pt x="428374" y="174987"/>
                  </a:lnTo>
                  <a:lnTo>
                    <a:pt x="438126" y="191724"/>
                  </a:lnTo>
                  <a:lnTo>
                    <a:pt x="443501" y="200948"/>
                  </a:lnTo>
                  <a:lnTo>
                    <a:pt x="454302" y="219486"/>
                  </a:lnTo>
                  <a:lnTo>
                    <a:pt x="461138" y="231218"/>
                  </a:lnTo>
                  <a:lnTo>
                    <a:pt x="471493" y="248990"/>
                  </a:lnTo>
                  <a:lnTo>
                    <a:pt x="476766" y="259405"/>
                  </a:lnTo>
                  <a:lnTo>
                    <a:pt x="332554" y="345016"/>
                  </a:lnTo>
                  <a:lnTo>
                    <a:pt x="189586" y="429888"/>
                  </a:lnTo>
                  <a:lnTo>
                    <a:pt x="157898" y="448666"/>
                  </a:lnTo>
                  <a:lnTo>
                    <a:pt x="93210" y="486873"/>
                  </a:lnTo>
                  <a:lnTo>
                    <a:pt x="87290" y="476860"/>
                  </a:lnTo>
                  <a:lnTo>
                    <a:pt x="82870" y="469384"/>
                  </a:lnTo>
                  <a:lnTo>
                    <a:pt x="70439" y="448358"/>
                  </a:lnTo>
                  <a:lnTo>
                    <a:pt x="56868" y="425404"/>
                  </a:lnTo>
                  <a:lnTo>
                    <a:pt x="43329" y="402506"/>
                  </a:lnTo>
                  <a:lnTo>
                    <a:pt x="43036" y="402006"/>
                  </a:lnTo>
                  <a:lnTo>
                    <a:pt x="28847" y="377774"/>
                  </a:lnTo>
                  <a:lnTo>
                    <a:pt x="15547" y="355061"/>
                  </a:lnTo>
                  <a:lnTo>
                    <a:pt x="594" y="329526"/>
                  </a:lnTo>
                  <a:lnTo>
                    <a:pt x="0" y="328511"/>
                  </a:lnTo>
                  <a:lnTo>
                    <a:pt x="24044" y="313883"/>
                  </a:lnTo>
                  <a:lnTo>
                    <a:pt x="46240" y="300379"/>
                  </a:lnTo>
                  <a:lnTo>
                    <a:pt x="58248" y="293074"/>
                  </a:lnTo>
                  <a:lnTo>
                    <a:pt x="94771" y="270853"/>
                  </a:lnTo>
                  <a:lnTo>
                    <a:pt x="84134" y="253209"/>
                  </a:lnTo>
                  <a:lnTo>
                    <a:pt x="79633" y="245468"/>
                  </a:lnTo>
                  <a:lnTo>
                    <a:pt x="56399" y="205510"/>
                  </a:lnTo>
                  <a:lnTo>
                    <a:pt x="53600" y="200771"/>
                  </a:lnTo>
                  <a:lnTo>
                    <a:pt x="52607" y="199090"/>
                  </a:lnTo>
                  <a:lnTo>
                    <a:pt x="50584" y="195665"/>
                  </a:lnTo>
                  <a:lnTo>
                    <a:pt x="34178" y="167888"/>
                  </a:lnTo>
                  <a:lnTo>
                    <a:pt x="28073" y="157551"/>
                  </a:lnTo>
                  <a:lnTo>
                    <a:pt x="25435" y="152970"/>
                  </a:lnTo>
                  <a:lnTo>
                    <a:pt x="18165" y="140343"/>
                  </a:lnTo>
                  <a:lnTo>
                    <a:pt x="15089" y="135001"/>
                  </a:lnTo>
                  <a:lnTo>
                    <a:pt x="10765" y="127489"/>
                  </a:lnTo>
                  <a:lnTo>
                    <a:pt x="17687" y="123458"/>
                  </a:lnTo>
                  <a:lnTo>
                    <a:pt x="59372" y="99181"/>
                  </a:lnTo>
                  <a:lnTo>
                    <a:pt x="59778" y="98945"/>
                  </a:lnTo>
                  <a:lnTo>
                    <a:pt x="82846" y="85511"/>
                  </a:lnTo>
                  <a:lnTo>
                    <a:pt x="83377" y="85202"/>
                  </a:lnTo>
                  <a:lnTo>
                    <a:pt x="106283" y="71725"/>
                  </a:lnTo>
                  <a:lnTo>
                    <a:pt x="107642" y="70925"/>
                  </a:lnTo>
                  <a:lnTo>
                    <a:pt x="154499" y="42091"/>
                  </a:lnTo>
                  <a:lnTo>
                    <a:pt x="156440" y="40897"/>
                  </a:lnTo>
                  <a:lnTo>
                    <a:pt x="179917" y="27223"/>
                  </a:lnTo>
                  <a:lnTo>
                    <a:pt x="203983" y="13206"/>
                  </a:lnTo>
                  <a:lnTo>
                    <a:pt x="226784" y="0"/>
                  </a:lnTo>
                  <a:lnTo>
                    <a:pt x="241319" y="24840"/>
                  </a:lnTo>
                  <a:lnTo>
                    <a:pt x="241855" y="25756"/>
                  </a:lnTo>
                  <a:lnTo>
                    <a:pt x="242731" y="27253"/>
                  </a:lnTo>
                  <a:lnTo>
                    <a:pt x="254430" y="47246"/>
                  </a:lnTo>
                  <a:lnTo>
                    <a:pt x="268759" y="71734"/>
                  </a:lnTo>
                  <a:lnTo>
                    <a:pt x="282477" y="95102"/>
                  </a:lnTo>
                  <a:lnTo>
                    <a:pt x="294827" y="1161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00144" y="3790667"/>
              <a:ext cx="428994" cy="504634"/>
            </a:xfrm>
            <a:custGeom>
              <a:avLst/>
              <a:pathLst>
                <a:path w="428994" h="504634">
                  <a:moveTo>
                    <a:pt x="226516" y="476990"/>
                  </a:moveTo>
                  <a:lnTo>
                    <a:pt x="179051" y="504634"/>
                  </a:lnTo>
                  <a:lnTo>
                    <a:pt x="178856" y="504300"/>
                  </a:lnTo>
                  <a:lnTo>
                    <a:pt x="164460" y="479531"/>
                  </a:lnTo>
                  <a:lnTo>
                    <a:pt x="137460" y="433080"/>
                  </a:lnTo>
                  <a:lnTo>
                    <a:pt x="136396" y="431248"/>
                  </a:lnTo>
                  <a:lnTo>
                    <a:pt x="110353" y="386443"/>
                  </a:lnTo>
                  <a:lnTo>
                    <a:pt x="109787" y="385483"/>
                  </a:lnTo>
                  <a:lnTo>
                    <a:pt x="109465" y="384937"/>
                  </a:lnTo>
                  <a:lnTo>
                    <a:pt x="95024" y="360471"/>
                  </a:lnTo>
                  <a:lnTo>
                    <a:pt x="94464" y="359522"/>
                  </a:lnTo>
                  <a:lnTo>
                    <a:pt x="80148" y="335267"/>
                  </a:lnTo>
                  <a:lnTo>
                    <a:pt x="79363" y="333938"/>
                  </a:lnTo>
                  <a:lnTo>
                    <a:pt x="52375" y="288213"/>
                  </a:lnTo>
                  <a:lnTo>
                    <a:pt x="51572" y="286852"/>
                  </a:lnTo>
                  <a:lnTo>
                    <a:pt x="24870" y="241613"/>
                  </a:lnTo>
                  <a:lnTo>
                    <a:pt x="23933" y="240105"/>
                  </a:lnTo>
                  <a:lnTo>
                    <a:pt x="10844" y="219055"/>
                  </a:lnTo>
                  <a:lnTo>
                    <a:pt x="7177" y="212433"/>
                  </a:lnTo>
                  <a:lnTo>
                    <a:pt x="0" y="200597"/>
                  </a:lnTo>
                  <a:lnTo>
                    <a:pt x="142968" y="115725"/>
                  </a:lnTo>
                  <a:lnTo>
                    <a:pt x="287179" y="30115"/>
                  </a:lnTo>
                  <a:lnTo>
                    <a:pt x="337880" y="0"/>
                  </a:lnTo>
                  <a:lnTo>
                    <a:pt x="357727" y="37944"/>
                  </a:lnTo>
                  <a:lnTo>
                    <a:pt x="359800" y="41509"/>
                  </a:lnTo>
                  <a:lnTo>
                    <a:pt x="373016" y="64089"/>
                  </a:lnTo>
                  <a:lnTo>
                    <a:pt x="386595" y="86927"/>
                  </a:lnTo>
                  <a:lnTo>
                    <a:pt x="387392" y="88316"/>
                  </a:lnTo>
                  <a:lnTo>
                    <a:pt x="400523" y="111193"/>
                  </a:lnTo>
                  <a:lnTo>
                    <a:pt x="413544" y="133880"/>
                  </a:lnTo>
                  <a:lnTo>
                    <a:pt x="428994" y="160797"/>
                  </a:lnTo>
                  <a:lnTo>
                    <a:pt x="428790" y="160920"/>
                  </a:lnTo>
                  <a:lnTo>
                    <a:pt x="427860" y="161475"/>
                  </a:lnTo>
                  <a:lnTo>
                    <a:pt x="407272" y="173767"/>
                  </a:lnTo>
                  <a:lnTo>
                    <a:pt x="406788" y="174056"/>
                  </a:lnTo>
                  <a:lnTo>
                    <a:pt x="380780" y="189584"/>
                  </a:lnTo>
                  <a:lnTo>
                    <a:pt x="356043" y="204354"/>
                  </a:lnTo>
                  <a:lnTo>
                    <a:pt x="355669" y="204577"/>
                  </a:lnTo>
                  <a:lnTo>
                    <a:pt x="331012" y="219298"/>
                  </a:lnTo>
                  <a:lnTo>
                    <a:pt x="309473" y="232158"/>
                  </a:lnTo>
                  <a:lnTo>
                    <a:pt x="285884" y="246242"/>
                  </a:lnTo>
                  <a:lnTo>
                    <a:pt x="284513" y="247061"/>
                  </a:lnTo>
                  <a:lnTo>
                    <a:pt x="243183" y="271544"/>
                  </a:lnTo>
                  <a:lnTo>
                    <a:pt x="236306" y="275735"/>
                  </a:lnTo>
                  <a:lnTo>
                    <a:pt x="243183" y="287408"/>
                  </a:lnTo>
                  <a:lnTo>
                    <a:pt x="251183" y="300988"/>
                  </a:lnTo>
                  <a:lnTo>
                    <a:pt x="278547" y="347887"/>
                  </a:lnTo>
                  <a:lnTo>
                    <a:pt x="279687" y="349837"/>
                  </a:lnTo>
                  <a:lnTo>
                    <a:pt x="306059" y="394930"/>
                  </a:lnTo>
                  <a:lnTo>
                    <a:pt x="321649" y="421586"/>
                  </a:lnTo>
                  <a:lnTo>
                    <a:pt x="274226" y="449205"/>
                  </a:lnTo>
                  <a:lnTo>
                    <a:pt x="251087" y="46268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37342" y="3432457"/>
              <a:ext cx="559323" cy="388325"/>
            </a:xfrm>
            <a:custGeom>
              <a:avLst/>
              <a:pathLst>
                <a:path w="559323" h="388325">
                  <a:moveTo>
                    <a:pt x="301701" y="143034"/>
                  </a:moveTo>
                  <a:lnTo>
                    <a:pt x="301885" y="143294"/>
                  </a:lnTo>
                  <a:lnTo>
                    <a:pt x="321983" y="131414"/>
                  </a:lnTo>
                  <a:lnTo>
                    <a:pt x="326022" y="128990"/>
                  </a:lnTo>
                  <a:lnTo>
                    <a:pt x="370830" y="102097"/>
                  </a:lnTo>
                  <a:lnTo>
                    <a:pt x="373024" y="100780"/>
                  </a:lnTo>
                  <a:lnTo>
                    <a:pt x="373377" y="100569"/>
                  </a:lnTo>
                  <a:lnTo>
                    <a:pt x="419988" y="72594"/>
                  </a:lnTo>
                  <a:lnTo>
                    <a:pt x="460067" y="46898"/>
                  </a:lnTo>
                  <a:lnTo>
                    <a:pt x="460553" y="46587"/>
                  </a:lnTo>
                  <a:lnTo>
                    <a:pt x="461694" y="48585"/>
                  </a:lnTo>
                  <a:lnTo>
                    <a:pt x="470762" y="64463"/>
                  </a:lnTo>
                  <a:lnTo>
                    <a:pt x="483467" y="86710"/>
                  </a:lnTo>
                  <a:lnTo>
                    <a:pt x="485677" y="90579"/>
                  </a:lnTo>
                  <a:lnTo>
                    <a:pt x="546364" y="196842"/>
                  </a:lnTo>
                  <a:lnTo>
                    <a:pt x="559323" y="219388"/>
                  </a:lnTo>
                  <a:lnTo>
                    <a:pt x="558145" y="220090"/>
                  </a:lnTo>
                  <a:lnTo>
                    <a:pt x="543398" y="228993"/>
                  </a:lnTo>
                  <a:lnTo>
                    <a:pt x="518311" y="244138"/>
                  </a:lnTo>
                  <a:lnTo>
                    <a:pt x="515548" y="245806"/>
                  </a:lnTo>
                  <a:lnTo>
                    <a:pt x="514731" y="246299"/>
                  </a:lnTo>
                  <a:lnTo>
                    <a:pt x="513426" y="247077"/>
                  </a:lnTo>
                  <a:lnTo>
                    <a:pt x="495159" y="257961"/>
                  </a:lnTo>
                  <a:lnTo>
                    <a:pt x="492842" y="259342"/>
                  </a:lnTo>
                  <a:lnTo>
                    <a:pt x="486686" y="263009"/>
                  </a:lnTo>
                  <a:lnTo>
                    <a:pt x="485390" y="263781"/>
                  </a:lnTo>
                  <a:lnTo>
                    <a:pt x="446147" y="287163"/>
                  </a:lnTo>
                  <a:lnTo>
                    <a:pt x="441515" y="279207"/>
                  </a:lnTo>
                  <a:lnTo>
                    <a:pt x="436794" y="271099"/>
                  </a:lnTo>
                  <a:lnTo>
                    <a:pt x="433504" y="265449"/>
                  </a:lnTo>
                  <a:lnTo>
                    <a:pt x="415670" y="276261"/>
                  </a:lnTo>
                  <a:lnTo>
                    <a:pt x="414107" y="277208"/>
                  </a:lnTo>
                  <a:lnTo>
                    <a:pt x="413296" y="277700"/>
                  </a:lnTo>
                  <a:lnTo>
                    <a:pt x="386825" y="294039"/>
                  </a:lnTo>
                  <a:lnTo>
                    <a:pt x="392431" y="303713"/>
                  </a:lnTo>
                  <a:lnTo>
                    <a:pt x="300682" y="358210"/>
                  </a:lnTo>
                  <a:lnTo>
                    <a:pt x="249981" y="388325"/>
                  </a:lnTo>
                  <a:lnTo>
                    <a:pt x="244708" y="377909"/>
                  </a:lnTo>
                  <a:lnTo>
                    <a:pt x="234353" y="360137"/>
                  </a:lnTo>
                  <a:lnTo>
                    <a:pt x="227517" y="348405"/>
                  </a:lnTo>
                  <a:lnTo>
                    <a:pt x="216716" y="329867"/>
                  </a:lnTo>
                  <a:lnTo>
                    <a:pt x="211342" y="320643"/>
                  </a:lnTo>
                  <a:lnTo>
                    <a:pt x="201539" y="303819"/>
                  </a:lnTo>
                  <a:lnTo>
                    <a:pt x="190068" y="284217"/>
                  </a:lnTo>
                  <a:lnTo>
                    <a:pt x="173631" y="256129"/>
                  </a:lnTo>
                  <a:lnTo>
                    <a:pt x="173197" y="255387"/>
                  </a:lnTo>
                  <a:lnTo>
                    <a:pt x="172503" y="254202"/>
                  </a:lnTo>
                  <a:lnTo>
                    <a:pt x="166810" y="244474"/>
                  </a:lnTo>
                  <a:lnTo>
                    <a:pt x="157533" y="228621"/>
                  </a:lnTo>
                  <a:lnTo>
                    <a:pt x="131242" y="244161"/>
                  </a:lnTo>
                  <a:lnTo>
                    <a:pt x="121845" y="249716"/>
                  </a:lnTo>
                  <a:lnTo>
                    <a:pt x="83932" y="272126"/>
                  </a:lnTo>
                  <a:lnTo>
                    <a:pt x="69780" y="248020"/>
                  </a:lnTo>
                  <a:lnTo>
                    <a:pt x="68042" y="245059"/>
                  </a:lnTo>
                  <a:lnTo>
                    <a:pt x="55692" y="224022"/>
                  </a:lnTo>
                  <a:lnTo>
                    <a:pt x="41974" y="200654"/>
                  </a:lnTo>
                  <a:lnTo>
                    <a:pt x="27645" y="176165"/>
                  </a:lnTo>
                  <a:lnTo>
                    <a:pt x="15947" y="156172"/>
                  </a:lnTo>
                  <a:lnTo>
                    <a:pt x="15071" y="154676"/>
                  </a:lnTo>
                  <a:lnTo>
                    <a:pt x="14534" y="153759"/>
                  </a:lnTo>
                  <a:lnTo>
                    <a:pt x="0" y="128919"/>
                  </a:lnTo>
                  <a:lnTo>
                    <a:pt x="2502" y="127469"/>
                  </a:lnTo>
                  <a:lnTo>
                    <a:pt x="25020" y="113557"/>
                  </a:lnTo>
                  <a:lnTo>
                    <a:pt x="25343" y="113367"/>
                  </a:lnTo>
                  <a:lnTo>
                    <a:pt x="46577" y="100883"/>
                  </a:lnTo>
                  <a:lnTo>
                    <a:pt x="72870" y="85424"/>
                  </a:lnTo>
                  <a:lnTo>
                    <a:pt x="74438" y="84502"/>
                  </a:lnTo>
                  <a:lnTo>
                    <a:pt x="97237" y="70993"/>
                  </a:lnTo>
                  <a:lnTo>
                    <a:pt x="122585" y="55973"/>
                  </a:lnTo>
                  <a:lnTo>
                    <a:pt x="144393" y="43051"/>
                  </a:lnTo>
                  <a:lnTo>
                    <a:pt x="146233" y="41961"/>
                  </a:lnTo>
                  <a:lnTo>
                    <a:pt x="169324" y="28563"/>
                  </a:lnTo>
                  <a:lnTo>
                    <a:pt x="202250" y="8999"/>
                  </a:lnTo>
                  <a:lnTo>
                    <a:pt x="215504" y="1123"/>
                  </a:lnTo>
                  <a:lnTo>
                    <a:pt x="21739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20809" y="3370028"/>
              <a:ext cx="422521" cy="480095"/>
            </a:xfrm>
            <a:custGeom>
              <a:avLst/>
              <a:pathLst>
                <a:path w="422521" h="480095">
                  <a:moveTo>
                    <a:pt x="339659" y="58622"/>
                  </a:moveTo>
                  <a:lnTo>
                    <a:pt x="348239" y="76318"/>
                  </a:lnTo>
                  <a:lnTo>
                    <a:pt x="356477" y="94744"/>
                  </a:lnTo>
                  <a:lnTo>
                    <a:pt x="362322" y="115790"/>
                  </a:lnTo>
                  <a:lnTo>
                    <a:pt x="364008" y="124761"/>
                  </a:lnTo>
                  <a:lnTo>
                    <a:pt x="364794" y="144237"/>
                  </a:lnTo>
                  <a:lnTo>
                    <a:pt x="371337" y="193822"/>
                  </a:lnTo>
                  <a:lnTo>
                    <a:pt x="387357" y="250687"/>
                  </a:lnTo>
                  <a:lnTo>
                    <a:pt x="392102" y="267529"/>
                  </a:lnTo>
                  <a:lnTo>
                    <a:pt x="398361" y="290262"/>
                  </a:lnTo>
                  <a:lnTo>
                    <a:pt x="403000" y="307114"/>
                  </a:lnTo>
                  <a:lnTo>
                    <a:pt x="410065" y="332775"/>
                  </a:lnTo>
                  <a:lnTo>
                    <a:pt x="415816" y="353663"/>
                  </a:lnTo>
                  <a:lnTo>
                    <a:pt x="422521" y="377522"/>
                  </a:lnTo>
                  <a:lnTo>
                    <a:pt x="390156" y="386346"/>
                  </a:lnTo>
                  <a:lnTo>
                    <a:pt x="388943" y="386677"/>
                  </a:lnTo>
                  <a:lnTo>
                    <a:pt x="367899" y="392609"/>
                  </a:lnTo>
                  <a:lnTo>
                    <a:pt x="366338" y="393048"/>
                  </a:lnTo>
                  <a:lnTo>
                    <a:pt x="318223" y="406705"/>
                  </a:lnTo>
                  <a:lnTo>
                    <a:pt x="317585" y="406886"/>
                  </a:lnTo>
                  <a:lnTo>
                    <a:pt x="307953" y="410189"/>
                  </a:lnTo>
                  <a:lnTo>
                    <a:pt x="298848" y="414214"/>
                  </a:lnTo>
                  <a:lnTo>
                    <a:pt x="289709" y="418890"/>
                  </a:lnTo>
                  <a:lnTo>
                    <a:pt x="289294" y="419102"/>
                  </a:lnTo>
                  <a:lnTo>
                    <a:pt x="268566" y="431223"/>
                  </a:lnTo>
                  <a:lnTo>
                    <a:pt x="247425" y="443586"/>
                  </a:lnTo>
                  <a:lnTo>
                    <a:pt x="247238" y="443695"/>
                  </a:lnTo>
                  <a:lnTo>
                    <a:pt x="247059" y="443800"/>
                  </a:lnTo>
                  <a:lnTo>
                    <a:pt x="228111" y="455414"/>
                  </a:lnTo>
                  <a:lnTo>
                    <a:pt x="227728" y="455650"/>
                  </a:lnTo>
                  <a:lnTo>
                    <a:pt x="210402" y="466111"/>
                  </a:lnTo>
                  <a:lnTo>
                    <a:pt x="189825" y="480095"/>
                  </a:lnTo>
                  <a:lnTo>
                    <a:pt x="75856" y="281817"/>
                  </a:lnTo>
                  <a:lnTo>
                    <a:pt x="62897" y="259271"/>
                  </a:lnTo>
                  <a:lnTo>
                    <a:pt x="2209" y="153008"/>
                  </a:lnTo>
                  <a:lnTo>
                    <a:pt x="0" y="149139"/>
                  </a:lnTo>
                  <a:lnTo>
                    <a:pt x="13746" y="131882"/>
                  </a:lnTo>
                  <a:lnTo>
                    <a:pt x="19193" y="124541"/>
                  </a:lnTo>
                  <a:lnTo>
                    <a:pt x="24084" y="117948"/>
                  </a:lnTo>
                  <a:lnTo>
                    <a:pt x="24718" y="117093"/>
                  </a:lnTo>
                  <a:lnTo>
                    <a:pt x="24959" y="116772"/>
                  </a:lnTo>
                  <a:lnTo>
                    <a:pt x="33436" y="106893"/>
                  </a:lnTo>
                  <a:lnTo>
                    <a:pt x="39082" y="99064"/>
                  </a:lnTo>
                  <a:lnTo>
                    <a:pt x="55405" y="76433"/>
                  </a:lnTo>
                  <a:lnTo>
                    <a:pt x="71651" y="53907"/>
                  </a:lnTo>
                  <a:lnTo>
                    <a:pt x="72433" y="52824"/>
                  </a:lnTo>
                  <a:lnTo>
                    <a:pt x="73650" y="51250"/>
                  </a:lnTo>
                  <a:lnTo>
                    <a:pt x="90653" y="29275"/>
                  </a:lnTo>
                  <a:lnTo>
                    <a:pt x="104943" y="10806"/>
                  </a:lnTo>
                  <a:lnTo>
                    <a:pt x="105839" y="10247"/>
                  </a:lnTo>
                  <a:lnTo>
                    <a:pt x="106134" y="10064"/>
                  </a:lnTo>
                  <a:lnTo>
                    <a:pt x="112004" y="6401"/>
                  </a:lnTo>
                  <a:lnTo>
                    <a:pt x="120034" y="1391"/>
                  </a:lnTo>
                  <a:lnTo>
                    <a:pt x="122266" y="0"/>
                  </a:lnTo>
                  <a:lnTo>
                    <a:pt x="154688" y="24421"/>
                  </a:lnTo>
                  <a:lnTo>
                    <a:pt x="181329" y="44502"/>
                  </a:lnTo>
                  <a:lnTo>
                    <a:pt x="182505" y="45389"/>
                  </a:lnTo>
                  <a:lnTo>
                    <a:pt x="257062" y="101587"/>
                  </a:lnTo>
                  <a:lnTo>
                    <a:pt x="258203" y="100913"/>
                  </a:lnTo>
                  <a:lnTo>
                    <a:pt x="289394" y="82478"/>
                  </a:lnTo>
                  <a:lnTo>
                    <a:pt x="298217" y="77263"/>
                  </a:lnTo>
                  <a:lnTo>
                    <a:pt x="301580" y="75275"/>
                  </a:lnTo>
                  <a:lnTo>
                    <a:pt x="324196" y="61909"/>
                  </a:lnTo>
                  <a:lnTo>
                    <a:pt x="330617" y="58114"/>
                  </a:lnTo>
                  <a:lnTo>
                    <a:pt x="337454" y="5407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858405" y="4101816"/>
              <a:ext cx="433196" cy="409678"/>
            </a:xfrm>
            <a:custGeom>
              <a:avLst/>
              <a:pathLst>
                <a:path w="433196" h="409678">
                  <a:moveTo>
                    <a:pt x="371565" y="124699"/>
                  </a:moveTo>
                  <a:lnTo>
                    <a:pt x="401232" y="176355"/>
                  </a:lnTo>
                  <a:lnTo>
                    <a:pt x="417872" y="203622"/>
                  </a:lnTo>
                  <a:lnTo>
                    <a:pt x="433196" y="229635"/>
                  </a:lnTo>
                  <a:lnTo>
                    <a:pt x="418635" y="238283"/>
                  </a:lnTo>
                  <a:lnTo>
                    <a:pt x="415151" y="240353"/>
                  </a:lnTo>
                  <a:lnTo>
                    <a:pt x="392951" y="253539"/>
                  </a:lnTo>
                  <a:lnTo>
                    <a:pt x="366997" y="268955"/>
                  </a:lnTo>
                  <a:lnTo>
                    <a:pt x="365620" y="269773"/>
                  </a:lnTo>
                  <a:lnTo>
                    <a:pt x="341153" y="284305"/>
                  </a:lnTo>
                  <a:lnTo>
                    <a:pt x="317366" y="298434"/>
                  </a:lnTo>
                  <a:lnTo>
                    <a:pt x="315808" y="299359"/>
                  </a:lnTo>
                  <a:lnTo>
                    <a:pt x="315289" y="299667"/>
                  </a:lnTo>
                  <a:lnTo>
                    <a:pt x="314707" y="300010"/>
                  </a:lnTo>
                  <a:lnTo>
                    <a:pt x="294189" y="312087"/>
                  </a:lnTo>
                  <a:lnTo>
                    <a:pt x="276999" y="322206"/>
                  </a:lnTo>
                  <a:lnTo>
                    <a:pt x="261168" y="331423"/>
                  </a:lnTo>
                  <a:lnTo>
                    <a:pt x="238612" y="344555"/>
                  </a:lnTo>
                  <a:lnTo>
                    <a:pt x="237729" y="345069"/>
                  </a:lnTo>
                  <a:lnTo>
                    <a:pt x="236058" y="346042"/>
                  </a:lnTo>
                  <a:lnTo>
                    <a:pt x="186516" y="375203"/>
                  </a:lnTo>
                  <a:lnTo>
                    <a:pt x="186348" y="375302"/>
                  </a:lnTo>
                  <a:lnTo>
                    <a:pt x="184736" y="376251"/>
                  </a:lnTo>
                  <a:lnTo>
                    <a:pt x="129208" y="409678"/>
                  </a:lnTo>
                  <a:lnTo>
                    <a:pt x="114885" y="383284"/>
                  </a:lnTo>
                  <a:lnTo>
                    <a:pt x="114635" y="382823"/>
                  </a:lnTo>
                  <a:lnTo>
                    <a:pt x="106650" y="368108"/>
                  </a:lnTo>
                  <a:lnTo>
                    <a:pt x="100261" y="356578"/>
                  </a:lnTo>
                  <a:lnTo>
                    <a:pt x="68707" y="298841"/>
                  </a:lnTo>
                  <a:lnTo>
                    <a:pt x="67073" y="295838"/>
                  </a:lnTo>
                  <a:lnTo>
                    <a:pt x="36530" y="239723"/>
                  </a:lnTo>
                  <a:lnTo>
                    <a:pt x="34710" y="236384"/>
                  </a:lnTo>
                  <a:lnTo>
                    <a:pt x="34294" y="235620"/>
                  </a:lnTo>
                  <a:lnTo>
                    <a:pt x="19567" y="208603"/>
                  </a:lnTo>
                  <a:lnTo>
                    <a:pt x="19216" y="207960"/>
                  </a:lnTo>
                  <a:lnTo>
                    <a:pt x="6599" y="184814"/>
                  </a:lnTo>
                  <a:lnTo>
                    <a:pt x="5987" y="183690"/>
                  </a:lnTo>
                  <a:lnTo>
                    <a:pt x="0" y="176043"/>
                  </a:lnTo>
                  <a:lnTo>
                    <a:pt x="7680" y="171535"/>
                  </a:lnTo>
                  <a:lnTo>
                    <a:pt x="299947" y="0"/>
                  </a:lnTo>
                  <a:lnTo>
                    <a:pt x="329891" y="521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487934" y="4281593"/>
              <a:ext cx="428212" cy="625150"/>
            </a:xfrm>
            <a:custGeom>
              <a:avLst/>
              <a:pathLst>
                <a:path w="428212" h="625150">
                  <a:moveTo>
                    <a:pt x="207297" y="604728"/>
                  </a:moveTo>
                  <a:lnTo>
                    <a:pt x="206646" y="604476"/>
                  </a:lnTo>
                  <a:lnTo>
                    <a:pt x="152183" y="583331"/>
                  </a:lnTo>
                  <a:lnTo>
                    <a:pt x="136571" y="577271"/>
                  </a:lnTo>
                  <a:lnTo>
                    <a:pt x="136139" y="577103"/>
                  </a:lnTo>
                  <a:lnTo>
                    <a:pt x="134076" y="576302"/>
                  </a:lnTo>
                  <a:lnTo>
                    <a:pt x="118993" y="595707"/>
                  </a:lnTo>
                  <a:lnTo>
                    <a:pt x="107358" y="604073"/>
                  </a:lnTo>
                  <a:lnTo>
                    <a:pt x="88823" y="571814"/>
                  </a:lnTo>
                  <a:lnTo>
                    <a:pt x="67275" y="534983"/>
                  </a:lnTo>
                  <a:lnTo>
                    <a:pt x="66236" y="533206"/>
                  </a:lnTo>
                  <a:lnTo>
                    <a:pt x="29250" y="469986"/>
                  </a:lnTo>
                  <a:lnTo>
                    <a:pt x="24742" y="462280"/>
                  </a:lnTo>
                  <a:lnTo>
                    <a:pt x="14266" y="444374"/>
                  </a:lnTo>
                  <a:lnTo>
                    <a:pt x="517" y="420873"/>
                  </a:lnTo>
                  <a:lnTo>
                    <a:pt x="0" y="419988"/>
                  </a:lnTo>
                  <a:lnTo>
                    <a:pt x="28702" y="402430"/>
                  </a:lnTo>
                  <a:lnTo>
                    <a:pt x="27643" y="400592"/>
                  </a:lnTo>
                  <a:lnTo>
                    <a:pt x="83293" y="367700"/>
                  </a:lnTo>
                  <a:lnTo>
                    <a:pt x="96659" y="359800"/>
                  </a:lnTo>
                  <a:lnTo>
                    <a:pt x="148757" y="329007"/>
                  </a:lnTo>
                  <a:lnTo>
                    <a:pt x="144160" y="321161"/>
                  </a:lnTo>
                  <a:lnTo>
                    <a:pt x="136689" y="308411"/>
                  </a:lnTo>
                  <a:lnTo>
                    <a:pt x="125940" y="290065"/>
                  </a:lnTo>
                  <a:lnTo>
                    <a:pt x="142950" y="278704"/>
                  </a:lnTo>
                  <a:lnTo>
                    <a:pt x="166583" y="263101"/>
                  </a:lnTo>
                  <a:lnTo>
                    <a:pt x="172096" y="251818"/>
                  </a:lnTo>
                  <a:lnTo>
                    <a:pt x="172353" y="251294"/>
                  </a:lnTo>
                  <a:lnTo>
                    <a:pt x="174136" y="247644"/>
                  </a:lnTo>
                  <a:lnTo>
                    <a:pt x="176403" y="243005"/>
                  </a:lnTo>
                  <a:lnTo>
                    <a:pt x="175281" y="242588"/>
                  </a:lnTo>
                  <a:lnTo>
                    <a:pt x="174504" y="242299"/>
                  </a:lnTo>
                  <a:lnTo>
                    <a:pt x="179452" y="230188"/>
                  </a:lnTo>
                  <a:lnTo>
                    <a:pt x="183431" y="220450"/>
                  </a:lnTo>
                  <a:lnTo>
                    <a:pt x="184167" y="216975"/>
                  </a:lnTo>
                  <a:lnTo>
                    <a:pt x="190639" y="200014"/>
                  </a:lnTo>
                  <a:lnTo>
                    <a:pt x="190748" y="199729"/>
                  </a:lnTo>
                  <a:lnTo>
                    <a:pt x="193893" y="191487"/>
                  </a:lnTo>
                  <a:lnTo>
                    <a:pt x="199063" y="177940"/>
                  </a:lnTo>
                  <a:lnTo>
                    <a:pt x="204019" y="164951"/>
                  </a:lnTo>
                  <a:lnTo>
                    <a:pt x="210695" y="147457"/>
                  </a:lnTo>
                  <a:lnTo>
                    <a:pt x="212469" y="142807"/>
                  </a:lnTo>
                  <a:lnTo>
                    <a:pt x="220850" y="120844"/>
                  </a:lnTo>
                  <a:lnTo>
                    <a:pt x="221062" y="120277"/>
                  </a:lnTo>
                  <a:lnTo>
                    <a:pt x="222232" y="117157"/>
                  </a:lnTo>
                  <a:lnTo>
                    <a:pt x="227737" y="102476"/>
                  </a:lnTo>
                  <a:lnTo>
                    <a:pt x="232118" y="90794"/>
                  </a:lnTo>
                  <a:lnTo>
                    <a:pt x="234502" y="84436"/>
                  </a:lnTo>
                  <a:lnTo>
                    <a:pt x="241520" y="65722"/>
                  </a:lnTo>
                  <a:lnTo>
                    <a:pt x="250590" y="41533"/>
                  </a:lnTo>
                  <a:lnTo>
                    <a:pt x="259955" y="16558"/>
                  </a:lnTo>
                  <a:lnTo>
                    <a:pt x="265970" y="520"/>
                  </a:lnTo>
                  <a:lnTo>
                    <a:pt x="266165" y="0"/>
                  </a:lnTo>
                  <a:lnTo>
                    <a:pt x="316596" y="22053"/>
                  </a:lnTo>
                  <a:lnTo>
                    <a:pt x="345396" y="34647"/>
                  </a:lnTo>
                  <a:lnTo>
                    <a:pt x="380084" y="51597"/>
                  </a:lnTo>
                  <a:lnTo>
                    <a:pt x="387608" y="55379"/>
                  </a:lnTo>
                  <a:lnTo>
                    <a:pt x="392601" y="57888"/>
                  </a:lnTo>
                  <a:lnTo>
                    <a:pt x="395280" y="58859"/>
                  </a:lnTo>
                  <a:lnTo>
                    <a:pt x="425347" y="69752"/>
                  </a:lnTo>
                  <a:lnTo>
                    <a:pt x="428212" y="70790"/>
                  </a:lnTo>
                  <a:lnTo>
                    <a:pt x="423707" y="91120"/>
                  </a:lnTo>
                  <a:lnTo>
                    <a:pt x="420343" y="106305"/>
                  </a:lnTo>
                  <a:lnTo>
                    <a:pt x="418839" y="113092"/>
                  </a:lnTo>
                  <a:lnTo>
                    <a:pt x="418338" y="115778"/>
                  </a:lnTo>
                  <a:lnTo>
                    <a:pt x="417622" y="119621"/>
                  </a:lnTo>
                  <a:lnTo>
                    <a:pt x="412746" y="133370"/>
                  </a:lnTo>
                  <a:lnTo>
                    <a:pt x="410184" y="139905"/>
                  </a:lnTo>
                  <a:lnTo>
                    <a:pt x="402251" y="160139"/>
                  </a:lnTo>
                  <a:lnTo>
                    <a:pt x="391862" y="186638"/>
                  </a:lnTo>
                  <a:lnTo>
                    <a:pt x="390607" y="189918"/>
                  </a:lnTo>
                  <a:lnTo>
                    <a:pt x="384067" y="207001"/>
                  </a:lnTo>
                  <a:lnTo>
                    <a:pt x="383897" y="207445"/>
                  </a:lnTo>
                  <a:lnTo>
                    <a:pt x="376274" y="227359"/>
                  </a:lnTo>
                  <a:lnTo>
                    <a:pt x="375995" y="228088"/>
                  </a:lnTo>
                  <a:lnTo>
                    <a:pt x="368919" y="246573"/>
                  </a:lnTo>
                  <a:lnTo>
                    <a:pt x="368783" y="246929"/>
                  </a:lnTo>
                  <a:lnTo>
                    <a:pt x="360967" y="267347"/>
                  </a:lnTo>
                  <a:lnTo>
                    <a:pt x="353531" y="287455"/>
                  </a:lnTo>
                  <a:lnTo>
                    <a:pt x="350446" y="295799"/>
                  </a:lnTo>
                  <a:lnTo>
                    <a:pt x="345687" y="308156"/>
                  </a:lnTo>
                  <a:lnTo>
                    <a:pt x="314833" y="388272"/>
                  </a:lnTo>
                  <a:lnTo>
                    <a:pt x="289261" y="454670"/>
                  </a:lnTo>
                  <a:lnTo>
                    <a:pt x="285981" y="463189"/>
                  </a:lnTo>
                  <a:lnTo>
                    <a:pt x="284818" y="466060"/>
                  </a:lnTo>
                  <a:lnTo>
                    <a:pt x="281080" y="475287"/>
                  </a:lnTo>
                  <a:lnTo>
                    <a:pt x="272764" y="497007"/>
                  </a:lnTo>
                  <a:lnTo>
                    <a:pt x="272571" y="497510"/>
                  </a:lnTo>
                  <a:lnTo>
                    <a:pt x="266108" y="514390"/>
                  </a:lnTo>
                  <a:lnTo>
                    <a:pt x="264314" y="520207"/>
                  </a:lnTo>
                  <a:lnTo>
                    <a:pt x="263185" y="523867"/>
                  </a:lnTo>
                  <a:lnTo>
                    <a:pt x="261245" y="532244"/>
                  </a:lnTo>
                  <a:lnTo>
                    <a:pt x="260533" y="535321"/>
                  </a:lnTo>
                  <a:lnTo>
                    <a:pt x="259204" y="541523"/>
                  </a:lnTo>
                  <a:lnTo>
                    <a:pt x="258689" y="543924"/>
                  </a:lnTo>
                  <a:lnTo>
                    <a:pt x="258494" y="545144"/>
                  </a:lnTo>
                  <a:lnTo>
                    <a:pt x="258438" y="545493"/>
                  </a:lnTo>
                  <a:lnTo>
                    <a:pt x="257382" y="552101"/>
                  </a:lnTo>
                  <a:lnTo>
                    <a:pt x="257116" y="553769"/>
                  </a:lnTo>
                  <a:lnTo>
                    <a:pt x="256126" y="562693"/>
                  </a:lnTo>
                  <a:lnTo>
                    <a:pt x="255610" y="569497"/>
                  </a:lnTo>
                  <a:lnTo>
                    <a:pt x="255456" y="571531"/>
                  </a:lnTo>
                  <a:lnTo>
                    <a:pt x="254927" y="582610"/>
                  </a:lnTo>
                  <a:lnTo>
                    <a:pt x="255151" y="589741"/>
                  </a:lnTo>
                  <a:lnTo>
                    <a:pt x="255441" y="592643"/>
                  </a:lnTo>
                  <a:lnTo>
                    <a:pt x="255638" y="594606"/>
                  </a:lnTo>
                  <a:lnTo>
                    <a:pt x="255751" y="595738"/>
                  </a:lnTo>
                  <a:lnTo>
                    <a:pt x="255967" y="597903"/>
                  </a:lnTo>
                  <a:lnTo>
                    <a:pt x="258634" y="619341"/>
                  </a:lnTo>
                  <a:lnTo>
                    <a:pt x="259900" y="6251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171102" y="4650035"/>
              <a:ext cx="444517" cy="386017"/>
            </a:xfrm>
            <a:custGeom>
              <a:avLst/>
              <a:pathLst>
                <a:path w="444517" h="386017">
                  <a:moveTo>
                    <a:pt x="379374" y="308851"/>
                  </a:moveTo>
                  <a:lnTo>
                    <a:pt x="392637" y="330552"/>
                  </a:lnTo>
                  <a:lnTo>
                    <a:pt x="372083" y="342289"/>
                  </a:lnTo>
                  <a:lnTo>
                    <a:pt x="372612" y="343200"/>
                  </a:lnTo>
                  <a:lnTo>
                    <a:pt x="301068" y="386017"/>
                  </a:lnTo>
                  <a:lnTo>
                    <a:pt x="290026" y="366458"/>
                  </a:lnTo>
                  <a:lnTo>
                    <a:pt x="279244" y="372896"/>
                  </a:lnTo>
                  <a:lnTo>
                    <a:pt x="269941" y="378451"/>
                  </a:lnTo>
                  <a:lnTo>
                    <a:pt x="239001" y="325347"/>
                  </a:lnTo>
                  <a:lnTo>
                    <a:pt x="238257" y="324070"/>
                  </a:lnTo>
                  <a:lnTo>
                    <a:pt x="220218" y="338372"/>
                  </a:lnTo>
                  <a:lnTo>
                    <a:pt x="215667" y="341981"/>
                  </a:lnTo>
                  <a:lnTo>
                    <a:pt x="200991" y="353616"/>
                  </a:lnTo>
                  <a:lnTo>
                    <a:pt x="194039" y="359128"/>
                  </a:lnTo>
                  <a:lnTo>
                    <a:pt x="173652" y="375281"/>
                  </a:lnTo>
                  <a:lnTo>
                    <a:pt x="171597" y="372909"/>
                  </a:lnTo>
                  <a:lnTo>
                    <a:pt x="171432" y="372718"/>
                  </a:lnTo>
                  <a:lnTo>
                    <a:pt x="155786" y="354660"/>
                  </a:lnTo>
                  <a:lnTo>
                    <a:pt x="153548" y="352077"/>
                  </a:lnTo>
                  <a:lnTo>
                    <a:pt x="138320" y="334503"/>
                  </a:lnTo>
                  <a:lnTo>
                    <a:pt x="88751" y="277294"/>
                  </a:lnTo>
                  <a:lnTo>
                    <a:pt x="70300" y="256741"/>
                  </a:lnTo>
                  <a:lnTo>
                    <a:pt x="69220" y="255482"/>
                  </a:lnTo>
                  <a:lnTo>
                    <a:pt x="68164" y="254251"/>
                  </a:lnTo>
                  <a:lnTo>
                    <a:pt x="26890" y="206126"/>
                  </a:lnTo>
                  <a:lnTo>
                    <a:pt x="25055" y="203986"/>
                  </a:lnTo>
                  <a:lnTo>
                    <a:pt x="15869" y="193950"/>
                  </a:lnTo>
                  <a:lnTo>
                    <a:pt x="8141" y="184156"/>
                  </a:lnTo>
                  <a:lnTo>
                    <a:pt x="4335" y="177547"/>
                  </a:lnTo>
                  <a:lnTo>
                    <a:pt x="876" y="171058"/>
                  </a:lnTo>
                  <a:lnTo>
                    <a:pt x="0" y="169559"/>
                  </a:lnTo>
                  <a:lnTo>
                    <a:pt x="26818" y="153709"/>
                  </a:lnTo>
                  <a:lnTo>
                    <a:pt x="30507" y="151528"/>
                  </a:lnTo>
                  <a:lnTo>
                    <a:pt x="47220" y="141651"/>
                  </a:lnTo>
                  <a:lnTo>
                    <a:pt x="73281" y="126248"/>
                  </a:lnTo>
                  <a:lnTo>
                    <a:pt x="92811" y="114706"/>
                  </a:lnTo>
                  <a:lnTo>
                    <a:pt x="100878" y="109938"/>
                  </a:lnTo>
                  <a:lnTo>
                    <a:pt x="113244" y="102629"/>
                  </a:lnTo>
                  <a:lnTo>
                    <a:pt x="119366" y="99011"/>
                  </a:lnTo>
                  <a:lnTo>
                    <a:pt x="132701" y="91130"/>
                  </a:lnTo>
                  <a:lnTo>
                    <a:pt x="146943" y="82713"/>
                  </a:lnTo>
                  <a:lnTo>
                    <a:pt x="147684" y="82274"/>
                  </a:lnTo>
                  <a:lnTo>
                    <a:pt x="162608" y="73440"/>
                  </a:lnTo>
                  <a:lnTo>
                    <a:pt x="183063" y="61332"/>
                  </a:lnTo>
                  <a:lnTo>
                    <a:pt x="190307" y="57044"/>
                  </a:lnTo>
                  <a:lnTo>
                    <a:pt x="193612" y="55088"/>
                  </a:lnTo>
                  <a:lnTo>
                    <a:pt x="202158" y="50029"/>
                  </a:lnTo>
                  <a:lnTo>
                    <a:pt x="220976" y="38889"/>
                  </a:lnTo>
                  <a:lnTo>
                    <a:pt x="222274" y="38121"/>
                  </a:lnTo>
                  <a:lnTo>
                    <a:pt x="222696" y="37872"/>
                  </a:lnTo>
                  <a:lnTo>
                    <a:pt x="225414" y="36263"/>
                  </a:lnTo>
                  <a:lnTo>
                    <a:pt x="241798" y="26564"/>
                  </a:lnTo>
                  <a:lnTo>
                    <a:pt x="242076" y="26400"/>
                  </a:lnTo>
                  <a:lnTo>
                    <a:pt x="242326" y="26252"/>
                  </a:lnTo>
                  <a:lnTo>
                    <a:pt x="263382" y="13788"/>
                  </a:lnTo>
                  <a:lnTo>
                    <a:pt x="286676" y="0"/>
                  </a:lnTo>
                  <a:lnTo>
                    <a:pt x="305648" y="32428"/>
                  </a:lnTo>
                  <a:lnTo>
                    <a:pt x="315503" y="49274"/>
                  </a:lnTo>
                  <a:lnTo>
                    <a:pt x="316832" y="51545"/>
                  </a:lnTo>
                  <a:lnTo>
                    <a:pt x="317350" y="52431"/>
                  </a:lnTo>
                  <a:lnTo>
                    <a:pt x="331099" y="75932"/>
                  </a:lnTo>
                  <a:lnTo>
                    <a:pt x="341575" y="93838"/>
                  </a:lnTo>
                  <a:lnTo>
                    <a:pt x="346083" y="101544"/>
                  </a:lnTo>
                  <a:lnTo>
                    <a:pt x="383068" y="164763"/>
                  </a:lnTo>
                  <a:lnTo>
                    <a:pt x="384108" y="166541"/>
                  </a:lnTo>
                  <a:lnTo>
                    <a:pt x="405655" y="203372"/>
                  </a:lnTo>
                  <a:lnTo>
                    <a:pt x="424191" y="235630"/>
                  </a:lnTo>
                  <a:lnTo>
                    <a:pt x="443983" y="270077"/>
                  </a:lnTo>
                  <a:lnTo>
                    <a:pt x="444517" y="271007"/>
                  </a:lnTo>
                  <a:lnTo>
                    <a:pt x="420706" y="284888"/>
                  </a:lnTo>
                  <a:lnTo>
                    <a:pt x="399745" y="2971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04867" y="4831669"/>
              <a:ext cx="378657" cy="376104"/>
            </a:xfrm>
            <a:custGeom>
              <a:avLst/>
              <a:pathLst>
                <a:path w="378657" h="376104">
                  <a:moveTo>
                    <a:pt x="375327" y="122557"/>
                  </a:moveTo>
                  <a:lnTo>
                    <a:pt x="378657" y="125177"/>
                  </a:lnTo>
                  <a:lnTo>
                    <a:pt x="372715" y="131000"/>
                  </a:lnTo>
                  <a:lnTo>
                    <a:pt x="364129" y="139415"/>
                  </a:lnTo>
                  <a:lnTo>
                    <a:pt x="344102" y="167133"/>
                  </a:lnTo>
                  <a:lnTo>
                    <a:pt x="329641" y="187149"/>
                  </a:lnTo>
                  <a:lnTo>
                    <a:pt x="312375" y="211047"/>
                  </a:lnTo>
                  <a:lnTo>
                    <a:pt x="295891" y="233943"/>
                  </a:lnTo>
                  <a:lnTo>
                    <a:pt x="295620" y="234319"/>
                  </a:lnTo>
                  <a:lnTo>
                    <a:pt x="281580" y="253822"/>
                  </a:lnTo>
                  <a:lnTo>
                    <a:pt x="267944" y="272762"/>
                  </a:lnTo>
                  <a:lnTo>
                    <a:pt x="260974" y="282444"/>
                  </a:lnTo>
                  <a:lnTo>
                    <a:pt x="249359" y="298577"/>
                  </a:lnTo>
                  <a:lnTo>
                    <a:pt x="233633" y="320421"/>
                  </a:lnTo>
                  <a:lnTo>
                    <a:pt x="232589" y="321871"/>
                  </a:lnTo>
                  <a:lnTo>
                    <a:pt x="231104" y="323934"/>
                  </a:lnTo>
                  <a:lnTo>
                    <a:pt x="216972" y="340964"/>
                  </a:lnTo>
                  <a:lnTo>
                    <a:pt x="209392" y="350099"/>
                  </a:lnTo>
                  <a:lnTo>
                    <a:pt x="199662" y="361823"/>
                  </a:lnTo>
                  <a:lnTo>
                    <a:pt x="187811" y="376104"/>
                  </a:lnTo>
                  <a:lnTo>
                    <a:pt x="186459" y="374656"/>
                  </a:lnTo>
                  <a:lnTo>
                    <a:pt x="179034" y="366705"/>
                  </a:lnTo>
                  <a:lnTo>
                    <a:pt x="175426" y="362841"/>
                  </a:lnTo>
                  <a:lnTo>
                    <a:pt x="129745" y="333675"/>
                  </a:lnTo>
                  <a:lnTo>
                    <a:pt x="88558" y="308838"/>
                  </a:lnTo>
                  <a:lnTo>
                    <a:pt x="80396" y="303916"/>
                  </a:lnTo>
                  <a:lnTo>
                    <a:pt x="65186" y="293676"/>
                  </a:lnTo>
                  <a:lnTo>
                    <a:pt x="43624" y="279159"/>
                  </a:lnTo>
                  <a:lnTo>
                    <a:pt x="0" y="249761"/>
                  </a:lnTo>
                  <a:lnTo>
                    <a:pt x="14734" y="227993"/>
                  </a:lnTo>
                  <a:lnTo>
                    <a:pt x="29228" y="206581"/>
                  </a:lnTo>
                  <a:lnTo>
                    <a:pt x="44127" y="184570"/>
                  </a:lnTo>
                  <a:lnTo>
                    <a:pt x="58674" y="163080"/>
                  </a:lnTo>
                  <a:lnTo>
                    <a:pt x="37063" y="148015"/>
                  </a:lnTo>
                  <a:lnTo>
                    <a:pt x="37773" y="147058"/>
                  </a:lnTo>
                  <a:lnTo>
                    <a:pt x="52521" y="125921"/>
                  </a:lnTo>
                  <a:lnTo>
                    <a:pt x="56449" y="120291"/>
                  </a:lnTo>
                  <a:lnTo>
                    <a:pt x="68192" y="103461"/>
                  </a:lnTo>
                  <a:lnTo>
                    <a:pt x="68608" y="102866"/>
                  </a:lnTo>
                  <a:lnTo>
                    <a:pt x="99341" y="58818"/>
                  </a:lnTo>
                  <a:lnTo>
                    <a:pt x="99873" y="57889"/>
                  </a:lnTo>
                  <a:lnTo>
                    <a:pt x="122318" y="73780"/>
                  </a:lnTo>
                  <a:lnTo>
                    <a:pt x="137594" y="53083"/>
                  </a:lnTo>
                  <a:lnTo>
                    <a:pt x="137897" y="52673"/>
                  </a:lnTo>
                  <a:lnTo>
                    <a:pt x="152481" y="30883"/>
                  </a:lnTo>
                  <a:lnTo>
                    <a:pt x="173481" y="46073"/>
                  </a:lnTo>
                  <a:lnTo>
                    <a:pt x="188962" y="24555"/>
                  </a:lnTo>
                  <a:lnTo>
                    <a:pt x="206628" y="0"/>
                  </a:lnTo>
                  <a:lnTo>
                    <a:pt x="239954" y="24428"/>
                  </a:lnTo>
                  <a:lnTo>
                    <a:pt x="246346" y="29113"/>
                  </a:lnTo>
                  <a:lnTo>
                    <a:pt x="249512" y="31410"/>
                  </a:lnTo>
                  <a:lnTo>
                    <a:pt x="272051" y="47761"/>
                  </a:lnTo>
                  <a:lnTo>
                    <a:pt x="273221" y="48611"/>
                  </a:lnTo>
                  <a:lnTo>
                    <a:pt x="283809" y="56292"/>
                  </a:lnTo>
                  <a:lnTo>
                    <a:pt x="295893" y="65059"/>
                  </a:lnTo>
                  <a:lnTo>
                    <a:pt x="307095" y="72915"/>
                  </a:lnTo>
                  <a:lnTo>
                    <a:pt x="340881" y="96613"/>
                  </a:lnTo>
                  <a:lnTo>
                    <a:pt x="343837" y="98686"/>
                  </a:lnTo>
                  <a:lnTo>
                    <a:pt x="350980" y="103696"/>
                  </a:lnTo>
                  <a:lnTo>
                    <a:pt x="373802" y="12137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73354" y="4677093"/>
              <a:ext cx="438141" cy="404357"/>
            </a:xfrm>
            <a:custGeom>
              <a:avLst/>
              <a:pathLst>
                <a:path w="438141" h="404357">
                  <a:moveTo>
                    <a:pt x="0" y="307942"/>
                  </a:moveTo>
                  <a:lnTo>
                    <a:pt x="5382" y="300871"/>
                  </a:lnTo>
                  <a:lnTo>
                    <a:pt x="8079" y="302316"/>
                  </a:lnTo>
                  <a:lnTo>
                    <a:pt x="9279" y="302959"/>
                  </a:lnTo>
                  <a:lnTo>
                    <a:pt x="10112" y="303405"/>
                  </a:lnTo>
                  <a:lnTo>
                    <a:pt x="14590" y="305803"/>
                  </a:lnTo>
                  <a:lnTo>
                    <a:pt x="21612" y="309565"/>
                  </a:lnTo>
                  <a:lnTo>
                    <a:pt x="24715" y="304837"/>
                  </a:lnTo>
                  <a:lnTo>
                    <a:pt x="117830" y="162947"/>
                  </a:lnTo>
                  <a:lnTo>
                    <a:pt x="115600" y="161471"/>
                  </a:lnTo>
                  <a:lnTo>
                    <a:pt x="112111" y="159162"/>
                  </a:lnTo>
                  <a:lnTo>
                    <a:pt x="110156" y="157868"/>
                  </a:lnTo>
                  <a:lnTo>
                    <a:pt x="117383" y="147424"/>
                  </a:lnTo>
                  <a:lnTo>
                    <a:pt x="139500" y="115459"/>
                  </a:lnTo>
                  <a:lnTo>
                    <a:pt x="157411" y="89574"/>
                  </a:lnTo>
                  <a:lnTo>
                    <a:pt x="159087" y="87153"/>
                  </a:lnTo>
                  <a:lnTo>
                    <a:pt x="159257" y="87302"/>
                  </a:lnTo>
                  <a:lnTo>
                    <a:pt x="164706" y="92086"/>
                  </a:lnTo>
                  <a:lnTo>
                    <a:pt x="168753" y="95639"/>
                  </a:lnTo>
                  <a:lnTo>
                    <a:pt x="233634" y="0"/>
                  </a:lnTo>
                  <a:lnTo>
                    <a:pt x="240059" y="11246"/>
                  </a:lnTo>
                  <a:lnTo>
                    <a:pt x="263243" y="28152"/>
                  </a:lnTo>
                  <a:lnTo>
                    <a:pt x="306073" y="59385"/>
                  </a:lnTo>
                  <a:lnTo>
                    <a:pt x="306888" y="59979"/>
                  </a:lnTo>
                  <a:lnTo>
                    <a:pt x="321439" y="70590"/>
                  </a:lnTo>
                  <a:lnTo>
                    <a:pt x="343904" y="86757"/>
                  </a:lnTo>
                  <a:lnTo>
                    <a:pt x="349595" y="90852"/>
                  </a:lnTo>
                  <a:lnTo>
                    <a:pt x="370807" y="106117"/>
                  </a:lnTo>
                  <a:lnTo>
                    <a:pt x="371464" y="106591"/>
                  </a:lnTo>
                  <a:lnTo>
                    <a:pt x="372631" y="107431"/>
                  </a:lnTo>
                  <a:lnTo>
                    <a:pt x="394425" y="123114"/>
                  </a:lnTo>
                  <a:lnTo>
                    <a:pt x="409816" y="134190"/>
                  </a:lnTo>
                  <a:lnTo>
                    <a:pt x="429738" y="148527"/>
                  </a:lnTo>
                  <a:lnTo>
                    <a:pt x="438141" y="154575"/>
                  </a:lnTo>
                  <a:lnTo>
                    <a:pt x="420475" y="179130"/>
                  </a:lnTo>
                  <a:lnTo>
                    <a:pt x="404994" y="200648"/>
                  </a:lnTo>
                  <a:lnTo>
                    <a:pt x="383994" y="185458"/>
                  </a:lnTo>
                  <a:lnTo>
                    <a:pt x="369410" y="207248"/>
                  </a:lnTo>
                  <a:lnTo>
                    <a:pt x="369107" y="207658"/>
                  </a:lnTo>
                  <a:lnTo>
                    <a:pt x="353831" y="228355"/>
                  </a:lnTo>
                  <a:lnTo>
                    <a:pt x="331386" y="212465"/>
                  </a:lnTo>
                  <a:lnTo>
                    <a:pt x="330854" y="213393"/>
                  </a:lnTo>
                  <a:lnTo>
                    <a:pt x="300121" y="257441"/>
                  </a:lnTo>
                  <a:lnTo>
                    <a:pt x="299705" y="258036"/>
                  </a:lnTo>
                  <a:lnTo>
                    <a:pt x="287962" y="274866"/>
                  </a:lnTo>
                  <a:lnTo>
                    <a:pt x="284034" y="280496"/>
                  </a:lnTo>
                  <a:lnTo>
                    <a:pt x="269286" y="301633"/>
                  </a:lnTo>
                  <a:lnTo>
                    <a:pt x="268576" y="302590"/>
                  </a:lnTo>
                  <a:lnTo>
                    <a:pt x="290187" y="317655"/>
                  </a:lnTo>
                  <a:lnTo>
                    <a:pt x="275640" y="339145"/>
                  </a:lnTo>
                  <a:lnTo>
                    <a:pt x="260741" y="361156"/>
                  </a:lnTo>
                  <a:lnTo>
                    <a:pt x="246247" y="382569"/>
                  </a:lnTo>
                  <a:lnTo>
                    <a:pt x="231499" y="404357"/>
                  </a:lnTo>
                  <a:lnTo>
                    <a:pt x="208450" y="389848"/>
                  </a:lnTo>
                  <a:lnTo>
                    <a:pt x="185370" y="373346"/>
                  </a:lnTo>
                  <a:lnTo>
                    <a:pt x="169858" y="395579"/>
                  </a:lnTo>
                  <a:lnTo>
                    <a:pt x="161669" y="389847"/>
                  </a:lnTo>
                  <a:lnTo>
                    <a:pt x="125563" y="364580"/>
                  </a:lnTo>
                  <a:lnTo>
                    <a:pt x="125104" y="364258"/>
                  </a:lnTo>
                  <a:lnTo>
                    <a:pt x="117494" y="358933"/>
                  </a:lnTo>
                  <a:lnTo>
                    <a:pt x="98341" y="346719"/>
                  </a:lnTo>
                  <a:lnTo>
                    <a:pt x="81229" y="336304"/>
                  </a:lnTo>
                  <a:lnTo>
                    <a:pt x="72097" y="351954"/>
                  </a:lnTo>
                  <a:lnTo>
                    <a:pt x="69522" y="350902"/>
                  </a:lnTo>
                  <a:lnTo>
                    <a:pt x="5561" y="31137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592735" y="4919075"/>
              <a:ext cx="485644" cy="487827"/>
            </a:xfrm>
            <a:custGeom>
              <a:avLst/>
              <a:pathLst>
                <a:path w="485644" h="487827">
                  <a:moveTo>
                    <a:pt x="184847" y="43594"/>
                  </a:moveTo>
                  <a:lnTo>
                    <a:pt x="190790" y="37771"/>
                  </a:lnTo>
                  <a:lnTo>
                    <a:pt x="187459" y="35151"/>
                  </a:lnTo>
                  <a:lnTo>
                    <a:pt x="190812" y="37749"/>
                  </a:lnTo>
                  <a:lnTo>
                    <a:pt x="195791" y="35975"/>
                  </a:lnTo>
                  <a:lnTo>
                    <a:pt x="204564" y="24720"/>
                  </a:lnTo>
                  <a:lnTo>
                    <a:pt x="216753" y="12453"/>
                  </a:lnTo>
                  <a:lnTo>
                    <a:pt x="221531" y="7646"/>
                  </a:lnTo>
                  <a:lnTo>
                    <a:pt x="221658" y="7486"/>
                  </a:lnTo>
                  <a:lnTo>
                    <a:pt x="227627" y="0"/>
                  </a:lnTo>
                  <a:lnTo>
                    <a:pt x="227749" y="215"/>
                  </a:lnTo>
                  <a:lnTo>
                    <a:pt x="236064" y="14841"/>
                  </a:lnTo>
                  <a:lnTo>
                    <a:pt x="315174" y="153992"/>
                  </a:lnTo>
                  <a:lnTo>
                    <a:pt x="367160" y="241685"/>
                  </a:lnTo>
                  <a:lnTo>
                    <a:pt x="447831" y="378064"/>
                  </a:lnTo>
                  <a:lnTo>
                    <a:pt x="485644" y="441934"/>
                  </a:lnTo>
                  <a:lnTo>
                    <a:pt x="470297" y="450814"/>
                  </a:lnTo>
                  <a:lnTo>
                    <a:pt x="446411" y="464634"/>
                  </a:lnTo>
                  <a:lnTo>
                    <a:pt x="430789" y="473673"/>
                  </a:lnTo>
                  <a:lnTo>
                    <a:pt x="429881" y="474198"/>
                  </a:lnTo>
                  <a:lnTo>
                    <a:pt x="428352" y="474426"/>
                  </a:lnTo>
                  <a:lnTo>
                    <a:pt x="419392" y="475762"/>
                  </a:lnTo>
                  <a:lnTo>
                    <a:pt x="413747" y="476604"/>
                  </a:lnTo>
                  <a:lnTo>
                    <a:pt x="402872" y="478226"/>
                  </a:lnTo>
                  <a:lnTo>
                    <a:pt x="394744" y="479441"/>
                  </a:lnTo>
                  <a:lnTo>
                    <a:pt x="386703" y="480642"/>
                  </a:lnTo>
                  <a:lnTo>
                    <a:pt x="372546" y="482364"/>
                  </a:lnTo>
                  <a:lnTo>
                    <a:pt x="372155" y="482427"/>
                  </a:lnTo>
                  <a:lnTo>
                    <a:pt x="369054" y="482926"/>
                  </a:lnTo>
                  <a:lnTo>
                    <a:pt x="362395" y="483998"/>
                  </a:lnTo>
                  <a:lnTo>
                    <a:pt x="358707" y="484592"/>
                  </a:lnTo>
                  <a:lnTo>
                    <a:pt x="345148" y="486317"/>
                  </a:lnTo>
                  <a:lnTo>
                    <a:pt x="330676" y="487252"/>
                  </a:lnTo>
                  <a:lnTo>
                    <a:pt x="318064" y="487635"/>
                  </a:lnTo>
                  <a:lnTo>
                    <a:pt x="311779" y="487827"/>
                  </a:lnTo>
                  <a:lnTo>
                    <a:pt x="287836" y="487799"/>
                  </a:lnTo>
                  <a:lnTo>
                    <a:pt x="283008" y="485582"/>
                  </a:lnTo>
                  <a:lnTo>
                    <a:pt x="263406" y="482025"/>
                  </a:lnTo>
                  <a:lnTo>
                    <a:pt x="256952" y="470819"/>
                  </a:lnTo>
                  <a:lnTo>
                    <a:pt x="252981" y="463921"/>
                  </a:lnTo>
                  <a:lnTo>
                    <a:pt x="237064" y="436274"/>
                  </a:lnTo>
                  <a:lnTo>
                    <a:pt x="230651" y="433636"/>
                  </a:lnTo>
                  <a:lnTo>
                    <a:pt x="235585" y="423445"/>
                  </a:lnTo>
                  <a:lnTo>
                    <a:pt x="197524" y="402550"/>
                  </a:lnTo>
                  <a:lnTo>
                    <a:pt x="194431" y="409451"/>
                  </a:lnTo>
                  <a:lnTo>
                    <a:pt x="165255" y="399369"/>
                  </a:lnTo>
                  <a:lnTo>
                    <a:pt x="112377" y="377550"/>
                  </a:lnTo>
                  <a:lnTo>
                    <a:pt x="102306" y="373395"/>
                  </a:lnTo>
                  <a:lnTo>
                    <a:pt x="79900" y="360997"/>
                  </a:lnTo>
                  <a:lnTo>
                    <a:pt x="68580" y="351327"/>
                  </a:lnTo>
                  <a:lnTo>
                    <a:pt x="66898" y="349889"/>
                  </a:lnTo>
                  <a:lnTo>
                    <a:pt x="57568" y="341919"/>
                  </a:lnTo>
                  <a:lnTo>
                    <a:pt x="54507" y="339767"/>
                  </a:lnTo>
                  <a:lnTo>
                    <a:pt x="46066" y="331885"/>
                  </a:lnTo>
                  <a:lnTo>
                    <a:pt x="7013" y="295419"/>
                  </a:lnTo>
                  <a:lnTo>
                    <a:pt x="2375" y="290931"/>
                  </a:lnTo>
                  <a:lnTo>
                    <a:pt x="0" y="288631"/>
                  </a:lnTo>
                  <a:lnTo>
                    <a:pt x="11795" y="274417"/>
                  </a:lnTo>
                  <a:lnTo>
                    <a:pt x="21524" y="262692"/>
                  </a:lnTo>
                  <a:lnTo>
                    <a:pt x="29104" y="253558"/>
                  </a:lnTo>
                  <a:lnTo>
                    <a:pt x="43236" y="236527"/>
                  </a:lnTo>
                  <a:lnTo>
                    <a:pt x="44722" y="234464"/>
                  </a:lnTo>
                  <a:lnTo>
                    <a:pt x="45812" y="232949"/>
                  </a:lnTo>
                  <a:lnTo>
                    <a:pt x="61553" y="211086"/>
                  </a:lnTo>
                  <a:lnTo>
                    <a:pt x="73106" y="195038"/>
                  </a:lnTo>
                  <a:lnTo>
                    <a:pt x="80076" y="185356"/>
                  </a:lnTo>
                  <a:lnTo>
                    <a:pt x="93712" y="166416"/>
                  </a:lnTo>
                  <a:lnTo>
                    <a:pt x="107752" y="146913"/>
                  </a:lnTo>
                  <a:lnTo>
                    <a:pt x="108023" y="146537"/>
                  </a:lnTo>
                  <a:lnTo>
                    <a:pt x="124507" y="123641"/>
                  </a:lnTo>
                  <a:lnTo>
                    <a:pt x="141773" y="99742"/>
                  </a:lnTo>
                  <a:lnTo>
                    <a:pt x="156234" y="79727"/>
                  </a:lnTo>
                  <a:lnTo>
                    <a:pt x="176261" y="520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11496" y="4764530"/>
              <a:ext cx="224777" cy="192294"/>
            </a:xfrm>
            <a:custGeom>
              <a:avLst/>
              <a:pathLst>
                <a:path w="224777" h="192294">
                  <a:moveTo>
                    <a:pt x="168576" y="189600"/>
                  </a:moveTo>
                  <a:lnTo>
                    <a:pt x="167174" y="188514"/>
                  </a:lnTo>
                  <a:lnTo>
                    <a:pt x="144351" y="170834"/>
                  </a:lnTo>
                  <a:lnTo>
                    <a:pt x="137208" y="165824"/>
                  </a:lnTo>
                  <a:lnTo>
                    <a:pt x="134253" y="163751"/>
                  </a:lnTo>
                  <a:lnTo>
                    <a:pt x="100466" y="140054"/>
                  </a:lnTo>
                  <a:lnTo>
                    <a:pt x="89265" y="132198"/>
                  </a:lnTo>
                  <a:lnTo>
                    <a:pt x="77180" y="123431"/>
                  </a:lnTo>
                  <a:lnTo>
                    <a:pt x="66592" y="115749"/>
                  </a:lnTo>
                  <a:lnTo>
                    <a:pt x="65422" y="114900"/>
                  </a:lnTo>
                  <a:lnTo>
                    <a:pt x="42884" y="98549"/>
                  </a:lnTo>
                  <a:lnTo>
                    <a:pt x="39717" y="96252"/>
                  </a:lnTo>
                  <a:lnTo>
                    <a:pt x="33325" y="91567"/>
                  </a:lnTo>
                  <a:lnTo>
                    <a:pt x="0" y="67138"/>
                  </a:lnTo>
                  <a:lnTo>
                    <a:pt x="10341" y="52573"/>
                  </a:lnTo>
                  <a:lnTo>
                    <a:pt x="12260" y="50107"/>
                  </a:lnTo>
                  <a:lnTo>
                    <a:pt x="10646" y="48931"/>
                  </a:lnTo>
                  <a:lnTo>
                    <a:pt x="5378" y="45096"/>
                  </a:lnTo>
                  <a:lnTo>
                    <a:pt x="16352" y="28972"/>
                  </a:lnTo>
                  <a:lnTo>
                    <a:pt x="21256" y="32490"/>
                  </a:lnTo>
                  <a:lnTo>
                    <a:pt x="23530" y="34121"/>
                  </a:lnTo>
                  <a:lnTo>
                    <a:pt x="24412" y="32951"/>
                  </a:lnTo>
                  <a:lnTo>
                    <a:pt x="46702" y="0"/>
                  </a:lnTo>
                  <a:lnTo>
                    <a:pt x="52969" y="4221"/>
                  </a:lnTo>
                  <a:lnTo>
                    <a:pt x="57892" y="6809"/>
                  </a:lnTo>
                  <a:lnTo>
                    <a:pt x="62770" y="8703"/>
                  </a:lnTo>
                  <a:lnTo>
                    <a:pt x="68705" y="10150"/>
                  </a:lnTo>
                  <a:lnTo>
                    <a:pt x="77587" y="11670"/>
                  </a:lnTo>
                  <a:lnTo>
                    <a:pt x="87164" y="13603"/>
                  </a:lnTo>
                  <a:lnTo>
                    <a:pt x="95459" y="15259"/>
                  </a:lnTo>
                  <a:lnTo>
                    <a:pt x="100922" y="16501"/>
                  </a:lnTo>
                  <a:lnTo>
                    <a:pt x="105171" y="17881"/>
                  </a:lnTo>
                  <a:lnTo>
                    <a:pt x="109645" y="19197"/>
                  </a:lnTo>
                  <a:lnTo>
                    <a:pt x="111412" y="19547"/>
                  </a:lnTo>
                  <a:lnTo>
                    <a:pt x="115894" y="20434"/>
                  </a:lnTo>
                  <a:lnTo>
                    <a:pt x="127112" y="23015"/>
                  </a:lnTo>
                  <a:lnTo>
                    <a:pt x="132732" y="24970"/>
                  </a:lnTo>
                  <a:lnTo>
                    <a:pt x="139060" y="26983"/>
                  </a:lnTo>
                  <a:lnTo>
                    <a:pt x="143556" y="29168"/>
                  </a:lnTo>
                  <a:lnTo>
                    <a:pt x="149176" y="31928"/>
                  </a:lnTo>
                  <a:lnTo>
                    <a:pt x="156872" y="37218"/>
                  </a:lnTo>
                  <a:lnTo>
                    <a:pt x="161255" y="40554"/>
                  </a:lnTo>
                  <a:lnTo>
                    <a:pt x="166089" y="44924"/>
                  </a:lnTo>
                  <a:lnTo>
                    <a:pt x="170470" y="49406"/>
                  </a:lnTo>
                  <a:lnTo>
                    <a:pt x="171484" y="50444"/>
                  </a:lnTo>
                  <a:lnTo>
                    <a:pt x="176930" y="57368"/>
                  </a:lnTo>
                  <a:lnTo>
                    <a:pt x="181306" y="64185"/>
                  </a:lnTo>
                  <a:lnTo>
                    <a:pt x="188556" y="76204"/>
                  </a:lnTo>
                  <a:lnTo>
                    <a:pt x="194682" y="85462"/>
                  </a:lnTo>
                  <a:lnTo>
                    <a:pt x="198054" y="91787"/>
                  </a:lnTo>
                  <a:lnTo>
                    <a:pt x="205641" y="104323"/>
                  </a:lnTo>
                  <a:lnTo>
                    <a:pt x="214184" y="118584"/>
                  </a:lnTo>
                  <a:lnTo>
                    <a:pt x="217058" y="123584"/>
                  </a:lnTo>
                  <a:lnTo>
                    <a:pt x="220371" y="129349"/>
                  </a:lnTo>
                  <a:lnTo>
                    <a:pt x="224777" y="137843"/>
                  </a:lnTo>
                  <a:lnTo>
                    <a:pt x="224074" y="138261"/>
                  </a:lnTo>
                  <a:lnTo>
                    <a:pt x="219833" y="140789"/>
                  </a:lnTo>
                  <a:lnTo>
                    <a:pt x="218924" y="145683"/>
                  </a:lnTo>
                  <a:lnTo>
                    <a:pt x="208866" y="154545"/>
                  </a:lnTo>
                  <a:lnTo>
                    <a:pt x="202897" y="162031"/>
                  </a:lnTo>
                  <a:lnTo>
                    <a:pt x="202770" y="162191"/>
                  </a:lnTo>
                  <a:lnTo>
                    <a:pt x="197992" y="166998"/>
                  </a:lnTo>
                  <a:lnTo>
                    <a:pt x="185803" y="179265"/>
                  </a:lnTo>
                  <a:lnTo>
                    <a:pt x="177030" y="190520"/>
                  </a:lnTo>
                  <a:lnTo>
                    <a:pt x="172051" y="1922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06988" y="4277860"/>
              <a:ext cx="713598" cy="624513"/>
            </a:xfrm>
            <a:custGeom>
              <a:avLst/>
              <a:pathLst>
                <a:path w="713598" h="624513">
                  <a:moveTo>
                    <a:pt x="228920" y="519621"/>
                  </a:moveTo>
                  <a:lnTo>
                    <a:pt x="228037" y="520791"/>
                  </a:lnTo>
                  <a:lnTo>
                    <a:pt x="225763" y="519160"/>
                  </a:lnTo>
                  <a:lnTo>
                    <a:pt x="220859" y="515642"/>
                  </a:lnTo>
                  <a:lnTo>
                    <a:pt x="209886" y="531766"/>
                  </a:lnTo>
                  <a:lnTo>
                    <a:pt x="215153" y="535602"/>
                  </a:lnTo>
                  <a:lnTo>
                    <a:pt x="216768" y="536777"/>
                  </a:lnTo>
                  <a:lnTo>
                    <a:pt x="214848" y="539243"/>
                  </a:lnTo>
                  <a:lnTo>
                    <a:pt x="204507" y="553808"/>
                  </a:lnTo>
                  <a:lnTo>
                    <a:pt x="196076" y="547741"/>
                  </a:lnTo>
                  <a:lnTo>
                    <a:pt x="176182" y="533424"/>
                  </a:lnTo>
                  <a:lnTo>
                    <a:pt x="160790" y="522348"/>
                  </a:lnTo>
                  <a:lnTo>
                    <a:pt x="138960" y="506638"/>
                  </a:lnTo>
                  <a:lnTo>
                    <a:pt x="137830" y="505825"/>
                  </a:lnTo>
                  <a:lnTo>
                    <a:pt x="137172" y="505351"/>
                  </a:lnTo>
                  <a:lnTo>
                    <a:pt x="115961" y="490086"/>
                  </a:lnTo>
                  <a:lnTo>
                    <a:pt x="110269" y="485991"/>
                  </a:lnTo>
                  <a:lnTo>
                    <a:pt x="87805" y="469824"/>
                  </a:lnTo>
                  <a:lnTo>
                    <a:pt x="73254" y="459213"/>
                  </a:lnTo>
                  <a:lnTo>
                    <a:pt x="72439" y="458619"/>
                  </a:lnTo>
                  <a:lnTo>
                    <a:pt x="29608" y="427386"/>
                  </a:lnTo>
                  <a:lnTo>
                    <a:pt x="6425" y="410480"/>
                  </a:lnTo>
                  <a:lnTo>
                    <a:pt x="0" y="399233"/>
                  </a:lnTo>
                  <a:lnTo>
                    <a:pt x="36252" y="345793"/>
                  </a:lnTo>
                  <a:lnTo>
                    <a:pt x="40900" y="338689"/>
                  </a:lnTo>
                  <a:lnTo>
                    <a:pt x="152287" y="205018"/>
                  </a:lnTo>
                  <a:lnTo>
                    <a:pt x="171276" y="182230"/>
                  </a:lnTo>
                  <a:lnTo>
                    <a:pt x="216774" y="153593"/>
                  </a:lnTo>
                  <a:lnTo>
                    <a:pt x="248825" y="133419"/>
                  </a:lnTo>
                  <a:lnTo>
                    <a:pt x="253149" y="130698"/>
                  </a:lnTo>
                  <a:lnTo>
                    <a:pt x="307427" y="88664"/>
                  </a:lnTo>
                  <a:lnTo>
                    <a:pt x="451416" y="0"/>
                  </a:lnTo>
                  <a:lnTo>
                    <a:pt x="457404" y="7647"/>
                  </a:lnTo>
                  <a:lnTo>
                    <a:pt x="458016" y="8771"/>
                  </a:lnTo>
                  <a:lnTo>
                    <a:pt x="470633" y="31917"/>
                  </a:lnTo>
                  <a:lnTo>
                    <a:pt x="470984" y="32560"/>
                  </a:lnTo>
                  <a:lnTo>
                    <a:pt x="485710" y="59576"/>
                  </a:lnTo>
                  <a:lnTo>
                    <a:pt x="486127" y="60340"/>
                  </a:lnTo>
                  <a:lnTo>
                    <a:pt x="487947" y="63679"/>
                  </a:lnTo>
                  <a:lnTo>
                    <a:pt x="518489" y="119795"/>
                  </a:lnTo>
                  <a:lnTo>
                    <a:pt x="520124" y="122798"/>
                  </a:lnTo>
                  <a:lnTo>
                    <a:pt x="551724" y="180619"/>
                  </a:lnTo>
                  <a:lnTo>
                    <a:pt x="558067" y="192065"/>
                  </a:lnTo>
                  <a:lnTo>
                    <a:pt x="566052" y="206780"/>
                  </a:lnTo>
                  <a:lnTo>
                    <a:pt x="566302" y="207241"/>
                  </a:lnTo>
                  <a:lnTo>
                    <a:pt x="580625" y="233635"/>
                  </a:lnTo>
                  <a:lnTo>
                    <a:pt x="581248" y="234782"/>
                  </a:lnTo>
                  <a:lnTo>
                    <a:pt x="590020" y="249576"/>
                  </a:lnTo>
                  <a:lnTo>
                    <a:pt x="594399" y="256962"/>
                  </a:lnTo>
                  <a:lnTo>
                    <a:pt x="594971" y="257927"/>
                  </a:lnTo>
                  <a:lnTo>
                    <a:pt x="595796" y="259317"/>
                  </a:lnTo>
                  <a:lnTo>
                    <a:pt x="610324" y="283820"/>
                  </a:lnTo>
                  <a:lnTo>
                    <a:pt x="612733" y="287882"/>
                  </a:lnTo>
                  <a:lnTo>
                    <a:pt x="645079" y="342552"/>
                  </a:lnTo>
                  <a:lnTo>
                    <a:pt x="646525" y="344996"/>
                  </a:lnTo>
                  <a:lnTo>
                    <a:pt x="678490" y="399431"/>
                  </a:lnTo>
                  <a:lnTo>
                    <a:pt x="679101" y="400472"/>
                  </a:lnTo>
                  <a:lnTo>
                    <a:pt x="680547" y="402934"/>
                  </a:lnTo>
                  <a:lnTo>
                    <a:pt x="694889" y="427048"/>
                  </a:lnTo>
                  <a:lnTo>
                    <a:pt x="695268" y="427621"/>
                  </a:lnTo>
                  <a:lnTo>
                    <a:pt x="695642" y="428186"/>
                  </a:lnTo>
                  <a:lnTo>
                    <a:pt x="704458" y="441499"/>
                  </a:lnTo>
                  <a:lnTo>
                    <a:pt x="713598" y="455302"/>
                  </a:lnTo>
                  <a:lnTo>
                    <a:pt x="685487" y="472032"/>
                  </a:lnTo>
                  <a:lnTo>
                    <a:pt x="625863" y="507518"/>
                  </a:lnTo>
                  <a:lnTo>
                    <a:pt x="574116" y="538315"/>
                  </a:lnTo>
                  <a:lnTo>
                    <a:pt x="533904" y="562248"/>
                  </a:lnTo>
                  <a:lnTo>
                    <a:pt x="507179" y="578153"/>
                  </a:lnTo>
                  <a:lnTo>
                    <a:pt x="486773" y="590298"/>
                  </a:lnTo>
                  <a:lnTo>
                    <a:pt x="432134" y="622817"/>
                  </a:lnTo>
                  <a:lnTo>
                    <a:pt x="429284" y="624513"/>
                  </a:lnTo>
                  <a:lnTo>
                    <a:pt x="424878" y="616019"/>
                  </a:lnTo>
                  <a:lnTo>
                    <a:pt x="421565" y="610254"/>
                  </a:lnTo>
                  <a:lnTo>
                    <a:pt x="418691" y="605254"/>
                  </a:lnTo>
                  <a:lnTo>
                    <a:pt x="410149" y="590993"/>
                  </a:lnTo>
                  <a:lnTo>
                    <a:pt x="402562" y="578457"/>
                  </a:lnTo>
                  <a:lnTo>
                    <a:pt x="399190" y="572132"/>
                  </a:lnTo>
                  <a:lnTo>
                    <a:pt x="393064" y="562874"/>
                  </a:lnTo>
                  <a:lnTo>
                    <a:pt x="385814" y="550855"/>
                  </a:lnTo>
                  <a:lnTo>
                    <a:pt x="381438" y="544038"/>
                  </a:lnTo>
                  <a:lnTo>
                    <a:pt x="375992" y="537114"/>
                  </a:lnTo>
                  <a:lnTo>
                    <a:pt x="374977" y="536076"/>
                  </a:lnTo>
                  <a:lnTo>
                    <a:pt x="370596" y="531594"/>
                  </a:lnTo>
                  <a:lnTo>
                    <a:pt x="365763" y="527224"/>
                  </a:lnTo>
                  <a:lnTo>
                    <a:pt x="361379" y="523888"/>
                  </a:lnTo>
                  <a:lnTo>
                    <a:pt x="353683" y="518598"/>
                  </a:lnTo>
                  <a:lnTo>
                    <a:pt x="348063" y="515838"/>
                  </a:lnTo>
                  <a:lnTo>
                    <a:pt x="343567" y="513653"/>
                  </a:lnTo>
                  <a:lnTo>
                    <a:pt x="337240" y="511640"/>
                  </a:lnTo>
                  <a:lnTo>
                    <a:pt x="331620" y="509685"/>
                  </a:lnTo>
                  <a:lnTo>
                    <a:pt x="320402" y="507104"/>
                  </a:lnTo>
                  <a:lnTo>
                    <a:pt x="315920" y="506217"/>
                  </a:lnTo>
                  <a:lnTo>
                    <a:pt x="314152" y="505867"/>
                  </a:lnTo>
                  <a:lnTo>
                    <a:pt x="309678" y="504551"/>
                  </a:lnTo>
                  <a:lnTo>
                    <a:pt x="305430" y="503171"/>
                  </a:lnTo>
                  <a:lnTo>
                    <a:pt x="299967" y="501929"/>
                  </a:lnTo>
                  <a:lnTo>
                    <a:pt x="291671" y="500273"/>
                  </a:lnTo>
                  <a:lnTo>
                    <a:pt x="282095" y="498341"/>
                  </a:lnTo>
                  <a:lnTo>
                    <a:pt x="273213" y="496820"/>
                  </a:lnTo>
                  <a:lnTo>
                    <a:pt x="267278" y="495373"/>
                  </a:lnTo>
                  <a:lnTo>
                    <a:pt x="262400" y="493479"/>
                  </a:lnTo>
                  <a:lnTo>
                    <a:pt x="257476" y="490891"/>
                  </a:lnTo>
                  <a:lnTo>
                    <a:pt x="251210" y="4866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170288" y="2077228"/>
              <a:ext cx="692083" cy="409876"/>
            </a:xfrm>
            <a:custGeom>
              <a:avLst/>
              <a:pathLst>
                <a:path w="692083" h="409876">
                  <a:moveTo>
                    <a:pt x="362345" y="72086"/>
                  </a:moveTo>
                  <a:lnTo>
                    <a:pt x="372379" y="72340"/>
                  </a:lnTo>
                  <a:lnTo>
                    <a:pt x="381200" y="71651"/>
                  </a:lnTo>
                  <a:lnTo>
                    <a:pt x="381581" y="71621"/>
                  </a:lnTo>
                  <a:lnTo>
                    <a:pt x="396495" y="70456"/>
                  </a:lnTo>
                  <a:lnTo>
                    <a:pt x="448936" y="64210"/>
                  </a:lnTo>
                  <a:lnTo>
                    <a:pt x="489061" y="59498"/>
                  </a:lnTo>
                  <a:lnTo>
                    <a:pt x="497012" y="58564"/>
                  </a:lnTo>
                  <a:lnTo>
                    <a:pt x="545189" y="52906"/>
                  </a:lnTo>
                  <a:lnTo>
                    <a:pt x="575967" y="48683"/>
                  </a:lnTo>
                  <a:lnTo>
                    <a:pt x="577643" y="48453"/>
                  </a:lnTo>
                  <a:lnTo>
                    <a:pt x="577769" y="49254"/>
                  </a:lnTo>
                  <a:lnTo>
                    <a:pt x="578138" y="52286"/>
                  </a:lnTo>
                  <a:lnTo>
                    <a:pt x="579037" y="59686"/>
                  </a:lnTo>
                  <a:lnTo>
                    <a:pt x="579767" y="65697"/>
                  </a:lnTo>
                  <a:lnTo>
                    <a:pt x="580000" y="67611"/>
                  </a:lnTo>
                  <a:lnTo>
                    <a:pt x="582231" y="85968"/>
                  </a:lnTo>
                  <a:lnTo>
                    <a:pt x="597906" y="83756"/>
                  </a:lnTo>
                  <a:lnTo>
                    <a:pt x="601836" y="112546"/>
                  </a:lnTo>
                  <a:lnTo>
                    <a:pt x="609148" y="114533"/>
                  </a:lnTo>
                  <a:lnTo>
                    <a:pt x="610237" y="118166"/>
                  </a:lnTo>
                  <a:lnTo>
                    <a:pt x="612161" y="119454"/>
                  </a:lnTo>
                  <a:lnTo>
                    <a:pt x="617338" y="143201"/>
                  </a:lnTo>
                  <a:lnTo>
                    <a:pt x="620759" y="169396"/>
                  </a:lnTo>
                  <a:lnTo>
                    <a:pt x="631466" y="163703"/>
                  </a:lnTo>
                  <a:lnTo>
                    <a:pt x="633443" y="160045"/>
                  </a:lnTo>
                  <a:lnTo>
                    <a:pt x="648046" y="186790"/>
                  </a:lnTo>
                  <a:lnTo>
                    <a:pt x="661914" y="212189"/>
                  </a:lnTo>
                  <a:lnTo>
                    <a:pt x="636777" y="224671"/>
                  </a:lnTo>
                  <a:lnTo>
                    <a:pt x="651481" y="251282"/>
                  </a:lnTo>
                  <a:lnTo>
                    <a:pt x="664419" y="273693"/>
                  </a:lnTo>
                  <a:lnTo>
                    <a:pt x="678605" y="298827"/>
                  </a:lnTo>
                  <a:lnTo>
                    <a:pt x="692083" y="323250"/>
                  </a:lnTo>
                  <a:lnTo>
                    <a:pt x="649619" y="348882"/>
                  </a:lnTo>
                  <a:lnTo>
                    <a:pt x="661432" y="369815"/>
                  </a:lnTo>
                  <a:lnTo>
                    <a:pt x="662953" y="372510"/>
                  </a:lnTo>
                  <a:lnTo>
                    <a:pt x="677240" y="397827"/>
                  </a:lnTo>
                  <a:lnTo>
                    <a:pt x="684008" y="409876"/>
                  </a:lnTo>
                  <a:lnTo>
                    <a:pt x="639629" y="402340"/>
                  </a:lnTo>
                  <a:lnTo>
                    <a:pt x="634220" y="401422"/>
                  </a:lnTo>
                  <a:lnTo>
                    <a:pt x="626874" y="400174"/>
                  </a:lnTo>
                  <a:lnTo>
                    <a:pt x="619858" y="398752"/>
                  </a:lnTo>
                  <a:lnTo>
                    <a:pt x="607195" y="396185"/>
                  </a:lnTo>
                  <a:lnTo>
                    <a:pt x="591922" y="393560"/>
                  </a:lnTo>
                  <a:lnTo>
                    <a:pt x="576117" y="390842"/>
                  </a:lnTo>
                  <a:lnTo>
                    <a:pt x="436165" y="366309"/>
                  </a:lnTo>
                  <a:lnTo>
                    <a:pt x="435822" y="366249"/>
                  </a:lnTo>
                  <a:lnTo>
                    <a:pt x="399022" y="358554"/>
                  </a:lnTo>
                  <a:lnTo>
                    <a:pt x="364029" y="351236"/>
                  </a:lnTo>
                  <a:lnTo>
                    <a:pt x="363734" y="351174"/>
                  </a:lnTo>
                  <a:lnTo>
                    <a:pt x="351562" y="348629"/>
                  </a:lnTo>
                  <a:lnTo>
                    <a:pt x="330698" y="344266"/>
                  </a:lnTo>
                  <a:lnTo>
                    <a:pt x="297643" y="337354"/>
                  </a:lnTo>
                  <a:lnTo>
                    <a:pt x="215648" y="318041"/>
                  </a:lnTo>
                  <a:lnTo>
                    <a:pt x="206170" y="315574"/>
                  </a:lnTo>
                  <a:lnTo>
                    <a:pt x="160700" y="303741"/>
                  </a:lnTo>
                  <a:lnTo>
                    <a:pt x="5163" y="273106"/>
                  </a:lnTo>
                  <a:lnTo>
                    <a:pt x="0" y="272274"/>
                  </a:lnTo>
                  <a:lnTo>
                    <a:pt x="486" y="269792"/>
                  </a:lnTo>
                  <a:lnTo>
                    <a:pt x="3909" y="252326"/>
                  </a:lnTo>
                  <a:lnTo>
                    <a:pt x="8265" y="230100"/>
                  </a:lnTo>
                  <a:lnTo>
                    <a:pt x="9533" y="223631"/>
                  </a:lnTo>
                  <a:lnTo>
                    <a:pt x="11490" y="213645"/>
                  </a:lnTo>
                  <a:lnTo>
                    <a:pt x="15361" y="193897"/>
                  </a:lnTo>
                  <a:lnTo>
                    <a:pt x="15424" y="193493"/>
                  </a:lnTo>
                  <a:lnTo>
                    <a:pt x="19574" y="167083"/>
                  </a:lnTo>
                  <a:lnTo>
                    <a:pt x="25384" y="129226"/>
                  </a:lnTo>
                  <a:lnTo>
                    <a:pt x="26063" y="122931"/>
                  </a:lnTo>
                  <a:lnTo>
                    <a:pt x="28594" y="99458"/>
                  </a:lnTo>
                  <a:lnTo>
                    <a:pt x="28851" y="94948"/>
                  </a:lnTo>
                  <a:lnTo>
                    <a:pt x="30161" y="71969"/>
                  </a:lnTo>
                  <a:lnTo>
                    <a:pt x="30280" y="69873"/>
                  </a:lnTo>
                  <a:lnTo>
                    <a:pt x="30038" y="53365"/>
                  </a:lnTo>
                  <a:lnTo>
                    <a:pt x="29897" y="43769"/>
                  </a:lnTo>
                  <a:lnTo>
                    <a:pt x="29774" y="35456"/>
                  </a:lnTo>
                  <a:lnTo>
                    <a:pt x="29263" y="25359"/>
                  </a:lnTo>
                  <a:lnTo>
                    <a:pt x="29087" y="21876"/>
                  </a:lnTo>
                  <a:lnTo>
                    <a:pt x="28837" y="16944"/>
                  </a:lnTo>
                  <a:lnTo>
                    <a:pt x="28250" y="5362"/>
                  </a:lnTo>
                  <a:lnTo>
                    <a:pt x="28022" y="4092"/>
                  </a:lnTo>
                  <a:lnTo>
                    <a:pt x="27848" y="3127"/>
                  </a:lnTo>
                  <a:lnTo>
                    <a:pt x="27285" y="0"/>
                  </a:lnTo>
                  <a:lnTo>
                    <a:pt x="96113" y="23586"/>
                  </a:lnTo>
                  <a:lnTo>
                    <a:pt x="114309" y="29821"/>
                  </a:lnTo>
                  <a:lnTo>
                    <a:pt x="127460" y="32696"/>
                  </a:lnTo>
                  <a:lnTo>
                    <a:pt x="139517" y="34801"/>
                  </a:lnTo>
                  <a:lnTo>
                    <a:pt x="178378" y="41587"/>
                  </a:lnTo>
                  <a:lnTo>
                    <a:pt x="182057" y="42229"/>
                  </a:lnTo>
                  <a:lnTo>
                    <a:pt x="201384" y="45604"/>
                  </a:lnTo>
                  <a:lnTo>
                    <a:pt x="241577" y="52621"/>
                  </a:lnTo>
                  <a:lnTo>
                    <a:pt x="272938" y="58832"/>
                  </a:lnTo>
                  <a:lnTo>
                    <a:pt x="316775" y="66422"/>
                  </a:lnTo>
                  <a:lnTo>
                    <a:pt x="341589" y="69808"/>
                  </a:lnTo>
                  <a:lnTo>
                    <a:pt x="357349" y="71959"/>
                  </a:lnTo>
                  <a:lnTo>
                    <a:pt x="357537" y="7196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747932" y="2044406"/>
              <a:ext cx="423496" cy="467512"/>
            </a:xfrm>
            <a:custGeom>
              <a:avLst/>
              <a:pathLst>
                <a:path w="423496" h="467512">
                  <a:moveTo>
                    <a:pt x="255038" y="3592"/>
                  </a:moveTo>
                  <a:lnTo>
                    <a:pt x="265129" y="22969"/>
                  </a:lnTo>
                  <a:lnTo>
                    <a:pt x="266760" y="26101"/>
                  </a:lnTo>
                  <a:lnTo>
                    <a:pt x="269036" y="30472"/>
                  </a:lnTo>
                  <a:lnTo>
                    <a:pt x="280708" y="52885"/>
                  </a:lnTo>
                  <a:lnTo>
                    <a:pt x="281811" y="54617"/>
                  </a:lnTo>
                  <a:lnTo>
                    <a:pt x="283846" y="57814"/>
                  </a:lnTo>
                  <a:lnTo>
                    <a:pt x="276330" y="61403"/>
                  </a:lnTo>
                  <a:lnTo>
                    <a:pt x="256859" y="70761"/>
                  </a:lnTo>
                  <a:lnTo>
                    <a:pt x="288447" y="122464"/>
                  </a:lnTo>
                  <a:lnTo>
                    <a:pt x="304657" y="150494"/>
                  </a:lnTo>
                  <a:lnTo>
                    <a:pt x="316892" y="170665"/>
                  </a:lnTo>
                  <a:lnTo>
                    <a:pt x="331474" y="195908"/>
                  </a:lnTo>
                  <a:lnTo>
                    <a:pt x="346566" y="221728"/>
                  </a:lnTo>
                  <a:lnTo>
                    <a:pt x="373431" y="268766"/>
                  </a:lnTo>
                  <a:lnTo>
                    <a:pt x="379793" y="278923"/>
                  </a:lnTo>
                  <a:lnTo>
                    <a:pt x="391319" y="299725"/>
                  </a:lnTo>
                  <a:lnTo>
                    <a:pt x="401069" y="316049"/>
                  </a:lnTo>
                  <a:lnTo>
                    <a:pt x="423496" y="353653"/>
                  </a:lnTo>
                  <a:lnTo>
                    <a:pt x="423156" y="353812"/>
                  </a:lnTo>
                  <a:lnTo>
                    <a:pt x="411451" y="359296"/>
                  </a:lnTo>
                  <a:lnTo>
                    <a:pt x="402047" y="363701"/>
                  </a:lnTo>
                  <a:lnTo>
                    <a:pt x="399416" y="364934"/>
                  </a:lnTo>
                  <a:lnTo>
                    <a:pt x="357865" y="384399"/>
                  </a:lnTo>
                  <a:lnTo>
                    <a:pt x="341408" y="392109"/>
                  </a:lnTo>
                  <a:lnTo>
                    <a:pt x="334547" y="395981"/>
                  </a:lnTo>
                  <a:lnTo>
                    <a:pt x="326540" y="400499"/>
                  </a:lnTo>
                  <a:lnTo>
                    <a:pt x="259986" y="439310"/>
                  </a:lnTo>
                  <a:lnTo>
                    <a:pt x="209125" y="467512"/>
                  </a:lnTo>
                  <a:lnTo>
                    <a:pt x="170045" y="454331"/>
                  </a:lnTo>
                  <a:lnTo>
                    <a:pt x="136708" y="448441"/>
                  </a:lnTo>
                  <a:lnTo>
                    <a:pt x="126434" y="446626"/>
                  </a:lnTo>
                  <a:lnTo>
                    <a:pt x="106400" y="442704"/>
                  </a:lnTo>
                  <a:lnTo>
                    <a:pt x="99597" y="430649"/>
                  </a:lnTo>
                  <a:lnTo>
                    <a:pt x="85310" y="405332"/>
                  </a:lnTo>
                  <a:lnTo>
                    <a:pt x="83789" y="402637"/>
                  </a:lnTo>
                  <a:lnTo>
                    <a:pt x="71951" y="381661"/>
                  </a:lnTo>
                  <a:lnTo>
                    <a:pt x="114440" y="356072"/>
                  </a:lnTo>
                  <a:lnTo>
                    <a:pt x="100961" y="331649"/>
                  </a:lnTo>
                  <a:lnTo>
                    <a:pt x="86775" y="306515"/>
                  </a:lnTo>
                  <a:lnTo>
                    <a:pt x="73838" y="284104"/>
                  </a:lnTo>
                  <a:lnTo>
                    <a:pt x="59134" y="257493"/>
                  </a:lnTo>
                  <a:lnTo>
                    <a:pt x="84271" y="245011"/>
                  </a:lnTo>
                  <a:lnTo>
                    <a:pt x="70402" y="219612"/>
                  </a:lnTo>
                  <a:lnTo>
                    <a:pt x="55799" y="192865"/>
                  </a:lnTo>
                  <a:lnTo>
                    <a:pt x="53823" y="196525"/>
                  </a:lnTo>
                  <a:lnTo>
                    <a:pt x="43116" y="202218"/>
                  </a:lnTo>
                  <a:lnTo>
                    <a:pt x="39695" y="176023"/>
                  </a:lnTo>
                  <a:lnTo>
                    <a:pt x="34517" y="152276"/>
                  </a:lnTo>
                  <a:lnTo>
                    <a:pt x="32593" y="150988"/>
                  </a:lnTo>
                  <a:lnTo>
                    <a:pt x="31504" y="147355"/>
                  </a:lnTo>
                  <a:lnTo>
                    <a:pt x="24193" y="145368"/>
                  </a:lnTo>
                  <a:lnTo>
                    <a:pt x="20263" y="116578"/>
                  </a:lnTo>
                  <a:lnTo>
                    <a:pt x="4588" y="118790"/>
                  </a:lnTo>
                  <a:lnTo>
                    <a:pt x="2357" y="100433"/>
                  </a:lnTo>
                  <a:lnTo>
                    <a:pt x="2124" y="98519"/>
                  </a:lnTo>
                  <a:lnTo>
                    <a:pt x="1394" y="92508"/>
                  </a:lnTo>
                  <a:lnTo>
                    <a:pt x="494" y="85108"/>
                  </a:lnTo>
                  <a:lnTo>
                    <a:pt x="126" y="82076"/>
                  </a:lnTo>
                  <a:lnTo>
                    <a:pt x="0" y="81275"/>
                  </a:lnTo>
                  <a:lnTo>
                    <a:pt x="789" y="81167"/>
                  </a:lnTo>
                  <a:lnTo>
                    <a:pt x="20543" y="78457"/>
                  </a:lnTo>
                  <a:lnTo>
                    <a:pt x="61488" y="73990"/>
                  </a:lnTo>
                  <a:lnTo>
                    <a:pt x="74172" y="72606"/>
                  </a:lnTo>
                  <a:lnTo>
                    <a:pt x="80462" y="71767"/>
                  </a:lnTo>
                  <a:lnTo>
                    <a:pt x="90745" y="70396"/>
                  </a:lnTo>
                  <a:lnTo>
                    <a:pt x="105758" y="68393"/>
                  </a:lnTo>
                  <a:lnTo>
                    <a:pt x="113636" y="66764"/>
                  </a:lnTo>
                  <a:lnTo>
                    <a:pt x="117785" y="65906"/>
                  </a:lnTo>
                  <a:lnTo>
                    <a:pt x="125021" y="64325"/>
                  </a:lnTo>
                  <a:lnTo>
                    <a:pt x="137275" y="55436"/>
                  </a:lnTo>
                  <a:lnTo>
                    <a:pt x="138949" y="54418"/>
                  </a:lnTo>
                  <a:lnTo>
                    <a:pt x="141393" y="52933"/>
                  </a:lnTo>
                  <a:lnTo>
                    <a:pt x="143523" y="51638"/>
                  </a:lnTo>
                  <a:lnTo>
                    <a:pt x="165305" y="38400"/>
                  </a:lnTo>
                  <a:lnTo>
                    <a:pt x="173955" y="33083"/>
                  </a:lnTo>
                  <a:lnTo>
                    <a:pt x="177877" y="30673"/>
                  </a:lnTo>
                  <a:lnTo>
                    <a:pt x="190448" y="22946"/>
                  </a:lnTo>
                  <a:lnTo>
                    <a:pt x="194568" y="20540"/>
                  </a:lnTo>
                  <a:lnTo>
                    <a:pt x="202865" y="15695"/>
                  </a:lnTo>
                  <a:lnTo>
                    <a:pt x="207435" y="13026"/>
                  </a:lnTo>
                  <a:lnTo>
                    <a:pt x="213589" y="8929"/>
                  </a:lnTo>
                  <a:lnTo>
                    <a:pt x="215528" y="6773"/>
                  </a:lnTo>
                  <a:lnTo>
                    <a:pt x="217596" y="3509"/>
                  </a:lnTo>
                  <a:lnTo>
                    <a:pt x="221140" y="7916"/>
                  </a:lnTo>
                  <a:lnTo>
                    <a:pt x="224372" y="8603"/>
                  </a:lnTo>
                  <a:lnTo>
                    <a:pt x="230259" y="3376"/>
                  </a:lnTo>
                  <a:lnTo>
                    <a:pt x="237019" y="10236"/>
                  </a:lnTo>
                  <a:lnTo>
                    <a:pt x="238336" y="11572"/>
                  </a:lnTo>
                  <a:lnTo>
                    <a:pt x="239551" y="10579"/>
                  </a:lnTo>
                  <a:lnTo>
                    <a:pt x="252497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64541" y="1663189"/>
              <a:ext cx="411177" cy="334471"/>
            </a:xfrm>
            <a:custGeom>
              <a:avLst/>
              <a:pathLst>
                <a:path w="411177" h="334471">
                  <a:moveTo>
                    <a:pt x="94066" y="43304"/>
                  </a:moveTo>
                  <a:lnTo>
                    <a:pt x="96586" y="44634"/>
                  </a:lnTo>
                  <a:lnTo>
                    <a:pt x="97722" y="43014"/>
                  </a:lnTo>
                  <a:lnTo>
                    <a:pt x="98880" y="41363"/>
                  </a:lnTo>
                  <a:lnTo>
                    <a:pt x="106226" y="45176"/>
                  </a:lnTo>
                  <a:lnTo>
                    <a:pt x="109142" y="46690"/>
                  </a:lnTo>
                  <a:lnTo>
                    <a:pt x="109599" y="45176"/>
                  </a:lnTo>
                  <a:lnTo>
                    <a:pt x="110418" y="42464"/>
                  </a:lnTo>
                  <a:lnTo>
                    <a:pt x="111046" y="40921"/>
                  </a:lnTo>
                  <a:lnTo>
                    <a:pt x="113228" y="35563"/>
                  </a:lnTo>
                  <a:lnTo>
                    <a:pt x="116697" y="29938"/>
                  </a:lnTo>
                  <a:lnTo>
                    <a:pt x="116783" y="29798"/>
                  </a:lnTo>
                  <a:lnTo>
                    <a:pt x="117013" y="29938"/>
                  </a:lnTo>
                  <a:lnTo>
                    <a:pt x="119477" y="31442"/>
                  </a:lnTo>
                  <a:lnTo>
                    <a:pt x="121397" y="32941"/>
                  </a:lnTo>
                  <a:lnTo>
                    <a:pt x="121771" y="32139"/>
                  </a:lnTo>
                  <a:lnTo>
                    <a:pt x="123478" y="28481"/>
                  </a:lnTo>
                  <a:lnTo>
                    <a:pt x="124152" y="22012"/>
                  </a:lnTo>
                  <a:lnTo>
                    <a:pt x="124862" y="18946"/>
                  </a:lnTo>
                  <a:lnTo>
                    <a:pt x="124886" y="18767"/>
                  </a:lnTo>
                  <a:lnTo>
                    <a:pt x="125789" y="12261"/>
                  </a:lnTo>
                  <a:lnTo>
                    <a:pt x="124460" y="3090"/>
                  </a:lnTo>
                  <a:lnTo>
                    <a:pt x="125203" y="2347"/>
                  </a:lnTo>
                  <a:lnTo>
                    <a:pt x="127551" y="0"/>
                  </a:lnTo>
                  <a:lnTo>
                    <a:pt x="131040" y="5279"/>
                  </a:lnTo>
                  <a:lnTo>
                    <a:pt x="134330" y="8374"/>
                  </a:lnTo>
                  <a:lnTo>
                    <a:pt x="137316" y="11069"/>
                  </a:lnTo>
                  <a:lnTo>
                    <a:pt x="145125" y="16687"/>
                  </a:lnTo>
                  <a:lnTo>
                    <a:pt x="145662" y="21872"/>
                  </a:lnTo>
                  <a:lnTo>
                    <a:pt x="153295" y="24588"/>
                  </a:lnTo>
                  <a:lnTo>
                    <a:pt x="173070" y="31625"/>
                  </a:lnTo>
                  <a:lnTo>
                    <a:pt x="184846" y="33513"/>
                  </a:lnTo>
                  <a:lnTo>
                    <a:pt x="188552" y="34107"/>
                  </a:lnTo>
                  <a:lnTo>
                    <a:pt x="202194" y="36144"/>
                  </a:lnTo>
                  <a:lnTo>
                    <a:pt x="204355" y="36467"/>
                  </a:lnTo>
                  <a:lnTo>
                    <a:pt x="215726" y="39016"/>
                  </a:lnTo>
                  <a:lnTo>
                    <a:pt x="226781" y="41495"/>
                  </a:lnTo>
                  <a:lnTo>
                    <a:pt x="236349" y="41258"/>
                  </a:lnTo>
                  <a:lnTo>
                    <a:pt x="246739" y="41001"/>
                  </a:lnTo>
                  <a:lnTo>
                    <a:pt x="250101" y="40917"/>
                  </a:lnTo>
                  <a:lnTo>
                    <a:pt x="259743" y="47724"/>
                  </a:lnTo>
                  <a:lnTo>
                    <a:pt x="261514" y="48975"/>
                  </a:lnTo>
                  <a:lnTo>
                    <a:pt x="267454" y="53168"/>
                  </a:lnTo>
                  <a:lnTo>
                    <a:pt x="270591" y="55382"/>
                  </a:lnTo>
                  <a:lnTo>
                    <a:pt x="271670" y="56144"/>
                  </a:lnTo>
                  <a:lnTo>
                    <a:pt x="272774" y="56923"/>
                  </a:lnTo>
                  <a:lnTo>
                    <a:pt x="283592" y="61297"/>
                  </a:lnTo>
                  <a:lnTo>
                    <a:pt x="290442" y="64067"/>
                  </a:lnTo>
                  <a:lnTo>
                    <a:pt x="292298" y="64817"/>
                  </a:lnTo>
                  <a:lnTo>
                    <a:pt x="294147" y="65565"/>
                  </a:lnTo>
                  <a:lnTo>
                    <a:pt x="300462" y="68196"/>
                  </a:lnTo>
                  <a:lnTo>
                    <a:pt x="314053" y="73860"/>
                  </a:lnTo>
                  <a:lnTo>
                    <a:pt x="321062" y="79147"/>
                  </a:lnTo>
                  <a:lnTo>
                    <a:pt x="323501" y="80986"/>
                  </a:lnTo>
                  <a:lnTo>
                    <a:pt x="326877" y="80403"/>
                  </a:lnTo>
                  <a:lnTo>
                    <a:pt x="349063" y="76573"/>
                  </a:lnTo>
                  <a:lnTo>
                    <a:pt x="350042" y="76398"/>
                  </a:lnTo>
                  <a:lnTo>
                    <a:pt x="350752" y="76271"/>
                  </a:lnTo>
                  <a:lnTo>
                    <a:pt x="354134" y="75564"/>
                  </a:lnTo>
                  <a:lnTo>
                    <a:pt x="368302" y="72601"/>
                  </a:lnTo>
                  <a:lnTo>
                    <a:pt x="373973" y="70738"/>
                  </a:lnTo>
                  <a:lnTo>
                    <a:pt x="376370" y="69951"/>
                  </a:lnTo>
                  <a:lnTo>
                    <a:pt x="377912" y="69004"/>
                  </a:lnTo>
                  <a:lnTo>
                    <a:pt x="379260" y="68177"/>
                  </a:lnTo>
                  <a:lnTo>
                    <a:pt x="384725" y="64821"/>
                  </a:lnTo>
                  <a:lnTo>
                    <a:pt x="386399" y="63794"/>
                  </a:lnTo>
                  <a:lnTo>
                    <a:pt x="386623" y="63656"/>
                  </a:lnTo>
                  <a:lnTo>
                    <a:pt x="386869" y="63450"/>
                  </a:lnTo>
                  <a:lnTo>
                    <a:pt x="387513" y="62128"/>
                  </a:lnTo>
                  <a:lnTo>
                    <a:pt x="397689" y="80794"/>
                  </a:lnTo>
                  <a:lnTo>
                    <a:pt x="399077" y="83470"/>
                  </a:lnTo>
                  <a:lnTo>
                    <a:pt x="411177" y="106786"/>
                  </a:lnTo>
                  <a:lnTo>
                    <a:pt x="387272" y="120947"/>
                  </a:lnTo>
                  <a:lnTo>
                    <a:pt x="400715" y="145157"/>
                  </a:lnTo>
                  <a:lnTo>
                    <a:pt x="377329" y="159134"/>
                  </a:lnTo>
                  <a:lnTo>
                    <a:pt x="375933" y="159920"/>
                  </a:lnTo>
                  <a:lnTo>
                    <a:pt x="353217" y="172701"/>
                  </a:lnTo>
                  <a:lnTo>
                    <a:pt x="326561" y="189763"/>
                  </a:lnTo>
                  <a:lnTo>
                    <a:pt x="303560" y="203176"/>
                  </a:lnTo>
                  <a:lnTo>
                    <a:pt x="280874" y="218901"/>
                  </a:lnTo>
                  <a:lnTo>
                    <a:pt x="275872" y="210103"/>
                  </a:lnTo>
                  <a:lnTo>
                    <a:pt x="250919" y="221144"/>
                  </a:lnTo>
                  <a:lnTo>
                    <a:pt x="243204" y="225625"/>
                  </a:lnTo>
                  <a:lnTo>
                    <a:pt x="227651" y="234657"/>
                  </a:lnTo>
                  <a:lnTo>
                    <a:pt x="202529" y="249551"/>
                  </a:lnTo>
                  <a:lnTo>
                    <a:pt x="177342" y="264801"/>
                  </a:lnTo>
                  <a:lnTo>
                    <a:pt x="153960" y="278070"/>
                  </a:lnTo>
                  <a:lnTo>
                    <a:pt x="129695" y="291840"/>
                  </a:lnTo>
                  <a:lnTo>
                    <a:pt x="106069" y="304846"/>
                  </a:lnTo>
                  <a:lnTo>
                    <a:pt x="83673" y="319359"/>
                  </a:lnTo>
                  <a:lnTo>
                    <a:pt x="57379" y="334471"/>
                  </a:lnTo>
                  <a:lnTo>
                    <a:pt x="30817" y="290574"/>
                  </a:lnTo>
                  <a:lnTo>
                    <a:pt x="29809" y="286490"/>
                  </a:lnTo>
                  <a:lnTo>
                    <a:pt x="26419" y="272758"/>
                  </a:lnTo>
                  <a:lnTo>
                    <a:pt x="23683" y="273050"/>
                  </a:lnTo>
                  <a:lnTo>
                    <a:pt x="20947" y="273342"/>
                  </a:lnTo>
                  <a:lnTo>
                    <a:pt x="18968" y="273553"/>
                  </a:lnTo>
                  <a:lnTo>
                    <a:pt x="18161" y="273668"/>
                  </a:lnTo>
                  <a:lnTo>
                    <a:pt x="17836" y="273714"/>
                  </a:lnTo>
                  <a:lnTo>
                    <a:pt x="14085" y="266728"/>
                  </a:lnTo>
                  <a:lnTo>
                    <a:pt x="11851" y="262544"/>
                  </a:lnTo>
                  <a:lnTo>
                    <a:pt x="7804" y="256808"/>
                  </a:lnTo>
                  <a:lnTo>
                    <a:pt x="5528" y="252165"/>
                  </a:lnTo>
                  <a:lnTo>
                    <a:pt x="3420" y="247033"/>
                  </a:lnTo>
                  <a:lnTo>
                    <a:pt x="2707" y="244053"/>
                  </a:lnTo>
                  <a:lnTo>
                    <a:pt x="2337" y="242508"/>
                  </a:lnTo>
                  <a:lnTo>
                    <a:pt x="2328" y="241036"/>
                  </a:lnTo>
                  <a:lnTo>
                    <a:pt x="2756" y="237941"/>
                  </a:lnTo>
                  <a:lnTo>
                    <a:pt x="2927" y="236703"/>
                  </a:lnTo>
                  <a:lnTo>
                    <a:pt x="4417" y="227646"/>
                  </a:lnTo>
                  <a:lnTo>
                    <a:pt x="6018" y="214621"/>
                  </a:lnTo>
                  <a:lnTo>
                    <a:pt x="6225" y="212013"/>
                  </a:lnTo>
                  <a:lnTo>
                    <a:pt x="6990" y="202324"/>
                  </a:lnTo>
                  <a:lnTo>
                    <a:pt x="7367" y="197543"/>
                  </a:lnTo>
                  <a:lnTo>
                    <a:pt x="8379" y="181672"/>
                  </a:lnTo>
                  <a:lnTo>
                    <a:pt x="8379" y="169165"/>
                  </a:lnTo>
                  <a:lnTo>
                    <a:pt x="8463" y="159849"/>
                  </a:lnTo>
                  <a:lnTo>
                    <a:pt x="9896" y="144927"/>
                  </a:lnTo>
                  <a:lnTo>
                    <a:pt x="9931" y="139956"/>
                  </a:lnTo>
                  <a:lnTo>
                    <a:pt x="9953" y="136819"/>
                  </a:lnTo>
                  <a:lnTo>
                    <a:pt x="8543" y="125897"/>
                  </a:lnTo>
                  <a:lnTo>
                    <a:pt x="8437" y="125078"/>
                  </a:lnTo>
                  <a:lnTo>
                    <a:pt x="8379" y="124628"/>
                  </a:lnTo>
                  <a:lnTo>
                    <a:pt x="7480" y="106111"/>
                  </a:lnTo>
                  <a:lnTo>
                    <a:pt x="6356" y="91563"/>
                  </a:lnTo>
                  <a:lnTo>
                    <a:pt x="4968" y="85355"/>
                  </a:lnTo>
                  <a:lnTo>
                    <a:pt x="458" y="77722"/>
                  </a:lnTo>
                  <a:lnTo>
                    <a:pt x="0" y="76180"/>
                  </a:lnTo>
                  <a:lnTo>
                    <a:pt x="136" y="76025"/>
                  </a:lnTo>
                  <a:lnTo>
                    <a:pt x="2311" y="73377"/>
                  </a:lnTo>
                  <a:lnTo>
                    <a:pt x="3468" y="71968"/>
                  </a:lnTo>
                  <a:lnTo>
                    <a:pt x="9966" y="66074"/>
                  </a:lnTo>
                  <a:lnTo>
                    <a:pt x="13961" y="64878"/>
                  </a:lnTo>
                  <a:lnTo>
                    <a:pt x="14287" y="64780"/>
                  </a:lnTo>
                  <a:lnTo>
                    <a:pt x="14461" y="64457"/>
                  </a:lnTo>
                  <a:lnTo>
                    <a:pt x="18150" y="57628"/>
                  </a:lnTo>
                  <a:lnTo>
                    <a:pt x="19065" y="57467"/>
                  </a:lnTo>
                  <a:lnTo>
                    <a:pt x="25899" y="56262"/>
                  </a:lnTo>
                  <a:lnTo>
                    <a:pt x="27206" y="59376"/>
                  </a:lnTo>
                  <a:lnTo>
                    <a:pt x="27740" y="60647"/>
                  </a:lnTo>
                  <a:lnTo>
                    <a:pt x="32086" y="59809"/>
                  </a:lnTo>
                  <a:lnTo>
                    <a:pt x="35004" y="59245"/>
                  </a:lnTo>
                  <a:lnTo>
                    <a:pt x="35327" y="61366"/>
                  </a:lnTo>
                  <a:lnTo>
                    <a:pt x="38993" y="64094"/>
                  </a:lnTo>
                  <a:lnTo>
                    <a:pt x="39191" y="64241"/>
                  </a:lnTo>
                  <a:lnTo>
                    <a:pt x="39427" y="64203"/>
                  </a:lnTo>
                  <a:lnTo>
                    <a:pt x="40306" y="64059"/>
                  </a:lnTo>
                  <a:lnTo>
                    <a:pt x="51727" y="62199"/>
                  </a:lnTo>
                  <a:lnTo>
                    <a:pt x="51503" y="66008"/>
                  </a:lnTo>
                  <a:lnTo>
                    <a:pt x="51447" y="66965"/>
                  </a:lnTo>
                  <a:lnTo>
                    <a:pt x="51431" y="67246"/>
                  </a:lnTo>
                  <a:lnTo>
                    <a:pt x="52778" y="67239"/>
                  </a:lnTo>
                  <a:lnTo>
                    <a:pt x="76920" y="67111"/>
                  </a:lnTo>
                  <a:lnTo>
                    <a:pt x="77926" y="60968"/>
                  </a:lnTo>
                  <a:lnTo>
                    <a:pt x="78383" y="58169"/>
                  </a:lnTo>
                  <a:lnTo>
                    <a:pt x="85496" y="50994"/>
                  </a:lnTo>
                  <a:lnTo>
                    <a:pt x="85284" y="49477"/>
                  </a:lnTo>
                  <a:lnTo>
                    <a:pt x="84779" y="45862"/>
                  </a:lnTo>
                  <a:lnTo>
                    <a:pt x="91958" y="4388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2000469" y="2349503"/>
              <a:ext cx="541853" cy="1092958"/>
            </a:xfrm>
            <a:custGeom>
              <a:avLst/>
              <a:pathLst>
                <a:path w="541853" h="1092958">
                  <a:moveTo>
                    <a:pt x="412170" y="1089189"/>
                  </a:moveTo>
                  <a:lnTo>
                    <a:pt x="410321" y="1092958"/>
                  </a:lnTo>
                  <a:lnTo>
                    <a:pt x="288622" y="1063694"/>
                  </a:lnTo>
                  <a:lnTo>
                    <a:pt x="225677" y="1043797"/>
                  </a:lnTo>
                  <a:lnTo>
                    <a:pt x="186199" y="1033252"/>
                  </a:lnTo>
                  <a:lnTo>
                    <a:pt x="195393" y="976218"/>
                  </a:lnTo>
                  <a:lnTo>
                    <a:pt x="160720" y="970615"/>
                  </a:lnTo>
                  <a:lnTo>
                    <a:pt x="0" y="941899"/>
                  </a:lnTo>
                  <a:lnTo>
                    <a:pt x="7506" y="900260"/>
                  </a:lnTo>
                  <a:lnTo>
                    <a:pt x="13949" y="864526"/>
                  </a:lnTo>
                  <a:lnTo>
                    <a:pt x="17991" y="842104"/>
                  </a:lnTo>
                  <a:lnTo>
                    <a:pt x="21702" y="821519"/>
                  </a:lnTo>
                  <a:lnTo>
                    <a:pt x="36995" y="736690"/>
                  </a:lnTo>
                  <a:lnTo>
                    <a:pt x="58268" y="618693"/>
                  </a:lnTo>
                  <a:lnTo>
                    <a:pt x="67722" y="566254"/>
                  </a:lnTo>
                  <a:lnTo>
                    <a:pt x="70111" y="551591"/>
                  </a:lnTo>
                  <a:lnTo>
                    <a:pt x="74263" y="528518"/>
                  </a:lnTo>
                  <a:lnTo>
                    <a:pt x="75456" y="521884"/>
                  </a:lnTo>
                  <a:lnTo>
                    <a:pt x="81281" y="489516"/>
                  </a:lnTo>
                  <a:lnTo>
                    <a:pt x="84621" y="470954"/>
                  </a:lnTo>
                  <a:lnTo>
                    <a:pt x="85249" y="467462"/>
                  </a:lnTo>
                  <a:lnTo>
                    <a:pt x="88477" y="449524"/>
                  </a:lnTo>
                  <a:lnTo>
                    <a:pt x="95393" y="411089"/>
                  </a:lnTo>
                  <a:lnTo>
                    <a:pt x="96106" y="407125"/>
                  </a:lnTo>
                  <a:lnTo>
                    <a:pt x="96402" y="405481"/>
                  </a:lnTo>
                  <a:lnTo>
                    <a:pt x="97879" y="397273"/>
                  </a:lnTo>
                  <a:lnTo>
                    <a:pt x="103405" y="366565"/>
                  </a:lnTo>
                  <a:lnTo>
                    <a:pt x="103904" y="363787"/>
                  </a:lnTo>
                  <a:lnTo>
                    <a:pt x="104842" y="358574"/>
                  </a:lnTo>
                  <a:lnTo>
                    <a:pt x="105555" y="354614"/>
                  </a:lnTo>
                  <a:lnTo>
                    <a:pt x="105824" y="353118"/>
                  </a:lnTo>
                  <a:lnTo>
                    <a:pt x="110601" y="326569"/>
                  </a:lnTo>
                  <a:lnTo>
                    <a:pt x="112457" y="316258"/>
                  </a:lnTo>
                  <a:lnTo>
                    <a:pt x="116360" y="294565"/>
                  </a:lnTo>
                  <a:lnTo>
                    <a:pt x="124926" y="246043"/>
                  </a:lnTo>
                  <a:lnTo>
                    <a:pt x="138989" y="168806"/>
                  </a:lnTo>
                  <a:lnTo>
                    <a:pt x="141994" y="152106"/>
                  </a:lnTo>
                  <a:lnTo>
                    <a:pt x="144999" y="135406"/>
                  </a:lnTo>
                  <a:lnTo>
                    <a:pt x="145295" y="134081"/>
                  </a:lnTo>
                  <a:lnTo>
                    <a:pt x="145567" y="132595"/>
                  </a:lnTo>
                  <a:lnTo>
                    <a:pt x="145733" y="131688"/>
                  </a:lnTo>
                  <a:lnTo>
                    <a:pt x="148431" y="116954"/>
                  </a:lnTo>
                  <a:lnTo>
                    <a:pt x="150698" y="104499"/>
                  </a:lnTo>
                  <a:lnTo>
                    <a:pt x="155882" y="76030"/>
                  </a:lnTo>
                  <a:lnTo>
                    <a:pt x="160759" y="49246"/>
                  </a:lnTo>
                  <a:lnTo>
                    <a:pt x="160974" y="48065"/>
                  </a:lnTo>
                  <a:lnTo>
                    <a:pt x="161056" y="47612"/>
                  </a:lnTo>
                  <a:lnTo>
                    <a:pt x="161866" y="43211"/>
                  </a:lnTo>
                  <a:lnTo>
                    <a:pt x="169819" y="0"/>
                  </a:lnTo>
                  <a:lnTo>
                    <a:pt x="174982" y="832"/>
                  </a:lnTo>
                  <a:lnTo>
                    <a:pt x="330520" y="31466"/>
                  </a:lnTo>
                  <a:lnTo>
                    <a:pt x="330235" y="33109"/>
                  </a:lnTo>
                  <a:lnTo>
                    <a:pt x="310004" y="149658"/>
                  </a:lnTo>
                  <a:lnTo>
                    <a:pt x="307835" y="161757"/>
                  </a:lnTo>
                  <a:lnTo>
                    <a:pt x="300705" y="203819"/>
                  </a:lnTo>
                  <a:lnTo>
                    <a:pt x="299089" y="212216"/>
                  </a:lnTo>
                  <a:lnTo>
                    <a:pt x="290019" y="259341"/>
                  </a:lnTo>
                  <a:lnTo>
                    <a:pt x="269210" y="372730"/>
                  </a:lnTo>
                  <a:lnTo>
                    <a:pt x="342428" y="386387"/>
                  </a:lnTo>
                  <a:lnTo>
                    <a:pt x="370683" y="391657"/>
                  </a:lnTo>
                  <a:lnTo>
                    <a:pt x="397705" y="396595"/>
                  </a:lnTo>
                  <a:lnTo>
                    <a:pt x="415198" y="399944"/>
                  </a:lnTo>
                  <a:lnTo>
                    <a:pt x="435431" y="403818"/>
                  </a:lnTo>
                  <a:lnTo>
                    <a:pt x="455071" y="407305"/>
                  </a:lnTo>
                  <a:lnTo>
                    <a:pt x="475264" y="411251"/>
                  </a:lnTo>
                  <a:lnTo>
                    <a:pt x="494794" y="414917"/>
                  </a:lnTo>
                  <a:lnTo>
                    <a:pt x="541853" y="423589"/>
                  </a:lnTo>
                  <a:lnTo>
                    <a:pt x="524698" y="515650"/>
                  </a:lnTo>
                  <a:lnTo>
                    <a:pt x="520721" y="535233"/>
                  </a:lnTo>
                  <a:lnTo>
                    <a:pt x="517237" y="555474"/>
                  </a:lnTo>
                  <a:lnTo>
                    <a:pt x="512577" y="581342"/>
                  </a:lnTo>
                  <a:lnTo>
                    <a:pt x="505940" y="618182"/>
                  </a:lnTo>
                  <a:lnTo>
                    <a:pt x="482147" y="742672"/>
                  </a:lnTo>
                  <a:lnTo>
                    <a:pt x="443914" y="95989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66533" y="3197187"/>
              <a:ext cx="547579" cy="388488"/>
            </a:xfrm>
            <a:custGeom>
              <a:avLst/>
              <a:pathLst>
                <a:path w="547579" h="388488">
                  <a:moveTo>
                    <a:pt x="149639" y="0"/>
                  </a:moveTo>
                  <a:lnTo>
                    <a:pt x="208879" y="101629"/>
                  </a:lnTo>
                  <a:lnTo>
                    <a:pt x="235166" y="147927"/>
                  </a:lnTo>
                  <a:lnTo>
                    <a:pt x="240117" y="145058"/>
                  </a:lnTo>
                  <a:lnTo>
                    <a:pt x="242157" y="143809"/>
                  </a:lnTo>
                  <a:lnTo>
                    <a:pt x="245015" y="142060"/>
                  </a:lnTo>
                  <a:lnTo>
                    <a:pt x="252453" y="137507"/>
                  </a:lnTo>
                  <a:lnTo>
                    <a:pt x="258150" y="134019"/>
                  </a:lnTo>
                  <a:lnTo>
                    <a:pt x="258341" y="133903"/>
                  </a:lnTo>
                  <a:lnTo>
                    <a:pt x="262930" y="131094"/>
                  </a:lnTo>
                  <a:lnTo>
                    <a:pt x="265962" y="129238"/>
                  </a:lnTo>
                  <a:lnTo>
                    <a:pt x="267746" y="128146"/>
                  </a:lnTo>
                  <a:lnTo>
                    <a:pt x="310797" y="101793"/>
                  </a:lnTo>
                  <a:lnTo>
                    <a:pt x="334320" y="87395"/>
                  </a:lnTo>
                  <a:lnTo>
                    <a:pt x="334691" y="87167"/>
                  </a:lnTo>
                  <a:lnTo>
                    <a:pt x="336319" y="86171"/>
                  </a:lnTo>
                  <a:lnTo>
                    <a:pt x="336471" y="86078"/>
                  </a:lnTo>
                  <a:lnTo>
                    <a:pt x="356918" y="73562"/>
                  </a:lnTo>
                  <a:lnTo>
                    <a:pt x="380915" y="58873"/>
                  </a:lnTo>
                  <a:lnTo>
                    <a:pt x="381166" y="58719"/>
                  </a:lnTo>
                  <a:lnTo>
                    <a:pt x="427577" y="31664"/>
                  </a:lnTo>
                  <a:lnTo>
                    <a:pt x="464996" y="9851"/>
                  </a:lnTo>
                  <a:lnTo>
                    <a:pt x="465712" y="9434"/>
                  </a:lnTo>
                  <a:lnTo>
                    <a:pt x="465979" y="9896"/>
                  </a:lnTo>
                  <a:lnTo>
                    <a:pt x="547579" y="151162"/>
                  </a:lnTo>
                  <a:lnTo>
                    <a:pt x="545350" y="152050"/>
                  </a:lnTo>
                  <a:lnTo>
                    <a:pt x="543282" y="153279"/>
                  </a:lnTo>
                  <a:lnTo>
                    <a:pt x="541425" y="154819"/>
                  </a:lnTo>
                  <a:lnTo>
                    <a:pt x="539821" y="156634"/>
                  </a:lnTo>
                  <a:lnTo>
                    <a:pt x="538510" y="158681"/>
                  </a:lnTo>
                  <a:lnTo>
                    <a:pt x="537524" y="160909"/>
                  </a:lnTo>
                  <a:lnTo>
                    <a:pt x="536885" y="163267"/>
                  </a:lnTo>
                  <a:lnTo>
                    <a:pt x="536610" y="165697"/>
                  </a:lnTo>
                  <a:lnTo>
                    <a:pt x="536704" y="168142"/>
                  </a:lnTo>
                  <a:lnTo>
                    <a:pt x="537165" y="170543"/>
                  </a:lnTo>
                  <a:lnTo>
                    <a:pt x="537983" y="172842"/>
                  </a:lnTo>
                  <a:lnTo>
                    <a:pt x="518364" y="184449"/>
                  </a:lnTo>
                  <a:lnTo>
                    <a:pt x="511457" y="188536"/>
                  </a:lnTo>
                  <a:lnTo>
                    <a:pt x="508227" y="183698"/>
                  </a:lnTo>
                  <a:lnTo>
                    <a:pt x="491322" y="193682"/>
                  </a:lnTo>
                  <a:lnTo>
                    <a:pt x="479856" y="200454"/>
                  </a:lnTo>
                  <a:lnTo>
                    <a:pt x="482855" y="205410"/>
                  </a:lnTo>
                  <a:lnTo>
                    <a:pt x="474884" y="210116"/>
                  </a:lnTo>
                  <a:lnTo>
                    <a:pt x="470739" y="212564"/>
                  </a:lnTo>
                  <a:lnTo>
                    <a:pt x="469354" y="213381"/>
                  </a:lnTo>
                  <a:lnTo>
                    <a:pt x="467710" y="214352"/>
                  </a:lnTo>
                  <a:lnTo>
                    <a:pt x="466166" y="215264"/>
                  </a:lnTo>
                  <a:lnTo>
                    <a:pt x="464584" y="216198"/>
                  </a:lnTo>
                  <a:lnTo>
                    <a:pt x="462435" y="217467"/>
                  </a:lnTo>
                  <a:lnTo>
                    <a:pt x="460504" y="218607"/>
                  </a:lnTo>
                  <a:lnTo>
                    <a:pt x="459131" y="219418"/>
                  </a:lnTo>
                  <a:lnTo>
                    <a:pt x="457070" y="220635"/>
                  </a:lnTo>
                  <a:lnTo>
                    <a:pt x="454238" y="222307"/>
                  </a:lnTo>
                  <a:lnTo>
                    <a:pt x="447673" y="226183"/>
                  </a:lnTo>
                  <a:lnTo>
                    <a:pt x="429012" y="237202"/>
                  </a:lnTo>
                  <a:lnTo>
                    <a:pt x="425823" y="239084"/>
                  </a:lnTo>
                  <a:lnTo>
                    <a:pt x="425426" y="239319"/>
                  </a:lnTo>
                  <a:lnTo>
                    <a:pt x="404443" y="251709"/>
                  </a:lnTo>
                  <a:lnTo>
                    <a:pt x="401089" y="253689"/>
                  </a:lnTo>
                  <a:lnTo>
                    <a:pt x="356301" y="280134"/>
                  </a:lnTo>
                  <a:lnTo>
                    <a:pt x="355208" y="280779"/>
                  </a:lnTo>
                  <a:lnTo>
                    <a:pt x="355058" y="280868"/>
                  </a:lnTo>
                  <a:lnTo>
                    <a:pt x="354717" y="281069"/>
                  </a:lnTo>
                  <a:lnTo>
                    <a:pt x="354055" y="281460"/>
                  </a:lnTo>
                  <a:lnTo>
                    <a:pt x="339399" y="290114"/>
                  </a:lnTo>
                  <a:lnTo>
                    <a:pt x="336963" y="291552"/>
                  </a:lnTo>
                  <a:lnTo>
                    <a:pt x="333389" y="293794"/>
                  </a:lnTo>
                  <a:lnTo>
                    <a:pt x="327968" y="296390"/>
                  </a:lnTo>
                  <a:lnTo>
                    <a:pt x="324243" y="298642"/>
                  </a:lnTo>
                  <a:lnTo>
                    <a:pt x="309422" y="307605"/>
                  </a:lnTo>
                  <a:lnTo>
                    <a:pt x="284258" y="322822"/>
                  </a:lnTo>
                  <a:lnTo>
                    <a:pt x="270493" y="330953"/>
                  </a:lnTo>
                  <a:lnTo>
                    <a:pt x="247115" y="344762"/>
                  </a:lnTo>
                  <a:lnTo>
                    <a:pt x="223701" y="358592"/>
                  </a:lnTo>
                  <a:lnTo>
                    <a:pt x="202951" y="370849"/>
                  </a:lnTo>
                  <a:lnTo>
                    <a:pt x="202395" y="371147"/>
                  </a:lnTo>
                  <a:lnTo>
                    <a:pt x="198806" y="373070"/>
                  </a:lnTo>
                  <a:lnTo>
                    <a:pt x="192101" y="376663"/>
                  </a:lnTo>
                  <a:lnTo>
                    <a:pt x="170036" y="388488"/>
                  </a:lnTo>
                  <a:lnTo>
                    <a:pt x="168083" y="385083"/>
                  </a:lnTo>
                  <a:lnTo>
                    <a:pt x="151271" y="355778"/>
                  </a:lnTo>
                  <a:lnTo>
                    <a:pt x="124907" y="309824"/>
                  </a:lnTo>
                  <a:lnTo>
                    <a:pt x="121727" y="304280"/>
                  </a:lnTo>
                  <a:lnTo>
                    <a:pt x="97696" y="262390"/>
                  </a:lnTo>
                  <a:lnTo>
                    <a:pt x="83790" y="238546"/>
                  </a:lnTo>
                  <a:lnTo>
                    <a:pt x="50926" y="180825"/>
                  </a:lnTo>
                  <a:lnTo>
                    <a:pt x="15141" y="118401"/>
                  </a:lnTo>
                  <a:lnTo>
                    <a:pt x="0" y="91990"/>
                  </a:lnTo>
                  <a:lnTo>
                    <a:pt x="30488" y="73667"/>
                  </a:lnTo>
                  <a:lnTo>
                    <a:pt x="56164" y="58237"/>
                  </a:lnTo>
                  <a:lnTo>
                    <a:pt x="69403" y="50280"/>
                  </a:lnTo>
                  <a:lnTo>
                    <a:pt x="78176" y="45008"/>
                  </a:lnTo>
                  <a:lnTo>
                    <a:pt x="87609" y="39339"/>
                  </a:lnTo>
                  <a:lnTo>
                    <a:pt x="89368" y="38282"/>
                  </a:lnTo>
                  <a:lnTo>
                    <a:pt x="90704" y="37479"/>
                  </a:lnTo>
                  <a:lnTo>
                    <a:pt x="91299" y="37121"/>
                  </a:lnTo>
                  <a:lnTo>
                    <a:pt x="101118" y="31221"/>
                  </a:lnTo>
                  <a:lnTo>
                    <a:pt x="104287" y="29316"/>
                  </a:lnTo>
                  <a:lnTo>
                    <a:pt x="106353" y="28074"/>
                  </a:lnTo>
                  <a:lnTo>
                    <a:pt x="116612" y="21909"/>
                  </a:lnTo>
                  <a:lnTo>
                    <a:pt x="120807" y="19388"/>
                  </a:lnTo>
                  <a:lnTo>
                    <a:pt x="124094" y="17413"/>
                  </a:lnTo>
                  <a:lnTo>
                    <a:pt x="126119" y="16032"/>
                  </a:lnTo>
                  <a:lnTo>
                    <a:pt x="126392" y="15846"/>
                  </a:lnTo>
                  <a:lnTo>
                    <a:pt x="126653" y="15668"/>
                  </a:lnTo>
                  <a:lnTo>
                    <a:pt x="127208" y="15290"/>
                  </a:lnTo>
                  <a:lnTo>
                    <a:pt x="135430" y="9684"/>
                  </a:lnTo>
                  <a:lnTo>
                    <a:pt x="136546" y="8924"/>
                  </a:lnTo>
                  <a:lnTo>
                    <a:pt x="137052" y="8579"/>
                  </a:lnTo>
                  <a:lnTo>
                    <a:pt x="137276" y="8426"/>
                  </a:lnTo>
                  <a:lnTo>
                    <a:pt x="140512" y="6221"/>
                  </a:lnTo>
                  <a:lnTo>
                    <a:pt x="141896" y="5277"/>
                  </a:lnTo>
                  <a:lnTo>
                    <a:pt x="142777" y="4677"/>
                  </a:lnTo>
                  <a:lnTo>
                    <a:pt x="142987" y="4534"/>
                  </a:lnTo>
                  <a:lnTo>
                    <a:pt x="143297" y="4323"/>
                  </a:lnTo>
                  <a:lnTo>
                    <a:pt x="143636" y="4091"/>
                  </a:lnTo>
                  <a:lnTo>
                    <a:pt x="144244" y="3677"/>
                  </a:lnTo>
                  <a:lnTo>
                    <a:pt x="144783" y="3309"/>
                  </a:lnTo>
                  <a:lnTo>
                    <a:pt x="145542" y="2792"/>
                  </a:lnTo>
                  <a:lnTo>
                    <a:pt x="145670" y="2705"/>
                  </a:lnTo>
                  <a:lnTo>
                    <a:pt x="145821" y="2602"/>
                  </a:lnTo>
                  <a:lnTo>
                    <a:pt x="146323" y="226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236570" y="3370030"/>
              <a:ext cx="474951" cy="525563"/>
            </a:xfrm>
            <a:custGeom>
              <a:avLst/>
              <a:pathLst>
                <a:path w="474951" h="525563">
                  <a:moveTo>
                    <a:pt x="387224" y="8378"/>
                  </a:moveTo>
                  <a:lnTo>
                    <a:pt x="388083" y="8394"/>
                  </a:lnTo>
                  <a:lnTo>
                    <a:pt x="390394" y="8307"/>
                  </a:lnTo>
                  <a:lnTo>
                    <a:pt x="392690" y="8032"/>
                  </a:lnTo>
                  <a:lnTo>
                    <a:pt x="394438" y="7170"/>
                  </a:lnTo>
                  <a:lnTo>
                    <a:pt x="396089" y="6126"/>
                  </a:lnTo>
                  <a:lnTo>
                    <a:pt x="474951" y="146421"/>
                  </a:lnTo>
                  <a:lnTo>
                    <a:pt x="462928" y="153712"/>
                  </a:lnTo>
                  <a:lnTo>
                    <a:pt x="447367" y="163149"/>
                  </a:lnTo>
                  <a:lnTo>
                    <a:pt x="442694" y="165983"/>
                  </a:lnTo>
                  <a:lnTo>
                    <a:pt x="439344" y="168015"/>
                  </a:lnTo>
                  <a:lnTo>
                    <a:pt x="410052" y="185779"/>
                  </a:lnTo>
                  <a:lnTo>
                    <a:pt x="394060" y="195869"/>
                  </a:lnTo>
                  <a:lnTo>
                    <a:pt x="389089" y="199005"/>
                  </a:lnTo>
                  <a:lnTo>
                    <a:pt x="346854" y="224361"/>
                  </a:lnTo>
                  <a:lnTo>
                    <a:pt x="322907" y="238738"/>
                  </a:lnTo>
                  <a:lnTo>
                    <a:pt x="313302" y="244570"/>
                  </a:lnTo>
                  <a:lnTo>
                    <a:pt x="298660" y="253461"/>
                  </a:lnTo>
                  <a:lnTo>
                    <a:pt x="295539" y="255320"/>
                  </a:lnTo>
                  <a:lnTo>
                    <a:pt x="277496" y="266061"/>
                  </a:lnTo>
                  <a:lnTo>
                    <a:pt x="257693" y="277851"/>
                  </a:lnTo>
                  <a:lnTo>
                    <a:pt x="253572" y="280304"/>
                  </a:lnTo>
                  <a:lnTo>
                    <a:pt x="250896" y="281897"/>
                  </a:lnTo>
                  <a:lnTo>
                    <a:pt x="246658" y="284481"/>
                  </a:lnTo>
                  <a:lnTo>
                    <a:pt x="260374" y="307907"/>
                  </a:lnTo>
                  <a:lnTo>
                    <a:pt x="261163" y="309256"/>
                  </a:lnTo>
                  <a:lnTo>
                    <a:pt x="272667" y="328904"/>
                  </a:lnTo>
                  <a:lnTo>
                    <a:pt x="275164" y="333169"/>
                  </a:lnTo>
                  <a:lnTo>
                    <a:pt x="287665" y="354522"/>
                  </a:lnTo>
                  <a:lnTo>
                    <a:pt x="301796" y="378658"/>
                  </a:lnTo>
                  <a:lnTo>
                    <a:pt x="315391" y="401878"/>
                  </a:lnTo>
                  <a:lnTo>
                    <a:pt x="316229" y="403309"/>
                  </a:lnTo>
                  <a:lnTo>
                    <a:pt x="335705" y="436574"/>
                  </a:lnTo>
                  <a:lnTo>
                    <a:pt x="335999" y="437078"/>
                  </a:lnTo>
                  <a:lnTo>
                    <a:pt x="325524" y="442858"/>
                  </a:lnTo>
                  <a:lnTo>
                    <a:pt x="313971" y="449232"/>
                  </a:lnTo>
                  <a:lnTo>
                    <a:pt x="306465" y="453528"/>
                  </a:lnTo>
                  <a:lnTo>
                    <a:pt x="282220" y="467401"/>
                  </a:lnTo>
                  <a:lnTo>
                    <a:pt x="259448" y="480431"/>
                  </a:lnTo>
                  <a:lnTo>
                    <a:pt x="257748" y="481404"/>
                  </a:lnTo>
                  <a:lnTo>
                    <a:pt x="235799" y="493963"/>
                  </a:lnTo>
                  <a:lnTo>
                    <a:pt x="213405" y="506777"/>
                  </a:lnTo>
                  <a:lnTo>
                    <a:pt x="210441" y="508473"/>
                  </a:lnTo>
                  <a:lnTo>
                    <a:pt x="209830" y="508823"/>
                  </a:lnTo>
                  <a:lnTo>
                    <a:pt x="200445" y="514142"/>
                  </a:lnTo>
                  <a:lnTo>
                    <a:pt x="183421" y="523791"/>
                  </a:lnTo>
                  <a:lnTo>
                    <a:pt x="181584" y="524832"/>
                  </a:lnTo>
                  <a:lnTo>
                    <a:pt x="180294" y="525563"/>
                  </a:lnTo>
                  <a:lnTo>
                    <a:pt x="162771" y="495076"/>
                  </a:lnTo>
                  <a:lnTo>
                    <a:pt x="161202" y="492345"/>
                  </a:lnTo>
                  <a:lnTo>
                    <a:pt x="135768" y="448095"/>
                  </a:lnTo>
                  <a:lnTo>
                    <a:pt x="134225" y="445410"/>
                  </a:lnTo>
                  <a:lnTo>
                    <a:pt x="108277" y="400265"/>
                  </a:lnTo>
                  <a:lnTo>
                    <a:pt x="107974" y="399737"/>
                  </a:lnTo>
                  <a:lnTo>
                    <a:pt x="107323" y="398604"/>
                  </a:lnTo>
                  <a:lnTo>
                    <a:pt x="100511" y="386753"/>
                  </a:lnTo>
                  <a:lnTo>
                    <a:pt x="94033" y="375482"/>
                  </a:lnTo>
                  <a:lnTo>
                    <a:pt x="93534" y="374614"/>
                  </a:lnTo>
                  <a:lnTo>
                    <a:pt x="93168" y="373977"/>
                  </a:lnTo>
                  <a:lnTo>
                    <a:pt x="81421" y="353540"/>
                  </a:lnTo>
                  <a:lnTo>
                    <a:pt x="78036" y="347807"/>
                  </a:lnTo>
                  <a:lnTo>
                    <a:pt x="77874" y="347531"/>
                  </a:lnTo>
                  <a:lnTo>
                    <a:pt x="50923" y="301888"/>
                  </a:lnTo>
                  <a:lnTo>
                    <a:pt x="50177" y="300625"/>
                  </a:lnTo>
                  <a:lnTo>
                    <a:pt x="22490" y="253735"/>
                  </a:lnTo>
                  <a:lnTo>
                    <a:pt x="6178" y="226109"/>
                  </a:lnTo>
                  <a:lnTo>
                    <a:pt x="0" y="215645"/>
                  </a:lnTo>
                  <a:lnTo>
                    <a:pt x="22064" y="203821"/>
                  </a:lnTo>
                  <a:lnTo>
                    <a:pt x="28769" y="200227"/>
                  </a:lnTo>
                  <a:lnTo>
                    <a:pt x="32358" y="198304"/>
                  </a:lnTo>
                  <a:lnTo>
                    <a:pt x="32914" y="198006"/>
                  </a:lnTo>
                  <a:lnTo>
                    <a:pt x="53665" y="185749"/>
                  </a:lnTo>
                  <a:lnTo>
                    <a:pt x="77078" y="171919"/>
                  </a:lnTo>
                  <a:lnTo>
                    <a:pt x="100456" y="158110"/>
                  </a:lnTo>
                  <a:lnTo>
                    <a:pt x="114221" y="149979"/>
                  </a:lnTo>
                  <a:lnTo>
                    <a:pt x="139385" y="134762"/>
                  </a:lnTo>
                  <a:lnTo>
                    <a:pt x="154206" y="125799"/>
                  </a:lnTo>
                  <a:lnTo>
                    <a:pt x="157931" y="123547"/>
                  </a:lnTo>
                  <a:lnTo>
                    <a:pt x="163352" y="120951"/>
                  </a:lnTo>
                  <a:lnTo>
                    <a:pt x="166927" y="118709"/>
                  </a:lnTo>
                  <a:lnTo>
                    <a:pt x="169362" y="117271"/>
                  </a:lnTo>
                  <a:lnTo>
                    <a:pt x="184042" y="108604"/>
                  </a:lnTo>
                  <a:lnTo>
                    <a:pt x="184680" y="108227"/>
                  </a:lnTo>
                  <a:lnTo>
                    <a:pt x="185022" y="108025"/>
                  </a:lnTo>
                  <a:lnTo>
                    <a:pt x="185172" y="107936"/>
                  </a:lnTo>
                  <a:lnTo>
                    <a:pt x="186264" y="107291"/>
                  </a:lnTo>
                  <a:lnTo>
                    <a:pt x="231052" y="80847"/>
                  </a:lnTo>
                  <a:lnTo>
                    <a:pt x="234406" y="78866"/>
                  </a:lnTo>
                  <a:lnTo>
                    <a:pt x="255389" y="66476"/>
                  </a:lnTo>
                  <a:lnTo>
                    <a:pt x="255787" y="66242"/>
                  </a:lnTo>
                  <a:lnTo>
                    <a:pt x="258975" y="64359"/>
                  </a:lnTo>
                  <a:lnTo>
                    <a:pt x="277695" y="53306"/>
                  </a:lnTo>
                  <a:lnTo>
                    <a:pt x="284201" y="49464"/>
                  </a:lnTo>
                  <a:lnTo>
                    <a:pt x="287033" y="47792"/>
                  </a:lnTo>
                  <a:lnTo>
                    <a:pt x="289094" y="46575"/>
                  </a:lnTo>
                  <a:lnTo>
                    <a:pt x="290468" y="45764"/>
                  </a:lnTo>
                  <a:lnTo>
                    <a:pt x="292398" y="44624"/>
                  </a:lnTo>
                  <a:lnTo>
                    <a:pt x="294547" y="43356"/>
                  </a:lnTo>
                  <a:lnTo>
                    <a:pt x="296130" y="42421"/>
                  </a:lnTo>
                  <a:lnTo>
                    <a:pt x="297673" y="41510"/>
                  </a:lnTo>
                  <a:lnTo>
                    <a:pt x="299318" y="40539"/>
                  </a:lnTo>
                  <a:lnTo>
                    <a:pt x="300702" y="39721"/>
                  </a:lnTo>
                  <a:lnTo>
                    <a:pt x="304848" y="37274"/>
                  </a:lnTo>
                  <a:lnTo>
                    <a:pt x="312818" y="32567"/>
                  </a:lnTo>
                  <a:lnTo>
                    <a:pt x="309820" y="27611"/>
                  </a:lnTo>
                  <a:lnTo>
                    <a:pt x="321286" y="20840"/>
                  </a:lnTo>
                  <a:lnTo>
                    <a:pt x="338191" y="10856"/>
                  </a:lnTo>
                  <a:lnTo>
                    <a:pt x="341420" y="15693"/>
                  </a:lnTo>
                  <a:lnTo>
                    <a:pt x="348328" y="11607"/>
                  </a:lnTo>
                  <a:lnTo>
                    <a:pt x="367946" y="0"/>
                  </a:lnTo>
                  <a:lnTo>
                    <a:pt x="368298" y="344"/>
                  </a:lnTo>
                  <a:lnTo>
                    <a:pt x="370312" y="2109"/>
                  </a:lnTo>
                  <a:lnTo>
                    <a:pt x="372475" y="3678"/>
                  </a:lnTo>
                  <a:lnTo>
                    <a:pt x="374768" y="5039"/>
                  </a:lnTo>
                  <a:lnTo>
                    <a:pt x="377173" y="6180"/>
                  </a:lnTo>
                  <a:lnTo>
                    <a:pt x="379921" y="7169"/>
                  </a:lnTo>
                  <a:lnTo>
                    <a:pt x="382319" y="7784"/>
                  </a:lnTo>
                  <a:lnTo>
                    <a:pt x="384759" y="818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17740" y="4295295"/>
              <a:ext cx="560524" cy="474524"/>
            </a:xfrm>
            <a:custGeom>
              <a:avLst/>
              <a:pathLst>
                <a:path w="560524" h="474524">
                  <a:moveTo>
                    <a:pt x="310152" y="275720"/>
                  </a:moveTo>
                  <a:lnTo>
                    <a:pt x="300009" y="290617"/>
                  </a:lnTo>
                  <a:lnTo>
                    <a:pt x="299748" y="290984"/>
                  </a:lnTo>
                  <a:lnTo>
                    <a:pt x="292457" y="301293"/>
                  </a:lnTo>
                  <a:lnTo>
                    <a:pt x="282809" y="314933"/>
                  </a:lnTo>
                  <a:lnTo>
                    <a:pt x="268790" y="334753"/>
                  </a:lnTo>
                  <a:lnTo>
                    <a:pt x="253730" y="356046"/>
                  </a:lnTo>
                  <a:lnTo>
                    <a:pt x="237516" y="378968"/>
                  </a:lnTo>
                  <a:lnTo>
                    <a:pt x="222510" y="400184"/>
                  </a:lnTo>
                  <a:lnTo>
                    <a:pt x="221246" y="401904"/>
                  </a:lnTo>
                  <a:lnTo>
                    <a:pt x="199499" y="431482"/>
                  </a:lnTo>
                  <a:lnTo>
                    <a:pt x="188810" y="446020"/>
                  </a:lnTo>
                  <a:lnTo>
                    <a:pt x="170685" y="470671"/>
                  </a:lnTo>
                  <a:lnTo>
                    <a:pt x="167852" y="474524"/>
                  </a:lnTo>
                  <a:lnTo>
                    <a:pt x="129073" y="446604"/>
                  </a:lnTo>
                  <a:lnTo>
                    <a:pt x="113071" y="435083"/>
                  </a:lnTo>
                  <a:lnTo>
                    <a:pt x="108706" y="431941"/>
                  </a:lnTo>
                  <a:lnTo>
                    <a:pt x="106077" y="430049"/>
                  </a:lnTo>
                  <a:lnTo>
                    <a:pt x="94879" y="421986"/>
                  </a:lnTo>
                  <a:lnTo>
                    <a:pt x="94002" y="421354"/>
                  </a:lnTo>
                  <a:lnTo>
                    <a:pt x="90448" y="418796"/>
                  </a:lnTo>
                  <a:lnTo>
                    <a:pt x="83964" y="414128"/>
                  </a:lnTo>
                  <a:lnTo>
                    <a:pt x="77105" y="404305"/>
                  </a:lnTo>
                  <a:lnTo>
                    <a:pt x="68690" y="392254"/>
                  </a:lnTo>
                  <a:lnTo>
                    <a:pt x="55246" y="369540"/>
                  </a:lnTo>
                  <a:lnTo>
                    <a:pt x="41671" y="346603"/>
                  </a:lnTo>
                  <a:lnTo>
                    <a:pt x="38216" y="340773"/>
                  </a:lnTo>
                  <a:lnTo>
                    <a:pt x="27979" y="323493"/>
                  </a:lnTo>
                  <a:lnTo>
                    <a:pt x="25558" y="319406"/>
                  </a:lnTo>
                  <a:lnTo>
                    <a:pt x="15041" y="301654"/>
                  </a:lnTo>
                  <a:lnTo>
                    <a:pt x="0" y="276264"/>
                  </a:lnTo>
                  <a:lnTo>
                    <a:pt x="5700" y="272849"/>
                  </a:lnTo>
                  <a:lnTo>
                    <a:pt x="30563" y="257955"/>
                  </a:lnTo>
                  <a:lnTo>
                    <a:pt x="74472" y="231651"/>
                  </a:lnTo>
                  <a:lnTo>
                    <a:pt x="77664" y="229738"/>
                  </a:lnTo>
                  <a:lnTo>
                    <a:pt x="79717" y="228509"/>
                  </a:lnTo>
                  <a:lnTo>
                    <a:pt x="121087" y="203725"/>
                  </a:lnTo>
                  <a:lnTo>
                    <a:pt x="123145" y="202493"/>
                  </a:lnTo>
                  <a:lnTo>
                    <a:pt x="126612" y="200415"/>
                  </a:lnTo>
                  <a:lnTo>
                    <a:pt x="140236" y="192254"/>
                  </a:lnTo>
                  <a:lnTo>
                    <a:pt x="147111" y="188136"/>
                  </a:lnTo>
                  <a:lnTo>
                    <a:pt x="168396" y="175385"/>
                  </a:lnTo>
                  <a:lnTo>
                    <a:pt x="170244" y="174277"/>
                  </a:lnTo>
                  <a:lnTo>
                    <a:pt x="171973" y="173242"/>
                  </a:lnTo>
                  <a:lnTo>
                    <a:pt x="213531" y="148346"/>
                  </a:lnTo>
                  <a:lnTo>
                    <a:pt x="219474" y="144786"/>
                  </a:lnTo>
                  <a:lnTo>
                    <a:pt x="233196" y="136633"/>
                  </a:lnTo>
                  <a:lnTo>
                    <a:pt x="242172" y="131361"/>
                  </a:lnTo>
                  <a:lnTo>
                    <a:pt x="247720" y="128102"/>
                  </a:lnTo>
                  <a:lnTo>
                    <a:pt x="275470" y="111799"/>
                  </a:lnTo>
                  <a:lnTo>
                    <a:pt x="311350" y="90720"/>
                  </a:lnTo>
                  <a:lnTo>
                    <a:pt x="314367" y="88948"/>
                  </a:lnTo>
                  <a:lnTo>
                    <a:pt x="316580" y="87647"/>
                  </a:lnTo>
                  <a:lnTo>
                    <a:pt x="329676" y="79954"/>
                  </a:lnTo>
                  <a:lnTo>
                    <a:pt x="336802" y="75760"/>
                  </a:lnTo>
                  <a:lnTo>
                    <a:pt x="355738" y="64616"/>
                  </a:lnTo>
                  <a:lnTo>
                    <a:pt x="390987" y="43872"/>
                  </a:lnTo>
                  <a:lnTo>
                    <a:pt x="391846" y="43337"/>
                  </a:lnTo>
                  <a:lnTo>
                    <a:pt x="413968" y="29566"/>
                  </a:lnTo>
                  <a:lnTo>
                    <a:pt x="440055" y="13327"/>
                  </a:lnTo>
                  <a:lnTo>
                    <a:pt x="450003" y="7135"/>
                  </a:lnTo>
                  <a:lnTo>
                    <a:pt x="460847" y="384"/>
                  </a:lnTo>
                  <a:lnTo>
                    <a:pt x="461467" y="0"/>
                  </a:lnTo>
                  <a:lnTo>
                    <a:pt x="462714" y="2145"/>
                  </a:lnTo>
                  <a:lnTo>
                    <a:pt x="475852" y="25067"/>
                  </a:lnTo>
                  <a:lnTo>
                    <a:pt x="476979" y="27033"/>
                  </a:lnTo>
                  <a:lnTo>
                    <a:pt x="491257" y="51945"/>
                  </a:lnTo>
                  <a:lnTo>
                    <a:pt x="503024" y="72476"/>
                  </a:lnTo>
                  <a:lnTo>
                    <a:pt x="503128" y="72657"/>
                  </a:lnTo>
                  <a:lnTo>
                    <a:pt x="518211" y="98972"/>
                  </a:lnTo>
                  <a:lnTo>
                    <a:pt x="525470" y="111637"/>
                  </a:lnTo>
                  <a:lnTo>
                    <a:pt x="530270" y="120011"/>
                  </a:lnTo>
                  <a:lnTo>
                    <a:pt x="543747" y="143526"/>
                  </a:lnTo>
                  <a:lnTo>
                    <a:pt x="560524" y="164795"/>
                  </a:lnTo>
                  <a:lnTo>
                    <a:pt x="549156" y="178437"/>
                  </a:lnTo>
                  <a:lnTo>
                    <a:pt x="541536" y="187582"/>
                  </a:lnTo>
                  <a:lnTo>
                    <a:pt x="430148" y="321253"/>
                  </a:lnTo>
                  <a:lnTo>
                    <a:pt x="425501" y="328358"/>
                  </a:lnTo>
                  <a:lnTo>
                    <a:pt x="418363" y="323213"/>
                  </a:lnTo>
                  <a:lnTo>
                    <a:pt x="390908" y="303420"/>
                  </a:lnTo>
                  <a:lnTo>
                    <a:pt x="382647" y="297684"/>
                  </a:lnTo>
                  <a:lnTo>
                    <a:pt x="373709" y="291478"/>
                  </a:lnTo>
                  <a:lnTo>
                    <a:pt x="354458" y="277564"/>
                  </a:lnTo>
                  <a:lnTo>
                    <a:pt x="342616" y="269005"/>
                  </a:lnTo>
                  <a:lnTo>
                    <a:pt x="324537" y="255939"/>
                  </a:lnTo>
                  <a:lnTo>
                    <a:pt x="323924" y="2554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32246" y="2901316"/>
              <a:ext cx="612357" cy="477107"/>
            </a:xfrm>
            <a:custGeom>
              <a:avLst/>
              <a:pathLst>
                <a:path w="612357" h="477107">
                  <a:moveTo>
                    <a:pt x="584214" y="117987"/>
                  </a:moveTo>
                  <a:lnTo>
                    <a:pt x="598673" y="142500"/>
                  </a:lnTo>
                  <a:lnTo>
                    <a:pt x="600943" y="140980"/>
                  </a:lnTo>
                  <a:lnTo>
                    <a:pt x="599273" y="142374"/>
                  </a:lnTo>
                  <a:lnTo>
                    <a:pt x="597857" y="144037"/>
                  </a:lnTo>
                  <a:lnTo>
                    <a:pt x="596736" y="145919"/>
                  </a:lnTo>
                  <a:lnTo>
                    <a:pt x="595940" y="147969"/>
                  </a:lnTo>
                  <a:lnTo>
                    <a:pt x="595494" y="150126"/>
                  </a:lnTo>
                  <a:lnTo>
                    <a:pt x="595409" y="152329"/>
                  </a:lnTo>
                  <a:lnTo>
                    <a:pt x="595689" y="154515"/>
                  </a:lnTo>
                  <a:lnTo>
                    <a:pt x="596325" y="156622"/>
                  </a:lnTo>
                  <a:lnTo>
                    <a:pt x="597299" y="158589"/>
                  </a:lnTo>
                  <a:lnTo>
                    <a:pt x="598583" y="160360"/>
                  </a:lnTo>
                  <a:lnTo>
                    <a:pt x="600140" y="161884"/>
                  </a:lnTo>
                  <a:lnTo>
                    <a:pt x="601927" y="163117"/>
                  </a:lnTo>
                  <a:lnTo>
                    <a:pt x="603890" y="164025"/>
                  </a:lnTo>
                  <a:lnTo>
                    <a:pt x="605976" y="164581"/>
                  </a:lnTo>
                  <a:lnTo>
                    <a:pt x="608123" y="164769"/>
                  </a:lnTo>
                  <a:lnTo>
                    <a:pt x="610270" y="164584"/>
                  </a:lnTo>
                  <a:lnTo>
                    <a:pt x="612357" y="164032"/>
                  </a:lnTo>
                  <a:lnTo>
                    <a:pt x="562986" y="193130"/>
                  </a:lnTo>
                  <a:lnTo>
                    <a:pt x="561753" y="190878"/>
                  </a:lnTo>
                  <a:lnTo>
                    <a:pt x="560633" y="188831"/>
                  </a:lnTo>
                  <a:lnTo>
                    <a:pt x="559431" y="186636"/>
                  </a:lnTo>
                  <a:lnTo>
                    <a:pt x="558854" y="185581"/>
                  </a:lnTo>
                  <a:lnTo>
                    <a:pt x="556933" y="182073"/>
                  </a:lnTo>
                  <a:lnTo>
                    <a:pt x="541039" y="191467"/>
                  </a:lnTo>
                  <a:lnTo>
                    <a:pt x="533848" y="195717"/>
                  </a:lnTo>
                  <a:lnTo>
                    <a:pt x="523548" y="201805"/>
                  </a:lnTo>
                  <a:lnTo>
                    <a:pt x="510189" y="209989"/>
                  </a:lnTo>
                  <a:lnTo>
                    <a:pt x="508626" y="210946"/>
                  </a:lnTo>
                  <a:lnTo>
                    <a:pt x="468400" y="235589"/>
                  </a:lnTo>
                  <a:lnTo>
                    <a:pt x="461899" y="239384"/>
                  </a:lnTo>
                  <a:lnTo>
                    <a:pt x="452638" y="244790"/>
                  </a:lnTo>
                  <a:lnTo>
                    <a:pt x="412656" y="268130"/>
                  </a:lnTo>
                  <a:lnTo>
                    <a:pt x="388824" y="282042"/>
                  </a:lnTo>
                  <a:lnTo>
                    <a:pt x="380127" y="287119"/>
                  </a:lnTo>
                  <a:lnTo>
                    <a:pt x="365792" y="295488"/>
                  </a:lnTo>
                  <a:lnTo>
                    <a:pt x="317513" y="323671"/>
                  </a:lnTo>
                  <a:lnTo>
                    <a:pt x="298550" y="334929"/>
                  </a:lnTo>
                  <a:lnTo>
                    <a:pt x="268249" y="352919"/>
                  </a:lnTo>
                  <a:lnTo>
                    <a:pt x="245664" y="366328"/>
                  </a:lnTo>
                  <a:lnTo>
                    <a:pt x="229277" y="376056"/>
                  </a:lnTo>
                  <a:lnTo>
                    <a:pt x="226848" y="377508"/>
                  </a:lnTo>
                  <a:lnTo>
                    <a:pt x="220765" y="381145"/>
                  </a:lnTo>
                  <a:lnTo>
                    <a:pt x="175196" y="408388"/>
                  </a:lnTo>
                  <a:lnTo>
                    <a:pt x="151466" y="422575"/>
                  </a:lnTo>
                  <a:lnTo>
                    <a:pt x="132767" y="433754"/>
                  </a:lnTo>
                  <a:lnTo>
                    <a:pt x="129368" y="435786"/>
                  </a:lnTo>
                  <a:lnTo>
                    <a:pt x="112691" y="445756"/>
                  </a:lnTo>
                  <a:lnTo>
                    <a:pt x="108916" y="448014"/>
                  </a:lnTo>
                  <a:lnTo>
                    <a:pt x="105953" y="449785"/>
                  </a:lnTo>
                  <a:lnTo>
                    <a:pt x="107077" y="452164"/>
                  </a:lnTo>
                  <a:lnTo>
                    <a:pt x="107867" y="454680"/>
                  </a:lnTo>
                  <a:lnTo>
                    <a:pt x="108309" y="457283"/>
                  </a:lnTo>
                  <a:lnTo>
                    <a:pt x="108393" y="459924"/>
                  </a:lnTo>
                  <a:lnTo>
                    <a:pt x="108119" y="462552"/>
                  </a:lnTo>
                  <a:lnTo>
                    <a:pt x="107491" y="465115"/>
                  </a:lnTo>
                  <a:lnTo>
                    <a:pt x="106794" y="466967"/>
                  </a:lnTo>
                  <a:lnTo>
                    <a:pt x="105911" y="468735"/>
                  </a:lnTo>
                  <a:lnTo>
                    <a:pt x="104854" y="470399"/>
                  </a:lnTo>
                  <a:lnTo>
                    <a:pt x="104730" y="470571"/>
                  </a:lnTo>
                  <a:lnTo>
                    <a:pt x="103445" y="472151"/>
                  </a:lnTo>
                  <a:lnTo>
                    <a:pt x="102000" y="473579"/>
                  </a:lnTo>
                  <a:lnTo>
                    <a:pt x="100413" y="474839"/>
                  </a:lnTo>
                  <a:lnTo>
                    <a:pt x="98762" y="475883"/>
                  </a:lnTo>
                  <a:lnTo>
                    <a:pt x="97014" y="476745"/>
                  </a:lnTo>
                  <a:lnTo>
                    <a:pt x="94718" y="477020"/>
                  </a:lnTo>
                  <a:lnTo>
                    <a:pt x="92407" y="477107"/>
                  </a:lnTo>
                  <a:lnTo>
                    <a:pt x="91548" y="477091"/>
                  </a:lnTo>
                  <a:lnTo>
                    <a:pt x="89083" y="476901"/>
                  </a:lnTo>
                  <a:lnTo>
                    <a:pt x="86643" y="476498"/>
                  </a:lnTo>
                  <a:lnTo>
                    <a:pt x="84245" y="475883"/>
                  </a:lnTo>
                  <a:lnTo>
                    <a:pt x="81497" y="474894"/>
                  </a:lnTo>
                  <a:lnTo>
                    <a:pt x="79092" y="473752"/>
                  </a:lnTo>
                  <a:lnTo>
                    <a:pt x="76799" y="472391"/>
                  </a:lnTo>
                  <a:lnTo>
                    <a:pt x="74636" y="470822"/>
                  </a:lnTo>
                  <a:lnTo>
                    <a:pt x="72622" y="469057"/>
                  </a:lnTo>
                  <a:lnTo>
                    <a:pt x="72270" y="468713"/>
                  </a:lnTo>
                  <a:lnTo>
                    <a:pt x="71452" y="466414"/>
                  </a:lnTo>
                  <a:lnTo>
                    <a:pt x="70991" y="464013"/>
                  </a:lnTo>
                  <a:lnTo>
                    <a:pt x="70897" y="461568"/>
                  </a:lnTo>
                  <a:lnTo>
                    <a:pt x="71173" y="459138"/>
                  </a:lnTo>
                  <a:lnTo>
                    <a:pt x="71811" y="456780"/>
                  </a:lnTo>
                  <a:lnTo>
                    <a:pt x="72798" y="454551"/>
                  </a:lnTo>
                  <a:lnTo>
                    <a:pt x="74108" y="452505"/>
                  </a:lnTo>
                  <a:lnTo>
                    <a:pt x="75712" y="450690"/>
                  </a:lnTo>
                  <a:lnTo>
                    <a:pt x="77570" y="449149"/>
                  </a:lnTo>
                  <a:lnTo>
                    <a:pt x="79638" y="447921"/>
                  </a:lnTo>
                  <a:lnTo>
                    <a:pt x="81866" y="447033"/>
                  </a:lnTo>
                  <a:lnTo>
                    <a:pt x="266" y="305767"/>
                  </a:lnTo>
                  <a:lnTo>
                    <a:pt x="0" y="305305"/>
                  </a:lnTo>
                  <a:lnTo>
                    <a:pt x="60922" y="267697"/>
                  </a:lnTo>
                  <a:lnTo>
                    <a:pt x="84976" y="253666"/>
                  </a:lnTo>
                  <a:lnTo>
                    <a:pt x="108711" y="239667"/>
                  </a:lnTo>
                  <a:lnTo>
                    <a:pt x="130984" y="226528"/>
                  </a:lnTo>
                  <a:lnTo>
                    <a:pt x="154778" y="212493"/>
                  </a:lnTo>
                  <a:lnTo>
                    <a:pt x="178191" y="198059"/>
                  </a:lnTo>
                  <a:lnTo>
                    <a:pt x="225758" y="168733"/>
                  </a:lnTo>
                  <a:lnTo>
                    <a:pt x="274206" y="140107"/>
                  </a:lnTo>
                  <a:lnTo>
                    <a:pt x="297966" y="126068"/>
                  </a:lnTo>
                  <a:lnTo>
                    <a:pt x="321698" y="112312"/>
                  </a:lnTo>
                  <a:lnTo>
                    <a:pt x="370213" y="84191"/>
                  </a:lnTo>
                  <a:lnTo>
                    <a:pt x="395250" y="69958"/>
                  </a:lnTo>
                  <a:lnTo>
                    <a:pt x="413333" y="58486"/>
                  </a:lnTo>
                  <a:lnTo>
                    <a:pt x="431458" y="48049"/>
                  </a:lnTo>
                  <a:lnTo>
                    <a:pt x="439955" y="43116"/>
                  </a:lnTo>
                  <a:lnTo>
                    <a:pt x="514218" y="0"/>
                  </a:lnTo>
                  <a:lnTo>
                    <a:pt x="514751" y="896"/>
                  </a:lnTo>
                  <a:lnTo>
                    <a:pt x="529277" y="25308"/>
                  </a:lnTo>
                  <a:lnTo>
                    <a:pt x="556707" y="71405"/>
                  </a:lnTo>
                  <a:lnTo>
                    <a:pt x="560175" y="7723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237352" y="4009044"/>
              <a:ext cx="339886" cy="537301"/>
            </a:xfrm>
            <a:custGeom>
              <a:avLst/>
              <a:pathLst>
                <a:path w="339886" h="537301">
                  <a:moveTo>
                    <a:pt x="218985" y="524756"/>
                  </a:moveTo>
                  <a:lnTo>
                    <a:pt x="197761" y="537301"/>
                  </a:lnTo>
                  <a:lnTo>
                    <a:pt x="197598" y="537221"/>
                  </a:lnTo>
                  <a:lnTo>
                    <a:pt x="185790" y="531452"/>
                  </a:lnTo>
                  <a:lnTo>
                    <a:pt x="177479" y="531599"/>
                  </a:lnTo>
                  <a:lnTo>
                    <a:pt x="54248" y="322407"/>
                  </a:lnTo>
                  <a:lnTo>
                    <a:pt x="72822" y="309040"/>
                  </a:lnTo>
                  <a:lnTo>
                    <a:pt x="133528" y="274133"/>
                  </a:lnTo>
                  <a:lnTo>
                    <a:pt x="129726" y="267171"/>
                  </a:lnTo>
                  <a:lnTo>
                    <a:pt x="121117" y="251411"/>
                  </a:lnTo>
                  <a:lnTo>
                    <a:pt x="110150" y="231332"/>
                  </a:lnTo>
                  <a:lnTo>
                    <a:pt x="100353" y="213395"/>
                  </a:lnTo>
                  <a:lnTo>
                    <a:pt x="97553" y="212460"/>
                  </a:lnTo>
                  <a:lnTo>
                    <a:pt x="72840" y="204201"/>
                  </a:lnTo>
                  <a:lnTo>
                    <a:pt x="72296" y="203217"/>
                  </a:lnTo>
                  <a:lnTo>
                    <a:pt x="71202" y="201235"/>
                  </a:lnTo>
                  <a:lnTo>
                    <a:pt x="48655" y="160402"/>
                  </a:lnTo>
                  <a:lnTo>
                    <a:pt x="48991" y="158092"/>
                  </a:lnTo>
                  <a:lnTo>
                    <a:pt x="51734" y="139224"/>
                  </a:lnTo>
                  <a:lnTo>
                    <a:pt x="52050" y="137054"/>
                  </a:lnTo>
                  <a:lnTo>
                    <a:pt x="50083" y="133667"/>
                  </a:lnTo>
                  <a:lnTo>
                    <a:pt x="48662" y="131221"/>
                  </a:lnTo>
                  <a:lnTo>
                    <a:pt x="38295" y="113367"/>
                  </a:lnTo>
                  <a:lnTo>
                    <a:pt x="37128" y="111314"/>
                  </a:lnTo>
                  <a:lnTo>
                    <a:pt x="19767" y="80746"/>
                  </a:lnTo>
                  <a:lnTo>
                    <a:pt x="19134" y="79632"/>
                  </a:lnTo>
                  <a:lnTo>
                    <a:pt x="7614" y="59350"/>
                  </a:lnTo>
                  <a:lnTo>
                    <a:pt x="5245" y="55179"/>
                  </a:lnTo>
                  <a:lnTo>
                    <a:pt x="3754" y="52671"/>
                  </a:lnTo>
                  <a:lnTo>
                    <a:pt x="1240" y="48442"/>
                  </a:lnTo>
                  <a:lnTo>
                    <a:pt x="0" y="46355"/>
                  </a:lnTo>
                  <a:lnTo>
                    <a:pt x="1408" y="45528"/>
                  </a:lnTo>
                  <a:lnTo>
                    <a:pt x="6212" y="42705"/>
                  </a:lnTo>
                  <a:lnTo>
                    <a:pt x="24123" y="32182"/>
                  </a:lnTo>
                  <a:lnTo>
                    <a:pt x="32161" y="27459"/>
                  </a:lnTo>
                  <a:lnTo>
                    <a:pt x="45077" y="19870"/>
                  </a:lnTo>
                  <a:lnTo>
                    <a:pt x="63156" y="9248"/>
                  </a:lnTo>
                  <a:lnTo>
                    <a:pt x="78897" y="0"/>
                  </a:lnTo>
                  <a:lnTo>
                    <a:pt x="79221" y="1175"/>
                  </a:lnTo>
                  <a:lnTo>
                    <a:pt x="80796" y="6890"/>
                  </a:lnTo>
                  <a:lnTo>
                    <a:pt x="82108" y="9875"/>
                  </a:lnTo>
                  <a:lnTo>
                    <a:pt x="87681" y="22560"/>
                  </a:lnTo>
                  <a:lnTo>
                    <a:pt x="89569" y="25366"/>
                  </a:lnTo>
                  <a:lnTo>
                    <a:pt x="95384" y="34007"/>
                  </a:lnTo>
                  <a:lnTo>
                    <a:pt x="97600" y="37301"/>
                  </a:lnTo>
                  <a:lnTo>
                    <a:pt x="99483" y="40098"/>
                  </a:lnTo>
                  <a:lnTo>
                    <a:pt x="107899" y="51778"/>
                  </a:lnTo>
                  <a:lnTo>
                    <a:pt x="117016" y="64431"/>
                  </a:lnTo>
                  <a:lnTo>
                    <a:pt x="123759" y="72951"/>
                  </a:lnTo>
                  <a:lnTo>
                    <a:pt x="135874" y="88258"/>
                  </a:lnTo>
                  <a:lnTo>
                    <a:pt x="148148" y="99770"/>
                  </a:lnTo>
                  <a:lnTo>
                    <a:pt x="149362" y="100909"/>
                  </a:lnTo>
                  <a:lnTo>
                    <a:pt x="161644" y="110186"/>
                  </a:lnTo>
                  <a:lnTo>
                    <a:pt x="170297" y="116722"/>
                  </a:lnTo>
                  <a:lnTo>
                    <a:pt x="180189" y="122087"/>
                  </a:lnTo>
                  <a:lnTo>
                    <a:pt x="183194" y="123716"/>
                  </a:lnTo>
                  <a:lnTo>
                    <a:pt x="184347" y="124342"/>
                  </a:lnTo>
                  <a:lnTo>
                    <a:pt x="236103" y="147789"/>
                  </a:lnTo>
                  <a:lnTo>
                    <a:pt x="261926" y="159487"/>
                  </a:lnTo>
                  <a:lnTo>
                    <a:pt x="284450" y="169691"/>
                  </a:lnTo>
                  <a:lnTo>
                    <a:pt x="286029" y="170421"/>
                  </a:lnTo>
                  <a:lnTo>
                    <a:pt x="299306" y="176559"/>
                  </a:lnTo>
                  <a:lnTo>
                    <a:pt x="307031" y="180130"/>
                  </a:lnTo>
                  <a:lnTo>
                    <a:pt x="337410" y="194387"/>
                  </a:lnTo>
                  <a:lnTo>
                    <a:pt x="339886" y="195548"/>
                  </a:lnTo>
                  <a:lnTo>
                    <a:pt x="320402" y="239276"/>
                  </a:lnTo>
                  <a:lnTo>
                    <a:pt x="319062" y="242208"/>
                  </a:lnTo>
                  <a:lnTo>
                    <a:pt x="312234" y="257154"/>
                  </a:lnTo>
                  <a:lnTo>
                    <a:pt x="312085" y="257732"/>
                  </a:lnTo>
                  <a:lnTo>
                    <a:pt x="306951" y="277680"/>
                  </a:lnTo>
                  <a:lnTo>
                    <a:pt x="305243" y="284317"/>
                  </a:lnTo>
                  <a:lnTo>
                    <a:pt x="304908" y="288510"/>
                  </a:lnTo>
                  <a:lnTo>
                    <a:pt x="303768" y="302804"/>
                  </a:lnTo>
                  <a:lnTo>
                    <a:pt x="303562" y="305376"/>
                  </a:lnTo>
                  <a:lnTo>
                    <a:pt x="303645" y="307408"/>
                  </a:lnTo>
                  <a:lnTo>
                    <a:pt x="304293" y="323255"/>
                  </a:lnTo>
                  <a:lnTo>
                    <a:pt x="304435" y="326727"/>
                  </a:lnTo>
                  <a:lnTo>
                    <a:pt x="304605" y="330886"/>
                  </a:lnTo>
                  <a:lnTo>
                    <a:pt x="304676" y="331362"/>
                  </a:lnTo>
                  <a:lnTo>
                    <a:pt x="306496" y="343590"/>
                  </a:lnTo>
                  <a:lnTo>
                    <a:pt x="307629" y="351206"/>
                  </a:lnTo>
                  <a:lnTo>
                    <a:pt x="308926" y="357365"/>
                  </a:lnTo>
                  <a:lnTo>
                    <a:pt x="309077" y="358082"/>
                  </a:lnTo>
                  <a:lnTo>
                    <a:pt x="314040" y="381661"/>
                  </a:lnTo>
                  <a:lnTo>
                    <a:pt x="314977" y="386112"/>
                  </a:lnTo>
                  <a:lnTo>
                    <a:pt x="318911" y="404802"/>
                  </a:lnTo>
                  <a:lnTo>
                    <a:pt x="319055" y="405485"/>
                  </a:lnTo>
                  <a:lnTo>
                    <a:pt x="319626" y="408198"/>
                  </a:lnTo>
                  <a:lnTo>
                    <a:pt x="320064" y="416025"/>
                  </a:lnTo>
                  <a:lnTo>
                    <a:pt x="320559" y="424857"/>
                  </a:lnTo>
                  <a:lnTo>
                    <a:pt x="320103" y="429088"/>
                  </a:lnTo>
                  <a:lnTo>
                    <a:pt x="319008" y="439256"/>
                  </a:lnTo>
                  <a:lnTo>
                    <a:pt x="312060" y="456252"/>
                  </a:lnTo>
                  <a:lnTo>
                    <a:pt x="309682" y="459812"/>
                  </a:lnTo>
                  <a:lnTo>
                    <a:pt x="307323" y="463343"/>
                  </a:lnTo>
                  <a:lnTo>
                    <a:pt x="302710" y="470247"/>
                  </a:lnTo>
                  <a:lnTo>
                    <a:pt x="302259" y="470660"/>
                  </a:lnTo>
                  <a:lnTo>
                    <a:pt x="288648" y="483108"/>
                  </a:lnTo>
                  <a:lnTo>
                    <a:pt x="284331" y="485740"/>
                  </a:lnTo>
                  <a:lnTo>
                    <a:pt x="263852" y="498221"/>
                  </a:lnTo>
                  <a:lnTo>
                    <a:pt x="263094" y="49868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406891" y="4204593"/>
              <a:ext cx="347208" cy="496988"/>
            </a:xfrm>
            <a:custGeom>
              <a:avLst/>
              <a:pathLst>
                <a:path w="347208" h="496988">
                  <a:moveTo>
                    <a:pt x="206983" y="367065"/>
                  </a:moveTo>
                  <a:lnTo>
                    <a:pt x="217732" y="385411"/>
                  </a:lnTo>
                  <a:lnTo>
                    <a:pt x="225203" y="398161"/>
                  </a:lnTo>
                  <a:lnTo>
                    <a:pt x="229800" y="406008"/>
                  </a:lnTo>
                  <a:lnTo>
                    <a:pt x="177702" y="436801"/>
                  </a:lnTo>
                  <a:lnTo>
                    <a:pt x="164336" y="444700"/>
                  </a:lnTo>
                  <a:lnTo>
                    <a:pt x="108686" y="477593"/>
                  </a:lnTo>
                  <a:lnTo>
                    <a:pt x="109745" y="479430"/>
                  </a:lnTo>
                  <a:lnTo>
                    <a:pt x="81043" y="496988"/>
                  </a:lnTo>
                  <a:lnTo>
                    <a:pt x="79714" y="494717"/>
                  </a:lnTo>
                  <a:lnTo>
                    <a:pt x="69858" y="477871"/>
                  </a:lnTo>
                  <a:lnTo>
                    <a:pt x="50866" y="445407"/>
                  </a:lnTo>
                  <a:lnTo>
                    <a:pt x="30490" y="410579"/>
                  </a:lnTo>
                  <a:lnTo>
                    <a:pt x="27984" y="406295"/>
                  </a:lnTo>
                  <a:lnTo>
                    <a:pt x="10647" y="376660"/>
                  </a:lnTo>
                  <a:lnTo>
                    <a:pt x="197" y="358800"/>
                  </a:lnTo>
                  <a:lnTo>
                    <a:pt x="0" y="358461"/>
                  </a:lnTo>
                  <a:lnTo>
                    <a:pt x="3584" y="361466"/>
                  </a:lnTo>
                  <a:lnTo>
                    <a:pt x="5944" y="363450"/>
                  </a:lnTo>
                  <a:lnTo>
                    <a:pt x="9569" y="366124"/>
                  </a:lnTo>
                  <a:lnTo>
                    <a:pt x="13363" y="367590"/>
                  </a:lnTo>
                  <a:lnTo>
                    <a:pt x="18084" y="367417"/>
                  </a:lnTo>
                  <a:lnTo>
                    <a:pt x="22383" y="365865"/>
                  </a:lnTo>
                  <a:lnTo>
                    <a:pt x="26092" y="363191"/>
                  </a:lnTo>
                  <a:lnTo>
                    <a:pt x="28453" y="359482"/>
                  </a:lnTo>
                  <a:lnTo>
                    <a:pt x="30055" y="354910"/>
                  </a:lnTo>
                  <a:lnTo>
                    <a:pt x="30219" y="349709"/>
                  </a:lnTo>
                  <a:lnTo>
                    <a:pt x="30223" y="349562"/>
                  </a:lnTo>
                  <a:lnTo>
                    <a:pt x="29149" y="343606"/>
                  </a:lnTo>
                  <a:lnTo>
                    <a:pt x="28222" y="341752"/>
                  </a:lnTo>
                  <a:lnTo>
                    <a:pt x="49446" y="329207"/>
                  </a:lnTo>
                  <a:lnTo>
                    <a:pt x="93618" y="303097"/>
                  </a:lnTo>
                  <a:lnTo>
                    <a:pt x="94314" y="302673"/>
                  </a:lnTo>
                  <a:lnTo>
                    <a:pt x="114792" y="290191"/>
                  </a:lnTo>
                  <a:lnTo>
                    <a:pt x="119109" y="287560"/>
                  </a:lnTo>
                  <a:lnTo>
                    <a:pt x="132720" y="275111"/>
                  </a:lnTo>
                  <a:lnTo>
                    <a:pt x="133172" y="274698"/>
                  </a:lnTo>
                  <a:lnTo>
                    <a:pt x="137784" y="267794"/>
                  </a:lnTo>
                  <a:lnTo>
                    <a:pt x="140143" y="264263"/>
                  </a:lnTo>
                  <a:lnTo>
                    <a:pt x="142521" y="260703"/>
                  </a:lnTo>
                  <a:lnTo>
                    <a:pt x="149469" y="243707"/>
                  </a:lnTo>
                  <a:lnTo>
                    <a:pt x="150564" y="233540"/>
                  </a:lnTo>
                  <a:lnTo>
                    <a:pt x="151020" y="229308"/>
                  </a:lnTo>
                  <a:lnTo>
                    <a:pt x="150526" y="220476"/>
                  </a:lnTo>
                  <a:lnTo>
                    <a:pt x="150088" y="212649"/>
                  </a:lnTo>
                  <a:lnTo>
                    <a:pt x="149516" y="209936"/>
                  </a:lnTo>
                  <a:lnTo>
                    <a:pt x="149373" y="209253"/>
                  </a:lnTo>
                  <a:lnTo>
                    <a:pt x="145438" y="190563"/>
                  </a:lnTo>
                  <a:lnTo>
                    <a:pt x="144502" y="186112"/>
                  </a:lnTo>
                  <a:lnTo>
                    <a:pt x="139538" y="162533"/>
                  </a:lnTo>
                  <a:lnTo>
                    <a:pt x="139387" y="161816"/>
                  </a:lnTo>
                  <a:lnTo>
                    <a:pt x="138090" y="155657"/>
                  </a:lnTo>
                  <a:lnTo>
                    <a:pt x="136957" y="148041"/>
                  </a:lnTo>
                  <a:lnTo>
                    <a:pt x="135138" y="135814"/>
                  </a:lnTo>
                  <a:lnTo>
                    <a:pt x="135067" y="135337"/>
                  </a:lnTo>
                  <a:lnTo>
                    <a:pt x="134897" y="131178"/>
                  </a:lnTo>
                  <a:lnTo>
                    <a:pt x="134755" y="127706"/>
                  </a:lnTo>
                  <a:lnTo>
                    <a:pt x="134107" y="111860"/>
                  </a:lnTo>
                  <a:lnTo>
                    <a:pt x="134024" y="109827"/>
                  </a:lnTo>
                  <a:lnTo>
                    <a:pt x="134229" y="107255"/>
                  </a:lnTo>
                  <a:lnTo>
                    <a:pt x="135369" y="92961"/>
                  </a:lnTo>
                  <a:lnTo>
                    <a:pt x="135704" y="88768"/>
                  </a:lnTo>
                  <a:lnTo>
                    <a:pt x="137412" y="82131"/>
                  </a:lnTo>
                  <a:lnTo>
                    <a:pt x="142547" y="62183"/>
                  </a:lnTo>
                  <a:lnTo>
                    <a:pt x="142695" y="61605"/>
                  </a:lnTo>
                  <a:lnTo>
                    <a:pt x="149523" y="46660"/>
                  </a:lnTo>
                  <a:lnTo>
                    <a:pt x="150863" y="43727"/>
                  </a:lnTo>
                  <a:lnTo>
                    <a:pt x="170347" y="0"/>
                  </a:lnTo>
                  <a:lnTo>
                    <a:pt x="225513" y="24017"/>
                  </a:lnTo>
                  <a:lnTo>
                    <a:pt x="299948" y="56424"/>
                  </a:lnTo>
                  <a:lnTo>
                    <a:pt x="347208" y="77000"/>
                  </a:lnTo>
                  <a:lnTo>
                    <a:pt x="347013" y="77520"/>
                  </a:lnTo>
                  <a:lnTo>
                    <a:pt x="340998" y="93558"/>
                  </a:lnTo>
                  <a:lnTo>
                    <a:pt x="331633" y="118534"/>
                  </a:lnTo>
                  <a:lnTo>
                    <a:pt x="322563" y="142722"/>
                  </a:lnTo>
                  <a:lnTo>
                    <a:pt x="315545" y="161436"/>
                  </a:lnTo>
                  <a:lnTo>
                    <a:pt x="313161" y="167794"/>
                  </a:lnTo>
                  <a:lnTo>
                    <a:pt x="308780" y="179476"/>
                  </a:lnTo>
                  <a:lnTo>
                    <a:pt x="303275" y="194157"/>
                  </a:lnTo>
                  <a:lnTo>
                    <a:pt x="302105" y="197277"/>
                  </a:lnTo>
                  <a:lnTo>
                    <a:pt x="301893" y="197844"/>
                  </a:lnTo>
                  <a:lnTo>
                    <a:pt x="293512" y="219808"/>
                  </a:lnTo>
                  <a:lnTo>
                    <a:pt x="291738" y="224457"/>
                  </a:lnTo>
                  <a:lnTo>
                    <a:pt x="285062" y="241951"/>
                  </a:lnTo>
                  <a:lnTo>
                    <a:pt x="280106" y="254941"/>
                  </a:lnTo>
                  <a:lnTo>
                    <a:pt x="274936" y="268487"/>
                  </a:lnTo>
                  <a:lnTo>
                    <a:pt x="271791" y="276729"/>
                  </a:lnTo>
                  <a:lnTo>
                    <a:pt x="271681" y="277018"/>
                  </a:lnTo>
                  <a:lnTo>
                    <a:pt x="265210" y="293976"/>
                  </a:lnTo>
                  <a:lnTo>
                    <a:pt x="264474" y="297450"/>
                  </a:lnTo>
                  <a:lnTo>
                    <a:pt x="260495" y="307188"/>
                  </a:lnTo>
                  <a:lnTo>
                    <a:pt x="255547" y="319299"/>
                  </a:lnTo>
                  <a:lnTo>
                    <a:pt x="256324" y="319588"/>
                  </a:lnTo>
                  <a:lnTo>
                    <a:pt x="257446" y="320005"/>
                  </a:lnTo>
                  <a:lnTo>
                    <a:pt x="255179" y="324644"/>
                  </a:lnTo>
                  <a:lnTo>
                    <a:pt x="253396" y="328294"/>
                  </a:lnTo>
                  <a:lnTo>
                    <a:pt x="253139" y="328819"/>
                  </a:lnTo>
                  <a:lnTo>
                    <a:pt x="247626" y="340101"/>
                  </a:lnTo>
                  <a:lnTo>
                    <a:pt x="223993" y="3557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04397" y="4854022"/>
              <a:ext cx="438302" cy="441535"/>
            </a:xfrm>
            <a:custGeom>
              <a:avLst/>
              <a:pathLst>
                <a:path w="438302" h="441535">
                  <a:moveTo>
                    <a:pt x="154956" y="430255"/>
                  </a:moveTo>
                  <a:lnTo>
                    <a:pt x="135233" y="441535"/>
                  </a:lnTo>
                  <a:lnTo>
                    <a:pt x="135095" y="441302"/>
                  </a:lnTo>
                  <a:lnTo>
                    <a:pt x="127378" y="428256"/>
                  </a:lnTo>
                  <a:lnTo>
                    <a:pt x="55498" y="306739"/>
                  </a:lnTo>
                  <a:lnTo>
                    <a:pt x="3512" y="219045"/>
                  </a:lnTo>
                  <a:lnTo>
                    <a:pt x="193" y="213208"/>
                  </a:lnTo>
                  <a:lnTo>
                    <a:pt x="0" y="212868"/>
                  </a:lnTo>
                  <a:lnTo>
                    <a:pt x="14310" y="205785"/>
                  </a:lnTo>
                  <a:lnTo>
                    <a:pt x="15192" y="204702"/>
                  </a:lnTo>
                  <a:lnTo>
                    <a:pt x="21698" y="200902"/>
                  </a:lnTo>
                  <a:lnTo>
                    <a:pt x="40123" y="190142"/>
                  </a:lnTo>
                  <a:lnTo>
                    <a:pt x="59842" y="178627"/>
                  </a:lnTo>
                  <a:lnTo>
                    <a:pt x="79979" y="166867"/>
                  </a:lnTo>
                  <a:lnTo>
                    <a:pt x="99622" y="155396"/>
                  </a:lnTo>
                  <a:lnTo>
                    <a:pt x="100988" y="154589"/>
                  </a:lnTo>
                  <a:lnTo>
                    <a:pt x="120956" y="142792"/>
                  </a:lnTo>
                  <a:lnTo>
                    <a:pt x="135670" y="133383"/>
                  </a:lnTo>
                  <a:lnTo>
                    <a:pt x="139719" y="129917"/>
                  </a:lnTo>
                  <a:lnTo>
                    <a:pt x="158931" y="114440"/>
                  </a:lnTo>
                  <a:lnTo>
                    <a:pt x="176544" y="98397"/>
                  </a:lnTo>
                  <a:lnTo>
                    <a:pt x="177227" y="97813"/>
                  </a:lnTo>
                  <a:lnTo>
                    <a:pt x="181703" y="93981"/>
                  </a:lnTo>
                  <a:lnTo>
                    <a:pt x="194369" y="83140"/>
                  </a:lnTo>
                  <a:lnTo>
                    <a:pt x="194627" y="82919"/>
                  </a:lnTo>
                  <a:lnTo>
                    <a:pt x="197988" y="80043"/>
                  </a:lnTo>
                  <a:lnTo>
                    <a:pt x="209375" y="70296"/>
                  </a:lnTo>
                  <a:lnTo>
                    <a:pt x="212680" y="67467"/>
                  </a:lnTo>
                  <a:lnTo>
                    <a:pt x="213571" y="66713"/>
                  </a:lnTo>
                  <a:lnTo>
                    <a:pt x="227153" y="55211"/>
                  </a:lnTo>
                  <a:lnTo>
                    <a:pt x="231275" y="51721"/>
                  </a:lnTo>
                  <a:lnTo>
                    <a:pt x="231696" y="51365"/>
                  </a:lnTo>
                  <a:lnTo>
                    <a:pt x="244580" y="40110"/>
                  </a:lnTo>
                  <a:lnTo>
                    <a:pt x="248682" y="36525"/>
                  </a:lnTo>
                  <a:lnTo>
                    <a:pt x="263561" y="23527"/>
                  </a:lnTo>
                  <a:lnTo>
                    <a:pt x="267641" y="19967"/>
                  </a:lnTo>
                  <a:lnTo>
                    <a:pt x="291760" y="0"/>
                  </a:lnTo>
                  <a:lnTo>
                    <a:pt x="293595" y="2140"/>
                  </a:lnTo>
                  <a:lnTo>
                    <a:pt x="334869" y="50265"/>
                  </a:lnTo>
                  <a:lnTo>
                    <a:pt x="335925" y="51496"/>
                  </a:lnTo>
                  <a:lnTo>
                    <a:pt x="337005" y="52755"/>
                  </a:lnTo>
                  <a:lnTo>
                    <a:pt x="355455" y="73308"/>
                  </a:lnTo>
                  <a:lnTo>
                    <a:pt x="405025" y="130517"/>
                  </a:lnTo>
                  <a:lnTo>
                    <a:pt x="420335" y="148186"/>
                  </a:lnTo>
                  <a:lnTo>
                    <a:pt x="422491" y="150674"/>
                  </a:lnTo>
                  <a:lnTo>
                    <a:pt x="438137" y="168732"/>
                  </a:lnTo>
                  <a:lnTo>
                    <a:pt x="438302" y="168922"/>
                  </a:lnTo>
                  <a:lnTo>
                    <a:pt x="412880" y="189641"/>
                  </a:lnTo>
                  <a:lnTo>
                    <a:pt x="378397" y="218923"/>
                  </a:lnTo>
                  <a:lnTo>
                    <a:pt x="358994" y="235399"/>
                  </a:lnTo>
                  <a:lnTo>
                    <a:pt x="339909" y="252289"/>
                  </a:lnTo>
                  <a:lnTo>
                    <a:pt x="323279" y="267006"/>
                  </a:lnTo>
                  <a:lnTo>
                    <a:pt x="305137" y="283062"/>
                  </a:lnTo>
                  <a:lnTo>
                    <a:pt x="287411" y="298749"/>
                  </a:lnTo>
                  <a:lnTo>
                    <a:pt x="271940" y="312441"/>
                  </a:lnTo>
                  <a:lnTo>
                    <a:pt x="268883" y="315146"/>
                  </a:lnTo>
                  <a:lnTo>
                    <a:pt x="235523" y="344669"/>
                  </a:lnTo>
                  <a:lnTo>
                    <a:pt x="219659" y="359446"/>
                  </a:lnTo>
                  <a:lnTo>
                    <a:pt x="233670" y="383583"/>
                  </a:lnTo>
                  <a:lnTo>
                    <a:pt x="233948" y="384063"/>
                  </a:lnTo>
                  <a:lnTo>
                    <a:pt x="233408" y="384379"/>
                  </a:lnTo>
                  <a:lnTo>
                    <a:pt x="213146" y="396227"/>
                  </a:lnTo>
                  <a:lnTo>
                    <a:pt x="193338" y="407811"/>
                  </a:lnTo>
                  <a:lnTo>
                    <a:pt x="173837" y="41921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4961387" y="5199501"/>
              <a:ext cx="539969" cy="371451"/>
            </a:xfrm>
            <a:custGeom>
              <a:avLst/>
              <a:pathLst>
                <a:path w="539969" h="371451">
                  <a:moveTo>
                    <a:pt x="538816" y="268368"/>
                  </a:moveTo>
                  <a:lnTo>
                    <a:pt x="539323" y="268339"/>
                  </a:lnTo>
                  <a:lnTo>
                    <a:pt x="539969" y="268290"/>
                  </a:lnTo>
                  <a:lnTo>
                    <a:pt x="533321" y="294863"/>
                  </a:lnTo>
                  <a:lnTo>
                    <a:pt x="532996" y="296160"/>
                  </a:lnTo>
                  <a:lnTo>
                    <a:pt x="532584" y="297431"/>
                  </a:lnTo>
                  <a:lnTo>
                    <a:pt x="521290" y="332274"/>
                  </a:lnTo>
                  <a:lnTo>
                    <a:pt x="512383" y="359752"/>
                  </a:lnTo>
                  <a:lnTo>
                    <a:pt x="507824" y="371451"/>
                  </a:lnTo>
                  <a:lnTo>
                    <a:pt x="503349" y="370633"/>
                  </a:lnTo>
                  <a:lnTo>
                    <a:pt x="439655" y="358996"/>
                  </a:lnTo>
                  <a:lnTo>
                    <a:pt x="440839" y="351756"/>
                  </a:lnTo>
                  <a:lnTo>
                    <a:pt x="441177" y="349692"/>
                  </a:lnTo>
                  <a:lnTo>
                    <a:pt x="441256" y="349208"/>
                  </a:lnTo>
                  <a:lnTo>
                    <a:pt x="444568" y="322653"/>
                  </a:lnTo>
                  <a:lnTo>
                    <a:pt x="447551" y="298742"/>
                  </a:lnTo>
                  <a:lnTo>
                    <a:pt x="447965" y="295422"/>
                  </a:lnTo>
                  <a:lnTo>
                    <a:pt x="448896" y="287955"/>
                  </a:lnTo>
                  <a:lnTo>
                    <a:pt x="450176" y="277701"/>
                  </a:lnTo>
                  <a:lnTo>
                    <a:pt x="450533" y="274832"/>
                  </a:lnTo>
                  <a:lnTo>
                    <a:pt x="450401" y="270057"/>
                  </a:lnTo>
                  <a:lnTo>
                    <a:pt x="450268" y="265283"/>
                  </a:lnTo>
                  <a:lnTo>
                    <a:pt x="323495" y="250358"/>
                  </a:lnTo>
                  <a:lnTo>
                    <a:pt x="319311" y="249899"/>
                  </a:lnTo>
                  <a:lnTo>
                    <a:pt x="306381" y="248478"/>
                  </a:lnTo>
                  <a:lnTo>
                    <a:pt x="304828" y="248307"/>
                  </a:lnTo>
                  <a:lnTo>
                    <a:pt x="298503" y="247612"/>
                  </a:lnTo>
                  <a:lnTo>
                    <a:pt x="296144" y="247353"/>
                  </a:lnTo>
                  <a:lnTo>
                    <a:pt x="292270" y="246858"/>
                  </a:lnTo>
                  <a:lnTo>
                    <a:pt x="285076" y="245938"/>
                  </a:lnTo>
                  <a:lnTo>
                    <a:pt x="245963" y="240938"/>
                  </a:lnTo>
                  <a:lnTo>
                    <a:pt x="244666" y="240772"/>
                  </a:lnTo>
                  <a:lnTo>
                    <a:pt x="203864" y="235555"/>
                  </a:lnTo>
                  <a:lnTo>
                    <a:pt x="198866" y="234916"/>
                  </a:lnTo>
                  <a:lnTo>
                    <a:pt x="196583" y="234625"/>
                  </a:lnTo>
                  <a:lnTo>
                    <a:pt x="178898" y="232364"/>
                  </a:lnTo>
                  <a:lnTo>
                    <a:pt x="147895" y="228400"/>
                  </a:lnTo>
                  <a:lnTo>
                    <a:pt x="145371" y="228077"/>
                  </a:lnTo>
                  <a:lnTo>
                    <a:pt x="95004" y="221638"/>
                  </a:lnTo>
                  <a:lnTo>
                    <a:pt x="92307" y="221294"/>
                  </a:lnTo>
                  <a:lnTo>
                    <a:pt x="79269" y="219627"/>
                  </a:lnTo>
                  <a:lnTo>
                    <a:pt x="69593" y="218390"/>
                  </a:lnTo>
                  <a:lnTo>
                    <a:pt x="46879" y="215486"/>
                  </a:lnTo>
                  <a:lnTo>
                    <a:pt x="44631" y="215198"/>
                  </a:lnTo>
                  <a:lnTo>
                    <a:pt x="7197" y="210413"/>
                  </a:lnTo>
                  <a:lnTo>
                    <a:pt x="5765" y="210229"/>
                  </a:lnTo>
                  <a:lnTo>
                    <a:pt x="928" y="209611"/>
                  </a:lnTo>
                  <a:lnTo>
                    <a:pt x="513" y="209558"/>
                  </a:lnTo>
                  <a:lnTo>
                    <a:pt x="0" y="209492"/>
                  </a:lnTo>
                  <a:lnTo>
                    <a:pt x="158" y="206731"/>
                  </a:lnTo>
                  <a:lnTo>
                    <a:pt x="177" y="206393"/>
                  </a:lnTo>
                  <a:lnTo>
                    <a:pt x="401" y="202500"/>
                  </a:lnTo>
                  <a:lnTo>
                    <a:pt x="3503" y="202001"/>
                  </a:lnTo>
                  <a:lnTo>
                    <a:pt x="3894" y="201938"/>
                  </a:lnTo>
                  <a:lnTo>
                    <a:pt x="18050" y="200216"/>
                  </a:lnTo>
                  <a:lnTo>
                    <a:pt x="26091" y="199015"/>
                  </a:lnTo>
                  <a:lnTo>
                    <a:pt x="34219" y="197800"/>
                  </a:lnTo>
                  <a:lnTo>
                    <a:pt x="45095" y="196178"/>
                  </a:lnTo>
                  <a:lnTo>
                    <a:pt x="50739" y="195336"/>
                  </a:lnTo>
                  <a:lnTo>
                    <a:pt x="59699" y="194000"/>
                  </a:lnTo>
                  <a:lnTo>
                    <a:pt x="61228" y="193772"/>
                  </a:lnTo>
                  <a:lnTo>
                    <a:pt x="62136" y="193247"/>
                  </a:lnTo>
                  <a:lnTo>
                    <a:pt x="77758" y="184208"/>
                  </a:lnTo>
                  <a:lnTo>
                    <a:pt x="101644" y="170388"/>
                  </a:lnTo>
                  <a:lnTo>
                    <a:pt x="116992" y="161508"/>
                  </a:lnTo>
                  <a:lnTo>
                    <a:pt x="128888" y="154625"/>
                  </a:lnTo>
                  <a:lnTo>
                    <a:pt x="129057" y="154527"/>
                  </a:lnTo>
                  <a:lnTo>
                    <a:pt x="132275" y="152642"/>
                  </a:lnTo>
                  <a:lnTo>
                    <a:pt x="154750" y="139472"/>
                  </a:lnTo>
                  <a:lnTo>
                    <a:pt x="156242" y="138598"/>
                  </a:lnTo>
                  <a:lnTo>
                    <a:pt x="178977" y="125276"/>
                  </a:lnTo>
                  <a:lnTo>
                    <a:pt x="200535" y="112644"/>
                  </a:lnTo>
                  <a:lnTo>
                    <a:pt x="220457" y="100971"/>
                  </a:lnTo>
                  <a:lnTo>
                    <a:pt x="224201" y="98777"/>
                  </a:lnTo>
                  <a:lnTo>
                    <a:pt x="240105" y="89458"/>
                  </a:lnTo>
                  <a:lnTo>
                    <a:pt x="244810" y="86701"/>
                  </a:lnTo>
                  <a:lnTo>
                    <a:pt x="259552" y="78063"/>
                  </a:lnTo>
                  <a:lnTo>
                    <a:pt x="280303" y="65903"/>
                  </a:lnTo>
                  <a:lnTo>
                    <a:pt x="311866" y="47408"/>
                  </a:lnTo>
                  <a:lnTo>
                    <a:pt x="314561" y="45829"/>
                  </a:lnTo>
                  <a:lnTo>
                    <a:pt x="347641" y="26446"/>
                  </a:lnTo>
                  <a:lnTo>
                    <a:pt x="370473" y="13067"/>
                  </a:lnTo>
                  <a:lnTo>
                    <a:pt x="392715" y="0"/>
                  </a:lnTo>
                  <a:lnTo>
                    <a:pt x="408102" y="26310"/>
                  </a:lnTo>
                  <a:lnTo>
                    <a:pt x="423081" y="51922"/>
                  </a:lnTo>
                  <a:lnTo>
                    <a:pt x="436695" y="75199"/>
                  </a:lnTo>
                  <a:lnTo>
                    <a:pt x="449663" y="97288"/>
                  </a:lnTo>
                  <a:lnTo>
                    <a:pt x="465820" y="124808"/>
                  </a:lnTo>
                  <a:lnTo>
                    <a:pt x="493824" y="173104"/>
                  </a:lnTo>
                  <a:lnTo>
                    <a:pt x="506381" y="199305"/>
                  </a:lnTo>
                  <a:lnTo>
                    <a:pt x="515294" y="217900"/>
                  </a:lnTo>
                  <a:lnTo>
                    <a:pt x="524121" y="236839"/>
                  </a:lnTo>
                  <a:lnTo>
                    <a:pt x="532513" y="2548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4987613" y="4331452"/>
              <a:ext cx="449501" cy="401710"/>
            </a:xfrm>
            <a:custGeom>
              <a:avLst/>
              <a:pathLst>
                <a:path w="449501" h="401710">
                  <a:moveTo>
                    <a:pt x="449501" y="222703"/>
                  </a:moveTo>
                  <a:lnTo>
                    <a:pt x="449497" y="222850"/>
                  </a:lnTo>
                  <a:lnTo>
                    <a:pt x="449333" y="228051"/>
                  </a:lnTo>
                  <a:lnTo>
                    <a:pt x="448403" y="230703"/>
                  </a:lnTo>
                  <a:lnTo>
                    <a:pt x="447731" y="232623"/>
                  </a:lnTo>
                  <a:lnTo>
                    <a:pt x="445370" y="236332"/>
                  </a:lnTo>
                  <a:lnTo>
                    <a:pt x="444346" y="237070"/>
                  </a:lnTo>
                  <a:lnTo>
                    <a:pt x="441661" y="239006"/>
                  </a:lnTo>
                  <a:lnTo>
                    <a:pt x="437362" y="240558"/>
                  </a:lnTo>
                  <a:lnTo>
                    <a:pt x="432641" y="240731"/>
                  </a:lnTo>
                  <a:lnTo>
                    <a:pt x="428847" y="239265"/>
                  </a:lnTo>
                  <a:lnTo>
                    <a:pt x="426241" y="237342"/>
                  </a:lnTo>
                  <a:lnTo>
                    <a:pt x="425222" y="236591"/>
                  </a:lnTo>
                  <a:lnTo>
                    <a:pt x="424230" y="235757"/>
                  </a:lnTo>
                  <a:lnTo>
                    <a:pt x="422862" y="234607"/>
                  </a:lnTo>
                  <a:lnTo>
                    <a:pt x="421890" y="233792"/>
                  </a:lnTo>
                  <a:lnTo>
                    <a:pt x="420922" y="232980"/>
                  </a:lnTo>
                  <a:lnTo>
                    <a:pt x="420072" y="232268"/>
                  </a:lnTo>
                  <a:lnTo>
                    <a:pt x="419563" y="231841"/>
                  </a:lnTo>
                  <a:lnTo>
                    <a:pt x="419273" y="231604"/>
                  </a:lnTo>
                  <a:lnTo>
                    <a:pt x="396015" y="245399"/>
                  </a:lnTo>
                  <a:lnTo>
                    <a:pt x="374632" y="258082"/>
                  </a:lnTo>
                  <a:lnTo>
                    <a:pt x="367415" y="262363"/>
                  </a:lnTo>
                  <a:lnTo>
                    <a:pt x="355584" y="269380"/>
                  </a:lnTo>
                  <a:lnTo>
                    <a:pt x="334379" y="281957"/>
                  </a:lnTo>
                  <a:lnTo>
                    <a:pt x="316410" y="292614"/>
                  </a:lnTo>
                  <a:lnTo>
                    <a:pt x="279591" y="314452"/>
                  </a:lnTo>
                  <a:lnTo>
                    <a:pt x="277892" y="315460"/>
                  </a:lnTo>
                  <a:lnTo>
                    <a:pt x="277691" y="315580"/>
                  </a:lnTo>
                  <a:lnTo>
                    <a:pt x="252427" y="330616"/>
                  </a:lnTo>
                  <a:lnTo>
                    <a:pt x="236657" y="340002"/>
                  </a:lnTo>
                  <a:lnTo>
                    <a:pt x="188361" y="368745"/>
                  </a:lnTo>
                  <a:lnTo>
                    <a:pt x="180623" y="373350"/>
                  </a:lnTo>
                  <a:lnTo>
                    <a:pt x="159381" y="385993"/>
                  </a:lnTo>
                  <a:lnTo>
                    <a:pt x="153077" y="389744"/>
                  </a:lnTo>
                  <a:lnTo>
                    <a:pt x="132973" y="401710"/>
                  </a:lnTo>
                  <a:lnTo>
                    <a:pt x="123833" y="387908"/>
                  </a:lnTo>
                  <a:lnTo>
                    <a:pt x="115017" y="374594"/>
                  </a:lnTo>
                  <a:lnTo>
                    <a:pt x="114643" y="374029"/>
                  </a:lnTo>
                  <a:lnTo>
                    <a:pt x="114264" y="373456"/>
                  </a:lnTo>
                  <a:lnTo>
                    <a:pt x="99922" y="349342"/>
                  </a:lnTo>
                  <a:lnTo>
                    <a:pt x="98476" y="346880"/>
                  </a:lnTo>
                  <a:lnTo>
                    <a:pt x="97865" y="345839"/>
                  </a:lnTo>
                  <a:lnTo>
                    <a:pt x="65900" y="291404"/>
                  </a:lnTo>
                  <a:lnTo>
                    <a:pt x="64454" y="288960"/>
                  </a:lnTo>
                  <a:lnTo>
                    <a:pt x="32108" y="234290"/>
                  </a:lnTo>
                  <a:lnTo>
                    <a:pt x="29699" y="230228"/>
                  </a:lnTo>
                  <a:lnTo>
                    <a:pt x="15132" y="205659"/>
                  </a:lnTo>
                  <a:lnTo>
                    <a:pt x="14346" y="204335"/>
                  </a:lnTo>
                  <a:lnTo>
                    <a:pt x="13774" y="203370"/>
                  </a:lnTo>
                  <a:lnTo>
                    <a:pt x="9395" y="195984"/>
                  </a:lnTo>
                  <a:lnTo>
                    <a:pt x="623" y="181190"/>
                  </a:lnTo>
                  <a:lnTo>
                    <a:pt x="0" y="180043"/>
                  </a:lnTo>
                  <a:lnTo>
                    <a:pt x="55528" y="146615"/>
                  </a:lnTo>
                  <a:lnTo>
                    <a:pt x="57140" y="145666"/>
                  </a:lnTo>
                  <a:lnTo>
                    <a:pt x="57308" y="145567"/>
                  </a:lnTo>
                  <a:lnTo>
                    <a:pt x="106901" y="116377"/>
                  </a:lnTo>
                  <a:lnTo>
                    <a:pt x="108521" y="115434"/>
                  </a:lnTo>
                  <a:lnTo>
                    <a:pt x="109403" y="114920"/>
                  </a:lnTo>
                  <a:lnTo>
                    <a:pt x="131959" y="101788"/>
                  </a:lnTo>
                  <a:lnTo>
                    <a:pt x="147791" y="92571"/>
                  </a:lnTo>
                  <a:lnTo>
                    <a:pt x="164981" y="82452"/>
                  </a:lnTo>
                  <a:lnTo>
                    <a:pt x="185499" y="70375"/>
                  </a:lnTo>
                  <a:lnTo>
                    <a:pt x="186080" y="70032"/>
                  </a:lnTo>
                  <a:lnTo>
                    <a:pt x="186600" y="69724"/>
                  </a:lnTo>
                  <a:lnTo>
                    <a:pt x="188157" y="68798"/>
                  </a:lnTo>
                  <a:lnTo>
                    <a:pt x="211945" y="54669"/>
                  </a:lnTo>
                  <a:lnTo>
                    <a:pt x="236411" y="40137"/>
                  </a:lnTo>
                  <a:lnTo>
                    <a:pt x="237893" y="39257"/>
                  </a:lnTo>
                  <a:lnTo>
                    <a:pt x="263743" y="23903"/>
                  </a:lnTo>
                  <a:lnTo>
                    <a:pt x="285943" y="10717"/>
                  </a:lnTo>
                  <a:lnTo>
                    <a:pt x="289427" y="8648"/>
                  </a:lnTo>
                  <a:lnTo>
                    <a:pt x="303987" y="0"/>
                  </a:lnTo>
                  <a:lnTo>
                    <a:pt x="427218" y="209191"/>
                  </a:lnTo>
                  <a:lnTo>
                    <a:pt x="435529" y="209044"/>
                  </a:lnTo>
                  <a:lnTo>
                    <a:pt x="447337" y="214813"/>
                  </a:lnTo>
                  <a:lnTo>
                    <a:pt x="447500" y="214893"/>
                  </a:lnTo>
                  <a:lnTo>
                    <a:pt x="448427" y="216747"/>
                  </a:lnTo>
                  <a:lnTo>
                    <a:pt x="448798" y="218804"/>
                  </a:lnTo>
                  <a:lnTo>
                    <a:pt x="448884" y="219278"/>
                  </a:lnTo>
                  <a:lnTo>
                    <a:pt x="449402" y="22215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32659" y="3083389"/>
              <a:ext cx="547515" cy="433054"/>
            </a:xfrm>
            <a:custGeom>
              <a:avLst/>
              <a:pathLst>
                <a:path w="547515" h="433054">
                  <a:moveTo>
                    <a:pt x="80342" y="432189"/>
                  </a:moveTo>
                  <a:lnTo>
                    <a:pt x="78874" y="433054"/>
                  </a:lnTo>
                  <a:lnTo>
                    <a:pt x="0" y="292766"/>
                  </a:lnTo>
                  <a:lnTo>
                    <a:pt x="1587" y="291506"/>
                  </a:lnTo>
                  <a:lnTo>
                    <a:pt x="3032" y="290077"/>
                  </a:lnTo>
                  <a:lnTo>
                    <a:pt x="4317" y="288498"/>
                  </a:lnTo>
                  <a:lnTo>
                    <a:pt x="4441" y="288326"/>
                  </a:lnTo>
                  <a:lnTo>
                    <a:pt x="5498" y="286662"/>
                  </a:lnTo>
                  <a:lnTo>
                    <a:pt x="6381" y="284894"/>
                  </a:lnTo>
                  <a:lnTo>
                    <a:pt x="7078" y="283042"/>
                  </a:lnTo>
                  <a:lnTo>
                    <a:pt x="7706" y="280479"/>
                  </a:lnTo>
                  <a:lnTo>
                    <a:pt x="7980" y="277851"/>
                  </a:lnTo>
                  <a:lnTo>
                    <a:pt x="7896" y="275210"/>
                  </a:lnTo>
                  <a:lnTo>
                    <a:pt x="7454" y="272607"/>
                  </a:lnTo>
                  <a:lnTo>
                    <a:pt x="6664" y="270091"/>
                  </a:lnTo>
                  <a:lnTo>
                    <a:pt x="5540" y="267712"/>
                  </a:lnTo>
                  <a:lnTo>
                    <a:pt x="8503" y="265941"/>
                  </a:lnTo>
                  <a:lnTo>
                    <a:pt x="12278" y="263683"/>
                  </a:lnTo>
                  <a:lnTo>
                    <a:pt x="28955" y="253713"/>
                  </a:lnTo>
                  <a:lnTo>
                    <a:pt x="32354" y="251681"/>
                  </a:lnTo>
                  <a:lnTo>
                    <a:pt x="51053" y="240502"/>
                  </a:lnTo>
                  <a:lnTo>
                    <a:pt x="74783" y="226315"/>
                  </a:lnTo>
                  <a:lnTo>
                    <a:pt x="120352" y="199072"/>
                  </a:lnTo>
                  <a:lnTo>
                    <a:pt x="126435" y="195435"/>
                  </a:lnTo>
                  <a:lnTo>
                    <a:pt x="128864" y="193983"/>
                  </a:lnTo>
                  <a:lnTo>
                    <a:pt x="145251" y="184254"/>
                  </a:lnTo>
                  <a:lnTo>
                    <a:pt x="167836" y="170846"/>
                  </a:lnTo>
                  <a:lnTo>
                    <a:pt x="198137" y="152856"/>
                  </a:lnTo>
                  <a:lnTo>
                    <a:pt x="217100" y="141598"/>
                  </a:lnTo>
                  <a:lnTo>
                    <a:pt x="265379" y="113415"/>
                  </a:lnTo>
                  <a:lnTo>
                    <a:pt x="279714" y="105046"/>
                  </a:lnTo>
                  <a:lnTo>
                    <a:pt x="288411" y="99969"/>
                  </a:lnTo>
                  <a:lnTo>
                    <a:pt x="312243" y="86057"/>
                  </a:lnTo>
                  <a:lnTo>
                    <a:pt x="352225" y="62717"/>
                  </a:lnTo>
                  <a:lnTo>
                    <a:pt x="361486" y="57310"/>
                  </a:lnTo>
                  <a:lnTo>
                    <a:pt x="367987" y="53516"/>
                  </a:lnTo>
                  <a:lnTo>
                    <a:pt x="408213" y="28873"/>
                  </a:lnTo>
                  <a:lnTo>
                    <a:pt x="409776" y="27916"/>
                  </a:lnTo>
                  <a:lnTo>
                    <a:pt x="423135" y="19732"/>
                  </a:lnTo>
                  <a:lnTo>
                    <a:pt x="433435" y="13644"/>
                  </a:lnTo>
                  <a:lnTo>
                    <a:pt x="440626" y="9394"/>
                  </a:lnTo>
                  <a:lnTo>
                    <a:pt x="456520" y="0"/>
                  </a:lnTo>
                  <a:lnTo>
                    <a:pt x="458441" y="3508"/>
                  </a:lnTo>
                  <a:lnTo>
                    <a:pt x="459018" y="4563"/>
                  </a:lnTo>
                  <a:lnTo>
                    <a:pt x="460220" y="6758"/>
                  </a:lnTo>
                  <a:lnTo>
                    <a:pt x="461340" y="8805"/>
                  </a:lnTo>
                  <a:lnTo>
                    <a:pt x="462573" y="11057"/>
                  </a:lnTo>
                  <a:lnTo>
                    <a:pt x="473876" y="30342"/>
                  </a:lnTo>
                  <a:lnTo>
                    <a:pt x="476453" y="34740"/>
                  </a:lnTo>
                  <a:lnTo>
                    <a:pt x="490433" y="58592"/>
                  </a:lnTo>
                  <a:lnTo>
                    <a:pt x="492248" y="61689"/>
                  </a:lnTo>
                  <a:lnTo>
                    <a:pt x="502547" y="80666"/>
                  </a:lnTo>
                  <a:lnTo>
                    <a:pt x="503456" y="82283"/>
                  </a:lnTo>
                  <a:lnTo>
                    <a:pt x="516210" y="104961"/>
                  </a:lnTo>
                  <a:lnTo>
                    <a:pt x="517080" y="106366"/>
                  </a:lnTo>
                  <a:lnTo>
                    <a:pt x="528474" y="124766"/>
                  </a:lnTo>
                  <a:lnTo>
                    <a:pt x="531402" y="129378"/>
                  </a:lnTo>
                  <a:lnTo>
                    <a:pt x="533826" y="133195"/>
                  </a:lnTo>
                  <a:lnTo>
                    <a:pt x="534801" y="134731"/>
                  </a:lnTo>
                  <a:lnTo>
                    <a:pt x="540782" y="144151"/>
                  </a:lnTo>
                  <a:lnTo>
                    <a:pt x="540979" y="144461"/>
                  </a:lnTo>
                  <a:lnTo>
                    <a:pt x="543278" y="148435"/>
                  </a:lnTo>
                  <a:lnTo>
                    <a:pt x="544832" y="151121"/>
                  </a:lnTo>
                  <a:lnTo>
                    <a:pt x="546645" y="154254"/>
                  </a:lnTo>
                  <a:lnTo>
                    <a:pt x="547515" y="155972"/>
                  </a:lnTo>
                  <a:lnTo>
                    <a:pt x="543723" y="158235"/>
                  </a:lnTo>
                  <a:lnTo>
                    <a:pt x="541312" y="159674"/>
                  </a:lnTo>
                  <a:lnTo>
                    <a:pt x="536526" y="162530"/>
                  </a:lnTo>
                  <a:lnTo>
                    <a:pt x="536068" y="162804"/>
                  </a:lnTo>
                  <a:lnTo>
                    <a:pt x="525898" y="168874"/>
                  </a:lnTo>
                  <a:lnTo>
                    <a:pt x="524957" y="169428"/>
                  </a:lnTo>
                  <a:lnTo>
                    <a:pt x="523718" y="170156"/>
                  </a:lnTo>
                  <a:lnTo>
                    <a:pt x="502025" y="182916"/>
                  </a:lnTo>
                  <a:lnTo>
                    <a:pt x="499819" y="184234"/>
                  </a:lnTo>
                  <a:lnTo>
                    <a:pt x="493520" y="187996"/>
                  </a:lnTo>
                  <a:lnTo>
                    <a:pt x="487067" y="191850"/>
                  </a:lnTo>
                  <a:lnTo>
                    <a:pt x="481371" y="195252"/>
                  </a:lnTo>
                  <a:lnTo>
                    <a:pt x="455548" y="210674"/>
                  </a:lnTo>
                  <a:lnTo>
                    <a:pt x="453260" y="212041"/>
                  </a:lnTo>
                  <a:lnTo>
                    <a:pt x="452434" y="212534"/>
                  </a:lnTo>
                  <a:lnTo>
                    <a:pt x="448463" y="214874"/>
                  </a:lnTo>
                  <a:lnTo>
                    <a:pt x="403656" y="241277"/>
                  </a:lnTo>
                  <a:lnTo>
                    <a:pt x="379399" y="255242"/>
                  </a:lnTo>
                  <a:lnTo>
                    <a:pt x="367357" y="262176"/>
                  </a:lnTo>
                  <a:lnTo>
                    <a:pt x="355688" y="268893"/>
                  </a:lnTo>
                  <a:lnTo>
                    <a:pt x="341405" y="277184"/>
                  </a:lnTo>
                  <a:lnTo>
                    <a:pt x="318231" y="290635"/>
                  </a:lnTo>
                  <a:lnTo>
                    <a:pt x="310307" y="295235"/>
                  </a:lnTo>
                  <a:lnTo>
                    <a:pt x="306964" y="297175"/>
                  </a:lnTo>
                  <a:lnTo>
                    <a:pt x="303556" y="299236"/>
                  </a:lnTo>
                  <a:lnTo>
                    <a:pt x="299399" y="301750"/>
                  </a:lnTo>
                  <a:lnTo>
                    <a:pt x="275838" y="315999"/>
                  </a:lnTo>
                  <a:lnTo>
                    <a:pt x="259499" y="325880"/>
                  </a:lnTo>
                  <a:lnTo>
                    <a:pt x="235742" y="340248"/>
                  </a:lnTo>
                  <a:lnTo>
                    <a:pt x="212843" y="353985"/>
                  </a:lnTo>
                  <a:lnTo>
                    <a:pt x="212321" y="354298"/>
                  </a:lnTo>
                  <a:lnTo>
                    <a:pt x="165933" y="381758"/>
                  </a:lnTo>
                  <a:lnTo>
                    <a:pt x="141904" y="395916"/>
                  </a:lnTo>
                  <a:lnTo>
                    <a:pt x="110274" y="414553"/>
                  </a:lnTo>
                  <a:lnTo>
                    <a:pt x="109118" y="415234"/>
                  </a:lnTo>
                  <a:lnTo>
                    <a:pt x="98637" y="421409"/>
                  </a:lnTo>
                  <a:lnTo>
                    <a:pt x="97978" y="421798"/>
                  </a:lnTo>
                  <a:lnTo>
                    <a:pt x="94618" y="423777"/>
                  </a:lnTo>
                  <a:lnTo>
                    <a:pt x="93585" y="424386"/>
                  </a:lnTo>
                  <a:lnTo>
                    <a:pt x="88212" y="427552"/>
                  </a:lnTo>
                  <a:lnTo>
                    <a:pt x="83278" y="430459"/>
                  </a:lnTo>
                  <a:lnTo>
                    <a:pt x="82981" y="430634"/>
                  </a:lnTo>
                  <a:lnTo>
                    <a:pt x="81131" y="43172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3004764" y="1935947"/>
              <a:ext cx="404961" cy="462077"/>
            </a:xfrm>
            <a:custGeom>
              <a:avLst/>
              <a:pathLst>
                <a:path w="404961" h="462077">
                  <a:moveTo>
                    <a:pt x="167433" y="461658"/>
                  </a:moveTo>
                  <a:lnTo>
                    <a:pt x="166676" y="462077"/>
                  </a:lnTo>
                  <a:lnTo>
                    <a:pt x="144237" y="424508"/>
                  </a:lnTo>
                  <a:lnTo>
                    <a:pt x="134487" y="408184"/>
                  </a:lnTo>
                  <a:lnTo>
                    <a:pt x="122961" y="387382"/>
                  </a:lnTo>
                  <a:lnTo>
                    <a:pt x="116598" y="377225"/>
                  </a:lnTo>
                  <a:lnTo>
                    <a:pt x="89734" y="330187"/>
                  </a:lnTo>
                  <a:lnTo>
                    <a:pt x="74642" y="304367"/>
                  </a:lnTo>
                  <a:lnTo>
                    <a:pt x="60060" y="279124"/>
                  </a:lnTo>
                  <a:lnTo>
                    <a:pt x="47825" y="258953"/>
                  </a:lnTo>
                  <a:lnTo>
                    <a:pt x="31615" y="230923"/>
                  </a:lnTo>
                  <a:lnTo>
                    <a:pt x="0" y="179175"/>
                  </a:lnTo>
                  <a:lnTo>
                    <a:pt x="19498" y="169863"/>
                  </a:lnTo>
                  <a:lnTo>
                    <a:pt x="27014" y="166273"/>
                  </a:lnTo>
                  <a:lnTo>
                    <a:pt x="24979" y="163076"/>
                  </a:lnTo>
                  <a:lnTo>
                    <a:pt x="23876" y="161344"/>
                  </a:lnTo>
                  <a:lnTo>
                    <a:pt x="46006" y="147974"/>
                  </a:lnTo>
                  <a:lnTo>
                    <a:pt x="47388" y="147218"/>
                  </a:lnTo>
                  <a:lnTo>
                    <a:pt x="62304" y="139061"/>
                  </a:lnTo>
                  <a:lnTo>
                    <a:pt x="63660" y="138273"/>
                  </a:lnTo>
                  <a:lnTo>
                    <a:pt x="89632" y="123176"/>
                  </a:lnTo>
                  <a:lnTo>
                    <a:pt x="93577" y="120966"/>
                  </a:lnTo>
                  <a:lnTo>
                    <a:pt x="96854" y="119130"/>
                  </a:lnTo>
                  <a:lnTo>
                    <a:pt x="113714" y="109470"/>
                  </a:lnTo>
                  <a:lnTo>
                    <a:pt x="117369" y="107450"/>
                  </a:lnTo>
                  <a:lnTo>
                    <a:pt x="119553" y="106244"/>
                  </a:lnTo>
                  <a:lnTo>
                    <a:pt x="134397" y="98044"/>
                  </a:lnTo>
                  <a:lnTo>
                    <a:pt x="142224" y="92577"/>
                  </a:lnTo>
                  <a:lnTo>
                    <a:pt x="143146" y="91933"/>
                  </a:lnTo>
                  <a:lnTo>
                    <a:pt x="143782" y="91488"/>
                  </a:lnTo>
                  <a:lnTo>
                    <a:pt x="150695" y="87578"/>
                  </a:lnTo>
                  <a:lnTo>
                    <a:pt x="164689" y="79585"/>
                  </a:lnTo>
                  <a:lnTo>
                    <a:pt x="175986" y="72914"/>
                  </a:lnTo>
                  <a:lnTo>
                    <a:pt x="190722" y="62901"/>
                  </a:lnTo>
                  <a:lnTo>
                    <a:pt x="190879" y="62794"/>
                  </a:lnTo>
                  <a:lnTo>
                    <a:pt x="200382" y="57438"/>
                  </a:lnTo>
                  <a:lnTo>
                    <a:pt x="204143" y="55318"/>
                  </a:lnTo>
                  <a:lnTo>
                    <a:pt x="214382" y="49345"/>
                  </a:lnTo>
                  <a:lnTo>
                    <a:pt x="216563" y="48073"/>
                  </a:lnTo>
                  <a:lnTo>
                    <a:pt x="232749" y="38469"/>
                  </a:lnTo>
                  <a:lnTo>
                    <a:pt x="236907" y="36110"/>
                  </a:lnTo>
                  <a:lnTo>
                    <a:pt x="238931" y="34962"/>
                  </a:lnTo>
                  <a:lnTo>
                    <a:pt x="249778" y="28637"/>
                  </a:lnTo>
                  <a:lnTo>
                    <a:pt x="254612" y="25819"/>
                  </a:lnTo>
                  <a:lnTo>
                    <a:pt x="259520" y="20820"/>
                  </a:lnTo>
                  <a:lnTo>
                    <a:pt x="262455" y="17832"/>
                  </a:lnTo>
                  <a:lnTo>
                    <a:pt x="265389" y="14843"/>
                  </a:lnTo>
                  <a:lnTo>
                    <a:pt x="265708" y="14482"/>
                  </a:lnTo>
                  <a:lnTo>
                    <a:pt x="277613" y="956"/>
                  </a:lnTo>
                  <a:lnTo>
                    <a:pt x="277938" y="910"/>
                  </a:lnTo>
                  <a:lnTo>
                    <a:pt x="278745" y="795"/>
                  </a:lnTo>
                  <a:lnTo>
                    <a:pt x="280724" y="584"/>
                  </a:lnTo>
                  <a:lnTo>
                    <a:pt x="283460" y="291"/>
                  </a:lnTo>
                  <a:lnTo>
                    <a:pt x="286196" y="0"/>
                  </a:lnTo>
                  <a:lnTo>
                    <a:pt x="289607" y="13814"/>
                  </a:lnTo>
                  <a:lnTo>
                    <a:pt x="290594" y="17816"/>
                  </a:lnTo>
                  <a:lnTo>
                    <a:pt x="317157" y="61713"/>
                  </a:lnTo>
                  <a:lnTo>
                    <a:pt x="330865" y="83385"/>
                  </a:lnTo>
                  <a:lnTo>
                    <a:pt x="360825" y="134750"/>
                  </a:lnTo>
                  <a:lnTo>
                    <a:pt x="335578" y="149921"/>
                  </a:lnTo>
                  <a:lnTo>
                    <a:pt x="313166" y="163387"/>
                  </a:lnTo>
                  <a:lnTo>
                    <a:pt x="327543" y="189246"/>
                  </a:lnTo>
                  <a:lnTo>
                    <a:pt x="341961" y="213487"/>
                  </a:lnTo>
                  <a:lnTo>
                    <a:pt x="355485" y="236227"/>
                  </a:lnTo>
                  <a:lnTo>
                    <a:pt x="369244" y="259916"/>
                  </a:lnTo>
                  <a:lnTo>
                    <a:pt x="382502" y="282492"/>
                  </a:lnTo>
                  <a:lnTo>
                    <a:pt x="401323" y="314540"/>
                  </a:lnTo>
                  <a:lnTo>
                    <a:pt x="403922" y="318965"/>
                  </a:lnTo>
                  <a:lnTo>
                    <a:pt x="404961" y="320733"/>
                  </a:lnTo>
                  <a:lnTo>
                    <a:pt x="404645" y="320919"/>
                  </a:lnTo>
                  <a:lnTo>
                    <a:pt x="395892" y="326067"/>
                  </a:lnTo>
                  <a:lnTo>
                    <a:pt x="385360" y="332261"/>
                  </a:lnTo>
                  <a:lnTo>
                    <a:pt x="381447" y="334562"/>
                  </a:lnTo>
                  <a:lnTo>
                    <a:pt x="376743" y="337328"/>
                  </a:lnTo>
                  <a:lnTo>
                    <a:pt x="372024" y="340103"/>
                  </a:lnTo>
                  <a:lnTo>
                    <a:pt x="364484" y="344538"/>
                  </a:lnTo>
                  <a:lnTo>
                    <a:pt x="361604" y="346231"/>
                  </a:lnTo>
                  <a:lnTo>
                    <a:pt x="357994" y="348355"/>
                  </a:lnTo>
                  <a:lnTo>
                    <a:pt x="338733" y="359682"/>
                  </a:lnTo>
                  <a:lnTo>
                    <a:pt x="335412" y="361635"/>
                  </a:lnTo>
                  <a:lnTo>
                    <a:pt x="334421" y="362218"/>
                  </a:lnTo>
                  <a:lnTo>
                    <a:pt x="331443" y="363969"/>
                  </a:lnTo>
                  <a:lnTo>
                    <a:pt x="316078" y="373006"/>
                  </a:lnTo>
                  <a:lnTo>
                    <a:pt x="311659" y="375604"/>
                  </a:lnTo>
                  <a:lnTo>
                    <a:pt x="309441" y="376930"/>
                  </a:lnTo>
                  <a:lnTo>
                    <a:pt x="261409" y="405634"/>
                  </a:lnTo>
                  <a:lnTo>
                    <a:pt x="260976" y="405893"/>
                  </a:lnTo>
                  <a:lnTo>
                    <a:pt x="260731" y="406036"/>
                  </a:lnTo>
                  <a:lnTo>
                    <a:pt x="260299" y="406289"/>
                  </a:lnTo>
                  <a:lnTo>
                    <a:pt x="253098" y="410497"/>
                  </a:lnTo>
                  <a:lnTo>
                    <a:pt x="238033" y="419301"/>
                  </a:lnTo>
                  <a:lnTo>
                    <a:pt x="216427" y="432475"/>
                  </a:lnTo>
                  <a:lnTo>
                    <a:pt x="213979" y="433968"/>
                  </a:lnTo>
                  <a:lnTo>
                    <a:pt x="213820" y="434065"/>
                  </a:lnTo>
                  <a:lnTo>
                    <a:pt x="213046" y="434537"/>
                  </a:lnTo>
                  <a:lnTo>
                    <a:pt x="181567" y="453254"/>
                  </a:lnTo>
                  <a:lnTo>
                    <a:pt x="168029" y="4613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36450" y="3651846"/>
              <a:ext cx="535153" cy="560386"/>
            </a:xfrm>
            <a:custGeom>
              <a:avLst/>
              <a:pathLst>
                <a:path w="535153" h="560386">
                  <a:moveTo>
                    <a:pt x="360215" y="0"/>
                  </a:moveTo>
                  <a:lnTo>
                    <a:pt x="474185" y="198277"/>
                  </a:lnTo>
                  <a:lnTo>
                    <a:pt x="516944" y="272667"/>
                  </a:lnTo>
                  <a:lnTo>
                    <a:pt x="535153" y="304348"/>
                  </a:lnTo>
                  <a:lnTo>
                    <a:pt x="521642" y="312035"/>
                  </a:lnTo>
                  <a:lnTo>
                    <a:pt x="497543" y="326033"/>
                  </a:lnTo>
                  <a:lnTo>
                    <a:pt x="496403" y="326696"/>
                  </a:lnTo>
                  <a:lnTo>
                    <a:pt x="472056" y="340837"/>
                  </a:lnTo>
                  <a:lnTo>
                    <a:pt x="443893" y="357195"/>
                  </a:lnTo>
                  <a:lnTo>
                    <a:pt x="434590" y="362599"/>
                  </a:lnTo>
                  <a:lnTo>
                    <a:pt x="431952" y="364132"/>
                  </a:lnTo>
                  <a:lnTo>
                    <a:pt x="430926" y="364756"/>
                  </a:lnTo>
                  <a:lnTo>
                    <a:pt x="444720" y="389494"/>
                  </a:lnTo>
                  <a:lnTo>
                    <a:pt x="449338" y="397475"/>
                  </a:lnTo>
                  <a:lnTo>
                    <a:pt x="424591" y="411714"/>
                  </a:lnTo>
                  <a:lnTo>
                    <a:pt x="424063" y="412029"/>
                  </a:lnTo>
                  <a:lnTo>
                    <a:pt x="398858" y="427059"/>
                  </a:lnTo>
                  <a:lnTo>
                    <a:pt x="396905" y="428173"/>
                  </a:lnTo>
                  <a:lnTo>
                    <a:pt x="388036" y="412845"/>
                  </a:lnTo>
                  <a:lnTo>
                    <a:pt x="373477" y="387685"/>
                  </a:lnTo>
                  <a:lnTo>
                    <a:pt x="326139" y="416300"/>
                  </a:lnTo>
                  <a:lnTo>
                    <a:pt x="325934" y="416424"/>
                  </a:lnTo>
                  <a:lnTo>
                    <a:pt x="303557" y="429949"/>
                  </a:lnTo>
                  <a:lnTo>
                    <a:pt x="302454" y="430617"/>
                  </a:lnTo>
                  <a:lnTo>
                    <a:pt x="302277" y="430723"/>
                  </a:lnTo>
                  <a:lnTo>
                    <a:pt x="301948" y="430921"/>
                  </a:lnTo>
                  <a:lnTo>
                    <a:pt x="301253" y="431338"/>
                  </a:lnTo>
                  <a:lnTo>
                    <a:pt x="277931" y="445336"/>
                  </a:lnTo>
                  <a:lnTo>
                    <a:pt x="254882" y="459170"/>
                  </a:lnTo>
                  <a:lnTo>
                    <a:pt x="231696" y="473086"/>
                  </a:lnTo>
                  <a:lnTo>
                    <a:pt x="230342" y="473893"/>
                  </a:lnTo>
                  <a:lnTo>
                    <a:pt x="205014" y="488979"/>
                  </a:lnTo>
                  <a:lnTo>
                    <a:pt x="182183" y="502578"/>
                  </a:lnTo>
                  <a:lnTo>
                    <a:pt x="159263" y="516231"/>
                  </a:lnTo>
                  <a:lnTo>
                    <a:pt x="159027" y="516372"/>
                  </a:lnTo>
                  <a:lnTo>
                    <a:pt x="158000" y="516983"/>
                  </a:lnTo>
                  <a:lnTo>
                    <a:pt x="135002" y="530728"/>
                  </a:lnTo>
                  <a:lnTo>
                    <a:pt x="134481" y="531039"/>
                  </a:lnTo>
                  <a:lnTo>
                    <a:pt x="85330" y="560386"/>
                  </a:lnTo>
                  <a:lnTo>
                    <a:pt x="69753" y="533752"/>
                  </a:lnTo>
                  <a:lnTo>
                    <a:pt x="43380" y="488659"/>
                  </a:lnTo>
                  <a:lnTo>
                    <a:pt x="42210" y="486657"/>
                  </a:lnTo>
                  <a:lnTo>
                    <a:pt x="14877" y="439810"/>
                  </a:lnTo>
                  <a:lnTo>
                    <a:pt x="6876" y="426230"/>
                  </a:lnTo>
                  <a:lnTo>
                    <a:pt x="0" y="414439"/>
                  </a:lnTo>
                  <a:lnTo>
                    <a:pt x="6876" y="410365"/>
                  </a:lnTo>
                  <a:lnTo>
                    <a:pt x="48207" y="385883"/>
                  </a:lnTo>
                  <a:lnTo>
                    <a:pt x="49578" y="385064"/>
                  </a:lnTo>
                  <a:lnTo>
                    <a:pt x="73167" y="370980"/>
                  </a:lnTo>
                  <a:lnTo>
                    <a:pt x="94706" y="358120"/>
                  </a:lnTo>
                  <a:lnTo>
                    <a:pt x="119363" y="343399"/>
                  </a:lnTo>
                  <a:lnTo>
                    <a:pt x="119737" y="343176"/>
                  </a:lnTo>
                  <a:lnTo>
                    <a:pt x="144474" y="328406"/>
                  </a:lnTo>
                  <a:lnTo>
                    <a:pt x="170481" y="312878"/>
                  </a:lnTo>
                  <a:lnTo>
                    <a:pt x="170966" y="312589"/>
                  </a:lnTo>
                  <a:lnTo>
                    <a:pt x="191554" y="300297"/>
                  </a:lnTo>
                  <a:lnTo>
                    <a:pt x="192484" y="299742"/>
                  </a:lnTo>
                  <a:lnTo>
                    <a:pt x="192688" y="299619"/>
                  </a:lnTo>
                  <a:lnTo>
                    <a:pt x="177238" y="272701"/>
                  </a:lnTo>
                  <a:lnTo>
                    <a:pt x="164217" y="250015"/>
                  </a:lnTo>
                  <a:lnTo>
                    <a:pt x="151086" y="227138"/>
                  </a:lnTo>
                  <a:lnTo>
                    <a:pt x="150289" y="225749"/>
                  </a:lnTo>
                  <a:lnTo>
                    <a:pt x="136710" y="202911"/>
                  </a:lnTo>
                  <a:lnTo>
                    <a:pt x="123494" y="180331"/>
                  </a:lnTo>
                  <a:lnTo>
                    <a:pt x="121421" y="176766"/>
                  </a:lnTo>
                  <a:lnTo>
                    <a:pt x="101574" y="138821"/>
                  </a:lnTo>
                  <a:lnTo>
                    <a:pt x="127974" y="123140"/>
                  </a:lnTo>
                  <a:lnTo>
                    <a:pt x="190956" y="85731"/>
                  </a:lnTo>
                  <a:lnTo>
                    <a:pt x="193328" y="84322"/>
                  </a:lnTo>
                  <a:lnTo>
                    <a:pt x="187717" y="74651"/>
                  </a:lnTo>
                  <a:lnTo>
                    <a:pt x="214188" y="58311"/>
                  </a:lnTo>
                  <a:lnTo>
                    <a:pt x="214999" y="57820"/>
                  </a:lnTo>
                  <a:lnTo>
                    <a:pt x="216561" y="56873"/>
                  </a:lnTo>
                  <a:lnTo>
                    <a:pt x="234396" y="46061"/>
                  </a:lnTo>
                  <a:lnTo>
                    <a:pt x="237686" y="51711"/>
                  </a:lnTo>
                  <a:lnTo>
                    <a:pt x="242407" y="59819"/>
                  </a:lnTo>
                  <a:lnTo>
                    <a:pt x="247039" y="67775"/>
                  </a:lnTo>
                  <a:lnTo>
                    <a:pt x="286282" y="44393"/>
                  </a:lnTo>
                  <a:lnTo>
                    <a:pt x="287578" y="43621"/>
                  </a:lnTo>
                  <a:lnTo>
                    <a:pt x="293734" y="39953"/>
                  </a:lnTo>
                  <a:lnTo>
                    <a:pt x="296051" y="38572"/>
                  </a:lnTo>
                  <a:lnTo>
                    <a:pt x="314318" y="27689"/>
                  </a:lnTo>
                  <a:lnTo>
                    <a:pt x="315623" y="26911"/>
                  </a:lnTo>
                  <a:lnTo>
                    <a:pt x="316440" y="26418"/>
                  </a:lnTo>
                  <a:lnTo>
                    <a:pt x="319203" y="24750"/>
                  </a:lnTo>
                  <a:lnTo>
                    <a:pt x="344290" y="9605"/>
                  </a:lnTo>
                  <a:lnTo>
                    <a:pt x="359037" y="7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38957" y="2718422"/>
              <a:ext cx="719306" cy="800745"/>
            </a:xfrm>
            <a:custGeom>
              <a:avLst/>
              <a:pathLst>
                <a:path w="719306" h="800745">
                  <a:moveTo>
                    <a:pt x="676918" y="626831"/>
                  </a:moveTo>
                  <a:lnTo>
                    <a:pt x="694935" y="655904"/>
                  </a:lnTo>
                  <a:lnTo>
                    <a:pt x="702119" y="670577"/>
                  </a:lnTo>
                  <a:lnTo>
                    <a:pt x="704640" y="675726"/>
                  </a:lnTo>
                  <a:lnTo>
                    <a:pt x="712592" y="691967"/>
                  </a:lnTo>
                  <a:lnTo>
                    <a:pt x="716802" y="700565"/>
                  </a:lnTo>
                  <a:lnTo>
                    <a:pt x="719306" y="705679"/>
                  </a:lnTo>
                  <a:lnTo>
                    <a:pt x="718780" y="705990"/>
                  </a:lnTo>
                  <a:lnTo>
                    <a:pt x="715814" y="707743"/>
                  </a:lnTo>
                  <a:lnTo>
                    <a:pt x="712469" y="709720"/>
                  </a:lnTo>
                  <a:lnTo>
                    <a:pt x="706048" y="713515"/>
                  </a:lnTo>
                  <a:lnTo>
                    <a:pt x="683432" y="726882"/>
                  </a:lnTo>
                  <a:lnTo>
                    <a:pt x="680069" y="728869"/>
                  </a:lnTo>
                  <a:lnTo>
                    <a:pt x="671246" y="734084"/>
                  </a:lnTo>
                  <a:lnTo>
                    <a:pt x="640054" y="752519"/>
                  </a:lnTo>
                  <a:lnTo>
                    <a:pt x="638914" y="753193"/>
                  </a:lnTo>
                  <a:lnTo>
                    <a:pt x="564356" y="696994"/>
                  </a:lnTo>
                  <a:lnTo>
                    <a:pt x="563181" y="696109"/>
                  </a:lnTo>
                  <a:lnTo>
                    <a:pt x="536540" y="676027"/>
                  </a:lnTo>
                  <a:lnTo>
                    <a:pt x="504118" y="651606"/>
                  </a:lnTo>
                  <a:lnTo>
                    <a:pt x="501886" y="652998"/>
                  </a:lnTo>
                  <a:lnTo>
                    <a:pt x="493856" y="658007"/>
                  </a:lnTo>
                  <a:lnTo>
                    <a:pt x="487986" y="661670"/>
                  </a:lnTo>
                  <a:lnTo>
                    <a:pt x="487691" y="661853"/>
                  </a:lnTo>
                  <a:lnTo>
                    <a:pt x="486795" y="662412"/>
                  </a:lnTo>
                  <a:lnTo>
                    <a:pt x="472505" y="680882"/>
                  </a:lnTo>
                  <a:lnTo>
                    <a:pt x="455502" y="702857"/>
                  </a:lnTo>
                  <a:lnTo>
                    <a:pt x="454285" y="704430"/>
                  </a:lnTo>
                  <a:lnTo>
                    <a:pt x="453503" y="705513"/>
                  </a:lnTo>
                  <a:lnTo>
                    <a:pt x="437257" y="728039"/>
                  </a:lnTo>
                  <a:lnTo>
                    <a:pt x="420934" y="750670"/>
                  </a:lnTo>
                  <a:lnTo>
                    <a:pt x="415288" y="758499"/>
                  </a:lnTo>
                  <a:lnTo>
                    <a:pt x="406789" y="768404"/>
                  </a:lnTo>
                  <a:lnTo>
                    <a:pt x="406570" y="768699"/>
                  </a:lnTo>
                  <a:lnTo>
                    <a:pt x="405936" y="769554"/>
                  </a:lnTo>
                  <a:lnTo>
                    <a:pt x="401045" y="776147"/>
                  </a:lnTo>
                  <a:lnTo>
                    <a:pt x="395598" y="783488"/>
                  </a:lnTo>
                  <a:lnTo>
                    <a:pt x="381851" y="800745"/>
                  </a:lnTo>
                  <a:lnTo>
                    <a:pt x="369146" y="778499"/>
                  </a:lnTo>
                  <a:lnTo>
                    <a:pt x="360079" y="762621"/>
                  </a:lnTo>
                  <a:lnTo>
                    <a:pt x="358937" y="760622"/>
                  </a:lnTo>
                  <a:lnTo>
                    <a:pt x="343192" y="734195"/>
                  </a:lnTo>
                  <a:lnTo>
                    <a:pt x="313913" y="685050"/>
                  </a:lnTo>
                  <a:lnTo>
                    <a:pt x="282353" y="632077"/>
                  </a:lnTo>
                  <a:lnTo>
                    <a:pt x="274691" y="619217"/>
                  </a:lnTo>
                  <a:lnTo>
                    <a:pt x="272106" y="614878"/>
                  </a:lnTo>
                  <a:lnTo>
                    <a:pt x="265569" y="603906"/>
                  </a:lnTo>
                  <a:lnTo>
                    <a:pt x="248874" y="575884"/>
                  </a:lnTo>
                  <a:lnTo>
                    <a:pt x="185652" y="469765"/>
                  </a:lnTo>
                  <a:lnTo>
                    <a:pt x="185102" y="468843"/>
                  </a:lnTo>
                  <a:lnTo>
                    <a:pt x="184896" y="468497"/>
                  </a:lnTo>
                  <a:lnTo>
                    <a:pt x="162059" y="430165"/>
                  </a:lnTo>
                  <a:lnTo>
                    <a:pt x="134333" y="383628"/>
                  </a:lnTo>
                  <a:lnTo>
                    <a:pt x="106734" y="337303"/>
                  </a:lnTo>
                  <a:lnTo>
                    <a:pt x="93550" y="315174"/>
                  </a:lnTo>
                  <a:lnTo>
                    <a:pt x="92426" y="313288"/>
                  </a:lnTo>
                  <a:lnTo>
                    <a:pt x="75788" y="285361"/>
                  </a:lnTo>
                  <a:lnTo>
                    <a:pt x="70885" y="277131"/>
                  </a:lnTo>
                  <a:lnTo>
                    <a:pt x="48286" y="239199"/>
                  </a:lnTo>
                  <a:lnTo>
                    <a:pt x="19534" y="190940"/>
                  </a:lnTo>
                  <a:lnTo>
                    <a:pt x="5215" y="166905"/>
                  </a:lnTo>
                  <a:lnTo>
                    <a:pt x="1811" y="161191"/>
                  </a:lnTo>
                  <a:lnTo>
                    <a:pt x="0" y="158016"/>
                  </a:lnTo>
                  <a:lnTo>
                    <a:pt x="19344" y="146461"/>
                  </a:lnTo>
                  <a:lnTo>
                    <a:pt x="115508" y="89019"/>
                  </a:lnTo>
                  <a:lnTo>
                    <a:pt x="122038" y="85118"/>
                  </a:lnTo>
                  <a:lnTo>
                    <a:pt x="240654" y="14265"/>
                  </a:lnTo>
                  <a:lnTo>
                    <a:pt x="264535" y="0"/>
                  </a:lnTo>
                  <a:lnTo>
                    <a:pt x="265761" y="9106"/>
                  </a:lnTo>
                  <a:lnTo>
                    <a:pt x="270712" y="17346"/>
                  </a:lnTo>
                  <a:lnTo>
                    <a:pt x="271694" y="18982"/>
                  </a:lnTo>
                  <a:lnTo>
                    <a:pt x="283801" y="39136"/>
                  </a:lnTo>
                  <a:lnTo>
                    <a:pt x="287681" y="45595"/>
                  </a:lnTo>
                  <a:lnTo>
                    <a:pt x="288578" y="47087"/>
                  </a:lnTo>
                  <a:lnTo>
                    <a:pt x="294032" y="56167"/>
                  </a:lnTo>
                  <a:lnTo>
                    <a:pt x="307371" y="78372"/>
                  </a:lnTo>
                  <a:lnTo>
                    <a:pt x="308969" y="81032"/>
                  </a:lnTo>
                  <a:lnTo>
                    <a:pt x="310353" y="83335"/>
                  </a:lnTo>
                  <a:lnTo>
                    <a:pt x="323218" y="104752"/>
                  </a:lnTo>
                  <a:lnTo>
                    <a:pt x="328408" y="113391"/>
                  </a:lnTo>
                  <a:lnTo>
                    <a:pt x="331164" y="117978"/>
                  </a:lnTo>
                  <a:lnTo>
                    <a:pt x="332711" y="120553"/>
                  </a:lnTo>
                  <a:lnTo>
                    <a:pt x="333151" y="121302"/>
                  </a:lnTo>
                  <a:lnTo>
                    <a:pt x="373027" y="189021"/>
                  </a:lnTo>
                  <a:lnTo>
                    <a:pt x="409739" y="251366"/>
                  </a:lnTo>
                  <a:lnTo>
                    <a:pt x="411277" y="253979"/>
                  </a:lnTo>
                  <a:lnTo>
                    <a:pt x="416965" y="263638"/>
                  </a:lnTo>
                  <a:lnTo>
                    <a:pt x="421077" y="270620"/>
                  </a:lnTo>
                  <a:lnTo>
                    <a:pt x="434094" y="289366"/>
                  </a:lnTo>
                  <a:lnTo>
                    <a:pt x="449876" y="312092"/>
                  </a:lnTo>
                  <a:lnTo>
                    <a:pt x="449912" y="314045"/>
                  </a:lnTo>
                  <a:lnTo>
                    <a:pt x="473104" y="345584"/>
                  </a:lnTo>
                  <a:lnTo>
                    <a:pt x="489378" y="367716"/>
                  </a:lnTo>
                  <a:lnTo>
                    <a:pt x="490567" y="369332"/>
                  </a:lnTo>
                  <a:lnTo>
                    <a:pt x="493190" y="372899"/>
                  </a:lnTo>
                  <a:lnTo>
                    <a:pt x="499587" y="381599"/>
                  </a:lnTo>
                  <a:lnTo>
                    <a:pt x="532483" y="425260"/>
                  </a:lnTo>
                  <a:lnTo>
                    <a:pt x="551738" y="450817"/>
                  </a:lnTo>
                  <a:lnTo>
                    <a:pt x="576781" y="484056"/>
                  </a:lnTo>
                  <a:lnTo>
                    <a:pt x="583918" y="493718"/>
                  </a:lnTo>
                  <a:lnTo>
                    <a:pt x="603218" y="519849"/>
                  </a:lnTo>
                  <a:lnTo>
                    <a:pt x="649200" y="582103"/>
                  </a:lnTo>
                  <a:lnTo>
                    <a:pt x="662993" y="604361"/>
                  </a:lnTo>
                  <a:lnTo>
                    <a:pt x="665568" y="60851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479207" y="3950377"/>
              <a:ext cx="679144" cy="509713"/>
            </a:xfrm>
            <a:custGeom>
              <a:avLst/>
              <a:pathLst>
                <a:path w="679144" h="509713">
                  <a:moveTo>
                    <a:pt x="602671" y="0"/>
                  </a:moveTo>
                  <a:lnTo>
                    <a:pt x="617559" y="24503"/>
                  </a:lnTo>
                  <a:lnTo>
                    <a:pt x="629361" y="45491"/>
                  </a:lnTo>
                  <a:lnTo>
                    <a:pt x="620908" y="50010"/>
                  </a:lnTo>
                  <a:lnTo>
                    <a:pt x="676394" y="146649"/>
                  </a:lnTo>
                  <a:lnTo>
                    <a:pt x="679144" y="151439"/>
                  </a:lnTo>
                  <a:lnTo>
                    <a:pt x="665944" y="159186"/>
                  </a:lnTo>
                  <a:lnTo>
                    <a:pt x="661084" y="162039"/>
                  </a:lnTo>
                  <a:lnTo>
                    <a:pt x="533330" y="237019"/>
                  </a:lnTo>
                  <a:lnTo>
                    <a:pt x="525385" y="241682"/>
                  </a:lnTo>
                  <a:lnTo>
                    <a:pt x="510059" y="250677"/>
                  </a:lnTo>
                  <a:lnTo>
                    <a:pt x="501476" y="255715"/>
                  </a:lnTo>
                  <a:lnTo>
                    <a:pt x="393826" y="318896"/>
                  </a:lnTo>
                  <a:lnTo>
                    <a:pt x="384657" y="324278"/>
                  </a:lnTo>
                  <a:lnTo>
                    <a:pt x="379197" y="327482"/>
                  </a:lnTo>
                  <a:lnTo>
                    <a:pt x="358224" y="340397"/>
                  </a:lnTo>
                  <a:lnTo>
                    <a:pt x="353846" y="343093"/>
                  </a:lnTo>
                  <a:lnTo>
                    <a:pt x="348937" y="346116"/>
                  </a:lnTo>
                  <a:lnTo>
                    <a:pt x="340664" y="351210"/>
                  </a:lnTo>
                  <a:lnTo>
                    <a:pt x="277988" y="389804"/>
                  </a:lnTo>
                  <a:lnTo>
                    <a:pt x="272327" y="393290"/>
                  </a:lnTo>
                  <a:lnTo>
                    <a:pt x="235208" y="416147"/>
                  </a:lnTo>
                  <a:lnTo>
                    <a:pt x="180930" y="458181"/>
                  </a:lnTo>
                  <a:lnTo>
                    <a:pt x="178705" y="459581"/>
                  </a:lnTo>
                  <a:lnTo>
                    <a:pt x="176601" y="460905"/>
                  </a:lnTo>
                  <a:lnTo>
                    <a:pt x="144555" y="481076"/>
                  </a:lnTo>
                  <a:lnTo>
                    <a:pt x="99057" y="509713"/>
                  </a:lnTo>
                  <a:lnTo>
                    <a:pt x="82280" y="488445"/>
                  </a:lnTo>
                  <a:lnTo>
                    <a:pt x="68802" y="464929"/>
                  </a:lnTo>
                  <a:lnTo>
                    <a:pt x="64003" y="456555"/>
                  </a:lnTo>
                  <a:lnTo>
                    <a:pt x="56744" y="443890"/>
                  </a:lnTo>
                  <a:lnTo>
                    <a:pt x="41661" y="417575"/>
                  </a:lnTo>
                  <a:lnTo>
                    <a:pt x="41557" y="417394"/>
                  </a:lnTo>
                  <a:lnTo>
                    <a:pt x="29790" y="396863"/>
                  </a:lnTo>
                  <a:lnTo>
                    <a:pt x="15511" y="371951"/>
                  </a:lnTo>
                  <a:lnTo>
                    <a:pt x="14384" y="369985"/>
                  </a:lnTo>
                  <a:lnTo>
                    <a:pt x="1246" y="347063"/>
                  </a:lnTo>
                  <a:lnTo>
                    <a:pt x="0" y="344918"/>
                  </a:lnTo>
                  <a:lnTo>
                    <a:pt x="47453" y="317281"/>
                  </a:lnTo>
                  <a:lnTo>
                    <a:pt x="72023" y="302972"/>
                  </a:lnTo>
                  <a:lnTo>
                    <a:pt x="95163" y="289495"/>
                  </a:lnTo>
                  <a:lnTo>
                    <a:pt x="142586" y="261876"/>
                  </a:lnTo>
                  <a:lnTo>
                    <a:pt x="191724" y="232508"/>
                  </a:lnTo>
                  <a:lnTo>
                    <a:pt x="192245" y="232197"/>
                  </a:lnTo>
                  <a:lnTo>
                    <a:pt x="215243" y="218451"/>
                  </a:lnTo>
                  <a:lnTo>
                    <a:pt x="216269" y="217841"/>
                  </a:lnTo>
                  <a:lnTo>
                    <a:pt x="216506" y="217700"/>
                  </a:lnTo>
                  <a:lnTo>
                    <a:pt x="239426" y="204047"/>
                  </a:lnTo>
                  <a:lnTo>
                    <a:pt x="262271" y="190439"/>
                  </a:lnTo>
                  <a:lnTo>
                    <a:pt x="287584" y="175362"/>
                  </a:lnTo>
                  <a:lnTo>
                    <a:pt x="288938" y="174555"/>
                  </a:lnTo>
                  <a:lnTo>
                    <a:pt x="312124" y="160639"/>
                  </a:lnTo>
                  <a:lnTo>
                    <a:pt x="335174" y="146805"/>
                  </a:lnTo>
                  <a:lnTo>
                    <a:pt x="358496" y="132807"/>
                  </a:lnTo>
                  <a:lnTo>
                    <a:pt x="359191" y="132390"/>
                  </a:lnTo>
                  <a:lnTo>
                    <a:pt x="359520" y="132192"/>
                  </a:lnTo>
                  <a:lnTo>
                    <a:pt x="359697" y="132085"/>
                  </a:lnTo>
                  <a:lnTo>
                    <a:pt x="360800" y="131418"/>
                  </a:lnTo>
                  <a:lnTo>
                    <a:pt x="383176" y="117893"/>
                  </a:lnTo>
                  <a:lnTo>
                    <a:pt x="383382" y="117768"/>
                  </a:lnTo>
                  <a:lnTo>
                    <a:pt x="430720" y="89153"/>
                  </a:lnTo>
                  <a:lnTo>
                    <a:pt x="445279" y="114313"/>
                  </a:lnTo>
                  <a:lnTo>
                    <a:pt x="454171" y="129679"/>
                  </a:lnTo>
                  <a:lnTo>
                    <a:pt x="456101" y="128528"/>
                  </a:lnTo>
                  <a:lnTo>
                    <a:pt x="481306" y="113498"/>
                  </a:lnTo>
                  <a:lnTo>
                    <a:pt x="481834" y="113183"/>
                  </a:lnTo>
                  <a:lnTo>
                    <a:pt x="506581" y="98915"/>
                  </a:lnTo>
                  <a:lnTo>
                    <a:pt x="501963" y="90963"/>
                  </a:lnTo>
                  <a:lnTo>
                    <a:pt x="488157" y="66203"/>
                  </a:lnTo>
                  <a:lnTo>
                    <a:pt x="489194" y="65601"/>
                  </a:lnTo>
                  <a:lnTo>
                    <a:pt x="491833" y="64068"/>
                  </a:lnTo>
                  <a:lnTo>
                    <a:pt x="501136" y="58664"/>
                  </a:lnTo>
                  <a:lnTo>
                    <a:pt x="529299" y="42306"/>
                  </a:lnTo>
                  <a:lnTo>
                    <a:pt x="553645" y="28164"/>
                  </a:lnTo>
                  <a:lnTo>
                    <a:pt x="554786" y="27502"/>
                  </a:lnTo>
                  <a:lnTo>
                    <a:pt x="578885" y="13504"/>
                  </a:lnTo>
                  <a:lnTo>
                    <a:pt x="592409" y="58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46464" y="2814196"/>
              <a:ext cx="417481" cy="547926"/>
            </a:xfrm>
            <a:custGeom>
              <a:avLst/>
              <a:pathLst>
                <a:path w="417481" h="547926">
                  <a:moveTo>
                    <a:pt x="254835" y="189218"/>
                  </a:moveTo>
                  <a:lnTo>
                    <a:pt x="282953" y="236837"/>
                  </a:lnTo>
                  <a:lnTo>
                    <a:pt x="310546" y="283569"/>
                  </a:lnTo>
                  <a:lnTo>
                    <a:pt x="325713" y="309254"/>
                  </a:lnTo>
                  <a:lnTo>
                    <a:pt x="340539" y="334911"/>
                  </a:lnTo>
                  <a:lnTo>
                    <a:pt x="367440" y="381465"/>
                  </a:lnTo>
                  <a:lnTo>
                    <a:pt x="383869" y="409895"/>
                  </a:lnTo>
                  <a:lnTo>
                    <a:pt x="395078" y="428675"/>
                  </a:lnTo>
                  <a:lnTo>
                    <a:pt x="417481" y="466207"/>
                  </a:lnTo>
                  <a:lnTo>
                    <a:pt x="386945" y="484116"/>
                  </a:lnTo>
                  <a:lnTo>
                    <a:pt x="380178" y="488086"/>
                  </a:lnTo>
                  <a:lnTo>
                    <a:pt x="371433" y="493214"/>
                  </a:lnTo>
                  <a:lnTo>
                    <a:pt x="369141" y="494559"/>
                  </a:lnTo>
                  <a:lnTo>
                    <a:pt x="365902" y="496459"/>
                  </a:lnTo>
                  <a:lnTo>
                    <a:pt x="363480" y="497879"/>
                  </a:lnTo>
                  <a:lnTo>
                    <a:pt x="356171" y="502166"/>
                  </a:lnTo>
                  <a:lnTo>
                    <a:pt x="355299" y="502677"/>
                  </a:lnTo>
                  <a:lnTo>
                    <a:pt x="345751" y="508277"/>
                  </a:lnTo>
                  <a:lnTo>
                    <a:pt x="324409" y="520130"/>
                  </a:lnTo>
                  <a:lnTo>
                    <a:pt x="323053" y="520883"/>
                  </a:lnTo>
                  <a:lnTo>
                    <a:pt x="304407" y="531239"/>
                  </a:lnTo>
                  <a:lnTo>
                    <a:pt x="298404" y="534573"/>
                  </a:lnTo>
                  <a:lnTo>
                    <a:pt x="285195" y="541910"/>
                  </a:lnTo>
                  <a:lnTo>
                    <a:pt x="274754" y="547709"/>
                  </a:lnTo>
                  <a:lnTo>
                    <a:pt x="274361" y="547926"/>
                  </a:lnTo>
                  <a:lnTo>
                    <a:pt x="273929" y="547200"/>
                  </a:lnTo>
                  <a:lnTo>
                    <a:pt x="273328" y="546191"/>
                  </a:lnTo>
                  <a:lnTo>
                    <a:pt x="272386" y="544607"/>
                  </a:lnTo>
                  <a:lnTo>
                    <a:pt x="226039" y="466741"/>
                  </a:lnTo>
                  <a:lnTo>
                    <a:pt x="214630" y="447370"/>
                  </a:lnTo>
                  <a:lnTo>
                    <a:pt x="197674" y="418582"/>
                  </a:lnTo>
                  <a:lnTo>
                    <a:pt x="197590" y="418440"/>
                  </a:lnTo>
                  <a:lnTo>
                    <a:pt x="183713" y="394878"/>
                  </a:lnTo>
                  <a:lnTo>
                    <a:pt x="178730" y="397864"/>
                  </a:lnTo>
                  <a:lnTo>
                    <a:pt x="156397" y="411247"/>
                  </a:lnTo>
                  <a:lnTo>
                    <a:pt x="156166" y="411385"/>
                  </a:lnTo>
                  <a:lnTo>
                    <a:pt x="146796" y="417000"/>
                  </a:lnTo>
                  <a:lnTo>
                    <a:pt x="141973" y="420032"/>
                  </a:lnTo>
                  <a:lnTo>
                    <a:pt x="139579" y="421536"/>
                  </a:lnTo>
                  <a:lnTo>
                    <a:pt x="139353" y="421678"/>
                  </a:lnTo>
                  <a:lnTo>
                    <a:pt x="137874" y="422608"/>
                  </a:lnTo>
                  <a:lnTo>
                    <a:pt x="135620" y="424024"/>
                  </a:lnTo>
                  <a:lnTo>
                    <a:pt x="133802" y="425110"/>
                  </a:lnTo>
                  <a:lnTo>
                    <a:pt x="132840" y="423447"/>
                  </a:lnTo>
                  <a:lnTo>
                    <a:pt x="131027" y="420314"/>
                  </a:lnTo>
                  <a:lnTo>
                    <a:pt x="129473" y="417628"/>
                  </a:lnTo>
                  <a:lnTo>
                    <a:pt x="127174" y="413654"/>
                  </a:lnTo>
                  <a:lnTo>
                    <a:pt x="126977" y="413344"/>
                  </a:lnTo>
                  <a:lnTo>
                    <a:pt x="120996" y="403924"/>
                  </a:lnTo>
                  <a:lnTo>
                    <a:pt x="120020" y="402388"/>
                  </a:lnTo>
                  <a:lnTo>
                    <a:pt x="117597" y="398571"/>
                  </a:lnTo>
                  <a:lnTo>
                    <a:pt x="114669" y="393959"/>
                  </a:lnTo>
                  <a:lnTo>
                    <a:pt x="103275" y="375559"/>
                  </a:lnTo>
                  <a:lnTo>
                    <a:pt x="102405" y="374154"/>
                  </a:lnTo>
                  <a:lnTo>
                    <a:pt x="89651" y="351476"/>
                  </a:lnTo>
                  <a:lnTo>
                    <a:pt x="88741" y="349859"/>
                  </a:lnTo>
                  <a:lnTo>
                    <a:pt x="78442" y="330882"/>
                  </a:lnTo>
                  <a:lnTo>
                    <a:pt x="76627" y="327785"/>
                  </a:lnTo>
                  <a:lnTo>
                    <a:pt x="62648" y="303933"/>
                  </a:lnTo>
                  <a:lnTo>
                    <a:pt x="60070" y="299535"/>
                  </a:lnTo>
                  <a:lnTo>
                    <a:pt x="48768" y="280250"/>
                  </a:lnTo>
                  <a:lnTo>
                    <a:pt x="98138" y="251152"/>
                  </a:lnTo>
                  <a:lnTo>
                    <a:pt x="96052" y="251704"/>
                  </a:lnTo>
                  <a:lnTo>
                    <a:pt x="93905" y="251889"/>
                  </a:lnTo>
                  <a:lnTo>
                    <a:pt x="91758" y="251701"/>
                  </a:lnTo>
                  <a:lnTo>
                    <a:pt x="89672" y="251145"/>
                  </a:lnTo>
                  <a:lnTo>
                    <a:pt x="87708" y="250237"/>
                  </a:lnTo>
                  <a:lnTo>
                    <a:pt x="85922" y="249004"/>
                  </a:lnTo>
                  <a:lnTo>
                    <a:pt x="84365" y="247480"/>
                  </a:lnTo>
                  <a:lnTo>
                    <a:pt x="83080" y="245709"/>
                  </a:lnTo>
                  <a:lnTo>
                    <a:pt x="82107" y="243742"/>
                  </a:lnTo>
                  <a:lnTo>
                    <a:pt x="81471" y="241635"/>
                  </a:lnTo>
                  <a:lnTo>
                    <a:pt x="81191" y="239449"/>
                  </a:lnTo>
                  <a:lnTo>
                    <a:pt x="81276" y="237246"/>
                  </a:lnTo>
                  <a:lnTo>
                    <a:pt x="81722" y="235089"/>
                  </a:lnTo>
                  <a:lnTo>
                    <a:pt x="82517" y="233039"/>
                  </a:lnTo>
                  <a:lnTo>
                    <a:pt x="83639" y="231157"/>
                  </a:lnTo>
                  <a:lnTo>
                    <a:pt x="85055" y="229494"/>
                  </a:lnTo>
                  <a:lnTo>
                    <a:pt x="86727" y="228096"/>
                  </a:lnTo>
                  <a:lnTo>
                    <a:pt x="84455" y="229620"/>
                  </a:lnTo>
                  <a:lnTo>
                    <a:pt x="69996" y="205107"/>
                  </a:lnTo>
                  <a:lnTo>
                    <a:pt x="45957" y="164353"/>
                  </a:lnTo>
                  <a:lnTo>
                    <a:pt x="42489" y="158525"/>
                  </a:lnTo>
                  <a:lnTo>
                    <a:pt x="15059" y="112428"/>
                  </a:lnTo>
                  <a:lnTo>
                    <a:pt x="533" y="88016"/>
                  </a:lnTo>
                  <a:lnTo>
                    <a:pt x="0" y="87119"/>
                  </a:lnTo>
                  <a:lnTo>
                    <a:pt x="25782" y="71665"/>
                  </a:lnTo>
                  <a:lnTo>
                    <a:pt x="48632" y="57876"/>
                  </a:lnTo>
                  <a:lnTo>
                    <a:pt x="49121" y="57581"/>
                  </a:lnTo>
                  <a:lnTo>
                    <a:pt x="72306" y="43590"/>
                  </a:lnTo>
                  <a:lnTo>
                    <a:pt x="95677" y="29486"/>
                  </a:lnTo>
                  <a:lnTo>
                    <a:pt x="96076" y="29245"/>
                  </a:lnTo>
                  <a:lnTo>
                    <a:pt x="118093" y="15958"/>
                  </a:lnTo>
                  <a:lnTo>
                    <a:pt x="143317" y="935"/>
                  </a:lnTo>
                  <a:lnTo>
                    <a:pt x="144922" y="0"/>
                  </a:lnTo>
                  <a:lnTo>
                    <a:pt x="146263" y="2319"/>
                  </a:lnTo>
                  <a:lnTo>
                    <a:pt x="159836" y="25803"/>
                  </a:lnTo>
                  <a:lnTo>
                    <a:pt x="186495" y="71925"/>
                  </a:lnTo>
                  <a:lnTo>
                    <a:pt x="213986" y="119487"/>
                  </a:lnTo>
                  <a:lnTo>
                    <a:pt x="228040" y="143802"/>
                  </a:lnTo>
                  <a:lnTo>
                    <a:pt x="229033" y="145520"/>
                  </a:lnTo>
                  <a:lnTo>
                    <a:pt x="240937" y="1656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354096" y="4857895"/>
              <a:ext cx="459193" cy="713639"/>
            </a:xfrm>
            <a:custGeom>
              <a:avLst/>
              <a:pathLst>
                <a:path w="459193" h="713639">
                  <a:moveTo>
                    <a:pt x="135726" y="394910"/>
                  </a:moveTo>
                  <a:lnTo>
                    <a:pt x="141121" y="404801"/>
                  </a:lnTo>
                  <a:lnTo>
                    <a:pt x="139965" y="405498"/>
                  </a:lnTo>
                  <a:lnTo>
                    <a:pt x="128455" y="412439"/>
                  </a:lnTo>
                  <a:lnTo>
                    <a:pt x="148765" y="446434"/>
                  </a:lnTo>
                  <a:lnTo>
                    <a:pt x="143819" y="467595"/>
                  </a:lnTo>
                  <a:lnTo>
                    <a:pt x="220928" y="626766"/>
                  </a:lnTo>
                  <a:lnTo>
                    <a:pt x="224565" y="648756"/>
                  </a:lnTo>
                  <a:lnTo>
                    <a:pt x="227773" y="668156"/>
                  </a:lnTo>
                  <a:lnTo>
                    <a:pt x="224456" y="668286"/>
                  </a:lnTo>
                  <a:lnTo>
                    <a:pt x="208503" y="667805"/>
                  </a:lnTo>
                  <a:lnTo>
                    <a:pt x="191936" y="664620"/>
                  </a:lnTo>
                  <a:lnTo>
                    <a:pt x="189519" y="664155"/>
                  </a:lnTo>
                  <a:lnTo>
                    <a:pt x="157597" y="658019"/>
                  </a:lnTo>
                  <a:lnTo>
                    <a:pt x="154160" y="657358"/>
                  </a:lnTo>
                  <a:lnTo>
                    <a:pt x="146365" y="679711"/>
                  </a:lnTo>
                  <a:lnTo>
                    <a:pt x="145703" y="681607"/>
                  </a:lnTo>
                  <a:lnTo>
                    <a:pt x="135560" y="710690"/>
                  </a:lnTo>
                  <a:lnTo>
                    <a:pt x="134968" y="712387"/>
                  </a:lnTo>
                  <a:lnTo>
                    <a:pt x="134532" y="713639"/>
                  </a:lnTo>
                  <a:lnTo>
                    <a:pt x="115116" y="713057"/>
                  </a:lnTo>
                  <a:lnTo>
                    <a:pt x="119674" y="701357"/>
                  </a:lnTo>
                  <a:lnTo>
                    <a:pt x="128581" y="673879"/>
                  </a:lnTo>
                  <a:lnTo>
                    <a:pt x="139875" y="639037"/>
                  </a:lnTo>
                  <a:lnTo>
                    <a:pt x="140291" y="637754"/>
                  </a:lnTo>
                  <a:lnTo>
                    <a:pt x="140613" y="636469"/>
                  </a:lnTo>
                  <a:lnTo>
                    <a:pt x="147260" y="609895"/>
                  </a:lnTo>
                  <a:lnTo>
                    <a:pt x="146614" y="609945"/>
                  </a:lnTo>
                  <a:lnTo>
                    <a:pt x="146099" y="609956"/>
                  </a:lnTo>
                  <a:lnTo>
                    <a:pt x="139804" y="596450"/>
                  </a:lnTo>
                  <a:lnTo>
                    <a:pt x="131412" y="578444"/>
                  </a:lnTo>
                  <a:lnTo>
                    <a:pt x="122585" y="559506"/>
                  </a:lnTo>
                  <a:lnTo>
                    <a:pt x="113673" y="540911"/>
                  </a:lnTo>
                  <a:lnTo>
                    <a:pt x="101116" y="514710"/>
                  </a:lnTo>
                  <a:lnTo>
                    <a:pt x="73112" y="466414"/>
                  </a:lnTo>
                  <a:lnTo>
                    <a:pt x="56954" y="438893"/>
                  </a:lnTo>
                  <a:lnTo>
                    <a:pt x="43979" y="416792"/>
                  </a:lnTo>
                  <a:lnTo>
                    <a:pt x="30373" y="393527"/>
                  </a:lnTo>
                  <a:lnTo>
                    <a:pt x="15394" y="367915"/>
                  </a:lnTo>
                  <a:lnTo>
                    <a:pt x="0" y="341594"/>
                  </a:lnTo>
                  <a:lnTo>
                    <a:pt x="21563" y="328909"/>
                  </a:lnTo>
                  <a:lnTo>
                    <a:pt x="42274" y="316727"/>
                  </a:lnTo>
                  <a:lnTo>
                    <a:pt x="44162" y="315616"/>
                  </a:lnTo>
                  <a:lnTo>
                    <a:pt x="64600" y="303594"/>
                  </a:lnTo>
                  <a:lnTo>
                    <a:pt x="71559" y="299501"/>
                  </a:lnTo>
                  <a:lnTo>
                    <a:pt x="87149" y="290330"/>
                  </a:lnTo>
                  <a:lnTo>
                    <a:pt x="97750" y="284094"/>
                  </a:lnTo>
                  <a:lnTo>
                    <a:pt x="128125" y="266227"/>
                  </a:lnTo>
                  <a:lnTo>
                    <a:pt x="149294" y="253775"/>
                  </a:lnTo>
                  <a:lnTo>
                    <a:pt x="230476" y="205675"/>
                  </a:lnTo>
                  <a:lnTo>
                    <a:pt x="251518" y="193208"/>
                  </a:lnTo>
                  <a:lnTo>
                    <a:pt x="271260" y="181510"/>
                  </a:lnTo>
                  <a:lnTo>
                    <a:pt x="288156" y="171499"/>
                  </a:lnTo>
                  <a:lnTo>
                    <a:pt x="292505" y="168923"/>
                  </a:lnTo>
                  <a:lnTo>
                    <a:pt x="315615" y="155230"/>
                  </a:lnTo>
                  <a:lnTo>
                    <a:pt x="261502" y="63111"/>
                  </a:lnTo>
                  <a:lnTo>
                    <a:pt x="260989" y="62217"/>
                  </a:lnTo>
                  <a:lnTo>
                    <a:pt x="241268" y="27719"/>
                  </a:lnTo>
                  <a:lnTo>
                    <a:pt x="252832" y="19405"/>
                  </a:lnTo>
                  <a:lnTo>
                    <a:pt x="267915" y="0"/>
                  </a:lnTo>
                  <a:lnTo>
                    <a:pt x="269977" y="800"/>
                  </a:lnTo>
                  <a:lnTo>
                    <a:pt x="270409" y="968"/>
                  </a:lnTo>
                  <a:lnTo>
                    <a:pt x="286021" y="7029"/>
                  </a:lnTo>
                  <a:lnTo>
                    <a:pt x="340485" y="28173"/>
                  </a:lnTo>
                  <a:lnTo>
                    <a:pt x="341136" y="28426"/>
                  </a:lnTo>
                  <a:lnTo>
                    <a:pt x="393738" y="48848"/>
                  </a:lnTo>
                  <a:lnTo>
                    <a:pt x="394158" y="84533"/>
                  </a:lnTo>
                  <a:lnTo>
                    <a:pt x="394244" y="99344"/>
                  </a:lnTo>
                  <a:lnTo>
                    <a:pt x="394311" y="110841"/>
                  </a:lnTo>
                  <a:lnTo>
                    <a:pt x="416133" y="131974"/>
                  </a:lnTo>
                  <a:lnTo>
                    <a:pt x="452257" y="178207"/>
                  </a:lnTo>
                  <a:lnTo>
                    <a:pt x="459193" y="1848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94882" y="4794953"/>
              <a:ext cx="1140852" cy="695863"/>
            </a:xfrm>
            <a:custGeom>
              <a:avLst/>
              <a:pathLst>
                <a:path w="1140852" h="695863">
                  <a:moveTo>
                    <a:pt x="348652" y="137736"/>
                  </a:moveTo>
                  <a:lnTo>
                    <a:pt x="391857" y="161097"/>
                  </a:lnTo>
                  <a:lnTo>
                    <a:pt x="417728" y="176572"/>
                  </a:lnTo>
                  <a:lnTo>
                    <a:pt x="425735" y="181362"/>
                  </a:lnTo>
                  <a:lnTo>
                    <a:pt x="437521" y="188411"/>
                  </a:lnTo>
                  <a:lnTo>
                    <a:pt x="464732" y="202976"/>
                  </a:lnTo>
                  <a:lnTo>
                    <a:pt x="486873" y="214827"/>
                  </a:lnTo>
                  <a:lnTo>
                    <a:pt x="524458" y="235133"/>
                  </a:lnTo>
                  <a:lnTo>
                    <a:pt x="530515" y="238327"/>
                  </a:lnTo>
                  <a:lnTo>
                    <a:pt x="550830" y="249037"/>
                  </a:lnTo>
                  <a:lnTo>
                    <a:pt x="564677" y="256338"/>
                  </a:lnTo>
                  <a:lnTo>
                    <a:pt x="583705" y="266167"/>
                  </a:lnTo>
                  <a:lnTo>
                    <a:pt x="600857" y="275027"/>
                  </a:lnTo>
                  <a:lnTo>
                    <a:pt x="643886" y="297849"/>
                  </a:lnTo>
                  <a:lnTo>
                    <a:pt x="650631" y="301382"/>
                  </a:lnTo>
                  <a:lnTo>
                    <a:pt x="668989" y="310999"/>
                  </a:lnTo>
                  <a:lnTo>
                    <a:pt x="687793" y="320850"/>
                  </a:lnTo>
                  <a:lnTo>
                    <a:pt x="690910" y="322482"/>
                  </a:lnTo>
                  <a:lnTo>
                    <a:pt x="714095" y="334624"/>
                  </a:lnTo>
                  <a:lnTo>
                    <a:pt x="714327" y="334745"/>
                  </a:lnTo>
                  <a:lnTo>
                    <a:pt x="732403" y="344211"/>
                  </a:lnTo>
                  <a:lnTo>
                    <a:pt x="737664" y="347228"/>
                  </a:lnTo>
                  <a:lnTo>
                    <a:pt x="759977" y="360025"/>
                  </a:lnTo>
                  <a:lnTo>
                    <a:pt x="802480" y="382307"/>
                  </a:lnTo>
                  <a:lnTo>
                    <a:pt x="834269" y="399123"/>
                  </a:lnTo>
                  <a:lnTo>
                    <a:pt x="948077" y="460297"/>
                  </a:lnTo>
                  <a:lnTo>
                    <a:pt x="956436" y="464660"/>
                  </a:lnTo>
                  <a:lnTo>
                    <a:pt x="984499" y="479306"/>
                  </a:lnTo>
                  <a:lnTo>
                    <a:pt x="997622" y="486154"/>
                  </a:lnTo>
                  <a:lnTo>
                    <a:pt x="1000414" y="487611"/>
                  </a:lnTo>
                  <a:lnTo>
                    <a:pt x="1014221" y="494525"/>
                  </a:lnTo>
                  <a:lnTo>
                    <a:pt x="1033433" y="504144"/>
                  </a:lnTo>
                  <a:lnTo>
                    <a:pt x="1048548" y="511902"/>
                  </a:lnTo>
                  <a:lnTo>
                    <a:pt x="1078375" y="527213"/>
                  </a:lnTo>
                  <a:lnTo>
                    <a:pt x="1085946" y="531099"/>
                  </a:lnTo>
                  <a:lnTo>
                    <a:pt x="1100001" y="538569"/>
                  </a:lnTo>
                  <a:lnTo>
                    <a:pt x="1135649" y="557515"/>
                  </a:lnTo>
                  <a:lnTo>
                    <a:pt x="1139123" y="559312"/>
                  </a:lnTo>
                  <a:lnTo>
                    <a:pt x="1140852" y="560206"/>
                  </a:lnTo>
                  <a:lnTo>
                    <a:pt x="1139957" y="561740"/>
                  </a:lnTo>
                  <a:lnTo>
                    <a:pt x="1136697" y="567325"/>
                  </a:lnTo>
                  <a:lnTo>
                    <a:pt x="1134083" y="571802"/>
                  </a:lnTo>
                  <a:lnTo>
                    <a:pt x="1132085" y="575226"/>
                  </a:lnTo>
                  <a:lnTo>
                    <a:pt x="1131193" y="576753"/>
                  </a:lnTo>
                  <a:lnTo>
                    <a:pt x="1128209" y="581865"/>
                  </a:lnTo>
                  <a:lnTo>
                    <a:pt x="1117472" y="601227"/>
                  </a:lnTo>
                  <a:lnTo>
                    <a:pt x="1115387" y="604987"/>
                  </a:lnTo>
                  <a:lnTo>
                    <a:pt x="1115108" y="605489"/>
                  </a:lnTo>
                  <a:lnTo>
                    <a:pt x="1112103" y="610908"/>
                  </a:lnTo>
                  <a:lnTo>
                    <a:pt x="1106735" y="620588"/>
                  </a:lnTo>
                  <a:lnTo>
                    <a:pt x="1100984" y="630959"/>
                  </a:lnTo>
                  <a:lnTo>
                    <a:pt x="1098642" y="635183"/>
                  </a:lnTo>
                  <a:lnTo>
                    <a:pt x="1098248" y="635893"/>
                  </a:lnTo>
                  <a:lnTo>
                    <a:pt x="1085616" y="658673"/>
                  </a:lnTo>
                  <a:lnTo>
                    <a:pt x="1082902" y="663565"/>
                  </a:lnTo>
                  <a:lnTo>
                    <a:pt x="1081598" y="665919"/>
                  </a:lnTo>
                  <a:lnTo>
                    <a:pt x="1081193" y="666648"/>
                  </a:lnTo>
                  <a:lnTo>
                    <a:pt x="1074418" y="678864"/>
                  </a:lnTo>
                  <a:lnTo>
                    <a:pt x="1073934" y="679737"/>
                  </a:lnTo>
                  <a:lnTo>
                    <a:pt x="1073832" y="679921"/>
                  </a:lnTo>
                  <a:lnTo>
                    <a:pt x="1073246" y="680978"/>
                  </a:lnTo>
                  <a:lnTo>
                    <a:pt x="1070035" y="686710"/>
                  </a:lnTo>
                  <a:lnTo>
                    <a:pt x="1064907" y="695863"/>
                  </a:lnTo>
                  <a:lnTo>
                    <a:pt x="34593" y="185042"/>
                  </a:lnTo>
                  <a:lnTo>
                    <a:pt x="30292" y="182910"/>
                  </a:lnTo>
                  <a:lnTo>
                    <a:pt x="0" y="167891"/>
                  </a:lnTo>
                  <a:lnTo>
                    <a:pt x="6527" y="153818"/>
                  </a:lnTo>
                  <a:lnTo>
                    <a:pt x="8852" y="153808"/>
                  </a:lnTo>
                  <a:lnTo>
                    <a:pt x="19980" y="149955"/>
                  </a:lnTo>
                  <a:lnTo>
                    <a:pt x="26823" y="136587"/>
                  </a:lnTo>
                  <a:lnTo>
                    <a:pt x="30212" y="138354"/>
                  </a:lnTo>
                  <a:lnTo>
                    <a:pt x="30428" y="137880"/>
                  </a:lnTo>
                  <a:lnTo>
                    <a:pt x="39695" y="117576"/>
                  </a:lnTo>
                  <a:lnTo>
                    <a:pt x="35607" y="115137"/>
                  </a:lnTo>
                  <a:lnTo>
                    <a:pt x="33837" y="114081"/>
                  </a:lnTo>
                  <a:lnTo>
                    <a:pt x="35118" y="111593"/>
                  </a:lnTo>
                  <a:lnTo>
                    <a:pt x="42982" y="96327"/>
                  </a:lnTo>
                  <a:lnTo>
                    <a:pt x="47727" y="87450"/>
                  </a:lnTo>
                  <a:lnTo>
                    <a:pt x="49803" y="83566"/>
                  </a:lnTo>
                  <a:lnTo>
                    <a:pt x="50319" y="82533"/>
                  </a:lnTo>
                  <a:lnTo>
                    <a:pt x="51772" y="79628"/>
                  </a:lnTo>
                  <a:lnTo>
                    <a:pt x="53402" y="76366"/>
                  </a:lnTo>
                  <a:lnTo>
                    <a:pt x="59229" y="64710"/>
                  </a:lnTo>
                  <a:lnTo>
                    <a:pt x="66096" y="50971"/>
                  </a:lnTo>
                  <a:lnTo>
                    <a:pt x="68725" y="44217"/>
                  </a:lnTo>
                  <a:lnTo>
                    <a:pt x="66810" y="43172"/>
                  </a:lnTo>
                  <a:lnTo>
                    <a:pt x="76782" y="23520"/>
                  </a:lnTo>
                  <a:lnTo>
                    <a:pt x="84909" y="7260"/>
                  </a:lnTo>
                  <a:lnTo>
                    <a:pt x="88072" y="931"/>
                  </a:lnTo>
                  <a:lnTo>
                    <a:pt x="88538" y="0"/>
                  </a:lnTo>
                  <a:lnTo>
                    <a:pt x="99092" y="5581"/>
                  </a:lnTo>
                  <a:lnTo>
                    <a:pt x="104194" y="8279"/>
                  </a:lnTo>
                  <a:lnTo>
                    <a:pt x="109296" y="10977"/>
                  </a:lnTo>
                  <a:lnTo>
                    <a:pt x="109646" y="11163"/>
                  </a:lnTo>
                  <a:lnTo>
                    <a:pt x="114186" y="13563"/>
                  </a:lnTo>
                  <a:lnTo>
                    <a:pt x="121219" y="17332"/>
                  </a:lnTo>
                  <a:lnTo>
                    <a:pt x="121939" y="17718"/>
                  </a:lnTo>
                  <a:lnTo>
                    <a:pt x="154757" y="35307"/>
                  </a:lnTo>
                  <a:lnTo>
                    <a:pt x="189532" y="53996"/>
                  </a:lnTo>
                  <a:lnTo>
                    <a:pt x="223077" y="71966"/>
                  </a:lnTo>
                  <a:lnTo>
                    <a:pt x="255179" y="89033"/>
                  </a:lnTo>
                  <a:lnTo>
                    <a:pt x="258905" y="91014"/>
                  </a:lnTo>
                  <a:lnTo>
                    <a:pt x="265982" y="94653"/>
                  </a:lnTo>
                  <a:lnTo>
                    <a:pt x="292099" y="108085"/>
                  </a:lnTo>
                  <a:lnTo>
                    <a:pt x="312824" y="119047"/>
                  </a:lnTo>
                  <a:lnTo>
                    <a:pt x="345198" y="13593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17958" y="5268965"/>
              <a:ext cx="395013" cy="464322"/>
            </a:xfrm>
            <a:custGeom>
              <a:avLst/>
              <a:pathLst>
                <a:path w="395013" h="464322">
                  <a:moveTo>
                    <a:pt x="240031" y="49479"/>
                  </a:moveTo>
                  <a:lnTo>
                    <a:pt x="269207" y="59562"/>
                  </a:lnTo>
                  <a:lnTo>
                    <a:pt x="272300" y="52660"/>
                  </a:lnTo>
                  <a:lnTo>
                    <a:pt x="310361" y="73556"/>
                  </a:lnTo>
                  <a:lnTo>
                    <a:pt x="305505" y="83777"/>
                  </a:lnTo>
                  <a:lnTo>
                    <a:pt x="311841" y="86384"/>
                  </a:lnTo>
                  <a:lnTo>
                    <a:pt x="327758" y="114032"/>
                  </a:lnTo>
                  <a:lnTo>
                    <a:pt x="331729" y="120929"/>
                  </a:lnTo>
                  <a:lnTo>
                    <a:pt x="338183" y="132135"/>
                  </a:lnTo>
                  <a:lnTo>
                    <a:pt x="357785" y="135692"/>
                  </a:lnTo>
                  <a:lnTo>
                    <a:pt x="362614" y="137939"/>
                  </a:lnTo>
                  <a:lnTo>
                    <a:pt x="363370" y="158336"/>
                  </a:lnTo>
                  <a:lnTo>
                    <a:pt x="363435" y="160106"/>
                  </a:lnTo>
                  <a:lnTo>
                    <a:pt x="363853" y="171389"/>
                  </a:lnTo>
                  <a:lnTo>
                    <a:pt x="363298" y="188940"/>
                  </a:lnTo>
                  <a:lnTo>
                    <a:pt x="363434" y="194058"/>
                  </a:lnTo>
                  <a:lnTo>
                    <a:pt x="363487" y="196041"/>
                  </a:lnTo>
                  <a:lnTo>
                    <a:pt x="363978" y="214518"/>
                  </a:lnTo>
                  <a:lnTo>
                    <a:pt x="362983" y="233366"/>
                  </a:lnTo>
                  <a:lnTo>
                    <a:pt x="362550" y="235735"/>
                  </a:lnTo>
                  <a:lnTo>
                    <a:pt x="362186" y="237727"/>
                  </a:lnTo>
                  <a:lnTo>
                    <a:pt x="358950" y="255444"/>
                  </a:lnTo>
                  <a:lnTo>
                    <a:pt x="355393" y="273632"/>
                  </a:lnTo>
                  <a:lnTo>
                    <a:pt x="354917" y="276065"/>
                  </a:lnTo>
                  <a:lnTo>
                    <a:pt x="353363" y="284011"/>
                  </a:lnTo>
                  <a:lnTo>
                    <a:pt x="352472" y="288123"/>
                  </a:lnTo>
                  <a:lnTo>
                    <a:pt x="349503" y="312494"/>
                  </a:lnTo>
                  <a:lnTo>
                    <a:pt x="349476" y="312715"/>
                  </a:lnTo>
                  <a:lnTo>
                    <a:pt x="349027" y="315539"/>
                  </a:lnTo>
                  <a:lnTo>
                    <a:pt x="348218" y="320635"/>
                  </a:lnTo>
                  <a:lnTo>
                    <a:pt x="346961" y="328556"/>
                  </a:lnTo>
                  <a:lnTo>
                    <a:pt x="347804" y="330281"/>
                  </a:lnTo>
                  <a:lnTo>
                    <a:pt x="351552" y="336662"/>
                  </a:lnTo>
                  <a:lnTo>
                    <a:pt x="357511" y="346728"/>
                  </a:lnTo>
                  <a:lnTo>
                    <a:pt x="357589" y="346860"/>
                  </a:lnTo>
                  <a:lnTo>
                    <a:pt x="359381" y="349888"/>
                  </a:lnTo>
                  <a:lnTo>
                    <a:pt x="365686" y="360537"/>
                  </a:lnTo>
                  <a:lnTo>
                    <a:pt x="366411" y="361762"/>
                  </a:lnTo>
                  <a:lnTo>
                    <a:pt x="370493" y="368657"/>
                  </a:lnTo>
                  <a:lnTo>
                    <a:pt x="378841" y="375869"/>
                  </a:lnTo>
                  <a:lnTo>
                    <a:pt x="381404" y="378922"/>
                  </a:lnTo>
                  <a:lnTo>
                    <a:pt x="384453" y="381571"/>
                  </a:lnTo>
                  <a:lnTo>
                    <a:pt x="385434" y="382423"/>
                  </a:lnTo>
                  <a:lnTo>
                    <a:pt x="386897" y="383695"/>
                  </a:lnTo>
                  <a:lnTo>
                    <a:pt x="388361" y="384966"/>
                  </a:lnTo>
                  <a:lnTo>
                    <a:pt x="395013" y="390746"/>
                  </a:lnTo>
                  <a:lnTo>
                    <a:pt x="394752" y="391212"/>
                  </a:lnTo>
                  <a:lnTo>
                    <a:pt x="393531" y="393389"/>
                  </a:lnTo>
                  <a:lnTo>
                    <a:pt x="392137" y="395173"/>
                  </a:lnTo>
                  <a:lnTo>
                    <a:pt x="390742" y="396956"/>
                  </a:lnTo>
                  <a:lnTo>
                    <a:pt x="388771" y="399437"/>
                  </a:lnTo>
                  <a:lnTo>
                    <a:pt x="387120" y="401514"/>
                  </a:lnTo>
                  <a:lnTo>
                    <a:pt x="385919" y="403025"/>
                  </a:lnTo>
                  <a:lnTo>
                    <a:pt x="384630" y="404647"/>
                  </a:lnTo>
                  <a:lnTo>
                    <a:pt x="380605" y="408183"/>
                  </a:lnTo>
                  <a:lnTo>
                    <a:pt x="373421" y="413133"/>
                  </a:lnTo>
                  <a:lnTo>
                    <a:pt x="363353" y="428826"/>
                  </a:lnTo>
                  <a:lnTo>
                    <a:pt x="362159" y="430687"/>
                  </a:lnTo>
                  <a:lnTo>
                    <a:pt x="360965" y="432549"/>
                  </a:lnTo>
                  <a:lnTo>
                    <a:pt x="359659" y="434583"/>
                  </a:lnTo>
                  <a:lnTo>
                    <a:pt x="355651" y="440831"/>
                  </a:lnTo>
                  <a:lnTo>
                    <a:pt x="347846" y="455015"/>
                  </a:lnTo>
                  <a:lnTo>
                    <a:pt x="347644" y="455383"/>
                  </a:lnTo>
                  <a:lnTo>
                    <a:pt x="346333" y="457766"/>
                  </a:lnTo>
                  <a:lnTo>
                    <a:pt x="346244" y="457927"/>
                  </a:lnTo>
                  <a:lnTo>
                    <a:pt x="345648" y="459010"/>
                  </a:lnTo>
                  <a:lnTo>
                    <a:pt x="345052" y="460094"/>
                  </a:lnTo>
                  <a:lnTo>
                    <a:pt x="344844" y="460471"/>
                  </a:lnTo>
                  <a:lnTo>
                    <a:pt x="342725" y="464322"/>
                  </a:lnTo>
                  <a:lnTo>
                    <a:pt x="335012" y="458670"/>
                  </a:lnTo>
                  <a:lnTo>
                    <a:pt x="302231" y="434649"/>
                  </a:lnTo>
                  <a:lnTo>
                    <a:pt x="274083" y="412460"/>
                  </a:lnTo>
                  <a:lnTo>
                    <a:pt x="255031" y="397442"/>
                  </a:lnTo>
                  <a:lnTo>
                    <a:pt x="251299" y="394486"/>
                  </a:lnTo>
                  <a:lnTo>
                    <a:pt x="249970" y="393432"/>
                  </a:lnTo>
                  <a:lnTo>
                    <a:pt x="245233" y="389680"/>
                  </a:lnTo>
                  <a:lnTo>
                    <a:pt x="203871" y="356912"/>
                  </a:lnTo>
                  <a:lnTo>
                    <a:pt x="188528" y="344437"/>
                  </a:lnTo>
                  <a:lnTo>
                    <a:pt x="181943" y="339322"/>
                  </a:lnTo>
                  <a:lnTo>
                    <a:pt x="159837" y="322205"/>
                  </a:lnTo>
                  <a:lnTo>
                    <a:pt x="143702" y="309712"/>
                  </a:lnTo>
                  <a:lnTo>
                    <a:pt x="114431" y="287047"/>
                  </a:lnTo>
                  <a:lnTo>
                    <a:pt x="111920" y="285103"/>
                  </a:lnTo>
                  <a:lnTo>
                    <a:pt x="106759" y="281106"/>
                  </a:lnTo>
                  <a:lnTo>
                    <a:pt x="93179" y="270353"/>
                  </a:lnTo>
                  <a:lnTo>
                    <a:pt x="83535" y="262717"/>
                  </a:lnTo>
                  <a:lnTo>
                    <a:pt x="30325" y="220583"/>
                  </a:lnTo>
                  <a:lnTo>
                    <a:pt x="29429" y="219851"/>
                  </a:lnTo>
                  <a:lnTo>
                    <a:pt x="26793" y="217699"/>
                  </a:lnTo>
                  <a:lnTo>
                    <a:pt x="17518" y="210124"/>
                  </a:lnTo>
                  <a:lnTo>
                    <a:pt x="2806" y="198110"/>
                  </a:lnTo>
                  <a:lnTo>
                    <a:pt x="0" y="195815"/>
                  </a:lnTo>
                  <a:lnTo>
                    <a:pt x="5146" y="188745"/>
                  </a:lnTo>
                  <a:lnTo>
                    <a:pt x="6786" y="186491"/>
                  </a:lnTo>
                  <a:lnTo>
                    <a:pt x="7568" y="185407"/>
                  </a:lnTo>
                  <a:lnTo>
                    <a:pt x="10470" y="181380"/>
                  </a:lnTo>
                  <a:lnTo>
                    <a:pt x="13373" y="177352"/>
                  </a:lnTo>
                  <a:lnTo>
                    <a:pt x="67841" y="100750"/>
                  </a:lnTo>
                  <a:lnTo>
                    <a:pt x="71845" y="95119"/>
                  </a:lnTo>
                  <a:lnTo>
                    <a:pt x="140335" y="1823"/>
                  </a:lnTo>
                  <a:lnTo>
                    <a:pt x="141674" y="0"/>
                  </a:lnTo>
                  <a:lnTo>
                    <a:pt x="143357" y="1437"/>
                  </a:lnTo>
                  <a:lnTo>
                    <a:pt x="154677" y="11108"/>
                  </a:lnTo>
                  <a:lnTo>
                    <a:pt x="177083" y="23505"/>
                  </a:lnTo>
                  <a:lnTo>
                    <a:pt x="187153" y="2766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445347" y="3142114"/>
              <a:ext cx="1230288" cy="1345410"/>
            </a:xfrm>
            <a:custGeom>
              <a:avLst/>
              <a:pathLst>
                <a:path w="1230288" h="1345410">
                  <a:moveTo>
                    <a:pt x="1007440" y="809741"/>
                  </a:moveTo>
                  <a:lnTo>
                    <a:pt x="1020950" y="833663"/>
                  </a:lnTo>
                  <a:lnTo>
                    <a:pt x="1030462" y="849760"/>
                  </a:lnTo>
                  <a:lnTo>
                    <a:pt x="1032769" y="853665"/>
                  </a:lnTo>
                  <a:lnTo>
                    <a:pt x="1035494" y="858277"/>
                  </a:lnTo>
                  <a:lnTo>
                    <a:pt x="1047477" y="878556"/>
                  </a:lnTo>
                  <a:lnTo>
                    <a:pt x="1061810" y="902812"/>
                  </a:lnTo>
                  <a:lnTo>
                    <a:pt x="1064498" y="907362"/>
                  </a:lnTo>
                  <a:lnTo>
                    <a:pt x="1081669" y="936421"/>
                  </a:lnTo>
                  <a:lnTo>
                    <a:pt x="1093159" y="955867"/>
                  </a:lnTo>
                  <a:lnTo>
                    <a:pt x="1107004" y="979298"/>
                  </a:lnTo>
                  <a:lnTo>
                    <a:pt x="1121034" y="1003629"/>
                  </a:lnTo>
                  <a:lnTo>
                    <a:pt x="1145727" y="1046452"/>
                  </a:lnTo>
                  <a:lnTo>
                    <a:pt x="1148703" y="1051613"/>
                  </a:lnTo>
                  <a:lnTo>
                    <a:pt x="1149225" y="1052518"/>
                  </a:lnTo>
                  <a:lnTo>
                    <a:pt x="1150204" y="1054216"/>
                  </a:lnTo>
                  <a:lnTo>
                    <a:pt x="1156160" y="1064718"/>
                  </a:lnTo>
                  <a:lnTo>
                    <a:pt x="1165313" y="1080854"/>
                  </a:lnTo>
                  <a:lnTo>
                    <a:pt x="1171889" y="1092448"/>
                  </a:lnTo>
                  <a:lnTo>
                    <a:pt x="1176247" y="1100131"/>
                  </a:lnTo>
                  <a:lnTo>
                    <a:pt x="1185738" y="1116865"/>
                  </a:lnTo>
                  <a:lnTo>
                    <a:pt x="1189585" y="1123647"/>
                  </a:lnTo>
                  <a:lnTo>
                    <a:pt x="1203342" y="1147902"/>
                  </a:lnTo>
                  <a:lnTo>
                    <a:pt x="1222828" y="1182256"/>
                  </a:lnTo>
                  <a:lnTo>
                    <a:pt x="1229849" y="1194635"/>
                  </a:lnTo>
                  <a:lnTo>
                    <a:pt x="1230288" y="1195409"/>
                  </a:lnTo>
                  <a:lnTo>
                    <a:pt x="1212437" y="1206052"/>
                  </a:lnTo>
                  <a:lnTo>
                    <a:pt x="1185740" y="1221971"/>
                  </a:lnTo>
                  <a:lnTo>
                    <a:pt x="1184129" y="1222931"/>
                  </a:lnTo>
                  <a:lnTo>
                    <a:pt x="1175069" y="1228333"/>
                  </a:lnTo>
                  <a:lnTo>
                    <a:pt x="1171660" y="1230366"/>
                  </a:lnTo>
                  <a:lnTo>
                    <a:pt x="1169244" y="1231807"/>
                  </a:lnTo>
                  <a:lnTo>
                    <a:pt x="1163054" y="1235498"/>
                  </a:lnTo>
                  <a:lnTo>
                    <a:pt x="1156020" y="1239692"/>
                  </a:lnTo>
                  <a:lnTo>
                    <a:pt x="1136944" y="1250660"/>
                  </a:lnTo>
                  <a:lnTo>
                    <a:pt x="1127640" y="1256010"/>
                  </a:lnTo>
                  <a:lnTo>
                    <a:pt x="1117839" y="1261645"/>
                  </a:lnTo>
                  <a:lnTo>
                    <a:pt x="1110698" y="1265751"/>
                  </a:lnTo>
                  <a:lnTo>
                    <a:pt x="1105122" y="1268957"/>
                  </a:lnTo>
                  <a:lnTo>
                    <a:pt x="1097638" y="1273260"/>
                  </a:lnTo>
                  <a:lnTo>
                    <a:pt x="1090181" y="1277548"/>
                  </a:lnTo>
                  <a:lnTo>
                    <a:pt x="1083265" y="1281525"/>
                  </a:lnTo>
                  <a:lnTo>
                    <a:pt x="1073790" y="1286972"/>
                  </a:lnTo>
                  <a:lnTo>
                    <a:pt x="1071390" y="1288352"/>
                  </a:lnTo>
                  <a:lnTo>
                    <a:pt x="1055858" y="1297507"/>
                  </a:lnTo>
                  <a:lnTo>
                    <a:pt x="1019670" y="1318836"/>
                  </a:lnTo>
                  <a:lnTo>
                    <a:pt x="1003791" y="1328195"/>
                  </a:lnTo>
                  <a:lnTo>
                    <a:pt x="1001925" y="1329295"/>
                  </a:lnTo>
                  <a:lnTo>
                    <a:pt x="987298" y="1338281"/>
                  </a:lnTo>
                  <a:lnTo>
                    <a:pt x="977189" y="1344492"/>
                  </a:lnTo>
                  <a:lnTo>
                    <a:pt x="975694" y="1345410"/>
                  </a:lnTo>
                  <a:lnTo>
                    <a:pt x="946873" y="1330044"/>
                  </a:lnTo>
                  <a:lnTo>
                    <a:pt x="940850" y="1326833"/>
                  </a:lnTo>
                  <a:lnTo>
                    <a:pt x="936160" y="1324333"/>
                  </a:lnTo>
                  <a:lnTo>
                    <a:pt x="912555" y="1311825"/>
                  </a:lnTo>
                  <a:lnTo>
                    <a:pt x="891058" y="1301187"/>
                  </a:lnTo>
                  <a:lnTo>
                    <a:pt x="888529" y="1299318"/>
                  </a:lnTo>
                  <a:lnTo>
                    <a:pt x="883511" y="1290167"/>
                  </a:lnTo>
                  <a:lnTo>
                    <a:pt x="877666" y="1280621"/>
                  </a:lnTo>
                  <a:lnTo>
                    <a:pt x="872525" y="1271887"/>
                  </a:lnTo>
                  <a:lnTo>
                    <a:pt x="868398" y="1264876"/>
                  </a:lnTo>
                  <a:lnTo>
                    <a:pt x="857382" y="1246015"/>
                  </a:lnTo>
                  <a:lnTo>
                    <a:pt x="845468" y="1225889"/>
                  </a:lnTo>
                  <a:lnTo>
                    <a:pt x="844742" y="1224700"/>
                  </a:lnTo>
                  <a:lnTo>
                    <a:pt x="838727" y="1214853"/>
                  </a:lnTo>
                  <a:lnTo>
                    <a:pt x="838162" y="1213928"/>
                  </a:lnTo>
                  <a:lnTo>
                    <a:pt x="834958" y="1208787"/>
                  </a:lnTo>
                  <a:lnTo>
                    <a:pt x="830268" y="1201261"/>
                  </a:lnTo>
                  <a:lnTo>
                    <a:pt x="826886" y="1195655"/>
                  </a:lnTo>
                  <a:lnTo>
                    <a:pt x="799389" y="1149815"/>
                  </a:lnTo>
                  <a:lnTo>
                    <a:pt x="780955" y="1120833"/>
                  </a:lnTo>
                  <a:lnTo>
                    <a:pt x="779491" y="1119174"/>
                  </a:lnTo>
                  <a:lnTo>
                    <a:pt x="779257" y="1119573"/>
                  </a:lnTo>
                  <a:lnTo>
                    <a:pt x="778625" y="1120647"/>
                  </a:lnTo>
                  <a:lnTo>
                    <a:pt x="778369" y="1121082"/>
                  </a:lnTo>
                  <a:lnTo>
                    <a:pt x="778236" y="1121309"/>
                  </a:lnTo>
                  <a:lnTo>
                    <a:pt x="776519" y="1124231"/>
                  </a:lnTo>
                  <a:lnTo>
                    <a:pt x="775999" y="1125115"/>
                  </a:lnTo>
                  <a:lnTo>
                    <a:pt x="775581" y="1125826"/>
                  </a:lnTo>
                  <a:lnTo>
                    <a:pt x="775327" y="1126258"/>
                  </a:lnTo>
                  <a:lnTo>
                    <a:pt x="772260" y="1131476"/>
                  </a:lnTo>
                  <a:lnTo>
                    <a:pt x="770955" y="1133697"/>
                  </a:lnTo>
                  <a:lnTo>
                    <a:pt x="766753" y="1140845"/>
                  </a:lnTo>
                  <a:lnTo>
                    <a:pt x="756864" y="1157669"/>
                  </a:lnTo>
                  <a:lnTo>
                    <a:pt x="700819" y="1130419"/>
                  </a:lnTo>
                  <a:lnTo>
                    <a:pt x="696293" y="1128218"/>
                  </a:lnTo>
                  <a:lnTo>
                    <a:pt x="658848" y="1110012"/>
                  </a:lnTo>
                  <a:lnTo>
                    <a:pt x="657580" y="1109395"/>
                  </a:lnTo>
                  <a:lnTo>
                    <a:pt x="655268" y="1108205"/>
                  </a:lnTo>
                  <a:lnTo>
                    <a:pt x="659639" y="1103136"/>
                  </a:lnTo>
                  <a:lnTo>
                    <a:pt x="663995" y="1096092"/>
                  </a:lnTo>
                  <a:lnTo>
                    <a:pt x="666524" y="1091923"/>
                  </a:lnTo>
                  <a:lnTo>
                    <a:pt x="670087" y="1084852"/>
                  </a:lnTo>
                  <a:lnTo>
                    <a:pt x="678855" y="1067454"/>
                  </a:lnTo>
                  <a:lnTo>
                    <a:pt x="685071" y="1055120"/>
                  </a:lnTo>
                  <a:lnTo>
                    <a:pt x="687168" y="1050652"/>
                  </a:lnTo>
                  <a:lnTo>
                    <a:pt x="694610" y="1034797"/>
                  </a:lnTo>
                  <a:lnTo>
                    <a:pt x="695327" y="1033269"/>
                  </a:lnTo>
                  <a:lnTo>
                    <a:pt x="648599" y="1013904"/>
                  </a:lnTo>
                  <a:lnTo>
                    <a:pt x="644954" y="1012399"/>
                  </a:lnTo>
                  <a:lnTo>
                    <a:pt x="646496" y="1009352"/>
                  </a:lnTo>
                  <a:lnTo>
                    <a:pt x="647559" y="1004080"/>
                  </a:lnTo>
                  <a:lnTo>
                    <a:pt x="648982" y="997031"/>
                  </a:lnTo>
                  <a:lnTo>
                    <a:pt x="649589" y="994023"/>
                  </a:lnTo>
                  <a:lnTo>
                    <a:pt x="647039" y="992720"/>
                  </a:lnTo>
                  <a:lnTo>
                    <a:pt x="647258" y="992199"/>
                  </a:lnTo>
                  <a:lnTo>
                    <a:pt x="654863" y="974087"/>
                  </a:lnTo>
                  <a:lnTo>
                    <a:pt x="655318" y="973196"/>
                  </a:lnTo>
                  <a:lnTo>
                    <a:pt x="660660" y="962732"/>
                  </a:lnTo>
                  <a:lnTo>
                    <a:pt x="662165" y="959785"/>
                  </a:lnTo>
                  <a:lnTo>
                    <a:pt x="670616" y="943233"/>
                  </a:lnTo>
                  <a:lnTo>
                    <a:pt x="673466" y="937650"/>
                  </a:lnTo>
                  <a:lnTo>
                    <a:pt x="674796" y="935047"/>
                  </a:lnTo>
                  <a:lnTo>
                    <a:pt x="675936" y="932813"/>
                  </a:lnTo>
                  <a:lnTo>
                    <a:pt x="677116" y="930502"/>
                  </a:lnTo>
                  <a:lnTo>
                    <a:pt x="688428" y="926741"/>
                  </a:lnTo>
                  <a:lnTo>
                    <a:pt x="689033" y="925263"/>
                  </a:lnTo>
                  <a:lnTo>
                    <a:pt x="689799" y="923388"/>
                  </a:lnTo>
                  <a:lnTo>
                    <a:pt x="691581" y="919029"/>
                  </a:lnTo>
                  <a:lnTo>
                    <a:pt x="693634" y="914006"/>
                  </a:lnTo>
                  <a:lnTo>
                    <a:pt x="684293" y="908947"/>
                  </a:lnTo>
                  <a:lnTo>
                    <a:pt x="634550" y="884812"/>
                  </a:lnTo>
                  <a:lnTo>
                    <a:pt x="633128" y="884039"/>
                  </a:lnTo>
                  <a:lnTo>
                    <a:pt x="629421" y="882023"/>
                  </a:lnTo>
                  <a:lnTo>
                    <a:pt x="614576" y="873952"/>
                  </a:lnTo>
                  <a:lnTo>
                    <a:pt x="599066" y="865520"/>
                  </a:lnTo>
                  <a:lnTo>
                    <a:pt x="593967" y="862441"/>
                  </a:lnTo>
                  <a:lnTo>
                    <a:pt x="582205" y="855339"/>
                  </a:lnTo>
                  <a:lnTo>
                    <a:pt x="573608" y="850148"/>
                  </a:lnTo>
                  <a:lnTo>
                    <a:pt x="569109" y="847432"/>
                  </a:lnTo>
                  <a:lnTo>
                    <a:pt x="555055" y="838947"/>
                  </a:lnTo>
                  <a:lnTo>
                    <a:pt x="522266" y="821186"/>
                  </a:lnTo>
                  <a:lnTo>
                    <a:pt x="518956" y="819394"/>
                  </a:lnTo>
                  <a:lnTo>
                    <a:pt x="495778" y="854807"/>
                  </a:lnTo>
                  <a:lnTo>
                    <a:pt x="481100" y="871961"/>
                  </a:lnTo>
                  <a:lnTo>
                    <a:pt x="458747" y="860709"/>
                  </a:lnTo>
                  <a:lnTo>
                    <a:pt x="452494" y="864662"/>
                  </a:lnTo>
                  <a:lnTo>
                    <a:pt x="451159" y="863584"/>
                  </a:lnTo>
                  <a:lnTo>
                    <a:pt x="439229" y="871213"/>
                  </a:lnTo>
                  <a:lnTo>
                    <a:pt x="438360" y="871769"/>
                  </a:lnTo>
                  <a:lnTo>
                    <a:pt x="437319" y="872364"/>
                  </a:lnTo>
                  <a:lnTo>
                    <a:pt x="436752" y="871482"/>
                  </a:lnTo>
                  <a:lnTo>
                    <a:pt x="431441" y="863213"/>
                  </a:lnTo>
                  <a:lnTo>
                    <a:pt x="419329" y="869853"/>
                  </a:lnTo>
                  <a:lnTo>
                    <a:pt x="417228" y="870962"/>
                  </a:lnTo>
                  <a:lnTo>
                    <a:pt x="416168" y="871521"/>
                  </a:lnTo>
                  <a:lnTo>
                    <a:pt x="413537" y="872909"/>
                  </a:lnTo>
                  <a:lnTo>
                    <a:pt x="409491" y="875044"/>
                  </a:lnTo>
                  <a:lnTo>
                    <a:pt x="408449" y="875594"/>
                  </a:lnTo>
                  <a:lnTo>
                    <a:pt x="401616" y="879199"/>
                  </a:lnTo>
                  <a:lnTo>
                    <a:pt x="398718" y="881099"/>
                  </a:lnTo>
                  <a:lnTo>
                    <a:pt x="395798" y="883013"/>
                  </a:lnTo>
                  <a:lnTo>
                    <a:pt x="395332" y="883319"/>
                  </a:lnTo>
                  <a:lnTo>
                    <a:pt x="392142" y="885410"/>
                  </a:lnTo>
                  <a:lnTo>
                    <a:pt x="386286" y="890515"/>
                  </a:lnTo>
                  <a:lnTo>
                    <a:pt x="371158" y="900754"/>
                  </a:lnTo>
                  <a:lnTo>
                    <a:pt x="367023" y="904359"/>
                  </a:lnTo>
                  <a:lnTo>
                    <a:pt x="360465" y="883477"/>
                  </a:lnTo>
                  <a:lnTo>
                    <a:pt x="356612" y="871208"/>
                  </a:lnTo>
                  <a:lnTo>
                    <a:pt x="328503" y="781706"/>
                  </a:lnTo>
                  <a:lnTo>
                    <a:pt x="327979" y="780036"/>
                  </a:lnTo>
                  <a:lnTo>
                    <a:pt x="314159" y="735986"/>
                  </a:lnTo>
                  <a:lnTo>
                    <a:pt x="313963" y="735407"/>
                  </a:lnTo>
                  <a:lnTo>
                    <a:pt x="311685" y="728693"/>
                  </a:lnTo>
                  <a:lnTo>
                    <a:pt x="311028" y="726168"/>
                  </a:lnTo>
                  <a:lnTo>
                    <a:pt x="304949" y="702817"/>
                  </a:lnTo>
                  <a:lnTo>
                    <a:pt x="302637" y="693938"/>
                  </a:lnTo>
                  <a:lnTo>
                    <a:pt x="302519" y="693482"/>
                  </a:lnTo>
                  <a:lnTo>
                    <a:pt x="298151" y="669721"/>
                  </a:lnTo>
                  <a:lnTo>
                    <a:pt x="290006" y="625420"/>
                  </a:lnTo>
                  <a:lnTo>
                    <a:pt x="282271" y="581006"/>
                  </a:lnTo>
                  <a:lnTo>
                    <a:pt x="281575" y="576548"/>
                  </a:lnTo>
                  <a:lnTo>
                    <a:pt x="281423" y="575575"/>
                  </a:lnTo>
                  <a:lnTo>
                    <a:pt x="265180" y="566355"/>
                  </a:lnTo>
                  <a:lnTo>
                    <a:pt x="260932" y="563944"/>
                  </a:lnTo>
                  <a:lnTo>
                    <a:pt x="257810" y="561543"/>
                  </a:lnTo>
                  <a:lnTo>
                    <a:pt x="255842" y="560030"/>
                  </a:lnTo>
                  <a:lnTo>
                    <a:pt x="245374" y="552726"/>
                  </a:lnTo>
                  <a:lnTo>
                    <a:pt x="244890" y="552388"/>
                  </a:lnTo>
                  <a:lnTo>
                    <a:pt x="158186" y="506445"/>
                  </a:lnTo>
                  <a:lnTo>
                    <a:pt x="156318" y="505365"/>
                  </a:lnTo>
                  <a:lnTo>
                    <a:pt x="0" y="414912"/>
                  </a:lnTo>
                  <a:lnTo>
                    <a:pt x="1518" y="413506"/>
                  </a:lnTo>
                  <a:lnTo>
                    <a:pt x="16578" y="399570"/>
                  </a:lnTo>
                  <a:lnTo>
                    <a:pt x="35285" y="383076"/>
                  </a:lnTo>
                  <a:lnTo>
                    <a:pt x="64058" y="324748"/>
                  </a:lnTo>
                  <a:lnTo>
                    <a:pt x="68830" y="318837"/>
                  </a:lnTo>
                  <a:lnTo>
                    <a:pt x="73313" y="313283"/>
                  </a:lnTo>
                  <a:lnTo>
                    <a:pt x="177444" y="207051"/>
                  </a:lnTo>
                  <a:lnTo>
                    <a:pt x="180966" y="203458"/>
                  </a:lnTo>
                  <a:lnTo>
                    <a:pt x="181386" y="202988"/>
                  </a:lnTo>
                  <a:lnTo>
                    <a:pt x="190359" y="192930"/>
                  </a:lnTo>
                  <a:lnTo>
                    <a:pt x="273235" y="150588"/>
                  </a:lnTo>
                  <a:lnTo>
                    <a:pt x="283329" y="145432"/>
                  </a:lnTo>
                  <a:lnTo>
                    <a:pt x="286367" y="143880"/>
                  </a:lnTo>
                  <a:lnTo>
                    <a:pt x="289724" y="142164"/>
                  </a:lnTo>
                  <a:lnTo>
                    <a:pt x="307855" y="131433"/>
                  </a:lnTo>
                  <a:lnTo>
                    <a:pt x="380085" y="88681"/>
                  </a:lnTo>
                  <a:lnTo>
                    <a:pt x="529913" y="0"/>
                  </a:lnTo>
                  <a:lnTo>
                    <a:pt x="531597" y="2680"/>
                  </a:lnTo>
                  <a:lnTo>
                    <a:pt x="567318" y="59534"/>
                  </a:lnTo>
                  <a:lnTo>
                    <a:pt x="567412" y="59686"/>
                  </a:lnTo>
                  <a:lnTo>
                    <a:pt x="604389" y="119770"/>
                  </a:lnTo>
                  <a:lnTo>
                    <a:pt x="604531" y="120000"/>
                  </a:lnTo>
                  <a:lnTo>
                    <a:pt x="621186" y="147063"/>
                  </a:lnTo>
                  <a:lnTo>
                    <a:pt x="636327" y="173475"/>
                  </a:lnTo>
                  <a:lnTo>
                    <a:pt x="672113" y="235899"/>
                  </a:lnTo>
                  <a:lnTo>
                    <a:pt x="704976" y="293619"/>
                  </a:lnTo>
                  <a:lnTo>
                    <a:pt x="718882" y="317464"/>
                  </a:lnTo>
                  <a:lnTo>
                    <a:pt x="742914" y="359353"/>
                  </a:lnTo>
                  <a:lnTo>
                    <a:pt x="746094" y="364897"/>
                  </a:lnTo>
                  <a:lnTo>
                    <a:pt x="772457" y="410851"/>
                  </a:lnTo>
                  <a:lnTo>
                    <a:pt x="789269" y="440156"/>
                  </a:lnTo>
                  <a:lnTo>
                    <a:pt x="791223" y="443561"/>
                  </a:lnTo>
                  <a:lnTo>
                    <a:pt x="797401" y="454024"/>
                  </a:lnTo>
                  <a:lnTo>
                    <a:pt x="813713" y="481651"/>
                  </a:lnTo>
                  <a:lnTo>
                    <a:pt x="841400" y="528541"/>
                  </a:lnTo>
                  <a:lnTo>
                    <a:pt x="842146" y="529804"/>
                  </a:lnTo>
                  <a:lnTo>
                    <a:pt x="869097" y="575447"/>
                  </a:lnTo>
                  <a:lnTo>
                    <a:pt x="869259" y="575723"/>
                  </a:lnTo>
                  <a:lnTo>
                    <a:pt x="872645" y="581456"/>
                  </a:lnTo>
                  <a:lnTo>
                    <a:pt x="884391" y="601893"/>
                  </a:lnTo>
                  <a:lnTo>
                    <a:pt x="884757" y="602530"/>
                  </a:lnTo>
                  <a:lnTo>
                    <a:pt x="885256" y="603398"/>
                  </a:lnTo>
                  <a:lnTo>
                    <a:pt x="891734" y="614669"/>
                  </a:lnTo>
                  <a:lnTo>
                    <a:pt x="898546" y="626520"/>
                  </a:lnTo>
                  <a:lnTo>
                    <a:pt x="899197" y="627653"/>
                  </a:lnTo>
                  <a:lnTo>
                    <a:pt x="899501" y="628181"/>
                  </a:lnTo>
                  <a:lnTo>
                    <a:pt x="925448" y="673325"/>
                  </a:lnTo>
                  <a:lnTo>
                    <a:pt x="926992" y="676011"/>
                  </a:lnTo>
                  <a:lnTo>
                    <a:pt x="952425" y="720261"/>
                  </a:lnTo>
                  <a:lnTo>
                    <a:pt x="953995" y="722992"/>
                  </a:lnTo>
                  <a:lnTo>
                    <a:pt x="971517" y="753479"/>
                  </a:lnTo>
                  <a:lnTo>
                    <a:pt x="1004755" y="8049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10635" y="3747550"/>
              <a:ext cx="360246" cy="583901"/>
            </a:xfrm>
            <a:custGeom>
              <a:avLst/>
              <a:pathLst>
                <a:path w="360246" h="583901">
                  <a:moveTo>
                    <a:pt x="274036" y="146090"/>
                  </a:moveTo>
                  <a:lnTo>
                    <a:pt x="289878" y="204304"/>
                  </a:lnTo>
                  <a:lnTo>
                    <a:pt x="292058" y="212317"/>
                  </a:lnTo>
                  <a:lnTo>
                    <a:pt x="298982" y="237435"/>
                  </a:lnTo>
                  <a:lnTo>
                    <a:pt x="303161" y="252595"/>
                  </a:lnTo>
                  <a:lnTo>
                    <a:pt x="305614" y="261493"/>
                  </a:lnTo>
                  <a:lnTo>
                    <a:pt x="289874" y="270741"/>
                  </a:lnTo>
                  <a:lnTo>
                    <a:pt x="271794" y="281364"/>
                  </a:lnTo>
                  <a:lnTo>
                    <a:pt x="258878" y="288953"/>
                  </a:lnTo>
                  <a:lnTo>
                    <a:pt x="250839" y="293676"/>
                  </a:lnTo>
                  <a:lnTo>
                    <a:pt x="232929" y="304199"/>
                  </a:lnTo>
                  <a:lnTo>
                    <a:pt x="228125" y="307021"/>
                  </a:lnTo>
                  <a:lnTo>
                    <a:pt x="226717" y="307849"/>
                  </a:lnTo>
                  <a:lnTo>
                    <a:pt x="227957" y="309935"/>
                  </a:lnTo>
                  <a:lnTo>
                    <a:pt x="230472" y="314165"/>
                  </a:lnTo>
                  <a:lnTo>
                    <a:pt x="231963" y="316673"/>
                  </a:lnTo>
                  <a:lnTo>
                    <a:pt x="234331" y="320843"/>
                  </a:lnTo>
                  <a:lnTo>
                    <a:pt x="245851" y="341126"/>
                  </a:lnTo>
                  <a:lnTo>
                    <a:pt x="246484" y="342240"/>
                  </a:lnTo>
                  <a:lnTo>
                    <a:pt x="263846" y="372808"/>
                  </a:lnTo>
                  <a:lnTo>
                    <a:pt x="265012" y="374861"/>
                  </a:lnTo>
                  <a:lnTo>
                    <a:pt x="275380" y="392714"/>
                  </a:lnTo>
                  <a:lnTo>
                    <a:pt x="276801" y="395161"/>
                  </a:lnTo>
                  <a:lnTo>
                    <a:pt x="278767" y="398547"/>
                  </a:lnTo>
                  <a:lnTo>
                    <a:pt x="278452" y="400717"/>
                  </a:lnTo>
                  <a:lnTo>
                    <a:pt x="275708" y="419585"/>
                  </a:lnTo>
                  <a:lnTo>
                    <a:pt x="275372" y="421895"/>
                  </a:lnTo>
                  <a:lnTo>
                    <a:pt x="297919" y="462728"/>
                  </a:lnTo>
                  <a:lnTo>
                    <a:pt x="299014" y="464711"/>
                  </a:lnTo>
                  <a:lnTo>
                    <a:pt x="299557" y="465694"/>
                  </a:lnTo>
                  <a:lnTo>
                    <a:pt x="324271" y="473953"/>
                  </a:lnTo>
                  <a:lnTo>
                    <a:pt x="327070" y="474888"/>
                  </a:lnTo>
                  <a:lnTo>
                    <a:pt x="336867" y="492825"/>
                  </a:lnTo>
                  <a:lnTo>
                    <a:pt x="347835" y="512904"/>
                  </a:lnTo>
                  <a:lnTo>
                    <a:pt x="356443" y="528664"/>
                  </a:lnTo>
                  <a:lnTo>
                    <a:pt x="360246" y="535626"/>
                  </a:lnTo>
                  <a:lnTo>
                    <a:pt x="299540" y="570534"/>
                  </a:lnTo>
                  <a:lnTo>
                    <a:pt x="280966" y="583901"/>
                  </a:lnTo>
                  <a:lnTo>
                    <a:pt x="265642" y="557887"/>
                  </a:lnTo>
                  <a:lnTo>
                    <a:pt x="249002" y="530621"/>
                  </a:lnTo>
                  <a:lnTo>
                    <a:pt x="219335" y="478965"/>
                  </a:lnTo>
                  <a:lnTo>
                    <a:pt x="177661" y="406404"/>
                  </a:lnTo>
                  <a:lnTo>
                    <a:pt x="151707" y="361214"/>
                  </a:lnTo>
                  <a:lnTo>
                    <a:pt x="147717" y="354265"/>
                  </a:lnTo>
                  <a:lnTo>
                    <a:pt x="144967" y="349476"/>
                  </a:lnTo>
                  <a:lnTo>
                    <a:pt x="89480" y="252836"/>
                  </a:lnTo>
                  <a:lnTo>
                    <a:pt x="97921" y="248296"/>
                  </a:lnTo>
                  <a:lnTo>
                    <a:pt x="86131" y="227329"/>
                  </a:lnTo>
                  <a:lnTo>
                    <a:pt x="71244" y="202826"/>
                  </a:lnTo>
                  <a:lnTo>
                    <a:pt x="60968" y="208643"/>
                  </a:lnTo>
                  <a:lnTo>
                    <a:pt x="42759" y="176963"/>
                  </a:lnTo>
                  <a:lnTo>
                    <a:pt x="0" y="102573"/>
                  </a:lnTo>
                  <a:lnTo>
                    <a:pt x="20577" y="88589"/>
                  </a:lnTo>
                  <a:lnTo>
                    <a:pt x="37903" y="78128"/>
                  </a:lnTo>
                  <a:lnTo>
                    <a:pt x="38313" y="77875"/>
                  </a:lnTo>
                  <a:lnTo>
                    <a:pt x="57233" y="66278"/>
                  </a:lnTo>
                  <a:lnTo>
                    <a:pt x="57413" y="66173"/>
                  </a:lnTo>
                  <a:lnTo>
                    <a:pt x="57599" y="66064"/>
                  </a:lnTo>
                  <a:lnTo>
                    <a:pt x="78740" y="53701"/>
                  </a:lnTo>
                  <a:lnTo>
                    <a:pt x="99468" y="41580"/>
                  </a:lnTo>
                  <a:lnTo>
                    <a:pt x="99883" y="41367"/>
                  </a:lnTo>
                  <a:lnTo>
                    <a:pt x="109023" y="36692"/>
                  </a:lnTo>
                  <a:lnTo>
                    <a:pt x="118127" y="32667"/>
                  </a:lnTo>
                  <a:lnTo>
                    <a:pt x="127759" y="29364"/>
                  </a:lnTo>
                  <a:lnTo>
                    <a:pt x="128397" y="29182"/>
                  </a:lnTo>
                  <a:lnTo>
                    <a:pt x="176513" y="15526"/>
                  </a:lnTo>
                  <a:lnTo>
                    <a:pt x="178073" y="15087"/>
                  </a:lnTo>
                  <a:lnTo>
                    <a:pt x="199117" y="9155"/>
                  </a:lnTo>
                  <a:lnTo>
                    <a:pt x="200330" y="8824"/>
                  </a:lnTo>
                  <a:lnTo>
                    <a:pt x="232696" y="0"/>
                  </a:lnTo>
                  <a:lnTo>
                    <a:pt x="239047" y="22266"/>
                  </a:lnTo>
                  <a:lnTo>
                    <a:pt x="260621" y="97907"/>
                  </a:lnTo>
                  <a:lnTo>
                    <a:pt x="262528" y="104754"/>
                  </a:lnTo>
                  <a:lnTo>
                    <a:pt x="269124" y="12844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2077110" y="3557026"/>
              <a:ext cx="2582523" cy="1911144"/>
            </a:xfrm>
            <a:custGeom>
              <a:avLst/>
              <a:pathLst>
                <a:path w="2582523" h="1911144">
                  <a:moveTo>
                    <a:pt x="735260" y="489447"/>
                  </a:moveTo>
                  <a:lnTo>
                    <a:pt x="739299" y="502309"/>
                  </a:lnTo>
                  <a:lnTo>
                    <a:pt x="747463" y="501459"/>
                  </a:lnTo>
                  <a:lnTo>
                    <a:pt x="753491" y="493849"/>
                  </a:lnTo>
                  <a:lnTo>
                    <a:pt x="756525" y="495572"/>
                  </a:lnTo>
                  <a:lnTo>
                    <a:pt x="765009" y="500391"/>
                  </a:lnTo>
                  <a:lnTo>
                    <a:pt x="782870" y="510537"/>
                  </a:lnTo>
                  <a:lnTo>
                    <a:pt x="799176" y="519799"/>
                  </a:lnTo>
                  <a:lnTo>
                    <a:pt x="801713" y="521928"/>
                  </a:lnTo>
                  <a:lnTo>
                    <a:pt x="809864" y="528767"/>
                  </a:lnTo>
                  <a:lnTo>
                    <a:pt x="814814" y="532921"/>
                  </a:lnTo>
                  <a:lnTo>
                    <a:pt x="821541" y="538566"/>
                  </a:lnTo>
                  <a:lnTo>
                    <a:pt x="824664" y="541187"/>
                  </a:lnTo>
                  <a:lnTo>
                    <a:pt x="839921" y="553989"/>
                  </a:lnTo>
                  <a:lnTo>
                    <a:pt x="845059" y="558301"/>
                  </a:lnTo>
                  <a:lnTo>
                    <a:pt x="856004" y="567486"/>
                  </a:lnTo>
                  <a:lnTo>
                    <a:pt x="864026" y="574122"/>
                  </a:lnTo>
                  <a:lnTo>
                    <a:pt x="872576" y="581195"/>
                  </a:lnTo>
                  <a:lnTo>
                    <a:pt x="875667" y="583752"/>
                  </a:lnTo>
                  <a:lnTo>
                    <a:pt x="881437" y="588807"/>
                  </a:lnTo>
                  <a:lnTo>
                    <a:pt x="897329" y="602729"/>
                  </a:lnTo>
                  <a:lnTo>
                    <a:pt x="911504" y="621300"/>
                  </a:lnTo>
                  <a:lnTo>
                    <a:pt x="922261" y="635393"/>
                  </a:lnTo>
                  <a:lnTo>
                    <a:pt x="925319" y="639399"/>
                  </a:lnTo>
                  <a:lnTo>
                    <a:pt x="928262" y="643256"/>
                  </a:lnTo>
                  <a:lnTo>
                    <a:pt x="929542" y="644933"/>
                  </a:lnTo>
                  <a:lnTo>
                    <a:pt x="940862" y="650759"/>
                  </a:lnTo>
                  <a:lnTo>
                    <a:pt x="959800" y="660506"/>
                  </a:lnTo>
                  <a:lnTo>
                    <a:pt x="976861" y="669287"/>
                  </a:lnTo>
                  <a:lnTo>
                    <a:pt x="978757" y="665539"/>
                  </a:lnTo>
                  <a:lnTo>
                    <a:pt x="988586" y="646113"/>
                  </a:lnTo>
                  <a:lnTo>
                    <a:pt x="995719" y="632017"/>
                  </a:lnTo>
                  <a:lnTo>
                    <a:pt x="996827" y="629827"/>
                  </a:lnTo>
                  <a:lnTo>
                    <a:pt x="1000720" y="622133"/>
                  </a:lnTo>
                  <a:lnTo>
                    <a:pt x="1004887" y="613897"/>
                  </a:lnTo>
                  <a:lnTo>
                    <a:pt x="1005413" y="612858"/>
                  </a:lnTo>
                  <a:lnTo>
                    <a:pt x="1013023" y="597819"/>
                  </a:lnTo>
                  <a:lnTo>
                    <a:pt x="1013191" y="597487"/>
                  </a:lnTo>
                  <a:lnTo>
                    <a:pt x="1016836" y="598992"/>
                  </a:lnTo>
                  <a:lnTo>
                    <a:pt x="1063564" y="618356"/>
                  </a:lnTo>
                  <a:lnTo>
                    <a:pt x="1062847" y="619885"/>
                  </a:lnTo>
                  <a:lnTo>
                    <a:pt x="1055405" y="635740"/>
                  </a:lnTo>
                  <a:lnTo>
                    <a:pt x="1053307" y="640208"/>
                  </a:lnTo>
                  <a:lnTo>
                    <a:pt x="1047092" y="652542"/>
                  </a:lnTo>
                  <a:lnTo>
                    <a:pt x="1038324" y="669940"/>
                  </a:lnTo>
                  <a:lnTo>
                    <a:pt x="1034761" y="677010"/>
                  </a:lnTo>
                  <a:lnTo>
                    <a:pt x="1032232" y="681179"/>
                  </a:lnTo>
                  <a:lnTo>
                    <a:pt x="1027876" y="688224"/>
                  </a:lnTo>
                  <a:lnTo>
                    <a:pt x="1023505" y="693293"/>
                  </a:lnTo>
                  <a:lnTo>
                    <a:pt x="1025817" y="694483"/>
                  </a:lnTo>
                  <a:lnTo>
                    <a:pt x="1027085" y="695099"/>
                  </a:lnTo>
                  <a:lnTo>
                    <a:pt x="1064530" y="713306"/>
                  </a:lnTo>
                  <a:lnTo>
                    <a:pt x="1069056" y="715507"/>
                  </a:lnTo>
                  <a:lnTo>
                    <a:pt x="1125101" y="742757"/>
                  </a:lnTo>
                  <a:lnTo>
                    <a:pt x="1134990" y="725933"/>
                  </a:lnTo>
                  <a:lnTo>
                    <a:pt x="1139191" y="718785"/>
                  </a:lnTo>
                  <a:lnTo>
                    <a:pt x="1140497" y="716564"/>
                  </a:lnTo>
                  <a:lnTo>
                    <a:pt x="1143564" y="711345"/>
                  </a:lnTo>
                  <a:lnTo>
                    <a:pt x="1143818" y="710914"/>
                  </a:lnTo>
                  <a:lnTo>
                    <a:pt x="1144236" y="710202"/>
                  </a:lnTo>
                  <a:lnTo>
                    <a:pt x="1144756" y="709318"/>
                  </a:lnTo>
                  <a:lnTo>
                    <a:pt x="1146473" y="706396"/>
                  </a:lnTo>
                  <a:lnTo>
                    <a:pt x="1146606" y="706170"/>
                  </a:lnTo>
                  <a:lnTo>
                    <a:pt x="1146862" y="705735"/>
                  </a:lnTo>
                  <a:lnTo>
                    <a:pt x="1147493" y="704660"/>
                  </a:lnTo>
                  <a:lnTo>
                    <a:pt x="1147728" y="704262"/>
                  </a:lnTo>
                  <a:lnTo>
                    <a:pt x="1149192" y="705921"/>
                  </a:lnTo>
                  <a:lnTo>
                    <a:pt x="1167626" y="734903"/>
                  </a:lnTo>
                  <a:lnTo>
                    <a:pt x="1195125" y="780745"/>
                  </a:lnTo>
                  <a:lnTo>
                    <a:pt x="1198505" y="786349"/>
                  </a:lnTo>
                  <a:lnTo>
                    <a:pt x="1203195" y="793874"/>
                  </a:lnTo>
                  <a:lnTo>
                    <a:pt x="1206398" y="799016"/>
                  </a:lnTo>
                  <a:lnTo>
                    <a:pt x="1206964" y="799941"/>
                  </a:lnTo>
                  <a:lnTo>
                    <a:pt x="1212978" y="809788"/>
                  </a:lnTo>
                  <a:lnTo>
                    <a:pt x="1213705" y="810976"/>
                  </a:lnTo>
                  <a:lnTo>
                    <a:pt x="1225619" y="831103"/>
                  </a:lnTo>
                  <a:lnTo>
                    <a:pt x="1236635" y="849964"/>
                  </a:lnTo>
                  <a:lnTo>
                    <a:pt x="1240762" y="856975"/>
                  </a:lnTo>
                  <a:lnTo>
                    <a:pt x="1245902" y="865709"/>
                  </a:lnTo>
                  <a:lnTo>
                    <a:pt x="1251747" y="875254"/>
                  </a:lnTo>
                  <a:lnTo>
                    <a:pt x="1256766" y="884406"/>
                  </a:lnTo>
                  <a:lnTo>
                    <a:pt x="1259295" y="886275"/>
                  </a:lnTo>
                  <a:lnTo>
                    <a:pt x="1280792" y="896913"/>
                  </a:lnTo>
                  <a:lnTo>
                    <a:pt x="1304397" y="909420"/>
                  </a:lnTo>
                  <a:lnTo>
                    <a:pt x="1309087" y="911921"/>
                  </a:lnTo>
                  <a:lnTo>
                    <a:pt x="1315110" y="915132"/>
                  </a:lnTo>
                  <a:lnTo>
                    <a:pt x="1343931" y="930498"/>
                  </a:lnTo>
                  <a:lnTo>
                    <a:pt x="1343375" y="930840"/>
                  </a:lnTo>
                  <a:lnTo>
                    <a:pt x="1342465" y="931399"/>
                  </a:lnTo>
                  <a:lnTo>
                    <a:pt x="1340317" y="932719"/>
                  </a:lnTo>
                  <a:lnTo>
                    <a:pt x="1323993" y="942747"/>
                  </a:lnTo>
                  <a:lnTo>
                    <a:pt x="1323674" y="942944"/>
                  </a:lnTo>
                  <a:lnTo>
                    <a:pt x="1335758" y="962623"/>
                  </a:lnTo>
                  <a:lnTo>
                    <a:pt x="1342457" y="973531"/>
                  </a:lnTo>
                  <a:lnTo>
                    <a:pt x="1343127" y="973809"/>
                  </a:lnTo>
                  <a:lnTo>
                    <a:pt x="1346928" y="975386"/>
                  </a:lnTo>
                  <a:lnTo>
                    <a:pt x="1374104" y="987700"/>
                  </a:lnTo>
                  <a:lnTo>
                    <a:pt x="1397831" y="998451"/>
                  </a:lnTo>
                  <a:lnTo>
                    <a:pt x="1418437" y="1008848"/>
                  </a:lnTo>
                  <a:lnTo>
                    <a:pt x="1420546" y="1009912"/>
                  </a:lnTo>
                  <a:lnTo>
                    <a:pt x="1436953" y="1018189"/>
                  </a:lnTo>
                  <a:lnTo>
                    <a:pt x="1441970" y="1020721"/>
                  </a:lnTo>
                  <a:lnTo>
                    <a:pt x="1453952" y="1026766"/>
                  </a:lnTo>
                  <a:lnTo>
                    <a:pt x="1461481" y="1030565"/>
                  </a:lnTo>
                  <a:lnTo>
                    <a:pt x="1468903" y="1034309"/>
                  </a:lnTo>
                  <a:lnTo>
                    <a:pt x="1478493" y="1038816"/>
                  </a:lnTo>
                  <a:lnTo>
                    <a:pt x="1483427" y="1041135"/>
                  </a:lnTo>
                  <a:lnTo>
                    <a:pt x="1485322" y="1042025"/>
                  </a:lnTo>
                  <a:lnTo>
                    <a:pt x="1490661" y="1044534"/>
                  </a:lnTo>
                  <a:lnTo>
                    <a:pt x="1499393" y="1048638"/>
                  </a:lnTo>
                  <a:lnTo>
                    <a:pt x="1513871" y="1055442"/>
                  </a:lnTo>
                  <a:lnTo>
                    <a:pt x="1523892" y="1060151"/>
                  </a:lnTo>
                  <a:lnTo>
                    <a:pt x="1529386" y="1062733"/>
                  </a:lnTo>
                  <a:lnTo>
                    <a:pt x="1538466" y="1067000"/>
                  </a:lnTo>
                  <a:lnTo>
                    <a:pt x="1558948" y="1076626"/>
                  </a:lnTo>
                  <a:lnTo>
                    <a:pt x="1568795" y="1081637"/>
                  </a:lnTo>
                  <a:lnTo>
                    <a:pt x="1581588" y="1087847"/>
                  </a:lnTo>
                  <a:lnTo>
                    <a:pt x="1612345" y="1102779"/>
                  </a:lnTo>
                  <a:lnTo>
                    <a:pt x="1649603" y="1120028"/>
                  </a:lnTo>
                  <a:lnTo>
                    <a:pt x="1683314" y="1135635"/>
                  </a:lnTo>
                  <a:lnTo>
                    <a:pt x="1691955" y="1140092"/>
                  </a:lnTo>
                  <a:lnTo>
                    <a:pt x="1716269" y="1153046"/>
                  </a:lnTo>
                  <a:lnTo>
                    <a:pt x="1716650" y="1152198"/>
                  </a:lnTo>
                  <a:lnTo>
                    <a:pt x="1716863" y="1152290"/>
                  </a:lnTo>
                  <a:lnTo>
                    <a:pt x="1726671" y="1156530"/>
                  </a:lnTo>
                  <a:lnTo>
                    <a:pt x="1734131" y="1166918"/>
                  </a:lnTo>
                  <a:lnTo>
                    <a:pt x="1745141" y="1183466"/>
                  </a:lnTo>
                  <a:lnTo>
                    <a:pt x="1752362" y="1194318"/>
                  </a:lnTo>
                  <a:lnTo>
                    <a:pt x="1752225" y="1196056"/>
                  </a:lnTo>
                  <a:lnTo>
                    <a:pt x="1752113" y="1197460"/>
                  </a:lnTo>
                  <a:lnTo>
                    <a:pt x="1753905" y="1199931"/>
                  </a:lnTo>
                  <a:lnTo>
                    <a:pt x="1757007" y="1204208"/>
                  </a:lnTo>
                  <a:lnTo>
                    <a:pt x="1757430" y="1204791"/>
                  </a:lnTo>
                  <a:lnTo>
                    <a:pt x="1758711" y="1206558"/>
                  </a:lnTo>
                  <a:lnTo>
                    <a:pt x="1759451" y="1207579"/>
                  </a:lnTo>
                  <a:lnTo>
                    <a:pt x="1761252" y="1210062"/>
                  </a:lnTo>
                  <a:lnTo>
                    <a:pt x="1769275" y="1221127"/>
                  </a:lnTo>
                  <a:lnTo>
                    <a:pt x="1770873" y="1223331"/>
                  </a:lnTo>
                  <a:lnTo>
                    <a:pt x="1773863" y="1227317"/>
                  </a:lnTo>
                  <a:lnTo>
                    <a:pt x="1783668" y="1240390"/>
                  </a:lnTo>
                  <a:lnTo>
                    <a:pt x="1785361" y="1242646"/>
                  </a:lnTo>
                  <a:lnTo>
                    <a:pt x="1786388" y="1244016"/>
                  </a:lnTo>
                  <a:lnTo>
                    <a:pt x="1794313" y="1251669"/>
                  </a:lnTo>
                  <a:lnTo>
                    <a:pt x="1793928" y="1251900"/>
                  </a:lnTo>
                  <a:lnTo>
                    <a:pt x="1792763" y="1252609"/>
                  </a:lnTo>
                  <a:lnTo>
                    <a:pt x="1790411" y="1254041"/>
                  </a:lnTo>
                  <a:lnTo>
                    <a:pt x="1790282" y="1256824"/>
                  </a:lnTo>
                  <a:lnTo>
                    <a:pt x="1789793" y="1267433"/>
                  </a:lnTo>
                  <a:lnTo>
                    <a:pt x="1789665" y="1270208"/>
                  </a:lnTo>
                  <a:lnTo>
                    <a:pt x="1872123" y="1335423"/>
                  </a:lnTo>
                  <a:lnTo>
                    <a:pt x="1885767" y="1346213"/>
                  </a:lnTo>
                  <a:lnTo>
                    <a:pt x="1886494" y="1346788"/>
                  </a:lnTo>
                  <a:lnTo>
                    <a:pt x="1927829" y="1379478"/>
                  </a:lnTo>
                  <a:lnTo>
                    <a:pt x="1936968" y="1384114"/>
                  </a:lnTo>
                  <a:lnTo>
                    <a:pt x="1962506" y="1397067"/>
                  </a:lnTo>
                  <a:lnTo>
                    <a:pt x="1970336" y="1401039"/>
                  </a:lnTo>
                  <a:lnTo>
                    <a:pt x="2009021" y="1420661"/>
                  </a:lnTo>
                  <a:lnTo>
                    <a:pt x="2011130" y="1421775"/>
                  </a:lnTo>
                  <a:lnTo>
                    <a:pt x="2063542" y="1449458"/>
                  </a:lnTo>
                  <a:lnTo>
                    <a:pt x="2073519" y="1454728"/>
                  </a:lnTo>
                  <a:lnTo>
                    <a:pt x="2086211" y="1439910"/>
                  </a:lnTo>
                  <a:lnTo>
                    <a:pt x="2088726" y="1435281"/>
                  </a:lnTo>
                  <a:lnTo>
                    <a:pt x="2089923" y="1434123"/>
                  </a:lnTo>
                  <a:lnTo>
                    <a:pt x="2096244" y="1428010"/>
                  </a:lnTo>
                  <a:lnTo>
                    <a:pt x="2101805" y="1431447"/>
                  </a:lnTo>
                  <a:lnTo>
                    <a:pt x="2165766" y="1470970"/>
                  </a:lnTo>
                  <a:lnTo>
                    <a:pt x="2168342" y="1472021"/>
                  </a:lnTo>
                  <a:lnTo>
                    <a:pt x="2177473" y="1456371"/>
                  </a:lnTo>
                  <a:lnTo>
                    <a:pt x="2194585" y="1466787"/>
                  </a:lnTo>
                  <a:lnTo>
                    <a:pt x="2213738" y="1479000"/>
                  </a:lnTo>
                  <a:lnTo>
                    <a:pt x="2221348" y="1484326"/>
                  </a:lnTo>
                  <a:lnTo>
                    <a:pt x="2221807" y="1484647"/>
                  </a:lnTo>
                  <a:lnTo>
                    <a:pt x="2238168" y="1496096"/>
                  </a:lnTo>
                  <a:lnTo>
                    <a:pt x="2241790" y="1498632"/>
                  </a:lnTo>
                  <a:lnTo>
                    <a:pt x="2257913" y="1509915"/>
                  </a:lnTo>
                  <a:lnTo>
                    <a:pt x="2266103" y="1515646"/>
                  </a:lnTo>
                  <a:lnTo>
                    <a:pt x="2281614" y="1493413"/>
                  </a:lnTo>
                  <a:lnTo>
                    <a:pt x="2304694" y="1509915"/>
                  </a:lnTo>
                  <a:lnTo>
                    <a:pt x="2327773" y="1524444"/>
                  </a:lnTo>
                  <a:lnTo>
                    <a:pt x="2371381" y="1553802"/>
                  </a:lnTo>
                  <a:lnTo>
                    <a:pt x="2392943" y="1568318"/>
                  </a:lnTo>
                  <a:lnTo>
                    <a:pt x="2408153" y="1578558"/>
                  </a:lnTo>
                  <a:lnTo>
                    <a:pt x="2416315" y="1583480"/>
                  </a:lnTo>
                  <a:lnTo>
                    <a:pt x="2457503" y="1608318"/>
                  </a:lnTo>
                  <a:lnTo>
                    <a:pt x="2503183" y="1637484"/>
                  </a:lnTo>
                  <a:lnTo>
                    <a:pt x="2506792" y="1641348"/>
                  </a:lnTo>
                  <a:lnTo>
                    <a:pt x="2514216" y="1649299"/>
                  </a:lnTo>
                  <a:lnTo>
                    <a:pt x="2515625" y="1650680"/>
                  </a:lnTo>
                  <a:lnTo>
                    <a:pt x="2518000" y="1652979"/>
                  </a:lnTo>
                  <a:lnTo>
                    <a:pt x="2522638" y="1657468"/>
                  </a:lnTo>
                  <a:lnTo>
                    <a:pt x="2561691" y="1693934"/>
                  </a:lnTo>
                  <a:lnTo>
                    <a:pt x="2570132" y="1701816"/>
                  </a:lnTo>
                  <a:lnTo>
                    <a:pt x="2573193" y="1703968"/>
                  </a:lnTo>
                  <a:lnTo>
                    <a:pt x="2582523" y="1711938"/>
                  </a:lnTo>
                  <a:lnTo>
                    <a:pt x="2581184" y="1713762"/>
                  </a:lnTo>
                  <a:lnTo>
                    <a:pt x="2512694" y="1807057"/>
                  </a:lnTo>
                  <a:lnTo>
                    <a:pt x="2508690" y="1812688"/>
                  </a:lnTo>
                  <a:lnTo>
                    <a:pt x="2454221" y="1889291"/>
                  </a:lnTo>
                  <a:lnTo>
                    <a:pt x="2451319" y="1893318"/>
                  </a:lnTo>
                  <a:lnTo>
                    <a:pt x="2448416" y="1897346"/>
                  </a:lnTo>
                  <a:lnTo>
                    <a:pt x="2447635" y="1898430"/>
                  </a:lnTo>
                  <a:lnTo>
                    <a:pt x="2445995" y="1900683"/>
                  </a:lnTo>
                  <a:lnTo>
                    <a:pt x="2440848" y="1907753"/>
                  </a:lnTo>
                  <a:lnTo>
                    <a:pt x="2438380" y="1911144"/>
                  </a:lnTo>
                  <a:lnTo>
                    <a:pt x="2432094" y="1906529"/>
                  </a:lnTo>
                  <a:lnTo>
                    <a:pt x="2422996" y="1899850"/>
                  </a:lnTo>
                  <a:lnTo>
                    <a:pt x="2411489" y="1891401"/>
                  </a:lnTo>
                  <a:lnTo>
                    <a:pt x="2395394" y="1879358"/>
                  </a:lnTo>
                  <a:lnTo>
                    <a:pt x="2392825" y="1877435"/>
                  </a:lnTo>
                  <a:lnTo>
                    <a:pt x="2391674" y="1876574"/>
                  </a:lnTo>
                  <a:lnTo>
                    <a:pt x="2387954" y="1873790"/>
                  </a:lnTo>
                  <a:lnTo>
                    <a:pt x="2348009" y="1848133"/>
                  </a:lnTo>
                  <a:lnTo>
                    <a:pt x="2337758" y="1841549"/>
                  </a:lnTo>
                  <a:lnTo>
                    <a:pt x="2332280" y="1838030"/>
                  </a:lnTo>
                  <a:lnTo>
                    <a:pt x="2310180" y="1825765"/>
                  </a:lnTo>
                  <a:lnTo>
                    <a:pt x="2299742" y="1819971"/>
                  </a:lnTo>
                  <a:lnTo>
                    <a:pt x="2298052" y="1819034"/>
                  </a:lnTo>
                  <a:lnTo>
                    <a:pt x="2284684" y="1811614"/>
                  </a:lnTo>
                  <a:lnTo>
                    <a:pt x="2274977" y="1806592"/>
                  </a:lnTo>
                  <a:lnTo>
                    <a:pt x="2258625" y="1798133"/>
                  </a:lnTo>
                  <a:lnTo>
                    <a:pt x="2256896" y="1797239"/>
                  </a:lnTo>
                  <a:lnTo>
                    <a:pt x="2253422" y="1795441"/>
                  </a:lnTo>
                  <a:lnTo>
                    <a:pt x="2217773" y="1776495"/>
                  </a:lnTo>
                  <a:lnTo>
                    <a:pt x="2203719" y="1769025"/>
                  </a:lnTo>
                  <a:lnTo>
                    <a:pt x="2196148" y="1765139"/>
                  </a:lnTo>
                  <a:lnTo>
                    <a:pt x="2166320" y="1749829"/>
                  </a:lnTo>
                  <a:lnTo>
                    <a:pt x="2151205" y="1742070"/>
                  </a:lnTo>
                  <a:lnTo>
                    <a:pt x="2131994" y="1732451"/>
                  </a:lnTo>
                  <a:lnTo>
                    <a:pt x="2118187" y="1725538"/>
                  </a:lnTo>
                  <a:lnTo>
                    <a:pt x="2115395" y="1724081"/>
                  </a:lnTo>
                  <a:lnTo>
                    <a:pt x="2102272" y="1717232"/>
                  </a:lnTo>
                  <a:lnTo>
                    <a:pt x="2074209" y="1702586"/>
                  </a:lnTo>
                  <a:lnTo>
                    <a:pt x="2065849" y="1698224"/>
                  </a:lnTo>
                  <a:lnTo>
                    <a:pt x="1952041" y="1637049"/>
                  </a:lnTo>
                  <a:lnTo>
                    <a:pt x="1920252" y="1620234"/>
                  </a:lnTo>
                  <a:lnTo>
                    <a:pt x="1877750" y="1597951"/>
                  </a:lnTo>
                  <a:lnTo>
                    <a:pt x="1855437" y="1585155"/>
                  </a:lnTo>
                  <a:lnTo>
                    <a:pt x="1850176" y="1582138"/>
                  </a:lnTo>
                  <a:lnTo>
                    <a:pt x="1832100" y="1572672"/>
                  </a:lnTo>
                  <a:lnTo>
                    <a:pt x="1831868" y="1572550"/>
                  </a:lnTo>
                  <a:lnTo>
                    <a:pt x="1808683" y="1560409"/>
                  </a:lnTo>
                  <a:lnTo>
                    <a:pt x="1805566" y="1558777"/>
                  </a:lnTo>
                  <a:lnTo>
                    <a:pt x="1786762" y="1548926"/>
                  </a:lnTo>
                  <a:lnTo>
                    <a:pt x="1768403" y="1539308"/>
                  </a:lnTo>
                  <a:lnTo>
                    <a:pt x="1761659" y="1535775"/>
                  </a:lnTo>
                  <a:lnTo>
                    <a:pt x="1718629" y="1512953"/>
                  </a:lnTo>
                  <a:lnTo>
                    <a:pt x="1701478" y="1504094"/>
                  </a:lnTo>
                  <a:lnTo>
                    <a:pt x="1682450" y="1494264"/>
                  </a:lnTo>
                  <a:lnTo>
                    <a:pt x="1668603" y="1486964"/>
                  </a:lnTo>
                  <a:lnTo>
                    <a:pt x="1648288" y="1476253"/>
                  </a:lnTo>
                  <a:lnTo>
                    <a:pt x="1642230" y="1473060"/>
                  </a:lnTo>
                  <a:lnTo>
                    <a:pt x="1604645" y="1452754"/>
                  </a:lnTo>
                  <a:lnTo>
                    <a:pt x="1582504" y="1440903"/>
                  </a:lnTo>
                  <a:lnTo>
                    <a:pt x="1555294" y="1426338"/>
                  </a:lnTo>
                  <a:lnTo>
                    <a:pt x="1543508" y="1419288"/>
                  </a:lnTo>
                  <a:lnTo>
                    <a:pt x="1535500" y="1414498"/>
                  </a:lnTo>
                  <a:lnTo>
                    <a:pt x="1509630" y="1399023"/>
                  </a:lnTo>
                  <a:lnTo>
                    <a:pt x="1466425" y="1375662"/>
                  </a:lnTo>
                  <a:lnTo>
                    <a:pt x="1462971" y="1373861"/>
                  </a:lnTo>
                  <a:lnTo>
                    <a:pt x="1430596" y="1356974"/>
                  </a:lnTo>
                  <a:lnTo>
                    <a:pt x="1409872" y="1346012"/>
                  </a:lnTo>
                  <a:lnTo>
                    <a:pt x="1383754" y="1332580"/>
                  </a:lnTo>
                  <a:lnTo>
                    <a:pt x="1376678" y="1328940"/>
                  </a:lnTo>
                  <a:lnTo>
                    <a:pt x="1372951" y="1326959"/>
                  </a:lnTo>
                  <a:lnTo>
                    <a:pt x="1340850" y="1309892"/>
                  </a:lnTo>
                  <a:lnTo>
                    <a:pt x="1307304" y="1291922"/>
                  </a:lnTo>
                  <a:lnTo>
                    <a:pt x="1272530" y="1273234"/>
                  </a:lnTo>
                  <a:lnTo>
                    <a:pt x="1239712" y="1255645"/>
                  </a:lnTo>
                  <a:lnTo>
                    <a:pt x="1238992" y="1255259"/>
                  </a:lnTo>
                  <a:lnTo>
                    <a:pt x="1231959" y="1251490"/>
                  </a:lnTo>
                  <a:lnTo>
                    <a:pt x="1227419" y="1249089"/>
                  </a:lnTo>
                  <a:lnTo>
                    <a:pt x="1227068" y="1248903"/>
                  </a:lnTo>
                  <a:lnTo>
                    <a:pt x="1221966" y="1246205"/>
                  </a:lnTo>
                  <a:lnTo>
                    <a:pt x="1216865" y="1243507"/>
                  </a:lnTo>
                  <a:lnTo>
                    <a:pt x="1206310" y="1237926"/>
                  </a:lnTo>
                  <a:lnTo>
                    <a:pt x="1200697" y="1234958"/>
                  </a:lnTo>
                  <a:lnTo>
                    <a:pt x="1200253" y="1234725"/>
                  </a:lnTo>
                  <a:lnTo>
                    <a:pt x="1173933" y="1220906"/>
                  </a:lnTo>
                  <a:lnTo>
                    <a:pt x="1150855" y="1208790"/>
                  </a:lnTo>
                  <a:lnTo>
                    <a:pt x="1140456" y="1203330"/>
                  </a:lnTo>
                  <a:lnTo>
                    <a:pt x="1136223" y="1200964"/>
                  </a:lnTo>
                  <a:lnTo>
                    <a:pt x="1129039" y="1196947"/>
                  </a:lnTo>
                  <a:lnTo>
                    <a:pt x="1114780" y="1188975"/>
                  </a:lnTo>
                  <a:lnTo>
                    <a:pt x="1091280" y="1175836"/>
                  </a:lnTo>
                  <a:lnTo>
                    <a:pt x="1071657" y="1165768"/>
                  </a:lnTo>
                  <a:lnTo>
                    <a:pt x="1051444" y="1155397"/>
                  </a:lnTo>
                  <a:lnTo>
                    <a:pt x="1040765" y="1149918"/>
                  </a:lnTo>
                  <a:lnTo>
                    <a:pt x="1031039" y="1144928"/>
                  </a:lnTo>
                  <a:lnTo>
                    <a:pt x="998470" y="1128481"/>
                  </a:lnTo>
                  <a:lnTo>
                    <a:pt x="990117" y="1124262"/>
                  </a:lnTo>
                  <a:lnTo>
                    <a:pt x="943639" y="1098244"/>
                  </a:lnTo>
                  <a:lnTo>
                    <a:pt x="936179" y="1094068"/>
                  </a:lnTo>
                  <a:lnTo>
                    <a:pt x="932335" y="1091916"/>
                  </a:lnTo>
                  <a:lnTo>
                    <a:pt x="897101" y="1073572"/>
                  </a:lnTo>
                  <a:lnTo>
                    <a:pt x="892642" y="1071251"/>
                  </a:lnTo>
                  <a:lnTo>
                    <a:pt x="882028" y="1065627"/>
                  </a:lnTo>
                  <a:lnTo>
                    <a:pt x="872848" y="1060763"/>
                  </a:lnTo>
                  <a:lnTo>
                    <a:pt x="853301" y="1050406"/>
                  </a:lnTo>
                  <a:lnTo>
                    <a:pt x="812555" y="1029561"/>
                  </a:lnTo>
                  <a:lnTo>
                    <a:pt x="801909" y="1023985"/>
                  </a:lnTo>
                  <a:lnTo>
                    <a:pt x="775497" y="1010153"/>
                  </a:lnTo>
                  <a:lnTo>
                    <a:pt x="744411" y="993441"/>
                  </a:lnTo>
                  <a:lnTo>
                    <a:pt x="726146" y="983429"/>
                  </a:lnTo>
                  <a:lnTo>
                    <a:pt x="723334" y="981888"/>
                  </a:lnTo>
                  <a:lnTo>
                    <a:pt x="700152" y="969181"/>
                  </a:lnTo>
                  <a:lnTo>
                    <a:pt x="685863" y="961450"/>
                  </a:lnTo>
                  <a:lnTo>
                    <a:pt x="645356" y="939531"/>
                  </a:lnTo>
                  <a:lnTo>
                    <a:pt x="588276" y="910420"/>
                  </a:lnTo>
                  <a:lnTo>
                    <a:pt x="576046" y="903468"/>
                  </a:lnTo>
                  <a:lnTo>
                    <a:pt x="556910" y="892590"/>
                  </a:lnTo>
                  <a:lnTo>
                    <a:pt x="550332" y="888851"/>
                  </a:lnTo>
                  <a:lnTo>
                    <a:pt x="547179" y="887059"/>
                  </a:lnTo>
                  <a:lnTo>
                    <a:pt x="529265" y="876152"/>
                  </a:lnTo>
                  <a:lnTo>
                    <a:pt x="525927" y="874120"/>
                  </a:lnTo>
                  <a:lnTo>
                    <a:pt x="519382" y="869767"/>
                  </a:lnTo>
                  <a:lnTo>
                    <a:pt x="501339" y="857768"/>
                  </a:lnTo>
                  <a:lnTo>
                    <a:pt x="477454" y="839079"/>
                  </a:lnTo>
                  <a:lnTo>
                    <a:pt x="452339" y="818593"/>
                  </a:lnTo>
                  <a:lnTo>
                    <a:pt x="443274" y="809363"/>
                  </a:lnTo>
                  <a:lnTo>
                    <a:pt x="418733" y="784374"/>
                  </a:lnTo>
                  <a:lnTo>
                    <a:pt x="388875" y="753970"/>
                  </a:lnTo>
                  <a:lnTo>
                    <a:pt x="378925" y="743838"/>
                  </a:lnTo>
                  <a:lnTo>
                    <a:pt x="365316" y="728172"/>
                  </a:lnTo>
                  <a:lnTo>
                    <a:pt x="360631" y="722780"/>
                  </a:lnTo>
                  <a:lnTo>
                    <a:pt x="353635" y="714727"/>
                  </a:lnTo>
                  <a:lnTo>
                    <a:pt x="348493" y="709024"/>
                  </a:lnTo>
                  <a:lnTo>
                    <a:pt x="326743" y="684897"/>
                  </a:lnTo>
                  <a:lnTo>
                    <a:pt x="316050" y="673036"/>
                  </a:lnTo>
                  <a:lnTo>
                    <a:pt x="292597" y="646795"/>
                  </a:lnTo>
                  <a:lnTo>
                    <a:pt x="271960" y="623705"/>
                  </a:lnTo>
                  <a:lnTo>
                    <a:pt x="267225" y="618407"/>
                  </a:lnTo>
                  <a:lnTo>
                    <a:pt x="230518" y="582827"/>
                  </a:lnTo>
                  <a:lnTo>
                    <a:pt x="223944" y="577258"/>
                  </a:lnTo>
                  <a:lnTo>
                    <a:pt x="220923" y="574699"/>
                  </a:lnTo>
                  <a:lnTo>
                    <a:pt x="216681" y="571106"/>
                  </a:lnTo>
                  <a:lnTo>
                    <a:pt x="210579" y="565938"/>
                  </a:lnTo>
                  <a:lnTo>
                    <a:pt x="209091" y="564677"/>
                  </a:lnTo>
                  <a:lnTo>
                    <a:pt x="204295" y="559849"/>
                  </a:lnTo>
                  <a:lnTo>
                    <a:pt x="203918" y="559470"/>
                  </a:lnTo>
                  <a:lnTo>
                    <a:pt x="176776" y="532152"/>
                  </a:lnTo>
                  <a:lnTo>
                    <a:pt x="146566" y="505677"/>
                  </a:lnTo>
                  <a:lnTo>
                    <a:pt x="137610" y="497829"/>
                  </a:lnTo>
                  <a:lnTo>
                    <a:pt x="131632" y="492301"/>
                  </a:lnTo>
                  <a:lnTo>
                    <a:pt x="120922" y="482396"/>
                  </a:lnTo>
                  <a:lnTo>
                    <a:pt x="110212" y="472491"/>
                  </a:lnTo>
                  <a:lnTo>
                    <a:pt x="102461" y="464378"/>
                  </a:lnTo>
                  <a:lnTo>
                    <a:pt x="90036" y="451372"/>
                  </a:lnTo>
                  <a:lnTo>
                    <a:pt x="82857" y="443857"/>
                  </a:lnTo>
                  <a:lnTo>
                    <a:pt x="72100" y="432598"/>
                  </a:lnTo>
                  <a:lnTo>
                    <a:pt x="43648" y="403127"/>
                  </a:lnTo>
                  <a:lnTo>
                    <a:pt x="16074" y="373477"/>
                  </a:lnTo>
                  <a:lnTo>
                    <a:pt x="1106" y="358747"/>
                  </a:lnTo>
                  <a:lnTo>
                    <a:pt x="0" y="357658"/>
                  </a:lnTo>
                  <a:lnTo>
                    <a:pt x="3839" y="353864"/>
                  </a:lnTo>
                  <a:lnTo>
                    <a:pt x="5925" y="351802"/>
                  </a:lnTo>
                  <a:lnTo>
                    <a:pt x="6072" y="351657"/>
                  </a:lnTo>
                  <a:lnTo>
                    <a:pt x="78332" y="280232"/>
                  </a:lnTo>
                  <a:lnTo>
                    <a:pt x="91101" y="267609"/>
                  </a:lnTo>
                  <a:lnTo>
                    <a:pt x="93290" y="265446"/>
                  </a:lnTo>
                  <a:lnTo>
                    <a:pt x="139715" y="219557"/>
                  </a:lnTo>
                  <a:lnTo>
                    <a:pt x="140059" y="219217"/>
                  </a:lnTo>
                  <a:lnTo>
                    <a:pt x="140267" y="219011"/>
                  </a:lnTo>
                  <a:lnTo>
                    <a:pt x="179626" y="180107"/>
                  </a:lnTo>
                  <a:lnTo>
                    <a:pt x="181468" y="178287"/>
                  </a:lnTo>
                  <a:lnTo>
                    <a:pt x="222928" y="137306"/>
                  </a:lnTo>
                  <a:lnTo>
                    <a:pt x="223958" y="136288"/>
                  </a:lnTo>
                  <a:lnTo>
                    <a:pt x="265790" y="94939"/>
                  </a:lnTo>
                  <a:lnTo>
                    <a:pt x="267950" y="92804"/>
                  </a:lnTo>
                  <a:lnTo>
                    <a:pt x="321415" y="43327"/>
                  </a:lnTo>
                  <a:lnTo>
                    <a:pt x="350218" y="16674"/>
                  </a:lnTo>
                  <a:lnTo>
                    <a:pt x="351609" y="15386"/>
                  </a:lnTo>
                  <a:lnTo>
                    <a:pt x="368236" y="0"/>
                  </a:lnTo>
                  <a:lnTo>
                    <a:pt x="524555" y="90452"/>
                  </a:lnTo>
                  <a:lnTo>
                    <a:pt x="526423" y="91533"/>
                  </a:lnTo>
                  <a:lnTo>
                    <a:pt x="613126" y="137476"/>
                  </a:lnTo>
                  <a:lnTo>
                    <a:pt x="613611" y="137814"/>
                  </a:lnTo>
                  <a:lnTo>
                    <a:pt x="624079" y="145118"/>
                  </a:lnTo>
                  <a:lnTo>
                    <a:pt x="626047" y="146631"/>
                  </a:lnTo>
                  <a:lnTo>
                    <a:pt x="629169" y="149032"/>
                  </a:lnTo>
                  <a:lnTo>
                    <a:pt x="633417" y="151443"/>
                  </a:lnTo>
                  <a:lnTo>
                    <a:pt x="649660" y="160663"/>
                  </a:lnTo>
                  <a:lnTo>
                    <a:pt x="649812" y="161636"/>
                  </a:lnTo>
                  <a:lnTo>
                    <a:pt x="650508" y="166093"/>
                  </a:lnTo>
                  <a:lnTo>
                    <a:pt x="658243" y="210508"/>
                  </a:lnTo>
                  <a:lnTo>
                    <a:pt x="666388" y="254809"/>
                  </a:lnTo>
                  <a:lnTo>
                    <a:pt x="670756" y="278569"/>
                  </a:lnTo>
                  <a:lnTo>
                    <a:pt x="670874" y="279026"/>
                  </a:lnTo>
                  <a:lnTo>
                    <a:pt x="673186" y="287904"/>
                  </a:lnTo>
                  <a:lnTo>
                    <a:pt x="679265" y="311256"/>
                  </a:lnTo>
                  <a:lnTo>
                    <a:pt x="679922" y="313780"/>
                  </a:lnTo>
                  <a:lnTo>
                    <a:pt x="682200" y="320495"/>
                  </a:lnTo>
                  <a:lnTo>
                    <a:pt x="682387" y="321091"/>
                  </a:lnTo>
                  <a:lnTo>
                    <a:pt x="696216" y="365124"/>
                  </a:lnTo>
                  <a:lnTo>
                    <a:pt x="696740" y="366794"/>
                  </a:lnTo>
                  <a:lnTo>
                    <a:pt x="724849" y="456295"/>
                  </a:lnTo>
                  <a:lnTo>
                    <a:pt x="728702" y="46856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039630" y="4921042"/>
              <a:ext cx="630080" cy="439967"/>
            </a:xfrm>
            <a:custGeom>
              <a:avLst/>
              <a:pathLst>
                <a:path w="630080" h="439967">
                  <a:moveTo>
                    <a:pt x="602621" y="108352"/>
                  </a:moveTo>
                  <a:lnTo>
                    <a:pt x="585726" y="118363"/>
                  </a:lnTo>
                  <a:lnTo>
                    <a:pt x="565983" y="130061"/>
                  </a:lnTo>
                  <a:lnTo>
                    <a:pt x="544941" y="142528"/>
                  </a:lnTo>
                  <a:lnTo>
                    <a:pt x="463759" y="190628"/>
                  </a:lnTo>
                  <a:lnTo>
                    <a:pt x="442590" y="203080"/>
                  </a:lnTo>
                  <a:lnTo>
                    <a:pt x="412216" y="220947"/>
                  </a:lnTo>
                  <a:lnTo>
                    <a:pt x="401615" y="227183"/>
                  </a:lnTo>
                  <a:lnTo>
                    <a:pt x="386024" y="236354"/>
                  </a:lnTo>
                  <a:lnTo>
                    <a:pt x="379065" y="240447"/>
                  </a:lnTo>
                  <a:lnTo>
                    <a:pt x="358627" y="252469"/>
                  </a:lnTo>
                  <a:lnTo>
                    <a:pt x="356739" y="253580"/>
                  </a:lnTo>
                  <a:lnTo>
                    <a:pt x="336028" y="265763"/>
                  </a:lnTo>
                  <a:lnTo>
                    <a:pt x="314465" y="278447"/>
                  </a:lnTo>
                  <a:lnTo>
                    <a:pt x="292230" y="291526"/>
                  </a:lnTo>
                  <a:lnTo>
                    <a:pt x="269398" y="304904"/>
                  </a:lnTo>
                  <a:lnTo>
                    <a:pt x="236318" y="324288"/>
                  </a:lnTo>
                  <a:lnTo>
                    <a:pt x="233623" y="325867"/>
                  </a:lnTo>
                  <a:lnTo>
                    <a:pt x="202060" y="344362"/>
                  </a:lnTo>
                  <a:lnTo>
                    <a:pt x="181309" y="356521"/>
                  </a:lnTo>
                  <a:lnTo>
                    <a:pt x="166567" y="365159"/>
                  </a:lnTo>
                  <a:lnTo>
                    <a:pt x="161862" y="367916"/>
                  </a:lnTo>
                  <a:lnTo>
                    <a:pt x="145958" y="377236"/>
                  </a:lnTo>
                  <a:lnTo>
                    <a:pt x="142214" y="379429"/>
                  </a:lnTo>
                  <a:lnTo>
                    <a:pt x="122292" y="391103"/>
                  </a:lnTo>
                  <a:lnTo>
                    <a:pt x="100734" y="403735"/>
                  </a:lnTo>
                  <a:lnTo>
                    <a:pt x="77999" y="417057"/>
                  </a:lnTo>
                  <a:lnTo>
                    <a:pt x="76507" y="417931"/>
                  </a:lnTo>
                  <a:lnTo>
                    <a:pt x="54032" y="431101"/>
                  </a:lnTo>
                  <a:lnTo>
                    <a:pt x="50814" y="432986"/>
                  </a:lnTo>
                  <a:lnTo>
                    <a:pt x="50645" y="433084"/>
                  </a:lnTo>
                  <a:lnTo>
                    <a:pt x="38749" y="439967"/>
                  </a:lnTo>
                  <a:lnTo>
                    <a:pt x="936" y="376097"/>
                  </a:lnTo>
                  <a:lnTo>
                    <a:pt x="0" y="374514"/>
                  </a:lnTo>
                  <a:lnTo>
                    <a:pt x="19722" y="363234"/>
                  </a:lnTo>
                  <a:lnTo>
                    <a:pt x="38603" y="352193"/>
                  </a:lnTo>
                  <a:lnTo>
                    <a:pt x="58104" y="340790"/>
                  </a:lnTo>
                  <a:lnTo>
                    <a:pt x="77913" y="329206"/>
                  </a:lnTo>
                  <a:lnTo>
                    <a:pt x="98174" y="317358"/>
                  </a:lnTo>
                  <a:lnTo>
                    <a:pt x="98715" y="317042"/>
                  </a:lnTo>
                  <a:lnTo>
                    <a:pt x="98437" y="316563"/>
                  </a:lnTo>
                  <a:lnTo>
                    <a:pt x="84425" y="292425"/>
                  </a:lnTo>
                  <a:lnTo>
                    <a:pt x="100290" y="277648"/>
                  </a:lnTo>
                  <a:lnTo>
                    <a:pt x="133649" y="248126"/>
                  </a:lnTo>
                  <a:lnTo>
                    <a:pt x="136706" y="245420"/>
                  </a:lnTo>
                  <a:lnTo>
                    <a:pt x="152177" y="231729"/>
                  </a:lnTo>
                  <a:lnTo>
                    <a:pt x="169904" y="216041"/>
                  </a:lnTo>
                  <a:lnTo>
                    <a:pt x="188046" y="199985"/>
                  </a:lnTo>
                  <a:lnTo>
                    <a:pt x="204676" y="185268"/>
                  </a:lnTo>
                  <a:lnTo>
                    <a:pt x="223760" y="168378"/>
                  </a:lnTo>
                  <a:lnTo>
                    <a:pt x="243163" y="151902"/>
                  </a:lnTo>
                  <a:lnTo>
                    <a:pt x="277646" y="122620"/>
                  </a:lnTo>
                  <a:lnTo>
                    <a:pt x="303069" y="101902"/>
                  </a:lnTo>
                  <a:lnTo>
                    <a:pt x="305132" y="104267"/>
                  </a:lnTo>
                  <a:lnTo>
                    <a:pt x="325510" y="88121"/>
                  </a:lnTo>
                  <a:lnTo>
                    <a:pt x="332463" y="82609"/>
                  </a:lnTo>
                  <a:lnTo>
                    <a:pt x="347138" y="70974"/>
                  </a:lnTo>
                  <a:lnTo>
                    <a:pt x="351690" y="67365"/>
                  </a:lnTo>
                  <a:lnTo>
                    <a:pt x="369729" y="53063"/>
                  </a:lnTo>
                  <a:lnTo>
                    <a:pt x="370472" y="54340"/>
                  </a:lnTo>
                  <a:lnTo>
                    <a:pt x="401413" y="107444"/>
                  </a:lnTo>
                  <a:lnTo>
                    <a:pt x="410716" y="101889"/>
                  </a:lnTo>
                  <a:lnTo>
                    <a:pt x="421497" y="95451"/>
                  </a:lnTo>
                  <a:lnTo>
                    <a:pt x="432540" y="115010"/>
                  </a:lnTo>
                  <a:lnTo>
                    <a:pt x="504083" y="72193"/>
                  </a:lnTo>
                  <a:lnTo>
                    <a:pt x="503554" y="71282"/>
                  </a:lnTo>
                  <a:lnTo>
                    <a:pt x="524109" y="59545"/>
                  </a:lnTo>
                  <a:lnTo>
                    <a:pt x="510846" y="37844"/>
                  </a:lnTo>
                  <a:lnTo>
                    <a:pt x="531217" y="26101"/>
                  </a:lnTo>
                  <a:lnTo>
                    <a:pt x="552178" y="13881"/>
                  </a:lnTo>
                  <a:lnTo>
                    <a:pt x="575988" y="0"/>
                  </a:lnTo>
                  <a:lnTo>
                    <a:pt x="630080" y="92083"/>
                  </a:lnTo>
                  <a:lnTo>
                    <a:pt x="606970" y="1057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20362" y="4563057"/>
              <a:ext cx="637415" cy="503833"/>
            </a:xfrm>
            <a:custGeom>
              <a:avLst/>
              <a:pathLst>
                <a:path w="637415" h="503833">
                  <a:moveTo>
                    <a:pt x="272220" y="186772"/>
                  </a:moveTo>
                  <a:lnTo>
                    <a:pt x="300224" y="170105"/>
                  </a:lnTo>
                  <a:lnTo>
                    <a:pt x="320329" y="158139"/>
                  </a:lnTo>
                  <a:lnTo>
                    <a:pt x="326632" y="154388"/>
                  </a:lnTo>
                  <a:lnTo>
                    <a:pt x="347875" y="141745"/>
                  </a:lnTo>
                  <a:lnTo>
                    <a:pt x="355612" y="137140"/>
                  </a:lnTo>
                  <a:lnTo>
                    <a:pt x="403908" y="108397"/>
                  </a:lnTo>
                  <a:lnTo>
                    <a:pt x="419678" y="99011"/>
                  </a:lnTo>
                  <a:lnTo>
                    <a:pt x="444942" y="83975"/>
                  </a:lnTo>
                  <a:lnTo>
                    <a:pt x="445143" y="83855"/>
                  </a:lnTo>
                  <a:lnTo>
                    <a:pt x="446842" y="82847"/>
                  </a:lnTo>
                  <a:lnTo>
                    <a:pt x="483661" y="61009"/>
                  </a:lnTo>
                  <a:lnTo>
                    <a:pt x="501630" y="50352"/>
                  </a:lnTo>
                  <a:lnTo>
                    <a:pt x="522835" y="37775"/>
                  </a:lnTo>
                  <a:lnTo>
                    <a:pt x="534666" y="30758"/>
                  </a:lnTo>
                  <a:lnTo>
                    <a:pt x="541883" y="26477"/>
                  </a:lnTo>
                  <a:lnTo>
                    <a:pt x="563266" y="13794"/>
                  </a:lnTo>
                  <a:lnTo>
                    <a:pt x="586530" y="0"/>
                  </a:lnTo>
                  <a:lnTo>
                    <a:pt x="586727" y="335"/>
                  </a:lnTo>
                  <a:lnTo>
                    <a:pt x="597176" y="18196"/>
                  </a:lnTo>
                  <a:lnTo>
                    <a:pt x="614517" y="47837"/>
                  </a:lnTo>
                  <a:lnTo>
                    <a:pt x="617019" y="52115"/>
                  </a:lnTo>
                  <a:lnTo>
                    <a:pt x="637415" y="86978"/>
                  </a:lnTo>
                  <a:lnTo>
                    <a:pt x="614122" y="100766"/>
                  </a:lnTo>
                  <a:lnTo>
                    <a:pt x="593066" y="113230"/>
                  </a:lnTo>
                  <a:lnTo>
                    <a:pt x="592815" y="113379"/>
                  </a:lnTo>
                  <a:lnTo>
                    <a:pt x="592537" y="113543"/>
                  </a:lnTo>
                  <a:lnTo>
                    <a:pt x="576153" y="123242"/>
                  </a:lnTo>
                  <a:lnTo>
                    <a:pt x="573435" y="124850"/>
                  </a:lnTo>
                  <a:lnTo>
                    <a:pt x="573014" y="125100"/>
                  </a:lnTo>
                  <a:lnTo>
                    <a:pt x="571716" y="125868"/>
                  </a:lnTo>
                  <a:lnTo>
                    <a:pt x="552897" y="137008"/>
                  </a:lnTo>
                  <a:lnTo>
                    <a:pt x="544352" y="142066"/>
                  </a:lnTo>
                  <a:lnTo>
                    <a:pt x="541046" y="144023"/>
                  </a:lnTo>
                  <a:lnTo>
                    <a:pt x="533803" y="148310"/>
                  </a:lnTo>
                  <a:lnTo>
                    <a:pt x="513348" y="160419"/>
                  </a:lnTo>
                  <a:lnTo>
                    <a:pt x="498424" y="169252"/>
                  </a:lnTo>
                  <a:lnTo>
                    <a:pt x="497682" y="169692"/>
                  </a:lnTo>
                  <a:lnTo>
                    <a:pt x="483440" y="178109"/>
                  </a:lnTo>
                  <a:lnTo>
                    <a:pt x="470105" y="185990"/>
                  </a:lnTo>
                  <a:lnTo>
                    <a:pt x="463984" y="189608"/>
                  </a:lnTo>
                  <a:lnTo>
                    <a:pt x="451617" y="196917"/>
                  </a:lnTo>
                  <a:lnTo>
                    <a:pt x="443550" y="201684"/>
                  </a:lnTo>
                  <a:lnTo>
                    <a:pt x="424021" y="213227"/>
                  </a:lnTo>
                  <a:lnTo>
                    <a:pt x="397954" y="228632"/>
                  </a:lnTo>
                  <a:lnTo>
                    <a:pt x="381247" y="238507"/>
                  </a:lnTo>
                  <a:lnTo>
                    <a:pt x="377558" y="240687"/>
                  </a:lnTo>
                  <a:lnTo>
                    <a:pt x="350739" y="256537"/>
                  </a:lnTo>
                  <a:lnTo>
                    <a:pt x="351615" y="258036"/>
                  </a:lnTo>
                  <a:lnTo>
                    <a:pt x="355075" y="264526"/>
                  </a:lnTo>
                  <a:lnTo>
                    <a:pt x="358881" y="271134"/>
                  </a:lnTo>
                  <a:lnTo>
                    <a:pt x="366608" y="280929"/>
                  </a:lnTo>
                  <a:lnTo>
                    <a:pt x="375749" y="291002"/>
                  </a:lnTo>
                  <a:lnTo>
                    <a:pt x="351590" y="311002"/>
                  </a:lnTo>
                  <a:lnTo>
                    <a:pt x="347595" y="314492"/>
                  </a:lnTo>
                  <a:lnTo>
                    <a:pt x="332656" y="327543"/>
                  </a:lnTo>
                  <a:lnTo>
                    <a:pt x="328614" y="331075"/>
                  </a:lnTo>
                  <a:lnTo>
                    <a:pt x="315731" y="342330"/>
                  </a:lnTo>
                  <a:lnTo>
                    <a:pt x="315267" y="342722"/>
                  </a:lnTo>
                  <a:lnTo>
                    <a:pt x="311188" y="346176"/>
                  </a:lnTo>
                  <a:lnTo>
                    <a:pt x="297605" y="357678"/>
                  </a:lnTo>
                  <a:lnTo>
                    <a:pt x="296715" y="358432"/>
                  </a:lnTo>
                  <a:lnTo>
                    <a:pt x="293363" y="361300"/>
                  </a:lnTo>
                  <a:lnTo>
                    <a:pt x="282022" y="371008"/>
                  </a:lnTo>
                  <a:lnTo>
                    <a:pt x="278662" y="373884"/>
                  </a:lnTo>
                  <a:lnTo>
                    <a:pt x="278404" y="374105"/>
                  </a:lnTo>
                  <a:lnTo>
                    <a:pt x="265738" y="384946"/>
                  </a:lnTo>
                  <a:lnTo>
                    <a:pt x="261262" y="388778"/>
                  </a:lnTo>
                  <a:lnTo>
                    <a:pt x="260578" y="389362"/>
                  </a:lnTo>
                  <a:lnTo>
                    <a:pt x="242966" y="405405"/>
                  </a:lnTo>
                  <a:lnTo>
                    <a:pt x="223754" y="420882"/>
                  </a:lnTo>
                  <a:lnTo>
                    <a:pt x="219705" y="424348"/>
                  </a:lnTo>
                  <a:lnTo>
                    <a:pt x="204991" y="433757"/>
                  </a:lnTo>
                  <a:lnTo>
                    <a:pt x="185023" y="445554"/>
                  </a:lnTo>
                  <a:lnTo>
                    <a:pt x="183656" y="446361"/>
                  </a:lnTo>
                  <a:lnTo>
                    <a:pt x="164014" y="457832"/>
                  </a:lnTo>
                  <a:lnTo>
                    <a:pt x="143877" y="469591"/>
                  </a:lnTo>
                  <a:lnTo>
                    <a:pt x="124158" y="481107"/>
                  </a:lnTo>
                  <a:lnTo>
                    <a:pt x="105732" y="491867"/>
                  </a:lnTo>
                  <a:lnTo>
                    <a:pt x="99226" y="495666"/>
                  </a:lnTo>
                  <a:lnTo>
                    <a:pt x="98344" y="496750"/>
                  </a:lnTo>
                  <a:lnTo>
                    <a:pt x="84034" y="503833"/>
                  </a:lnTo>
                  <a:lnTo>
                    <a:pt x="8437" y="370859"/>
                  </a:lnTo>
                  <a:lnTo>
                    <a:pt x="122" y="356233"/>
                  </a:lnTo>
                  <a:lnTo>
                    <a:pt x="0" y="356018"/>
                  </a:lnTo>
                  <a:lnTo>
                    <a:pt x="10057" y="347156"/>
                  </a:lnTo>
                  <a:lnTo>
                    <a:pt x="10972" y="342255"/>
                  </a:lnTo>
                  <a:lnTo>
                    <a:pt x="15207" y="339734"/>
                  </a:lnTo>
                  <a:lnTo>
                    <a:pt x="15910" y="339316"/>
                  </a:lnTo>
                  <a:lnTo>
                    <a:pt x="18760" y="337620"/>
                  </a:lnTo>
                  <a:lnTo>
                    <a:pt x="73399" y="305101"/>
                  </a:lnTo>
                  <a:lnTo>
                    <a:pt x="93805" y="292956"/>
                  </a:lnTo>
                  <a:lnTo>
                    <a:pt x="120530" y="277051"/>
                  </a:lnTo>
                  <a:lnTo>
                    <a:pt x="160742" y="253118"/>
                  </a:lnTo>
                  <a:lnTo>
                    <a:pt x="185483" y="238394"/>
                  </a:lnTo>
                  <a:lnTo>
                    <a:pt x="212489" y="2223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197" y="2420091"/>
              <a:ext cx="417398" cy="481225"/>
            </a:xfrm>
            <a:custGeom>
              <a:avLst/>
              <a:pathLst>
                <a:path w="417398" h="481225">
                  <a:moveTo>
                    <a:pt x="139049" y="465771"/>
                  </a:moveTo>
                  <a:lnTo>
                    <a:pt x="113266" y="481225"/>
                  </a:lnTo>
                  <a:lnTo>
                    <a:pt x="85029" y="432023"/>
                  </a:lnTo>
                  <a:lnTo>
                    <a:pt x="71175" y="408404"/>
                  </a:lnTo>
                  <a:lnTo>
                    <a:pt x="61279" y="391533"/>
                  </a:lnTo>
                  <a:lnTo>
                    <a:pt x="57604" y="385268"/>
                  </a:lnTo>
                  <a:lnTo>
                    <a:pt x="57332" y="384805"/>
                  </a:lnTo>
                  <a:lnTo>
                    <a:pt x="43608" y="361408"/>
                  </a:lnTo>
                  <a:lnTo>
                    <a:pt x="29094" y="336370"/>
                  </a:lnTo>
                  <a:lnTo>
                    <a:pt x="13337" y="310350"/>
                  </a:lnTo>
                  <a:lnTo>
                    <a:pt x="3106" y="293455"/>
                  </a:lnTo>
                  <a:lnTo>
                    <a:pt x="0" y="288165"/>
                  </a:lnTo>
                  <a:lnTo>
                    <a:pt x="630" y="287786"/>
                  </a:lnTo>
                  <a:lnTo>
                    <a:pt x="25568" y="272806"/>
                  </a:lnTo>
                  <a:lnTo>
                    <a:pt x="40647" y="263748"/>
                  </a:lnTo>
                  <a:lnTo>
                    <a:pt x="47705" y="259509"/>
                  </a:lnTo>
                  <a:lnTo>
                    <a:pt x="58900" y="252784"/>
                  </a:lnTo>
                  <a:lnTo>
                    <a:pt x="62537" y="250600"/>
                  </a:lnTo>
                  <a:lnTo>
                    <a:pt x="72129" y="244810"/>
                  </a:lnTo>
                  <a:lnTo>
                    <a:pt x="94842" y="231102"/>
                  </a:lnTo>
                  <a:lnTo>
                    <a:pt x="95235" y="230864"/>
                  </a:lnTo>
                  <a:lnTo>
                    <a:pt x="118242" y="216979"/>
                  </a:lnTo>
                  <a:lnTo>
                    <a:pt x="143162" y="201938"/>
                  </a:lnTo>
                  <a:lnTo>
                    <a:pt x="142942" y="201535"/>
                  </a:lnTo>
                  <a:lnTo>
                    <a:pt x="130075" y="178001"/>
                  </a:lnTo>
                  <a:lnTo>
                    <a:pt x="129779" y="177460"/>
                  </a:lnTo>
                  <a:lnTo>
                    <a:pt x="116281" y="154175"/>
                  </a:lnTo>
                  <a:lnTo>
                    <a:pt x="102702" y="130751"/>
                  </a:lnTo>
                  <a:lnTo>
                    <a:pt x="86625" y="103959"/>
                  </a:lnTo>
                  <a:lnTo>
                    <a:pt x="85856" y="102677"/>
                  </a:lnTo>
                  <a:lnTo>
                    <a:pt x="79787" y="92830"/>
                  </a:lnTo>
                  <a:lnTo>
                    <a:pt x="237671" y="0"/>
                  </a:lnTo>
                  <a:lnTo>
                    <a:pt x="250517" y="4079"/>
                  </a:lnTo>
                  <a:lnTo>
                    <a:pt x="268344" y="35960"/>
                  </a:lnTo>
                  <a:lnTo>
                    <a:pt x="293129" y="80283"/>
                  </a:lnTo>
                  <a:lnTo>
                    <a:pt x="310987" y="112219"/>
                  </a:lnTo>
                  <a:lnTo>
                    <a:pt x="311444" y="113037"/>
                  </a:lnTo>
                  <a:lnTo>
                    <a:pt x="319854" y="128077"/>
                  </a:lnTo>
                  <a:lnTo>
                    <a:pt x="334547" y="154353"/>
                  </a:lnTo>
                  <a:lnTo>
                    <a:pt x="349912" y="181831"/>
                  </a:lnTo>
                  <a:lnTo>
                    <a:pt x="373513" y="224037"/>
                  </a:lnTo>
                  <a:lnTo>
                    <a:pt x="375470" y="227536"/>
                  </a:lnTo>
                  <a:lnTo>
                    <a:pt x="401906" y="274813"/>
                  </a:lnTo>
                  <a:lnTo>
                    <a:pt x="416995" y="300747"/>
                  </a:lnTo>
                  <a:lnTo>
                    <a:pt x="417398" y="301441"/>
                  </a:lnTo>
                  <a:lnTo>
                    <a:pt x="416943" y="301704"/>
                  </a:lnTo>
                  <a:lnTo>
                    <a:pt x="352889" y="338664"/>
                  </a:lnTo>
                  <a:lnTo>
                    <a:pt x="329806" y="352242"/>
                  </a:lnTo>
                  <a:lnTo>
                    <a:pt x="306380" y="366022"/>
                  </a:lnTo>
                  <a:lnTo>
                    <a:pt x="304928" y="366868"/>
                  </a:lnTo>
                  <a:lnTo>
                    <a:pt x="258189" y="394105"/>
                  </a:lnTo>
                  <a:lnTo>
                    <a:pt x="256583" y="395040"/>
                  </a:lnTo>
                  <a:lnTo>
                    <a:pt x="231360" y="410064"/>
                  </a:lnTo>
                  <a:lnTo>
                    <a:pt x="209342" y="423350"/>
                  </a:lnTo>
                  <a:lnTo>
                    <a:pt x="208944" y="423591"/>
                  </a:lnTo>
                  <a:lnTo>
                    <a:pt x="185572" y="437695"/>
                  </a:lnTo>
                  <a:lnTo>
                    <a:pt x="162387" y="451686"/>
                  </a:lnTo>
                  <a:lnTo>
                    <a:pt x="161898" y="45198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61638" y="2594930"/>
              <a:ext cx="600653" cy="467181"/>
            </a:xfrm>
            <a:custGeom>
              <a:avLst/>
              <a:pathLst>
                <a:path w="600653" h="467181">
                  <a:moveTo>
                    <a:pt x="88478" y="466140"/>
                  </a:moveTo>
                  <a:lnTo>
                    <a:pt x="86756" y="467181"/>
                  </a:lnTo>
                  <a:lnTo>
                    <a:pt x="71172" y="440722"/>
                  </a:lnTo>
                  <a:lnTo>
                    <a:pt x="43548" y="393822"/>
                  </a:lnTo>
                  <a:lnTo>
                    <a:pt x="16223" y="347429"/>
                  </a:lnTo>
                  <a:lnTo>
                    <a:pt x="0" y="319632"/>
                  </a:lnTo>
                  <a:lnTo>
                    <a:pt x="10792" y="313122"/>
                  </a:lnTo>
                  <a:lnTo>
                    <a:pt x="11257" y="312842"/>
                  </a:lnTo>
                  <a:lnTo>
                    <a:pt x="9335" y="308165"/>
                  </a:lnTo>
                  <a:lnTo>
                    <a:pt x="7260" y="304153"/>
                  </a:lnTo>
                  <a:lnTo>
                    <a:pt x="4745" y="302282"/>
                  </a:lnTo>
                  <a:lnTo>
                    <a:pt x="219191" y="172790"/>
                  </a:lnTo>
                  <a:lnTo>
                    <a:pt x="362103" y="86494"/>
                  </a:lnTo>
                  <a:lnTo>
                    <a:pt x="505276" y="0"/>
                  </a:lnTo>
                  <a:lnTo>
                    <a:pt x="513423" y="13951"/>
                  </a:lnTo>
                  <a:lnTo>
                    <a:pt x="513783" y="14563"/>
                  </a:lnTo>
                  <a:lnTo>
                    <a:pt x="542867" y="64363"/>
                  </a:lnTo>
                  <a:lnTo>
                    <a:pt x="556961" y="88497"/>
                  </a:lnTo>
                  <a:lnTo>
                    <a:pt x="571487" y="113368"/>
                  </a:lnTo>
                  <a:lnTo>
                    <a:pt x="574664" y="118616"/>
                  </a:lnTo>
                  <a:lnTo>
                    <a:pt x="584896" y="135511"/>
                  </a:lnTo>
                  <a:lnTo>
                    <a:pt x="600653" y="161530"/>
                  </a:lnTo>
                  <a:lnTo>
                    <a:pt x="552048" y="190171"/>
                  </a:lnTo>
                  <a:lnTo>
                    <a:pt x="528052" y="204311"/>
                  </a:lnTo>
                  <a:lnTo>
                    <a:pt x="505291" y="218471"/>
                  </a:lnTo>
                  <a:lnTo>
                    <a:pt x="456220" y="247511"/>
                  </a:lnTo>
                  <a:lnTo>
                    <a:pt x="407774" y="275779"/>
                  </a:lnTo>
                  <a:lnTo>
                    <a:pt x="386069" y="288209"/>
                  </a:lnTo>
                  <a:lnTo>
                    <a:pt x="383704" y="289565"/>
                  </a:lnTo>
                  <a:lnTo>
                    <a:pt x="360396" y="303381"/>
                  </a:lnTo>
                  <a:lnTo>
                    <a:pt x="312400" y="331385"/>
                  </a:lnTo>
                  <a:lnTo>
                    <a:pt x="264356" y="361480"/>
                  </a:lnTo>
                  <a:lnTo>
                    <a:pt x="241173" y="374677"/>
                  </a:lnTo>
                  <a:lnTo>
                    <a:pt x="217737" y="389017"/>
                  </a:lnTo>
                  <a:lnTo>
                    <a:pt x="194554" y="403747"/>
                  </a:lnTo>
                  <a:lnTo>
                    <a:pt x="170809" y="416892"/>
                  </a:lnTo>
                  <a:lnTo>
                    <a:pt x="147204" y="430621"/>
                  </a:lnTo>
                  <a:lnTo>
                    <a:pt x="104232" y="45661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63308" y="2438851"/>
              <a:ext cx="603606" cy="458361"/>
            </a:xfrm>
            <a:custGeom>
              <a:avLst/>
              <a:pathLst>
                <a:path w="603606" h="458361">
                  <a:moveTo>
                    <a:pt x="603606" y="156079"/>
                  </a:moveTo>
                  <a:lnTo>
                    <a:pt x="460434" y="242574"/>
                  </a:lnTo>
                  <a:lnTo>
                    <a:pt x="317516" y="328873"/>
                  </a:lnTo>
                  <a:lnTo>
                    <a:pt x="103075" y="458361"/>
                  </a:lnTo>
                  <a:lnTo>
                    <a:pt x="100515" y="456456"/>
                  </a:lnTo>
                  <a:lnTo>
                    <a:pt x="95440" y="454804"/>
                  </a:lnTo>
                  <a:lnTo>
                    <a:pt x="90712" y="455041"/>
                  </a:lnTo>
                  <a:lnTo>
                    <a:pt x="88044" y="457066"/>
                  </a:lnTo>
                  <a:lnTo>
                    <a:pt x="85313" y="452047"/>
                  </a:lnTo>
                  <a:lnTo>
                    <a:pt x="71038" y="422835"/>
                  </a:lnTo>
                  <a:lnTo>
                    <a:pt x="42825" y="375796"/>
                  </a:lnTo>
                  <a:lnTo>
                    <a:pt x="15736" y="328758"/>
                  </a:lnTo>
                  <a:lnTo>
                    <a:pt x="0" y="303916"/>
                  </a:lnTo>
                  <a:lnTo>
                    <a:pt x="58553" y="268743"/>
                  </a:lnTo>
                  <a:lnTo>
                    <a:pt x="82832" y="254510"/>
                  </a:lnTo>
                  <a:lnTo>
                    <a:pt x="106183" y="241141"/>
                  </a:lnTo>
                  <a:lnTo>
                    <a:pt x="128378" y="227493"/>
                  </a:lnTo>
                  <a:lnTo>
                    <a:pt x="151960" y="212993"/>
                  </a:lnTo>
                  <a:lnTo>
                    <a:pt x="176182" y="198962"/>
                  </a:lnTo>
                  <a:lnTo>
                    <a:pt x="197202" y="186943"/>
                  </a:lnTo>
                  <a:lnTo>
                    <a:pt x="224216" y="171187"/>
                  </a:lnTo>
                  <a:lnTo>
                    <a:pt x="272343" y="142090"/>
                  </a:lnTo>
                  <a:lnTo>
                    <a:pt x="296173" y="128634"/>
                  </a:lnTo>
                  <a:lnTo>
                    <a:pt x="320452" y="114488"/>
                  </a:lnTo>
                  <a:lnTo>
                    <a:pt x="367886" y="85008"/>
                  </a:lnTo>
                  <a:lnTo>
                    <a:pt x="416641" y="56831"/>
                  </a:lnTo>
                  <a:lnTo>
                    <a:pt x="440175" y="43821"/>
                  </a:lnTo>
                  <a:lnTo>
                    <a:pt x="441025" y="43325"/>
                  </a:lnTo>
                  <a:lnTo>
                    <a:pt x="463709" y="30092"/>
                  </a:lnTo>
                  <a:lnTo>
                    <a:pt x="512572" y="0"/>
                  </a:lnTo>
                  <a:lnTo>
                    <a:pt x="540364" y="47326"/>
                  </a:lnTo>
                  <a:lnTo>
                    <a:pt x="551920" y="67004"/>
                  </a:lnTo>
                  <a:lnTo>
                    <a:pt x="557980" y="77550"/>
                  </a:lnTo>
                  <a:lnTo>
                    <a:pt x="571442" y="100979"/>
                  </a:lnTo>
                  <a:lnTo>
                    <a:pt x="572392" y="102633"/>
                  </a:lnTo>
                  <a:lnTo>
                    <a:pt x="597895" y="146299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78318" y="2292504"/>
              <a:ext cx="597499" cy="450263"/>
            </a:xfrm>
            <a:custGeom>
              <a:avLst/>
              <a:pathLst>
                <a:path w="597499" h="450263">
                  <a:moveTo>
                    <a:pt x="143543" y="415089"/>
                  </a:moveTo>
                  <a:lnTo>
                    <a:pt x="84990" y="450263"/>
                  </a:lnTo>
                  <a:lnTo>
                    <a:pt x="69478" y="423811"/>
                  </a:lnTo>
                  <a:lnTo>
                    <a:pt x="43063" y="377578"/>
                  </a:lnTo>
                  <a:lnTo>
                    <a:pt x="14962" y="330885"/>
                  </a:lnTo>
                  <a:lnTo>
                    <a:pt x="0" y="305696"/>
                  </a:lnTo>
                  <a:lnTo>
                    <a:pt x="59962" y="270980"/>
                  </a:lnTo>
                  <a:lnTo>
                    <a:pt x="84015" y="256231"/>
                  </a:lnTo>
                  <a:lnTo>
                    <a:pt x="107431" y="242187"/>
                  </a:lnTo>
                  <a:lnTo>
                    <a:pt x="129742" y="228583"/>
                  </a:lnTo>
                  <a:lnTo>
                    <a:pt x="153098" y="214341"/>
                  </a:lnTo>
                  <a:lnTo>
                    <a:pt x="176254" y="200659"/>
                  </a:lnTo>
                  <a:lnTo>
                    <a:pt x="223808" y="171071"/>
                  </a:lnTo>
                  <a:lnTo>
                    <a:pt x="272356" y="143350"/>
                  </a:lnTo>
                  <a:lnTo>
                    <a:pt x="296128" y="129777"/>
                  </a:lnTo>
                  <a:lnTo>
                    <a:pt x="319622" y="115748"/>
                  </a:lnTo>
                  <a:lnTo>
                    <a:pt x="368066" y="86821"/>
                  </a:lnTo>
                  <a:lnTo>
                    <a:pt x="415612" y="56804"/>
                  </a:lnTo>
                  <a:lnTo>
                    <a:pt x="462765" y="30007"/>
                  </a:lnTo>
                  <a:lnTo>
                    <a:pt x="510597" y="0"/>
                  </a:lnTo>
                  <a:lnTo>
                    <a:pt x="511893" y="2124"/>
                  </a:lnTo>
                  <a:lnTo>
                    <a:pt x="513339" y="4493"/>
                  </a:lnTo>
                  <a:lnTo>
                    <a:pt x="540617" y="49199"/>
                  </a:lnTo>
                  <a:lnTo>
                    <a:pt x="554870" y="72558"/>
                  </a:lnTo>
                  <a:lnTo>
                    <a:pt x="568656" y="96681"/>
                  </a:lnTo>
                  <a:lnTo>
                    <a:pt x="582248" y="120039"/>
                  </a:lnTo>
                  <a:lnTo>
                    <a:pt x="590870" y="134857"/>
                  </a:lnTo>
                  <a:lnTo>
                    <a:pt x="596813" y="145071"/>
                  </a:lnTo>
                  <a:lnTo>
                    <a:pt x="597499" y="146239"/>
                  </a:lnTo>
                  <a:lnTo>
                    <a:pt x="548699" y="176438"/>
                  </a:lnTo>
                  <a:lnTo>
                    <a:pt x="526015" y="189671"/>
                  </a:lnTo>
                  <a:lnTo>
                    <a:pt x="525165" y="190167"/>
                  </a:lnTo>
                  <a:lnTo>
                    <a:pt x="501631" y="203177"/>
                  </a:lnTo>
                  <a:lnTo>
                    <a:pt x="452876" y="231354"/>
                  </a:lnTo>
                  <a:lnTo>
                    <a:pt x="405442" y="260835"/>
                  </a:lnTo>
                  <a:lnTo>
                    <a:pt x="381163" y="274981"/>
                  </a:lnTo>
                  <a:lnTo>
                    <a:pt x="357333" y="288437"/>
                  </a:lnTo>
                  <a:lnTo>
                    <a:pt x="309206" y="317533"/>
                  </a:lnTo>
                  <a:lnTo>
                    <a:pt x="282192" y="333290"/>
                  </a:lnTo>
                  <a:lnTo>
                    <a:pt x="261172" y="345308"/>
                  </a:lnTo>
                  <a:lnTo>
                    <a:pt x="236950" y="359339"/>
                  </a:lnTo>
                  <a:lnTo>
                    <a:pt x="213368" y="373840"/>
                  </a:lnTo>
                  <a:lnTo>
                    <a:pt x="191173" y="387487"/>
                  </a:lnTo>
                  <a:lnTo>
                    <a:pt x="167822" y="40085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82479" y="2144462"/>
              <a:ext cx="606436" cy="453612"/>
            </a:xfrm>
            <a:custGeom>
              <a:avLst/>
              <a:pathLst>
                <a:path w="606436" h="453612">
                  <a:moveTo>
                    <a:pt x="155801" y="419023"/>
                  </a:moveTo>
                  <a:lnTo>
                    <a:pt x="95763" y="453612"/>
                  </a:lnTo>
                  <a:lnTo>
                    <a:pt x="81015" y="428784"/>
                  </a:lnTo>
                  <a:lnTo>
                    <a:pt x="53069" y="381031"/>
                  </a:lnTo>
                  <a:lnTo>
                    <a:pt x="25488" y="333902"/>
                  </a:lnTo>
                  <a:lnTo>
                    <a:pt x="3480" y="301112"/>
                  </a:lnTo>
                  <a:lnTo>
                    <a:pt x="0" y="295926"/>
                  </a:lnTo>
                  <a:lnTo>
                    <a:pt x="6861" y="292054"/>
                  </a:lnTo>
                  <a:lnTo>
                    <a:pt x="64869" y="264879"/>
                  </a:lnTo>
                  <a:lnTo>
                    <a:pt x="67500" y="263646"/>
                  </a:lnTo>
                  <a:lnTo>
                    <a:pt x="88609" y="253757"/>
                  </a:lnTo>
                  <a:lnTo>
                    <a:pt x="88975" y="253586"/>
                  </a:lnTo>
                  <a:lnTo>
                    <a:pt x="89717" y="253144"/>
                  </a:lnTo>
                  <a:lnTo>
                    <a:pt x="90313" y="252790"/>
                  </a:lnTo>
                  <a:lnTo>
                    <a:pt x="103852" y="244740"/>
                  </a:lnTo>
                  <a:lnTo>
                    <a:pt x="135331" y="226023"/>
                  </a:lnTo>
                  <a:lnTo>
                    <a:pt x="136105" y="225551"/>
                  </a:lnTo>
                  <a:lnTo>
                    <a:pt x="136263" y="225454"/>
                  </a:lnTo>
                  <a:lnTo>
                    <a:pt x="138712" y="223961"/>
                  </a:lnTo>
                  <a:lnTo>
                    <a:pt x="160317" y="210787"/>
                  </a:lnTo>
                  <a:lnTo>
                    <a:pt x="182583" y="197775"/>
                  </a:lnTo>
                  <a:lnTo>
                    <a:pt x="183260" y="197379"/>
                  </a:lnTo>
                  <a:lnTo>
                    <a:pt x="183694" y="197120"/>
                  </a:lnTo>
                  <a:lnTo>
                    <a:pt x="231726" y="168415"/>
                  </a:lnTo>
                  <a:lnTo>
                    <a:pt x="233944" y="167090"/>
                  </a:lnTo>
                  <a:lnTo>
                    <a:pt x="280279" y="139840"/>
                  </a:lnTo>
                  <a:lnTo>
                    <a:pt x="294309" y="131589"/>
                  </a:lnTo>
                  <a:lnTo>
                    <a:pt x="303732" y="126048"/>
                  </a:lnTo>
                  <a:lnTo>
                    <a:pt x="318177" y="117552"/>
                  </a:lnTo>
                  <a:lnTo>
                    <a:pt x="327246" y="112219"/>
                  </a:lnTo>
                  <a:lnTo>
                    <a:pt x="375914" y="83780"/>
                  </a:lnTo>
                  <a:lnTo>
                    <a:pt x="423936" y="55638"/>
                  </a:lnTo>
                  <a:lnTo>
                    <a:pt x="425048" y="54995"/>
                  </a:lnTo>
                  <a:lnTo>
                    <a:pt x="447607" y="41773"/>
                  </a:lnTo>
                  <a:lnTo>
                    <a:pt x="448336" y="41353"/>
                  </a:lnTo>
                  <a:lnTo>
                    <a:pt x="470505" y="28365"/>
                  </a:lnTo>
                  <a:lnTo>
                    <a:pt x="472280" y="27325"/>
                  </a:lnTo>
                  <a:lnTo>
                    <a:pt x="518923" y="0"/>
                  </a:lnTo>
                  <a:lnTo>
                    <a:pt x="531961" y="22357"/>
                  </a:lnTo>
                  <a:lnTo>
                    <a:pt x="536732" y="30540"/>
                  </a:lnTo>
                  <a:lnTo>
                    <a:pt x="537054" y="31092"/>
                  </a:lnTo>
                  <a:lnTo>
                    <a:pt x="556172" y="63875"/>
                  </a:lnTo>
                  <a:lnTo>
                    <a:pt x="563406" y="76282"/>
                  </a:lnTo>
                  <a:lnTo>
                    <a:pt x="563684" y="76744"/>
                  </a:lnTo>
                  <a:lnTo>
                    <a:pt x="591979" y="123932"/>
                  </a:lnTo>
                  <a:lnTo>
                    <a:pt x="602507" y="141491"/>
                  </a:lnTo>
                  <a:lnTo>
                    <a:pt x="606436" y="148042"/>
                  </a:lnTo>
                  <a:lnTo>
                    <a:pt x="558605" y="178050"/>
                  </a:lnTo>
                  <a:lnTo>
                    <a:pt x="511452" y="204847"/>
                  </a:lnTo>
                  <a:lnTo>
                    <a:pt x="463905" y="234864"/>
                  </a:lnTo>
                  <a:lnTo>
                    <a:pt x="415461" y="263791"/>
                  </a:lnTo>
                  <a:lnTo>
                    <a:pt x="391967" y="277819"/>
                  </a:lnTo>
                  <a:lnTo>
                    <a:pt x="368195" y="291393"/>
                  </a:lnTo>
                  <a:lnTo>
                    <a:pt x="319647" y="319114"/>
                  </a:lnTo>
                  <a:lnTo>
                    <a:pt x="272093" y="348702"/>
                  </a:lnTo>
                  <a:lnTo>
                    <a:pt x="248937" y="362384"/>
                  </a:lnTo>
                  <a:lnTo>
                    <a:pt x="225581" y="376625"/>
                  </a:lnTo>
                  <a:lnTo>
                    <a:pt x="203266" y="390232"/>
                  </a:lnTo>
                  <a:lnTo>
                    <a:pt x="179854" y="40427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317931" y="1835890"/>
              <a:ext cx="476187" cy="420791"/>
            </a:xfrm>
            <a:custGeom>
              <a:avLst/>
              <a:pathLst>
                <a:path w="476187" h="420791">
                  <a:moveTo>
                    <a:pt x="320718" y="36731"/>
                  </a:moveTo>
                  <a:lnTo>
                    <a:pt x="336181" y="63920"/>
                  </a:lnTo>
                  <a:lnTo>
                    <a:pt x="351055" y="89756"/>
                  </a:lnTo>
                  <a:lnTo>
                    <a:pt x="377142" y="135909"/>
                  </a:lnTo>
                  <a:lnTo>
                    <a:pt x="403867" y="120801"/>
                  </a:lnTo>
                  <a:lnTo>
                    <a:pt x="425951" y="107364"/>
                  </a:lnTo>
                  <a:lnTo>
                    <a:pt x="439791" y="130653"/>
                  </a:lnTo>
                  <a:lnTo>
                    <a:pt x="453516" y="154173"/>
                  </a:lnTo>
                  <a:lnTo>
                    <a:pt x="476187" y="194463"/>
                  </a:lnTo>
                  <a:lnTo>
                    <a:pt x="427979" y="223963"/>
                  </a:lnTo>
                  <a:lnTo>
                    <a:pt x="379933" y="251350"/>
                  </a:lnTo>
                  <a:lnTo>
                    <a:pt x="356971" y="265389"/>
                  </a:lnTo>
                  <a:lnTo>
                    <a:pt x="332566" y="279727"/>
                  </a:lnTo>
                  <a:lnTo>
                    <a:pt x="285293" y="307501"/>
                  </a:lnTo>
                  <a:lnTo>
                    <a:pt x="283471" y="308571"/>
                  </a:lnTo>
                  <a:lnTo>
                    <a:pt x="236828" y="335897"/>
                  </a:lnTo>
                  <a:lnTo>
                    <a:pt x="235053" y="336936"/>
                  </a:lnTo>
                  <a:lnTo>
                    <a:pt x="212884" y="349924"/>
                  </a:lnTo>
                  <a:lnTo>
                    <a:pt x="212155" y="350344"/>
                  </a:lnTo>
                  <a:lnTo>
                    <a:pt x="189597" y="363567"/>
                  </a:lnTo>
                  <a:lnTo>
                    <a:pt x="188484" y="364210"/>
                  </a:lnTo>
                  <a:lnTo>
                    <a:pt x="140463" y="392352"/>
                  </a:lnTo>
                  <a:lnTo>
                    <a:pt x="91794" y="420791"/>
                  </a:lnTo>
                  <a:lnTo>
                    <a:pt x="69335" y="382549"/>
                  </a:lnTo>
                  <a:lnTo>
                    <a:pt x="56077" y="359974"/>
                  </a:lnTo>
                  <a:lnTo>
                    <a:pt x="42318" y="336284"/>
                  </a:lnTo>
                  <a:lnTo>
                    <a:pt x="28742" y="313456"/>
                  </a:lnTo>
                  <a:lnTo>
                    <a:pt x="14376" y="289303"/>
                  </a:lnTo>
                  <a:lnTo>
                    <a:pt x="0" y="263445"/>
                  </a:lnTo>
                  <a:lnTo>
                    <a:pt x="22411" y="249978"/>
                  </a:lnTo>
                  <a:lnTo>
                    <a:pt x="47658" y="234808"/>
                  </a:lnTo>
                  <a:lnTo>
                    <a:pt x="17698" y="183442"/>
                  </a:lnTo>
                  <a:lnTo>
                    <a:pt x="3990" y="161770"/>
                  </a:lnTo>
                  <a:lnTo>
                    <a:pt x="30283" y="146658"/>
                  </a:lnTo>
                  <a:lnTo>
                    <a:pt x="52679" y="132145"/>
                  </a:lnTo>
                  <a:lnTo>
                    <a:pt x="76305" y="119139"/>
                  </a:lnTo>
                  <a:lnTo>
                    <a:pt x="100571" y="105369"/>
                  </a:lnTo>
                  <a:lnTo>
                    <a:pt x="123952" y="92100"/>
                  </a:lnTo>
                  <a:lnTo>
                    <a:pt x="149139" y="76850"/>
                  </a:lnTo>
                  <a:lnTo>
                    <a:pt x="174262" y="61956"/>
                  </a:lnTo>
                  <a:lnTo>
                    <a:pt x="189814" y="52923"/>
                  </a:lnTo>
                  <a:lnTo>
                    <a:pt x="197529" y="48443"/>
                  </a:lnTo>
                  <a:lnTo>
                    <a:pt x="222482" y="37402"/>
                  </a:lnTo>
                  <a:lnTo>
                    <a:pt x="227484" y="46200"/>
                  </a:lnTo>
                  <a:lnTo>
                    <a:pt x="250171" y="30474"/>
                  </a:lnTo>
                  <a:lnTo>
                    <a:pt x="273172" y="17062"/>
                  </a:lnTo>
                  <a:lnTo>
                    <a:pt x="299828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617759" y="1508760"/>
              <a:ext cx="606237" cy="551748"/>
            </a:xfrm>
            <a:custGeom>
              <a:avLst/>
              <a:pathLst>
                <a:path w="606237" h="551748">
                  <a:moveTo>
                    <a:pt x="34355" y="212612"/>
                  </a:moveTo>
                  <a:lnTo>
                    <a:pt x="44115" y="207368"/>
                  </a:lnTo>
                  <a:lnTo>
                    <a:pt x="45115" y="206831"/>
                  </a:lnTo>
                  <a:lnTo>
                    <a:pt x="52864" y="202669"/>
                  </a:lnTo>
                  <a:lnTo>
                    <a:pt x="53358" y="202403"/>
                  </a:lnTo>
                  <a:lnTo>
                    <a:pt x="75981" y="188587"/>
                  </a:lnTo>
                  <a:lnTo>
                    <a:pt x="99963" y="173942"/>
                  </a:lnTo>
                  <a:lnTo>
                    <a:pt x="107475" y="169354"/>
                  </a:lnTo>
                  <a:lnTo>
                    <a:pt x="107756" y="169182"/>
                  </a:lnTo>
                  <a:lnTo>
                    <a:pt x="111925" y="166636"/>
                  </a:lnTo>
                  <a:lnTo>
                    <a:pt x="117240" y="161635"/>
                  </a:lnTo>
                  <a:lnTo>
                    <a:pt x="120008" y="159031"/>
                  </a:lnTo>
                  <a:lnTo>
                    <a:pt x="130074" y="149560"/>
                  </a:lnTo>
                  <a:lnTo>
                    <a:pt x="147402" y="133255"/>
                  </a:lnTo>
                  <a:lnTo>
                    <a:pt x="165824" y="122820"/>
                  </a:lnTo>
                  <a:lnTo>
                    <a:pt x="189009" y="109687"/>
                  </a:lnTo>
                  <a:lnTo>
                    <a:pt x="189848" y="109212"/>
                  </a:lnTo>
                  <a:lnTo>
                    <a:pt x="198614" y="104247"/>
                  </a:lnTo>
                  <a:lnTo>
                    <a:pt x="258083" y="70765"/>
                  </a:lnTo>
                  <a:lnTo>
                    <a:pt x="270003" y="64054"/>
                  </a:lnTo>
                  <a:lnTo>
                    <a:pt x="313961" y="39305"/>
                  </a:lnTo>
                  <a:lnTo>
                    <a:pt x="319002" y="36382"/>
                  </a:lnTo>
                  <a:lnTo>
                    <a:pt x="355975" y="14944"/>
                  </a:lnTo>
                  <a:lnTo>
                    <a:pt x="362126" y="11378"/>
                  </a:lnTo>
                  <a:lnTo>
                    <a:pt x="381749" y="0"/>
                  </a:lnTo>
                  <a:lnTo>
                    <a:pt x="389025" y="11589"/>
                  </a:lnTo>
                  <a:lnTo>
                    <a:pt x="419357" y="66578"/>
                  </a:lnTo>
                  <a:lnTo>
                    <a:pt x="513812" y="234967"/>
                  </a:lnTo>
                  <a:lnTo>
                    <a:pt x="550025" y="299750"/>
                  </a:lnTo>
                  <a:lnTo>
                    <a:pt x="606237" y="395645"/>
                  </a:lnTo>
                  <a:lnTo>
                    <a:pt x="553672" y="427726"/>
                  </a:lnTo>
                  <a:lnTo>
                    <a:pt x="523457" y="446032"/>
                  </a:lnTo>
                  <a:lnTo>
                    <a:pt x="478802" y="472756"/>
                  </a:lnTo>
                  <a:lnTo>
                    <a:pt x="454917" y="488013"/>
                  </a:lnTo>
                  <a:lnTo>
                    <a:pt x="452430" y="489363"/>
                  </a:lnTo>
                  <a:lnTo>
                    <a:pt x="428526" y="502337"/>
                  </a:lnTo>
                  <a:lnTo>
                    <a:pt x="413553" y="510463"/>
                  </a:lnTo>
                  <a:lnTo>
                    <a:pt x="338225" y="551748"/>
                  </a:lnTo>
                  <a:lnTo>
                    <a:pt x="328520" y="536680"/>
                  </a:lnTo>
                  <a:lnTo>
                    <a:pt x="328419" y="536488"/>
                  </a:lnTo>
                  <a:lnTo>
                    <a:pt x="322003" y="524277"/>
                  </a:lnTo>
                  <a:lnTo>
                    <a:pt x="305016" y="496581"/>
                  </a:lnTo>
                  <a:lnTo>
                    <a:pt x="300241" y="488640"/>
                  </a:lnTo>
                  <a:lnTo>
                    <a:pt x="280962" y="457519"/>
                  </a:lnTo>
                  <a:lnTo>
                    <a:pt x="224285" y="492476"/>
                  </a:lnTo>
                  <a:lnTo>
                    <a:pt x="200686" y="507032"/>
                  </a:lnTo>
                  <a:lnTo>
                    <a:pt x="176359" y="521594"/>
                  </a:lnTo>
                  <a:lnTo>
                    <a:pt x="153687" y="481303"/>
                  </a:lnTo>
                  <a:lnTo>
                    <a:pt x="139963" y="457784"/>
                  </a:lnTo>
                  <a:lnTo>
                    <a:pt x="126123" y="434495"/>
                  </a:lnTo>
                  <a:lnTo>
                    <a:pt x="104038" y="447932"/>
                  </a:lnTo>
                  <a:lnTo>
                    <a:pt x="77303" y="463021"/>
                  </a:lnTo>
                  <a:lnTo>
                    <a:pt x="51226" y="416887"/>
                  </a:lnTo>
                  <a:lnTo>
                    <a:pt x="36353" y="391050"/>
                  </a:lnTo>
                  <a:lnTo>
                    <a:pt x="20890" y="363862"/>
                  </a:lnTo>
                  <a:lnTo>
                    <a:pt x="0" y="327130"/>
                  </a:lnTo>
                  <a:lnTo>
                    <a:pt x="22715" y="314349"/>
                  </a:lnTo>
                  <a:lnTo>
                    <a:pt x="24127" y="313554"/>
                  </a:lnTo>
                  <a:lnTo>
                    <a:pt x="47550" y="299555"/>
                  </a:lnTo>
                  <a:lnTo>
                    <a:pt x="34054" y="275376"/>
                  </a:lnTo>
                  <a:lnTo>
                    <a:pt x="57959" y="261215"/>
                  </a:lnTo>
                  <a:lnTo>
                    <a:pt x="45860" y="237899"/>
                  </a:lnTo>
                  <a:lnTo>
                    <a:pt x="44471" y="235223"/>
                  </a:lnTo>
                  <a:lnTo>
                    <a:pt x="34295" y="21655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601402" y="2059854"/>
              <a:ext cx="474957" cy="648445"/>
            </a:xfrm>
            <a:custGeom>
              <a:avLst/>
              <a:pathLst>
                <a:path w="474957" h="648445">
                  <a:moveTo>
                    <a:pt x="411582" y="453067"/>
                  </a:moveTo>
                  <a:lnTo>
                    <a:pt x="417651" y="462915"/>
                  </a:lnTo>
                  <a:lnTo>
                    <a:pt x="418420" y="464196"/>
                  </a:lnTo>
                  <a:lnTo>
                    <a:pt x="434497" y="490988"/>
                  </a:lnTo>
                  <a:lnTo>
                    <a:pt x="448076" y="514412"/>
                  </a:lnTo>
                  <a:lnTo>
                    <a:pt x="461574" y="537697"/>
                  </a:lnTo>
                  <a:lnTo>
                    <a:pt x="461870" y="538239"/>
                  </a:lnTo>
                  <a:lnTo>
                    <a:pt x="474737" y="561772"/>
                  </a:lnTo>
                  <a:lnTo>
                    <a:pt x="474957" y="562175"/>
                  </a:lnTo>
                  <a:lnTo>
                    <a:pt x="450038" y="577216"/>
                  </a:lnTo>
                  <a:lnTo>
                    <a:pt x="427031" y="591102"/>
                  </a:lnTo>
                  <a:lnTo>
                    <a:pt x="426637" y="591339"/>
                  </a:lnTo>
                  <a:lnTo>
                    <a:pt x="403924" y="605047"/>
                  </a:lnTo>
                  <a:lnTo>
                    <a:pt x="394332" y="610837"/>
                  </a:lnTo>
                  <a:lnTo>
                    <a:pt x="390695" y="613022"/>
                  </a:lnTo>
                  <a:lnTo>
                    <a:pt x="379494" y="619750"/>
                  </a:lnTo>
                  <a:lnTo>
                    <a:pt x="372443" y="623986"/>
                  </a:lnTo>
                  <a:lnTo>
                    <a:pt x="357363" y="633043"/>
                  </a:lnTo>
                  <a:lnTo>
                    <a:pt x="332425" y="648023"/>
                  </a:lnTo>
                  <a:lnTo>
                    <a:pt x="331723" y="648445"/>
                  </a:lnTo>
                  <a:lnTo>
                    <a:pt x="317197" y="623573"/>
                  </a:lnTo>
                  <a:lnTo>
                    <a:pt x="303103" y="599440"/>
                  </a:lnTo>
                  <a:lnTo>
                    <a:pt x="274019" y="549640"/>
                  </a:lnTo>
                  <a:lnTo>
                    <a:pt x="273660" y="549027"/>
                  </a:lnTo>
                  <a:lnTo>
                    <a:pt x="265512" y="535076"/>
                  </a:lnTo>
                  <a:lnTo>
                    <a:pt x="259801" y="525296"/>
                  </a:lnTo>
                  <a:lnTo>
                    <a:pt x="234298" y="481630"/>
                  </a:lnTo>
                  <a:lnTo>
                    <a:pt x="233348" y="479976"/>
                  </a:lnTo>
                  <a:lnTo>
                    <a:pt x="219886" y="456547"/>
                  </a:lnTo>
                  <a:lnTo>
                    <a:pt x="213826" y="446000"/>
                  </a:lnTo>
                  <a:lnTo>
                    <a:pt x="202270" y="426323"/>
                  </a:lnTo>
                  <a:lnTo>
                    <a:pt x="174415" y="378889"/>
                  </a:lnTo>
                  <a:lnTo>
                    <a:pt x="173729" y="377721"/>
                  </a:lnTo>
                  <a:lnTo>
                    <a:pt x="167786" y="367507"/>
                  </a:lnTo>
                  <a:lnTo>
                    <a:pt x="159164" y="352690"/>
                  </a:lnTo>
                  <a:lnTo>
                    <a:pt x="145572" y="329331"/>
                  </a:lnTo>
                  <a:lnTo>
                    <a:pt x="131786" y="305209"/>
                  </a:lnTo>
                  <a:lnTo>
                    <a:pt x="117533" y="281849"/>
                  </a:lnTo>
                  <a:lnTo>
                    <a:pt x="90255" y="237144"/>
                  </a:lnTo>
                  <a:lnTo>
                    <a:pt x="88809" y="234774"/>
                  </a:lnTo>
                  <a:lnTo>
                    <a:pt x="87513" y="232650"/>
                  </a:lnTo>
                  <a:lnTo>
                    <a:pt x="83584" y="226098"/>
                  </a:lnTo>
                  <a:lnTo>
                    <a:pt x="73055" y="208539"/>
                  </a:lnTo>
                  <a:lnTo>
                    <a:pt x="44761" y="161352"/>
                  </a:lnTo>
                  <a:lnTo>
                    <a:pt x="44483" y="160889"/>
                  </a:lnTo>
                  <a:lnTo>
                    <a:pt x="37248" y="148483"/>
                  </a:lnTo>
                  <a:lnTo>
                    <a:pt x="18131" y="115700"/>
                  </a:lnTo>
                  <a:lnTo>
                    <a:pt x="17809" y="115148"/>
                  </a:lnTo>
                  <a:lnTo>
                    <a:pt x="13037" y="106965"/>
                  </a:lnTo>
                  <a:lnTo>
                    <a:pt x="0" y="84607"/>
                  </a:lnTo>
                  <a:lnTo>
                    <a:pt x="1821" y="83538"/>
                  </a:lnTo>
                  <a:lnTo>
                    <a:pt x="49095" y="55764"/>
                  </a:lnTo>
                  <a:lnTo>
                    <a:pt x="73500" y="41426"/>
                  </a:lnTo>
                  <a:lnTo>
                    <a:pt x="96462" y="27387"/>
                  </a:lnTo>
                  <a:lnTo>
                    <a:pt x="144507" y="0"/>
                  </a:lnTo>
                  <a:lnTo>
                    <a:pt x="163580" y="28125"/>
                  </a:lnTo>
                  <a:lnTo>
                    <a:pt x="190220" y="75633"/>
                  </a:lnTo>
                  <a:lnTo>
                    <a:pt x="217618" y="122427"/>
                  </a:lnTo>
                  <a:lnTo>
                    <a:pt x="232255" y="147182"/>
                  </a:lnTo>
                  <a:lnTo>
                    <a:pt x="247938" y="173294"/>
                  </a:lnTo>
                  <a:lnTo>
                    <a:pt x="261139" y="196753"/>
                  </a:lnTo>
                  <a:lnTo>
                    <a:pt x="274299" y="220519"/>
                  </a:lnTo>
                  <a:lnTo>
                    <a:pt x="288945" y="244740"/>
                  </a:lnTo>
                  <a:lnTo>
                    <a:pt x="289148" y="245075"/>
                  </a:lnTo>
                  <a:lnTo>
                    <a:pt x="302235" y="266722"/>
                  </a:lnTo>
                  <a:lnTo>
                    <a:pt x="316644" y="293534"/>
                  </a:lnTo>
                  <a:lnTo>
                    <a:pt x="331626" y="318334"/>
                  </a:lnTo>
                  <a:lnTo>
                    <a:pt x="345864" y="342481"/>
                  </a:lnTo>
                  <a:lnTo>
                    <a:pt x="359410" y="365456"/>
                  </a:lnTo>
                  <a:lnTo>
                    <a:pt x="373703" y="390087"/>
                  </a:lnTo>
                  <a:lnTo>
                    <a:pt x="387247" y="411694"/>
                  </a:lnTo>
                  <a:lnTo>
                    <a:pt x="403883" y="44057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501205" y="4337523"/>
              <a:ext cx="463764" cy="372014"/>
            </a:xfrm>
            <a:custGeom>
              <a:avLst/>
              <a:pathLst>
                <a:path w="463764" h="372014">
                  <a:moveTo>
                    <a:pt x="11326" y="146243"/>
                  </a:moveTo>
                  <a:lnTo>
                    <a:pt x="23135" y="139250"/>
                  </a:lnTo>
                  <a:lnTo>
                    <a:pt x="23837" y="138834"/>
                  </a:lnTo>
                  <a:lnTo>
                    <a:pt x="24150" y="138619"/>
                  </a:lnTo>
                  <a:lnTo>
                    <a:pt x="16959" y="128885"/>
                  </a:lnTo>
                  <a:lnTo>
                    <a:pt x="11175" y="121055"/>
                  </a:lnTo>
                  <a:lnTo>
                    <a:pt x="11431" y="120914"/>
                  </a:lnTo>
                  <a:lnTo>
                    <a:pt x="831" y="103467"/>
                  </a:lnTo>
                  <a:lnTo>
                    <a:pt x="0" y="102098"/>
                  </a:lnTo>
                  <a:lnTo>
                    <a:pt x="15531" y="92943"/>
                  </a:lnTo>
                  <a:lnTo>
                    <a:pt x="17931" y="91563"/>
                  </a:lnTo>
                  <a:lnTo>
                    <a:pt x="27406" y="86116"/>
                  </a:lnTo>
                  <a:lnTo>
                    <a:pt x="34322" y="82139"/>
                  </a:lnTo>
                  <a:lnTo>
                    <a:pt x="41779" y="77851"/>
                  </a:lnTo>
                  <a:lnTo>
                    <a:pt x="49263" y="73548"/>
                  </a:lnTo>
                  <a:lnTo>
                    <a:pt x="54839" y="70342"/>
                  </a:lnTo>
                  <a:lnTo>
                    <a:pt x="61980" y="66236"/>
                  </a:lnTo>
                  <a:lnTo>
                    <a:pt x="71781" y="60601"/>
                  </a:lnTo>
                  <a:lnTo>
                    <a:pt x="81085" y="55251"/>
                  </a:lnTo>
                  <a:lnTo>
                    <a:pt x="100161" y="44283"/>
                  </a:lnTo>
                  <a:lnTo>
                    <a:pt x="107195" y="40089"/>
                  </a:lnTo>
                  <a:lnTo>
                    <a:pt x="113385" y="36398"/>
                  </a:lnTo>
                  <a:lnTo>
                    <a:pt x="115801" y="34957"/>
                  </a:lnTo>
                  <a:lnTo>
                    <a:pt x="119270" y="32889"/>
                  </a:lnTo>
                  <a:lnTo>
                    <a:pt x="128271" y="27522"/>
                  </a:lnTo>
                  <a:lnTo>
                    <a:pt x="129881" y="26562"/>
                  </a:lnTo>
                  <a:lnTo>
                    <a:pt x="156578" y="10643"/>
                  </a:lnTo>
                  <a:lnTo>
                    <a:pt x="174429" y="0"/>
                  </a:lnTo>
                  <a:lnTo>
                    <a:pt x="176202" y="3109"/>
                  </a:lnTo>
                  <a:lnTo>
                    <a:pt x="179869" y="9539"/>
                  </a:lnTo>
                  <a:lnTo>
                    <a:pt x="180498" y="10643"/>
                  </a:lnTo>
                  <a:lnTo>
                    <a:pt x="184945" y="18441"/>
                  </a:lnTo>
                  <a:lnTo>
                    <a:pt x="193115" y="32769"/>
                  </a:lnTo>
                  <a:lnTo>
                    <a:pt x="195391" y="36762"/>
                  </a:lnTo>
                  <a:lnTo>
                    <a:pt x="206898" y="56941"/>
                  </a:lnTo>
                  <a:lnTo>
                    <a:pt x="208894" y="60442"/>
                  </a:lnTo>
                  <a:lnTo>
                    <a:pt x="218683" y="77609"/>
                  </a:lnTo>
                  <a:lnTo>
                    <a:pt x="222166" y="83717"/>
                  </a:lnTo>
                  <a:lnTo>
                    <a:pt x="228473" y="94778"/>
                  </a:lnTo>
                  <a:lnTo>
                    <a:pt x="229910" y="97298"/>
                  </a:lnTo>
                  <a:lnTo>
                    <a:pt x="235524" y="107144"/>
                  </a:lnTo>
                  <a:lnTo>
                    <a:pt x="289100" y="76066"/>
                  </a:lnTo>
                  <a:lnTo>
                    <a:pt x="275438" y="52817"/>
                  </a:lnTo>
                  <a:lnTo>
                    <a:pt x="321301" y="24887"/>
                  </a:lnTo>
                  <a:lnTo>
                    <a:pt x="324858" y="31023"/>
                  </a:lnTo>
                  <a:lnTo>
                    <a:pt x="334827" y="48219"/>
                  </a:lnTo>
                  <a:lnTo>
                    <a:pt x="336009" y="47515"/>
                  </a:lnTo>
                  <a:lnTo>
                    <a:pt x="367020" y="29023"/>
                  </a:lnTo>
                  <a:lnTo>
                    <a:pt x="386512" y="17401"/>
                  </a:lnTo>
                  <a:lnTo>
                    <a:pt x="388664" y="16117"/>
                  </a:lnTo>
                  <a:lnTo>
                    <a:pt x="389036" y="16758"/>
                  </a:lnTo>
                  <a:lnTo>
                    <a:pt x="389706" y="17893"/>
                  </a:lnTo>
                  <a:lnTo>
                    <a:pt x="402385" y="39383"/>
                  </a:lnTo>
                  <a:lnTo>
                    <a:pt x="402572" y="39699"/>
                  </a:lnTo>
                  <a:lnTo>
                    <a:pt x="416372" y="63088"/>
                  </a:lnTo>
                  <a:lnTo>
                    <a:pt x="417553" y="65090"/>
                  </a:lnTo>
                  <a:lnTo>
                    <a:pt x="425319" y="78252"/>
                  </a:lnTo>
                  <a:lnTo>
                    <a:pt x="427876" y="82585"/>
                  </a:lnTo>
                  <a:lnTo>
                    <a:pt x="428436" y="83535"/>
                  </a:lnTo>
                  <a:lnTo>
                    <a:pt x="428678" y="83945"/>
                  </a:lnTo>
                  <a:lnTo>
                    <a:pt x="429603" y="85512"/>
                  </a:lnTo>
                  <a:lnTo>
                    <a:pt x="430065" y="86295"/>
                  </a:lnTo>
                  <a:lnTo>
                    <a:pt x="430502" y="87036"/>
                  </a:lnTo>
                  <a:lnTo>
                    <a:pt x="431419" y="88762"/>
                  </a:lnTo>
                  <a:lnTo>
                    <a:pt x="431107" y="88948"/>
                  </a:lnTo>
                  <a:lnTo>
                    <a:pt x="430951" y="89041"/>
                  </a:lnTo>
                  <a:lnTo>
                    <a:pt x="430081" y="89560"/>
                  </a:lnTo>
                  <a:lnTo>
                    <a:pt x="427800" y="90921"/>
                  </a:lnTo>
                  <a:lnTo>
                    <a:pt x="426534" y="91677"/>
                  </a:lnTo>
                  <a:lnTo>
                    <a:pt x="425035" y="92571"/>
                  </a:lnTo>
                  <a:lnTo>
                    <a:pt x="424122" y="93115"/>
                  </a:lnTo>
                  <a:lnTo>
                    <a:pt x="422165" y="94283"/>
                  </a:lnTo>
                  <a:lnTo>
                    <a:pt x="418951" y="96201"/>
                  </a:lnTo>
                  <a:lnTo>
                    <a:pt x="407085" y="103280"/>
                  </a:lnTo>
                  <a:lnTo>
                    <a:pt x="399710" y="107680"/>
                  </a:lnTo>
                  <a:lnTo>
                    <a:pt x="394891" y="110555"/>
                  </a:lnTo>
                  <a:lnTo>
                    <a:pt x="394742" y="110644"/>
                  </a:lnTo>
                  <a:lnTo>
                    <a:pt x="386220" y="115728"/>
                  </a:lnTo>
                  <a:lnTo>
                    <a:pt x="384860" y="116539"/>
                  </a:lnTo>
                  <a:lnTo>
                    <a:pt x="378518" y="120323"/>
                  </a:lnTo>
                  <a:lnTo>
                    <a:pt x="379730" y="122411"/>
                  </a:lnTo>
                  <a:lnTo>
                    <a:pt x="380428" y="123611"/>
                  </a:lnTo>
                  <a:lnTo>
                    <a:pt x="393566" y="146236"/>
                  </a:lnTo>
                  <a:lnTo>
                    <a:pt x="406947" y="169278"/>
                  </a:lnTo>
                  <a:lnTo>
                    <a:pt x="407584" y="170373"/>
                  </a:lnTo>
                  <a:lnTo>
                    <a:pt x="414900" y="182973"/>
                  </a:lnTo>
                  <a:lnTo>
                    <a:pt x="419342" y="190621"/>
                  </a:lnTo>
                  <a:lnTo>
                    <a:pt x="420569" y="192734"/>
                  </a:lnTo>
                  <a:lnTo>
                    <a:pt x="434615" y="216921"/>
                  </a:lnTo>
                  <a:lnTo>
                    <a:pt x="444421" y="233807"/>
                  </a:lnTo>
                  <a:lnTo>
                    <a:pt x="447869" y="239741"/>
                  </a:lnTo>
                  <a:lnTo>
                    <a:pt x="450890" y="244634"/>
                  </a:lnTo>
                  <a:lnTo>
                    <a:pt x="460584" y="260338"/>
                  </a:lnTo>
                  <a:lnTo>
                    <a:pt x="462450" y="263359"/>
                  </a:lnTo>
                  <a:lnTo>
                    <a:pt x="463053" y="264336"/>
                  </a:lnTo>
                  <a:lnTo>
                    <a:pt x="463764" y="265489"/>
                  </a:lnTo>
                  <a:lnTo>
                    <a:pt x="454588" y="270883"/>
                  </a:lnTo>
                  <a:lnTo>
                    <a:pt x="448043" y="274731"/>
                  </a:lnTo>
                  <a:lnTo>
                    <a:pt x="417699" y="292569"/>
                  </a:lnTo>
                  <a:lnTo>
                    <a:pt x="417314" y="292796"/>
                  </a:lnTo>
                  <a:lnTo>
                    <a:pt x="416865" y="293060"/>
                  </a:lnTo>
                  <a:lnTo>
                    <a:pt x="390891" y="308329"/>
                  </a:lnTo>
                  <a:lnTo>
                    <a:pt x="388058" y="309995"/>
                  </a:lnTo>
                  <a:lnTo>
                    <a:pt x="378912" y="315058"/>
                  </a:lnTo>
                  <a:lnTo>
                    <a:pt x="364532" y="323018"/>
                  </a:lnTo>
                  <a:lnTo>
                    <a:pt x="374674" y="338956"/>
                  </a:lnTo>
                  <a:lnTo>
                    <a:pt x="380483" y="348499"/>
                  </a:lnTo>
                  <a:lnTo>
                    <a:pt x="342371" y="372014"/>
                  </a:lnTo>
                  <a:lnTo>
                    <a:pt x="338261" y="365932"/>
                  </a:lnTo>
                  <a:lnTo>
                    <a:pt x="329057" y="351237"/>
                  </a:lnTo>
                  <a:lnTo>
                    <a:pt x="317209" y="344426"/>
                  </a:lnTo>
                  <a:lnTo>
                    <a:pt x="312666" y="342286"/>
                  </a:lnTo>
                  <a:lnTo>
                    <a:pt x="306549" y="339405"/>
                  </a:lnTo>
                  <a:lnTo>
                    <a:pt x="303295" y="337873"/>
                  </a:lnTo>
                  <a:lnTo>
                    <a:pt x="301971" y="337249"/>
                  </a:lnTo>
                  <a:lnTo>
                    <a:pt x="301826" y="337181"/>
                  </a:lnTo>
                  <a:lnTo>
                    <a:pt x="289465" y="331359"/>
                  </a:lnTo>
                  <a:lnTo>
                    <a:pt x="290357" y="329756"/>
                  </a:lnTo>
                  <a:lnTo>
                    <a:pt x="280227" y="324642"/>
                  </a:lnTo>
                  <a:lnTo>
                    <a:pt x="278072" y="323555"/>
                  </a:lnTo>
                  <a:lnTo>
                    <a:pt x="281647" y="316548"/>
                  </a:lnTo>
                  <a:lnTo>
                    <a:pt x="282574" y="314732"/>
                  </a:lnTo>
                  <a:lnTo>
                    <a:pt x="269844" y="309083"/>
                  </a:lnTo>
                  <a:lnTo>
                    <a:pt x="272254" y="303878"/>
                  </a:lnTo>
                  <a:lnTo>
                    <a:pt x="260364" y="298114"/>
                  </a:lnTo>
                  <a:lnTo>
                    <a:pt x="259951" y="297914"/>
                  </a:lnTo>
                  <a:lnTo>
                    <a:pt x="247295" y="291778"/>
                  </a:lnTo>
                  <a:lnTo>
                    <a:pt x="246980" y="291626"/>
                  </a:lnTo>
                  <a:lnTo>
                    <a:pt x="238618" y="287572"/>
                  </a:lnTo>
                  <a:lnTo>
                    <a:pt x="239474" y="285511"/>
                  </a:lnTo>
                  <a:lnTo>
                    <a:pt x="227911" y="280697"/>
                  </a:lnTo>
                  <a:lnTo>
                    <a:pt x="227706" y="280611"/>
                  </a:lnTo>
                  <a:lnTo>
                    <a:pt x="218245" y="276672"/>
                  </a:lnTo>
                  <a:lnTo>
                    <a:pt x="216523" y="275955"/>
                  </a:lnTo>
                  <a:lnTo>
                    <a:pt x="215225" y="278525"/>
                  </a:lnTo>
                  <a:lnTo>
                    <a:pt x="213356" y="282607"/>
                  </a:lnTo>
                  <a:lnTo>
                    <a:pt x="210984" y="281621"/>
                  </a:lnTo>
                  <a:lnTo>
                    <a:pt x="207681" y="280249"/>
                  </a:lnTo>
                  <a:lnTo>
                    <a:pt x="201693" y="278382"/>
                  </a:lnTo>
                  <a:lnTo>
                    <a:pt x="201248" y="278244"/>
                  </a:lnTo>
                  <a:lnTo>
                    <a:pt x="190694" y="275212"/>
                  </a:lnTo>
                  <a:lnTo>
                    <a:pt x="188989" y="274722"/>
                  </a:lnTo>
                  <a:lnTo>
                    <a:pt x="187359" y="273880"/>
                  </a:lnTo>
                  <a:lnTo>
                    <a:pt x="177659" y="268870"/>
                  </a:lnTo>
                  <a:lnTo>
                    <a:pt x="169086" y="264442"/>
                  </a:lnTo>
                  <a:lnTo>
                    <a:pt x="165729" y="262708"/>
                  </a:lnTo>
                  <a:lnTo>
                    <a:pt x="166162" y="261772"/>
                  </a:lnTo>
                  <a:lnTo>
                    <a:pt x="159609" y="258830"/>
                  </a:lnTo>
                  <a:lnTo>
                    <a:pt x="154642" y="256600"/>
                  </a:lnTo>
                  <a:lnTo>
                    <a:pt x="153944" y="256287"/>
                  </a:lnTo>
                  <a:lnTo>
                    <a:pt x="152171" y="255491"/>
                  </a:lnTo>
                  <a:lnTo>
                    <a:pt x="150018" y="255301"/>
                  </a:lnTo>
                  <a:lnTo>
                    <a:pt x="147101" y="257024"/>
                  </a:lnTo>
                  <a:lnTo>
                    <a:pt x="121411" y="214165"/>
                  </a:lnTo>
                  <a:lnTo>
                    <a:pt x="113999" y="218470"/>
                  </a:lnTo>
                  <a:lnTo>
                    <a:pt x="95300" y="229329"/>
                  </a:lnTo>
                  <a:lnTo>
                    <a:pt x="92684" y="224906"/>
                  </a:lnTo>
                  <a:lnTo>
                    <a:pt x="89948" y="220280"/>
                  </a:lnTo>
                  <a:lnTo>
                    <a:pt x="87877" y="216777"/>
                  </a:lnTo>
                  <a:lnTo>
                    <a:pt x="86605" y="214522"/>
                  </a:lnTo>
                  <a:lnTo>
                    <a:pt x="86230" y="213856"/>
                  </a:lnTo>
                  <a:lnTo>
                    <a:pt x="79620" y="202130"/>
                  </a:lnTo>
                  <a:lnTo>
                    <a:pt x="75085" y="194409"/>
                  </a:lnTo>
                  <a:lnTo>
                    <a:pt x="72679" y="190313"/>
                  </a:lnTo>
                  <a:lnTo>
                    <a:pt x="70728" y="187414"/>
                  </a:lnTo>
                  <a:lnTo>
                    <a:pt x="69759" y="185975"/>
                  </a:lnTo>
                  <a:lnTo>
                    <a:pt x="63013" y="174558"/>
                  </a:lnTo>
                  <a:lnTo>
                    <a:pt x="59504" y="168619"/>
                  </a:lnTo>
                  <a:lnTo>
                    <a:pt x="49537" y="151751"/>
                  </a:lnTo>
                  <a:lnTo>
                    <a:pt x="22939" y="16565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41998" y="4550792"/>
              <a:ext cx="601243" cy="460962"/>
            </a:xfrm>
            <a:custGeom>
              <a:avLst/>
              <a:pathLst>
                <a:path w="601243" h="460962">
                  <a:moveTo>
                    <a:pt x="298654" y="455692"/>
                  </a:moveTo>
                  <a:lnTo>
                    <a:pt x="246243" y="428009"/>
                  </a:lnTo>
                  <a:lnTo>
                    <a:pt x="244133" y="426895"/>
                  </a:lnTo>
                  <a:lnTo>
                    <a:pt x="205448" y="407273"/>
                  </a:lnTo>
                  <a:lnTo>
                    <a:pt x="197618" y="403302"/>
                  </a:lnTo>
                  <a:lnTo>
                    <a:pt x="172080" y="390348"/>
                  </a:lnTo>
                  <a:lnTo>
                    <a:pt x="162941" y="385713"/>
                  </a:lnTo>
                  <a:lnTo>
                    <a:pt x="121606" y="353023"/>
                  </a:lnTo>
                  <a:lnTo>
                    <a:pt x="120879" y="352448"/>
                  </a:lnTo>
                  <a:lnTo>
                    <a:pt x="107236" y="341657"/>
                  </a:lnTo>
                  <a:lnTo>
                    <a:pt x="24777" y="276443"/>
                  </a:lnTo>
                  <a:lnTo>
                    <a:pt x="24905" y="273667"/>
                  </a:lnTo>
                  <a:lnTo>
                    <a:pt x="25523" y="260276"/>
                  </a:lnTo>
                  <a:lnTo>
                    <a:pt x="27876" y="258843"/>
                  </a:lnTo>
                  <a:lnTo>
                    <a:pt x="29040" y="258134"/>
                  </a:lnTo>
                  <a:lnTo>
                    <a:pt x="32122" y="256288"/>
                  </a:lnTo>
                  <a:lnTo>
                    <a:pt x="37769" y="252908"/>
                  </a:lnTo>
                  <a:lnTo>
                    <a:pt x="33407" y="245773"/>
                  </a:lnTo>
                  <a:lnTo>
                    <a:pt x="28853" y="238324"/>
                  </a:lnTo>
                  <a:lnTo>
                    <a:pt x="14665" y="215120"/>
                  </a:lnTo>
                  <a:lnTo>
                    <a:pt x="0" y="192108"/>
                  </a:lnTo>
                  <a:lnTo>
                    <a:pt x="2708" y="190363"/>
                  </a:lnTo>
                  <a:lnTo>
                    <a:pt x="53376" y="157713"/>
                  </a:lnTo>
                  <a:lnTo>
                    <a:pt x="39690" y="135230"/>
                  </a:lnTo>
                  <a:lnTo>
                    <a:pt x="33881" y="125687"/>
                  </a:lnTo>
                  <a:lnTo>
                    <a:pt x="23740" y="109749"/>
                  </a:lnTo>
                  <a:lnTo>
                    <a:pt x="38120" y="101789"/>
                  </a:lnTo>
                  <a:lnTo>
                    <a:pt x="47266" y="96726"/>
                  </a:lnTo>
                  <a:lnTo>
                    <a:pt x="50099" y="95060"/>
                  </a:lnTo>
                  <a:lnTo>
                    <a:pt x="76073" y="79791"/>
                  </a:lnTo>
                  <a:lnTo>
                    <a:pt x="76522" y="79527"/>
                  </a:lnTo>
                  <a:lnTo>
                    <a:pt x="76907" y="79300"/>
                  </a:lnTo>
                  <a:lnTo>
                    <a:pt x="107251" y="61462"/>
                  </a:lnTo>
                  <a:lnTo>
                    <a:pt x="113796" y="57614"/>
                  </a:lnTo>
                  <a:lnTo>
                    <a:pt x="122972" y="52220"/>
                  </a:lnTo>
                  <a:lnTo>
                    <a:pt x="123548" y="51883"/>
                  </a:lnTo>
                  <a:lnTo>
                    <a:pt x="135031" y="45159"/>
                  </a:lnTo>
                  <a:lnTo>
                    <a:pt x="172366" y="22790"/>
                  </a:lnTo>
                  <a:lnTo>
                    <a:pt x="175742" y="20768"/>
                  </a:lnTo>
                  <a:lnTo>
                    <a:pt x="190784" y="46157"/>
                  </a:lnTo>
                  <a:lnTo>
                    <a:pt x="201301" y="63910"/>
                  </a:lnTo>
                  <a:lnTo>
                    <a:pt x="203722" y="67996"/>
                  </a:lnTo>
                  <a:lnTo>
                    <a:pt x="213959" y="85276"/>
                  </a:lnTo>
                  <a:lnTo>
                    <a:pt x="217413" y="91107"/>
                  </a:lnTo>
                  <a:lnTo>
                    <a:pt x="230989" y="114043"/>
                  </a:lnTo>
                  <a:lnTo>
                    <a:pt x="244432" y="136758"/>
                  </a:lnTo>
                  <a:lnTo>
                    <a:pt x="252848" y="148809"/>
                  </a:lnTo>
                  <a:lnTo>
                    <a:pt x="259707" y="158631"/>
                  </a:lnTo>
                  <a:lnTo>
                    <a:pt x="266191" y="163299"/>
                  </a:lnTo>
                  <a:lnTo>
                    <a:pt x="269744" y="165858"/>
                  </a:lnTo>
                  <a:lnTo>
                    <a:pt x="270621" y="166489"/>
                  </a:lnTo>
                  <a:lnTo>
                    <a:pt x="281820" y="174552"/>
                  </a:lnTo>
                  <a:lnTo>
                    <a:pt x="284448" y="176444"/>
                  </a:lnTo>
                  <a:lnTo>
                    <a:pt x="288813" y="179587"/>
                  </a:lnTo>
                  <a:lnTo>
                    <a:pt x="304815" y="191108"/>
                  </a:lnTo>
                  <a:lnTo>
                    <a:pt x="343594" y="219027"/>
                  </a:lnTo>
                  <a:lnTo>
                    <a:pt x="346427" y="215174"/>
                  </a:lnTo>
                  <a:lnTo>
                    <a:pt x="364552" y="190523"/>
                  </a:lnTo>
                  <a:lnTo>
                    <a:pt x="375241" y="175985"/>
                  </a:lnTo>
                  <a:lnTo>
                    <a:pt x="396988" y="146407"/>
                  </a:lnTo>
                  <a:lnTo>
                    <a:pt x="398253" y="144687"/>
                  </a:lnTo>
                  <a:lnTo>
                    <a:pt x="413288" y="123429"/>
                  </a:lnTo>
                  <a:lnTo>
                    <a:pt x="429472" y="100549"/>
                  </a:lnTo>
                  <a:lnTo>
                    <a:pt x="444576" y="79196"/>
                  </a:lnTo>
                  <a:lnTo>
                    <a:pt x="458551" y="59437"/>
                  </a:lnTo>
                  <a:lnTo>
                    <a:pt x="468200" y="45796"/>
                  </a:lnTo>
                  <a:lnTo>
                    <a:pt x="475491" y="35488"/>
                  </a:lnTo>
                  <a:lnTo>
                    <a:pt x="475751" y="35120"/>
                  </a:lnTo>
                  <a:lnTo>
                    <a:pt x="499667" y="0"/>
                  </a:lnTo>
                  <a:lnTo>
                    <a:pt x="500279" y="442"/>
                  </a:lnTo>
                  <a:lnTo>
                    <a:pt x="518358" y="13509"/>
                  </a:lnTo>
                  <a:lnTo>
                    <a:pt x="530201" y="22068"/>
                  </a:lnTo>
                  <a:lnTo>
                    <a:pt x="549451" y="35981"/>
                  </a:lnTo>
                  <a:lnTo>
                    <a:pt x="558390" y="42188"/>
                  </a:lnTo>
                  <a:lnTo>
                    <a:pt x="566651" y="47924"/>
                  </a:lnTo>
                  <a:lnTo>
                    <a:pt x="594106" y="67716"/>
                  </a:lnTo>
                  <a:lnTo>
                    <a:pt x="601243" y="72861"/>
                  </a:lnTo>
                  <a:lnTo>
                    <a:pt x="564990" y="126301"/>
                  </a:lnTo>
                  <a:lnTo>
                    <a:pt x="500110" y="221941"/>
                  </a:lnTo>
                  <a:lnTo>
                    <a:pt x="496062" y="218388"/>
                  </a:lnTo>
                  <a:lnTo>
                    <a:pt x="490613" y="213604"/>
                  </a:lnTo>
                  <a:lnTo>
                    <a:pt x="490443" y="213455"/>
                  </a:lnTo>
                  <a:lnTo>
                    <a:pt x="488768" y="215876"/>
                  </a:lnTo>
                  <a:lnTo>
                    <a:pt x="470857" y="241761"/>
                  </a:lnTo>
                  <a:lnTo>
                    <a:pt x="448739" y="273726"/>
                  </a:lnTo>
                  <a:lnTo>
                    <a:pt x="441512" y="284170"/>
                  </a:lnTo>
                  <a:lnTo>
                    <a:pt x="443468" y="285464"/>
                  </a:lnTo>
                  <a:lnTo>
                    <a:pt x="446957" y="287773"/>
                  </a:lnTo>
                  <a:lnTo>
                    <a:pt x="449186" y="289248"/>
                  </a:lnTo>
                  <a:lnTo>
                    <a:pt x="356071" y="431139"/>
                  </a:lnTo>
                  <a:lnTo>
                    <a:pt x="352968" y="435867"/>
                  </a:lnTo>
                  <a:lnTo>
                    <a:pt x="345946" y="432105"/>
                  </a:lnTo>
                  <a:lnTo>
                    <a:pt x="341468" y="429706"/>
                  </a:lnTo>
                  <a:lnTo>
                    <a:pt x="340636" y="429260"/>
                  </a:lnTo>
                  <a:lnTo>
                    <a:pt x="339435" y="428617"/>
                  </a:lnTo>
                  <a:lnTo>
                    <a:pt x="336739" y="427173"/>
                  </a:lnTo>
                  <a:lnTo>
                    <a:pt x="331356" y="434244"/>
                  </a:lnTo>
                  <a:lnTo>
                    <a:pt x="325035" y="440357"/>
                  </a:lnTo>
                  <a:lnTo>
                    <a:pt x="323838" y="441515"/>
                  </a:lnTo>
                  <a:lnTo>
                    <a:pt x="321323" y="446144"/>
                  </a:lnTo>
                  <a:lnTo>
                    <a:pt x="308631" y="46096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9500" y="4126984"/>
              <a:ext cx="411436" cy="475954"/>
            </a:xfrm>
            <a:custGeom>
              <a:avLst/>
              <a:pathLst>
                <a:path w="411436" h="475954">
                  <a:moveTo>
                    <a:pt x="126045" y="475690"/>
                  </a:moveTo>
                  <a:lnTo>
                    <a:pt x="125424" y="475954"/>
                  </a:lnTo>
                  <a:lnTo>
                    <a:pt x="124758" y="474875"/>
                  </a:lnTo>
                  <a:lnTo>
                    <a:pt x="124155" y="473898"/>
                  </a:lnTo>
                  <a:lnTo>
                    <a:pt x="122289" y="470876"/>
                  </a:lnTo>
                  <a:lnTo>
                    <a:pt x="112595" y="455172"/>
                  </a:lnTo>
                  <a:lnTo>
                    <a:pt x="109541" y="450225"/>
                  </a:lnTo>
                  <a:lnTo>
                    <a:pt x="106126" y="444346"/>
                  </a:lnTo>
                  <a:lnTo>
                    <a:pt x="96320" y="427460"/>
                  </a:lnTo>
                  <a:lnTo>
                    <a:pt x="82274" y="403272"/>
                  </a:lnTo>
                  <a:lnTo>
                    <a:pt x="81047" y="401159"/>
                  </a:lnTo>
                  <a:lnTo>
                    <a:pt x="76606" y="393511"/>
                  </a:lnTo>
                  <a:lnTo>
                    <a:pt x="69289" y="380912"/>
                  </a:lnTo>
                  <a:lnTo>
                    <a:pt x="68653" y="379817"/>
                  </a:lnTo>
                  <a:lnTo>
                    <a:pt x="55272" y="356775"/>
                  </a:lnTo>
                  <a:lnTo>
                    <a:pt x="42133" y="334150"/>
                  </a:lnTo>
                  <a:lnTo>
                    <a:pt x="41435" y="332949"/>
                  </a:lnTo>
                  <a:lnTo>
                    <a:pt x="40223" y="330862"/>
                  </a:lnTo>
                  <a:lnTo>
                    <a:pt x="46565" y="327078"/>
                  </a:lnTo>
                  <a:lnTo>
                    <a:pt x="47925" y="326266"/>
                  </a:lnTo>
                  <a:lnTo>
                    <a:pt x="56447" y="321182"/>
                  </a:lnTo>
                  <a:lnTo>
                    <a:pt x="56596" y="321093"/>
                  </a:lnTo>
                  <a:lnTo>
                    <a:pt x="61415" y="318218"/>
                  </a:lnTo>
                  <a:lnTo>
                    <a:pt x="68790" y="313818"/>
                  </a:lnTo>
                  <a:lnTo>
                    <a:pt x="80656" y="306739"/>
                  </a:lnTo>
                  <a:lnTo>
                    <a:pt x="83870" y="304821"/>
                  </a:lnTo>
                  <a:lnTo>
                    <a:pt x="85827" y="303654"/>
                  </a:lnTo>
                  <a:lnTo>
                    <a:pt x="86740" y="303109"/>
                  </a:lnTo>
                  <a:lnTo>
                    <a:pt x="88239" y="302215"/>
                  </a:lnTo>
                  <a:lnTo>
                    <a:pt x="89505" y="301460"/>
                  </a:lnTo>
                  <a:lnTo>
                    <a:pt x="91904" y="300028"/>
                  </a:lnTo>
                  <a:lnTo>
                    <a:pt x="92656" y="299580"/>
                  </a:lnTo>
                  <a:lnTo>
                    <a:pt x="92812" y="299486"/>
                  </a:lnTo>
                  <a:lnTo>
                    <a:pt x="93182" y="299227"/>
                  </a:lnTo>
                  <a:lnTo>
                    <a:pt x="92207" y="297575"/>
                  </a:lnTo>
                  <a:lnTo>
                    <a:pt x="91770" y="296834"/>
                  </a:lnTo>
                  <a:lnTo>
                    <a:pt x="91279" y="296001"/>
                  </a:lnTo>
                  <a:lnTo>
                    <a:pt x="90383" y="294483"/>
                  </a:lnTo>
                  <a:lnTo>
                    <a:pt x="90141" y="294074"/>
                  </a:lnTo>
                  <a:lnTo>
                    <a:pt x="89581" y="293124"/>
                  </a:lnTo>
                  <a:lnTo>
                    <a:pt x="87024" y="288791"/>
                  </a:lnTo>
                  <a:lnTo>
                    <a:pt x="79258" y="275629"/>
                  </a:lnTo>
                  <a:lnTo>
                    <a:pt x="78060" y="273597"/>
                  </a:lnTo>
                  <a:lnTo>
                    <a:pt x="64277" y="250237"/>
                  </a:lnTo>
                  <a:lnTo>
                    <a:pt x="64090" y="249921"/>
                  </a:lnTo>
                  <a:lnTo>
                    <a:pt x="51411" y="228432"/>
                  </a:lnTo>
                  <a:lnTo>
                    <a:pt x="50741" y="227297"/>
                  </a:lnTo>
                  <a:lnTo>
                    <a:pt x="50370" y="226656"/>
                  </a:lnTo>
                  <a:lnTo>
                    <a:pt x="36895" y="203406"/>
                  </a:lnTo>
                  <a:lnTo>
                    <a:pt x="23438" y="180185"/>
                  </a:lnTo>
                  <a:lnTo>
                    <a:pt x="7654" y="152675"/>
                  </a:lnTo>
                  <a:lnTo>
                    <a:pt x="0" y="139333"/>
                  </a:lnTo>
                  <a:lnTo>
                    <a:pt x="2310" y="137943"/>
                  </a:lnTo>
                  <a:lnTo>
                    <a:pt x="4482" y="136636"/>
                  </a:lnTo>
                  <a:lnTo>
                    <a:pt x="231616" y="0"/>
                  </a:lnTo>
                  <a:lnTo>
                    <a:pt x="232256" y="1125"/>
                  </a:lnTo>
                  <a:lnTo>
                    <a:pt x="251053" y="32895"/>
                  </a:lnTo>
                  <a:lnTo>
                    <a:pt x="253813" y="37560"/>
                  </a:lnTo>
                  <a:lnTo>
                    <a:pt x="254435" y="38611"/>
                  </a:lnTo>
                  <a:lnTo>
                    <a:pt x="260442" y="48763"/>
                  </a:lnTo>
                  <a:lnTo>
                    <a:pt x="269016" y="63255"/>
                  </a:lnTo>
                  <a:lnTo>
                    <a:pt x="277837" y="78163"/>
                  </a:lnTo>
                  <a:lnTo>
                    <a:pt x="283184" y="87201"/>
                  </a:lnTo>
                  <a:lnTo>
                    <a:pt x="287107" y="93831"/>
                  </a:lnTo>
                  <a:lnTo>
                    <a:pt x="296438" y="109603"/>
                  </a:lnTo>
                  <a:lnTo>
                    <a:pt x="305313" y="124602"/>
                  </a:lnTo>
                  <a:lnTo>
                    <a:pt x="310686" y="133683"/>
                  </a:lnTo>
                  <a:lnTo>
                    <a:pt x="314081" y="139422"/>
                  </a:lnTo>
                  <a:lnTo>
                    <a:pt x="318249" y="146467"/>
                  </a:lnTo>
                  <a:lnTo>
                    <a:pt x="325335" y="158752"/>
                  </a:lnTo>
                  <a:lnTo>
                    <a:pt x="341371" y="186055"/>
                  </a:lnTo>
                  <a:lnTo>
                    <a:pt x="368283" y="231721"/>
                  </a:lnTo>
                  <a:lnTo>
                    <a:pt x="368429" y="231969"/>
                  </a:lnTo>
                  <a:lnTo>
                    <a:pt x="395993" y="278740"/>
                  </a:lnTo>
                  <a:lnTo>
                    <a:pt x="411436" y="304944"/>
                  </a:lnTo>
                  <a:lnTo>
                    <a:pt x="397714" y="313096"/>
                  </a:lnTo>
                  <a:lnTo>
                    <a:pt x="348471" y="342595"/>
                  </a:lnTo>
                  <a:lnTo>
                    <a:pt x="325350" y="356446"/>
                  </a:lnTo>
                  <a:lnTo>
                    <a:pt x="318475" y="360565"/>
                  </a:lnTo>
                  <a:lnTo>
                    <a:pt x="301384" y="370804"/>
                  </a:lnTo>
                  <a:lnTo>
                    <a:pt x="255904" y="398049"/>
                  </a:lnTo>
                  <a:lnTo>
                    <a:pt x="208803" y="426266"/>
                  </a:lnTo>
                  <a:lnTo>
                    <a:pt x="178239" y="444575"/>
                  </a:lnTo>
                  <a:lnTo>
                    <a:pt x="174863" y="446598"/>
                  </a:lnTo>
                  <a:lnTo>
                    <a:pt x="137529" y="46896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00144" y="3790667"/>
              <a:ext cx="428994" cy="504634"/>
            </a:xfrm>
            <a:custGeom>
              <a:avLst/>
              <a:pathLst>
                <a:path w="428994" h="504634">
                  <a:moveTo>
                    <a:pt x="226516" y="476990"/>
                  </a:moveTo>
                  <a:lnTo>
                    <a:pt x="179051" y="504634"/>
                  </a:lnTo>
                  <a:lnTo>
                    <a:pt x="178856" y="504300"/>
                  </a:lnTo>
                  <a:lnTo>
                    <a:pt x="164460" y="479531"/>
                  </a:lnTo>
                  <a:lnTo>
                    <a:pt x="137460" y="433080"/>
                  </a:lnTo>
                  <a:lnTo>
                    <a:pt x="136396" y="431248"/>
                  </a:lnTo>
                  <a:lnTo>
                    <a:pt x="110353" y="386443"/>
                  </a:lnTo>
                  <a:lnTo>
                    <a:pt x="109787" y="385483"/>
                  </a:lnTo>
                  <a:lnTo>
                    <a:pt x="109465" y="384937"/>
                  </a:lnTo>
                  <a:lnTo>
                    <a:pt x="95024" y="360471"/>
                  </a:lnTo>
                  <a:lnTo>
                    <a:pt x="94464" y="359522"/>
                  </a:lnTo>
                  <a:lnTo>
                    <a:pt x="80148" y="335267"/>
                  </a:lnTo>
                  <a:lnTo>
                    <a:pt x="79363" y="333938"/>
                  </a:lnTo>
                  <a:lnTo>
                    <a:pt x="52375" y="288213"/>
                  </a:lnTo>
                  <a:lnTo>
                    <a:pt x="51572" y="286852"/>
                  </a:lnTo>
                  <a:lnTo>
                    <a:pt x="24870" y="241613"/>
                  </a:lnTo>
                  <a:lnTo>
                    <a:pt x="23933" y="240105"/>
                  </a:lnTo>
                  <a:lnTo>
                    <a:pt x="10844" y="219055"/>
                  </a:lnTo>
                  <a:lnTo>
                    <a:pt x="7177" y="212433"/>
                  </a:lnTo>
                  <a:lnTo>
                    <a:pt x="0" y="200597"/>
                  </a:lnTo>
                  <a:lnTo>
                    <a:pt x="142968" y="115725"/>
                  </a:lnTo>
                  <a:lnTo>
                    <a:pt x="287179" y="30115"/>
                  </a:lnTo>
                  <a:lnTo>
                    <a:pt x="337880" y="0"/>
                  </a:lnTo>
                  <a:lnTo>
                    <a:pt x="357727" y="37944"/>
                  </a:lnTo>
                  <a:lnTo>
                    <a:pt x="359800" y="41509"/>
                  </a:lnTo>
                  <a:lnTo>
                    <a:pt x="373016" y="64089"/>
                  </a:lnTo>
                  <a:lnTo>
                    <a:pt x="386595" y="86927"/>
                  </a:lnTo>
                  <a:lnTo>
                    <a:pt x="387392" y="88316"/>
                  </a:lnTo>
                  <a:lnTo>
                    <a:pt x="400523" y="111193"/>
                  </a:lnTo>
                  <a:lnTo>
                    <a:pt x="413544" y="133880"/>
                  </a:lnTo>
                  <a:lnTo>
                    <a:pt x="428994" y="160797"/>
                  </a:lnTo>
                  <a:lnTo>
                    <a:pt x="428790" y="160920"/>
                  </a:lnTo>
                  <a:lnTo>
                    <a:pt x="427860" y="161475"/>
                  </a:lnTo>
                  <a:lnTo>
                    <a:pt x="407272" y="173767"/>
                  </a:lnTo>
                  <a:lnTo>
                    <a:pt x="406788" y="174056"/>
                  </a:lnTo>
                  <a:lnTo>
                    <a:pt x="380780" y="189584"/>
                  </a:lnTo>
                  <a:lnTo>
                    <a:pt x="356043" y="204354"/>
                  </a:lnTo>
                  <a:lnTo>
                    <a:pt x="355669" y="204577"/>
                  </a:lnTo>
                  <a:lnTo>
                    <a:pt x="331012" y="219298"/>
                  </a:lnTo>
                  <a:lnTo>
                    <a:pt x="309473" y="232158"/>
                  </a:lnTo>
                  <a:lnTo>
                    <a:pt x="285884" y="246242"/>
                  </a:lnTo>
                  <a:lnTo>
                    <a:pt x="284513" y="247061"/>
                  </a:lnTo>
                  <a:lnTo>
                    <a:pt x="243183" y="271544"/>
                  </a:lnTo>
                  <a:lnTo>
                    <a:pt x="236306" y="275735"/>
                  </a:lnTo>
                  <a:lnTo>
                    <a:pt x="243183" y="287408"/>
                  </a:lnTo>
                  <a:lnTo>
                    <a:pt x="251183" y="300988"/>
                  </a:lnTo>
                  <a:lnTo>
                    <a:pt x="278547" y="347887"/>
                  </a:lnTo>
                  <a:lnTo>
                    <a:pt x="279687" y="349837"/>
                  </a:lnTo>
                  <a:lnTo>
                    <a:pt x="306059" y="394930"/>
                  </a:lnTo>
                  <a:lnTo>
                    <a:pt x="321649" y="421586"/>
                  </a:lnTo>
                  <a:lnTo>
                    <a:pt x="274226" y="449205"/>
                  </a:lnTo>
                  <a:lnTo>
                    <a:pt x="251087" y="46268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04867" y="4831669"/>
              <a:ext cx="378657" cy="376104"/>
            </a:xfrm>
            <a:custGeom>
              <a:avLst/>
              <a:pathLst>
                <a:path w="378657" h="376104">
                  <a:moveTo>
                    <a:pt x="375327" y="122557"/>
                  </a:moveTo>
                  <a:lnTo>
                    <a:pt x="378657" y="125177"/>
                  </a:lnTo>
                  <a:lnTo>
                    <a:pt x="372715" y="131000"/>
                  </a:lnTo>
                  <a:lnTo>
                    <a:pt x="364129" y="139415"/>
                  </a:lnTo>
                  <a:lnTo>
                    <a:pt x="344102" y="167133"/>
                  </a:lnTo>
                  <a:lnTo>
                    <a:pt x="329641" y="187149"/>
                  </a:lnTo>
                  <a:lnTo>
                    <a:pt x="312375" y="211047"/>
                  </a:lnTo>
                  <a:lnTo>
                    <a:pt x="295891" y="233943"/>
                  </a:lnTo>
                  <a:lnTo>
                    <a:pt x="295620" y="234319"/>
                  </a:lnTo>
                  <a:lnTo>
                    <a:pt x="281580" y="253822"/>
                  </a:lnTo>
                  <a:lnTo>
                    <a:pt x="267944" y="272762"/>
                  </a:lnTo>
                  <a:lnTo>
                    <a:pt x="260974" y="282444"/>
                  </a:lnTo>
                  <a:lnTo>
                    <a:pt x="249359" y="298577"/>
                  </a:lnTo>
                  <a:lnTo>
                    <a:pt x="233633" y="320421"/>
                  </a:lnTo>
                  <a:lnTo>
                    <a:pt x="232589" y="321871"/>
                  </a:lnTo>
                  <a:lnTo>
                    <a:pt x="231104" y="323934"/>
                  </a:lnTo>
                  <a:lnTo>
                    <a:pt x="216972" y="340964"/>
                  </a:lnTo>
                  <a:lnTo>
                    <a:pt x="209392" y="350099"/>
                  </a:lnTo>
                  <a:lnTo>
                    <a:pt x="199662" y="361823"/>
                  </a:lnTo>
                  <a:lnTo>
                    <a:pt x="187811" y="376104"/>
                  </a:lnTo>
                  <a:lnTo>
                    <a:pt x="186459" y="374656"/>
                  </a:lnTo>
                  <a:lnTo>
                    <a:pt x="179034" y="366705"/>
                  </a:lnTo>
                  <a:lnTo>
                    <a:pt x="175426" y="362841"/>
                  </a:lnTo>
                  <a:lnTo>
                    <a:pt x="129745" y="333675"/>
                  </a:lnTo>
                  <a:lnTo>
                    <a:pt x="88558" y="308838"/>
                  </a:lnTo>
                  <a:lnTo>
                    <a:pt x="80396" y="303916"/>
                  </a:lnTo>
                  <a:lnTo>
                    <a:pt x="65186" y="293676"/>
                  </a:lnTo>
                  <a:lnTo>
                    <a:pt x="43624" y="279159"/>
                  </a:lnTo>
                  <a:lnTo>
                    <a:pt x="0" y="249761"/>
                  </a:lnTo>
                  <a:lnTo>
                    <a:pt x="14734" y="227993"/>
                  </a:lnTo>
                  <a:lnTo>
                    <a:pt x="29228" y="206581"/>
                  </a:lnTo>
                  <a:lnTo>
                    <a:pt x="44127" y="184570"/>
                  </a:lnTo>
                  <a:lnTo>
                    <a:pt x="58674" y="163080"/>
                  </a:lnTo>
                  <a:lnTo>
                    <a:pt x="37063" y="148015"/>
                  </a:lnTo>
                  <a:lnTo>
                    <a:pt x="37773" y="147058"/>
                  </a:lnTo>
                  <a:lnTo>
                    <a:pt x="52521" y="125921"/>
                  </a:lnTo>
                  <a:lnTo>
                    <a:pt x="56449" y="120291"/>
                  </a:lnTo>
                  <a:lnTo>
                    <a:pt x="68192" y="103461"/>
                  </a:lnTo>
                  <a:lnTo>
                    <a:pt x="68608" y="102866"/>
                  </a:lnTo>
                  <a:lnTo>
                    <a:pt x="99341" y="58818"/>
                  </a:lnTo>
                  <a:lnTo>
                    <a:pt x="99873" y="57889"/>
                  </a:lnTo>
                  <a:lnTo>
                    <a:pt x="122318" y="73780"/>
                  </a:lnTo>
                  <a:lnTo>
                    <a:pt x="137594" y="53083"/>
                  </a:lnTo>
                  <a:lnTo>
                    <a:pt x="137897" y="52673"/>
                  </a:lnTo>
                  <a:lnTo>
                    <a:pt x="152481" y="30883"/>
                  </a:lnTo>
                  <a:lnTo>
                    <a:pt x="173481" y="46073"/>
                  </a:lnTo>
                  <a:lnTo>
                    <a:pt x="188962" y="24555"/>
                  </a:lnTo>
                  <a:lnTo>
                    <a:pt x="206628" y="0"/>
                  </a:lnTo>
                  <a:lnTo>
                    <a:pt x="239954" y="24428"/>
                  </a:lnTo>
                  <a:lnTo>
                    <a:pt x="246346" y="29113"/>
                  </a:lnTo>
                  <a:lnTo>
                    <a:pt x="249512" y="31410"/>
                  </a:lnTo>
                  <a:lnTo>
                    <a:pt x="272051" y="47761"/>
                  </a:lnTo>
                  <a:lnTo>
                    <a:pt x="273221" y="48611"/>
                  </a:lnTo>
                  <a:lnTo>
                    <a:pt x="283809" y="56292"/>
                  </a:lnTo>
                  <a:lnTo>
                    <a:pt x="295893" y="65059"/>
                  </a:lnTo>
                  <a:lnTo>
                    <a:pt x="307095" y="72915"/>
                  </a:lnTo>
                  <a:lnTo>
                    <a:pt x="340881" y="96613"/>
                  </a:lnTo>
                  <a:lnTo>
                    <a:pt x="343837" y="98686"/>
                  </a:lnTo>
                  <a:lnTo>
                    <a:pt x="350980" y="103696"/>
                  </a:lnTo>
                  <a:lnTo>
                    <a:pt x="373802" y="12137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73354" y="4677093"/>
              <a:ext cx="438141" cy="404357"/>
            </a:xfrm>
            <a:custGeom>
              <a:avLst/>
              <a:pathLst>
                <a:path w="438141" h="404357">
                  <a:moveTo>
                    <a:pt x="0" y="307942"/>
                  </a:moveTo>
                  <a:lnTo>
                    <a:pt x="5382" y="300871"/>
                  </a:lnTo>
                  <a:lnTo>
                    <a:pt x="8079" y="302316"/>
                  </a:lnTo>
                  <a:lnTo>
                    <a:pt x="9279" y="302959"/>
                  </a:lnTo>
                  <a:lnTo>
                    <a:pt x="10112" y="303405"/>
                  </a:lnTo>
                  <a:lnTo>
                    <a:pt x="14590" y="305803"/>
                  </a:lnTo>
                  <a:lnTo>
                    <a:pt x="21612" y="309565"/>
                  </a:lnTo>
                  <a:lnTo>
                    <a:pt x="24715" y="304837"/>
                  </a:lnTo>
                  <a:lnTo>
                    <a:pt x="117830" y="162947"/>
                  </a:lnTo>
                  <a:lnTo>
                    <a:pt x="115600" y="161471"/>
                  </a:lnTo>
                  <a:lnTo>
                    <a:pt x="112111" y="159162"/>
                  </a:lnTo>
                  <a:lnTo>
                    <a:pt x="110156" y="157868"/>
                  </a:lnTo>
                  <a:lnTo>
                    <a:pt x="117383" y="147424"/>
                  </a:lnTo>
                  <a:lnTo>
                    <a:pt x="139500" y="115459"/>
                  </a:lnTo>
                  <a:lnTo>
                    <a:pt x="157411" y="89574"/>
                  </a:lnTo>
                  <a:lnTo>
                    <a:pt x="159087" y="87153"/>
                  </a:lnTo>
                  <a:lnTo>
                    <a:pt x="159257" y="87302"/>
                  </a:lnTo>
                  <a:lnTo>
                    <a:pt x="164706" y="92086"/>
                  </a:lnTo>
                  <a:lnTo>
                    <a:pt x="168753" y="95639"/>
                  </a:lnTo>
                  <a:lnTo>
                    <a:pt x="233634" y="0"/>
                  </a:lnTo>
                  <a:lnTo>
                    <a:pt x="240059" y="11246"/>
                  </a:lnTo>
                  <a:lnTo>
                    <a:pt x="263243" y="28152"/>
                  </a:lnTo>
                  <a:lnTo>
                    <a:pt x="306073" y="59385"/>
                  </a:lnTo>
                  <a:lnTo>
                    <a:pt x="306888" y="59979"/>
                  </a:lnTo>
                  <a:lnTo>
                    <a:pt x="321439" y="70590"/>
                  </a:lnTo>
                  <a:lnTo>
                    <a:pt x="343904" y="86757"/>
                  </a:lnTo>
                  <a:lnTo>
                    <a:pt x="349595" y="90852"/>
                  </a:lnTo>
                  <a:lnTo>
                    <a:pt x="370807" y="106117"/>
                  </a:lnTo>
                  <a:lnTo>
                    <a:pt x="371464" y="106591"/>
                  </a:lnTo>
                  <a:lnTo>
                    <a:pt x="372631" y="107431"/>
                  </a:lnTo>
                  <a:lnTo>
                    <a:pt x="394425" y="123114"/>
                  </a:lnTo>
                  <a:lnTo>
                    <a:pt x="409816" y="134190"/>
                  </a:lnTo>
                  <a:lnTo>
                    <a:pt x="429738" y="148527"/>
                  </a:lnTo>
                  <a:lnTo>
                    <a:pt x="438141" y="154575"/>
                  </a:lnTo>
                  <a:lnTo>
                    <a:pt x="420475" y="179130"/>
                  </a:lnTo>
                  <a:lnTo>
                    <a:pt x="404994" y="200648"/>
                  </a:lnTo>
                  <a:lnTo>
                    <a:pt x="383994" y="185458"/>
                  </a:lnTo>
                  <a:lnTo>
                    <a:pt x="369410" y="207248"/>
                  </a:lnTo>
                  <a:lnTo>
                    <a:pt x="369107" y="207658"/>
                  </a:lnTo>
                  <a:lnTo>
                    <a:pt x="353831" y="228355"/>
                  </a:lnTo>
                  <a:lnTo>
                    <a:pt x="331386" y="212465"/>
                  </a:lnTo>
                  <a:lnTo>
                    <a:pt x="330854" y="213393"/>
                  </a:lnTo>
                  <a:lnTo>
                    <a:pt x="300121" y="257441"/>
                  </a:lnTo>
                  <a:lnTo>
                    <a:pt x="299705" y="258036"/>
                  </a:lnTo>
                  <a:lnTo>
                    <a:pt x="287962" y="274866"/>
                  </a:lnTo>
                  <a:lnTo>
                    <a:pt x="284034" y="280496"/>
                  </a:lnTo>
                  <a:lnTo>
                    <a:pt x="269286" y="301633"/>
                  </a:lnTo>
                  <a:lnTo>
                    <a:pt x="268576" y="302590"/>
                  </a:lnTo>
                  <a:lnTo>
                    <a:pt x="290187" y="317655"/>
                  </a:lnTo>
                  <a:lnTo>
                    <a:pt x="275640" y="339145"/>
                  </a:lnTo>
                  <a:lnTo>
                    <a:pt x="260741" y="361156"/>
                  </a:lnTo>
                  <a:lnTo>
                    <a:pt x="246247" y="382569"/>
                  </a:lnTo>
                  <a:lnTo>
                    <a:pt x="231499" y="404357"/>
                  </a:lnTo>
                  <a:lnTo>
                    <a:pt x="208450" y="389848"/>
                  </a:lnTo>
                  <a:lnTo>
                    <a:pt x="185370" y="373346"/>
                  </a:lnTo>
                  <a:lnTo>
                    <a:pt x="169858" y="395579"/>
                  </a:lnTo>
                  <a:lnTo>
                    <a:pt x="161669" y="389847"/>
                  </a:lnTo>
                  <a:lnTo>
                    <a:pt x="125563" y="364580"/>
                  </a:lnTo>
                  <a:lnTo>
                    <a:pt x="125104" y="364258"/>
                  </a:lnTo>
                  <a:lnTo>
                    <a:pt x="117494" y="358933"/>
                  </a:lnTo>
                  <a:lnTo>
                    <a:pt x="98341" y="346719"/>
                  </a:lnTo>
                  <a:lnTo>
                    <a:pt x="81229" y="336304"/>
                  </a:lnTo>
                  <a:lnTo>
                    <a:pt x="72097" y="351954"/>
                  </a:lnTo>
                  <a:lnTo>
                    <a:pt x="69522" y="350902"/>
                  </a:lnTo>
                  <a:lnTo>
                    <a:pt x="5561" y="311379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11496" y="4764530"/>
              <a:ext cx="224777" cy="192294"/>
            </a:xfrm>
            <a:custGeom>
              <a:avLst/>
              <a:pathLst>
                <a:path w="224777" h="192294">
                  <a:moveTo>
                    <a:pt x="168576" y="189600"/>
                  </a:moveTo>
                  <a:lnTo>
                    <a:pt x="167174" y="188514"/>
                  </a:lnTo>
                  <a:lnTo>
                    <a:pt x="144351" y="170834"/>
                  </a:lnTo>
                  <a:lnTo>
                    <a:pt x="137208" y="165824"/>
                  </a:lnTo>
                  <a:lnTo>
                    <a:pt x="134253" y="163751"/>
                  </a:lnTo>
                  <a:lnTo>
                    <a:pt x="100466" y="140054"/>
                  </a:lnTo>
                  <a:lnTo>
                    <a:pt x="89265" y="132198"/>
                  </a:lnTo>
                  <a:lnTo>
                    <a:pt x="77180" y="123431"/>
                  </a:lnTo>
                  <a:lnTo>
                    <a:pt x="66592" y="115749"/>
                  </a:lnTo>
                  <a:lnTo>
                    <a:pt x="65422" y="114900"/>
                  </a:lnTo>
                  <a:lnTo>
                    <a:pt x="42884" y="98549"/>
                  </a:lnTo>
                  <a:lnTo>
                    <a:pt x="39717" y="96252"/>
                  </a:lnTo>
                  <a:lnTo>
                    <a:pt x="33325" y="91567"/>
                  </a:lnTo>
                  <a:lnTo>
                    <a:pt x="0" y="67138"/>
                  </a:lnTo>
                  <a:lnTo>
                    <a:pt x="10341" y="52573"/>
                  </a:lnTo>
                  <a:lnTo>
                    <a:pt x="12260" y="50107"/>
                  </a:lnTo>
                  <a:lnTo>
                    <a:pt x="10646" y="48931"/>
                  </a:lnTo>
                  <a:lnTo>
                    <a:pt x="5378" y="45096"/>
                  </a:lnTo>
                  <a:lnTo>
                    <a:pt x="16352" y="28972"/>
                  </a:lnTo>
                  <a:lnTo>
                    <a:pt x="21256" y="32490"/>
                  </a:lnTo>
                  <a:lnTo>
                    <a:pt x="23530" y="34121"/>
                  </a:lnTo>
                  <a:lnTo>
                    <a:pt x="24412" y="32951"/>
                  </a:lnTo>
                  <a:lnTo>
                    <a:pt x="46702" y="0"/>
                  </a:lnTo>
                  <a:lnTo>
                    <a:pt x="52969" y="4221"/>
                  </a:lnTo>
                  <a:lnTo>
                    <a:pt x="57892" y="6809"/>
                  </a:lnTo>
                  <a:lnTo>
                    <a:pt x="62770" y="8703"/>
                  </a:lnTo>
                  <a:lnTo>
                    <a:pt x="68705" y="10150"/>
                  </a:lnTo>
                  <a:lnTo>
                    <a:pt x="77587" y="11670"/>
                  </a:lnTo>
                  <a:lnTo>
                    <a:pt x="87164" y="13603"/>
                  </a:lnTo>
                  <a:lnTo>
                    <a:pt x="95459" y="15259"/>
                  </a:lnTo>
                  <a:lnTo>
                    <a:pt x="100922" y="16501"/>
                  </a:lnTo>
                  <a:lnTo>
                    <a:pt x="105171" y="17881"/>
                  </a:lnTo>
                  <a:lnTo>
                    <a:pt x="109645" y="19197"/>
                  </a:lnTo>
                  <a:lnTo>
                    <a:pt x="111412" y="19547"/>
                  </a:lnTo>
                  <a:lnTo>
                    <a:pt x="115894" y="20434"/>
                  </a:lnTo>
                  <a:lnTo>
                    <a:pt x="127112" y="23015"/>
                  </a:lnTo>
                  <a:lnTo>
                    <a:pt x="132732" y="24970"/>
                  </a:lnTo>
                  <a:lnTo>
                    <a:pt x="139060" y="26983"/>
                  </a:lnTo>
                  <a:lnTo>
                    <a:pt x="143556" y="29168"/>
                  </a:lnTo>
                  <a:lnTo>
                    <a:pt x="149176" y="31928"/>
                  </a:lnTo>
                  <a:lnTo>
                    <a:pt x="156872" y="37218"/>
                  </a:lnTo>
                  <a:lnTo>
                    <a:pt x="161255" y="40554"/>
                  </a:lnTo>
                  <a:lnTo>
                    <a:pt x="166089" y="44924"/>
                  </a:lnTo>
                  <a:lnTo>
                    <a:pt x="170470" y="49406"/>
                  </a:lnTo>
                  <a:lnTo>
                    <a:pt x="171484" y="50444"/>
                  </a:lnTo>
                  <a:lnTo>
                    <a:pt x="176930" y="57368"/>
                  </a:lnTo>
                  <a:lnTo>
                    <a:pt x="181306" y="64185"/>
                  </a:lnTo>
                  <a:lnTo>
                    <a:pt x="188556" y="76204"/>
                  </a:lnTo>
                  <a:lnTo>
                    <a:pt x="194682" y="85462"/>
                  </a:lnTo>
                  <a:lnTo>
                    <a:pt x="198054" y="91787"/>
                  </a:lnTo>
                  <a:lnTo>
                    <a:pt x="205641" y="104323"/>
                  </a:lnTo>
                  <a:lnTo>
                    <a:pt x="214184" y="118584"/>
                  </a:lnTo>
                  <a:lnTo>
                    <a:pt x="217058" y="123584"/>
                  </a:lnTo>
                  <a:lnTo>
                    <a:pt x="220371" y="129349"/>
                  </a:lnTo>
                  <a:lnTo>
                    <a:pt x="224777" y="137843"/>
                  </a:lnTo>
                  <a:lnTo>
                    <a:pt x="224074" y="138261"/>
                  </a:lnTo>
                  <a:lnTo>
                    <a:pt x="219833" y="140789"/>
                  </a:lnTo>
                  <a:lnTo>
                    <a:pt x="218924" y="145683"/>
                  </a:lnTo>
                  <a:lnTo>
                    <a:pt x="208866" y="154545"/>
                  </a:lnTo>
                  <a:lnTo>
                    <a:pt x="202897" y="162031"/>
                  </a:lnTo>
                  <a:lnTo>
                    <a:pt x="202770" y="162191"/>
                  </a:lnTo>
                  <a:lnTo>
                    <a:pt x="197992" y="166998"/>
                  </a:lnTo>
                  <a:lnTo>
                    <a:pt x="185803" y="179265"/>
                  </a:lnTo>
                  <a:lnTo>
                    <a:pt x="177030" y="190520"/>
                  </a:lnTo>
                  <a:lnTo>
                    <a:pt x="172051" y="19229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06988" y="4277860"/>
              <a:ext cx="713598" cy="624513"/>
            </a:xfrm>
            <a:custGeom>
              <a:avLst/>
              <a:pathLst>
                <a:path w="713598" h="624513">
                  <a:moveTo>
                    <a:pt x="228920" y="519621"/>
                  </a:moveTo>
                  <a:lnTo>
                    <a:pt x="228037" y="520791"/>
                  </a:lnTo>
                  <a:lnTo>
                    <a:pt x="225763" y="519160"/>
                  </a:lnTo>
                  <a:lnTo>
                    <a:pt x="220859" y="515642"/>
                  </a:lnTo>
                  <a:lnTo>
                    <a:pt x="209886" y="531766"/>
                  </a:lnTo>
                  <a:lnTo>
                    <a:pt x="215153" y="535602"/>
                  </a:lnTo>
                  <a:lnTo>
                    <a:pt x="216768" y="536777"/>
                  </a:lnTo>
                  <a:lnTo>
                    <a:pt x="214848" y="539243"/>
                  </a:lnTo>
                  <a:lnTo>
                    <a:pt x="204507" y="553808"/>
                  </a:lnTo>
                  <a:lnTo>
                    <a:pt x="196076" y="547741"/>
                  </a:lnTo>
                  <a:lnTo>
                    <a:pt x="176182" y="533424"/>
                  </a:lnTo>
                  <a:lnTo>
                    <a:pt x="160790" y="522348"/>
                  </a:lnTo>
                  <a:lnTo>
                    <a:pt x="138960" y="506638"/>
                  </a:lnTo>
                  <a:lnTo>
                    <a:pt x="137830" y="505825"/>
                  </a:lnTo>
                  <a:lnTo>
                    <a:pt x="137172" y="505351"/>
                  </a:lnTo>
                  <a:lnTo>
                    <a:pt x="115961" y="490086"/>
                  </a:lnTo>
                  <a:lnTo>
                    <a:pt x="110269" y="485991"/>
                  </a:lnTo>
                  <a:lnTo>
                    <a:pt x="87805" y="469824"/>
                  </a:lnTo>
                  <a:lnTo>
                    <a:pt x="73254" y="459213"/>
                  </a:lnTo>
                  <a:lnTo>
                    <a:pt x="72439" y="458619"/>
                  </a:lnTo>
                  <a:lnTo>
                    <a:pt x="29608" y="427386"/>
                  </a:lnTo>
                  <a:lnTo>
                    <a:pt x="6425" y="410480"/>
                  </a:lnTo>
                  <a:lnTo>
                    <a:pt x="0" y="399233"/>
                  </a:lnTo>
                  <a:lnTo>
                    <a:pt x="36252" y="345793"/>
                  </a:lnTo>
                  <a:lnTo>
                    <a:pt x="40900" y="338689"/>
                  </a:lnTo>
                  <a:lnTo>
                    <a:pt x="152287" y="205018"/>
                  </a:lnTo>
                  <a:lnTo>
                    <a:pt x="171276" y="182230"/>
                  </a:lnTo>
                  <a:lnTo>
                    <a:pt x="216774" y="153593"/>
                  </a:lnTo>
                  <a:lnTo>
                    <a:pt x="248825" y="133419"/>
                  </a:lnTo>
                  <a:lnTo>
                    <a:pt x="253149" y="130698"/>
                  </a:lnTo>
                  <a:lnTo>
                    <a:pt x="307427" y="88664"/>
                  </a:lnTo>
                  <a:lnTo>
                    <a:pt x="451416" y="0"/>
                  </a:lnTo>
                  <a:lnTo>
                    <a:pt x="457404" y="7647"/>
                  </a:lnTo>
                  <a:lnTo>
                    <a:pt x="458016" y="8771"/>
                  </a:lnTo>
                  <a:lnTo>
                    <a:pt x="470633" y="31917"/>
                  </a:lnTo>
                  <a:lnTo>
                    <a:pt x="470984" y="32560"/>
                  </a:lnTo>
                  <a:lnTo>
                    <a:pt x="485710" y="59576"/>
                  </a:lnTo>
                  <a:lnTo>
                    <a:pt x="486127" y="60340"/>
                  </a:lnTo>
                  <a:lnTo>
                    <a:pt x="487947" y="63679"/>
                  </a:lnTo>
                  <a:lnTo>
                    <a:pt x="518489" y="119795"/>
                  </a:lnTo>
                  <a:lnTo>
                    <a:pt x="520124" y="122798"/>
                  </a:lnTo>
                  <a:lnTo>
                    <a:pt x="551724" y="180619"/>
                  </a:lnTo>
                  <a:lnTo>
                    <a:pt x="558067" y="192065"/>
                  </a:lnTo>
                  <a:lnTo>
                    <a:pt x="566052" y="206780"/>
                  </a:lnTo>
                  <a:lnTo>
                    <a:pt x="566302" y="207241"/>
                  </a:lnTo>
                  <a:lnTo>
                    <a:pt x="580625" y="233635"/>
                  </a:lnTo>
                  <a:lnTo>
                    <a:pt x="581248" y="234782"/>
                  </a:lnTo>
                  <a:lnTo>
                    <a:pt x="590020" y="249576"/>
                  </a:lnTo>
                  <a:lnTo>
                    <a:pt x="594399" y="256962"/>
                  </a:lnTo>
                  <a:lnTo>
                    <a:pt x="594971" y="257927"/>
                  </a:lnTo>
                  <a:lnTo>
                    <a:pt x="595796" y="259317"/>
                  </a:lnTo>
                  <a:lnTo>
                    <a:pt x="610324" y="283820"/>
                  </a:lnTo>
                  <a:lnTo>
                    <a:pt x="612733" y="287882"/>
                  </a:lnTo>
                  <a:lnTo>
                    <a:pt x="645079" y="342552"/>
                  </a:lnTo>
                  <a:lnTo>
                    <a:pt x="646525" y="344996"/>
                  </a:lnTo>
                  <a:lnTo>
                    <a:pt x="678490" y="399431"/>
                  </a:lnTo>
                  <a:lnTo>
                    <a:pt x="679101" y="400472"/>
                  </a:lnTo>
                  <a:lnTo>
                    <a:pt x="680547" y="402934"/>
                  </a:lnTo>
                  <a:lnTo>
                    <a:pt x="694889" y="427048"/>
                  </a:lnTo>
                  <a:lnTo>
                    <a:pt x="695268" y="427621"/>
                  </a:lnTo>
                  <a:lnTo>
                    <a:pt x="695642" y="428186"/>
                  </a:lnTo>
                  <a:lnTo>
                    <a:pt x="704458" y="441499"/>
                  </a:lnTo>
                  <a:lnTo>
                    <a:pt x="713598" y="455302"/>
                  </a:lnTo>
                  <a:lnTo>
                    <a:pt x="685487" y="472032"/>
                  </a:lnTo>
                  <a:lnTo>
                    <a:pt x="625863" y="507518"/>
                  </a:lnTo>
                  <a:lnTo>
                    <a:pt x="574116" y="538315"/>
                  </a:lnTo>
                  <a:lnTo>
                    <a:pt x="533904" y="562248"/>
                  </a:lnTo>
                  <a:lnTo>
                    <a:pt x="507179" y="578153"/>
                  </a:lnTo>
                  <a:lnTo>
                    <a:pt x="486773" y="590298"/>
                  </a:lnTo>
                  <a:lnTo>
                    <a:pt x="432134" y="622817"/>
                  </a:lnTo>
                  <a:lnTo>
                    <a:pt x="429284" y="624513"/>
                  </a:lnTo>
                  <a:lnTo>
                    <a:pt x="424878" y="616019"/>
                  </a:lnTo>
                  <a:lnTo>
                    <a:pt x="421565" y="610254"/>
                  </a:lnTo>
                  <a:lnTo>
                    <a:pt x="418691" y="605254"/>
                  </a:lnTo>
                  <a:lnTo>
                    <a:pt x="410149" y="590993"/>
                  </a:lnTo>
                  <a:lnTo>
                    <a:pt x="402562" y="578457"/>
                  </a:lnTo>
                  <a:lnTo>
                    <a:pt x="399190" y="572132"/>
                  </a:lnTo>
                  <a:lnTo>
                    <a:pt x="393064" y="562874"/>
                  </a:lnTo>
                  <a:lnTo>
                    <a:pt x="385814" y="550855"/>
                  </a:lnTo>
                  <a:lnTo>
                    <a:pt x="381438" y="544038"/>
                  </a:lnTo>
                  <a:lnTo>
                    <a:pt x="375992" y="537114"/>
                  </a:lnTo>
                  <a:lnTo>
                    <a:pt x="374977" y="536076"/>
                  </a:lnTo>
                  <a:lnTo>
                    <a:pt x="370596" y="531594"/>
                  </a:lnTo>
                  <a:lnTo>
                    <a:pt x="365763" y="527224"/>
                  </a:lnTo>
                  <a:lnTo>
                    <a:pt x="361379" y="523888"/>
                  </a:lnTo>
                  <a:lnTo>
                    <a:pt x="353683" y="518598"/>
                  </a:lnTo>
                  <a:lnTo>
                    <a:pt x="348063" y="515838"/>
                  </a:lnTo>
                  <a:lnTo>
                    <a:pt x="343567" y="513653"/>
                  </a:lnTo>
                  <a:lnTo>
                    <a:pt x="337240" y="511640"/>
                  </a:lnTo>
                  <a:lnTo>
                    <a:pt x="331620" y="509685"/>
                  </a:lnTo>
                  <a:lnTo>
                    <a:pt x="320402" y="507104"/>
                  </a:lnTo>
                  <a:lnTo>
                    <a:pt x="315920" y="506217"/>
                  </a:lnTo>
                  <a:lnTo>
                    <a:pt x="314152" y="505867"/>
                  </a:lnTo>
                  <a:lnTo>
                    <a:pt x="309678" y="504551"/>
                  </a:lnTo>
                  <a:lnTo>
                    <a:pt x="305430" y="503171"/>
                  </a:lnTo>
                  <a:lnTo>
                    <a:pt x="299967" y="501929"/>
                  </a:lnTo>
                  <a:lnTo>
                    <a:pt x="291671" y="500273"/>
                  </a:lnTo>
                  <a:lnTo>
                    <a:pt x="282095" y="498341"/>
                  </a:lnTo>
                  <a:lnTo>
                    <a:pt x="273213" y="496820"/>
                  </a:lnTo>
                  <a:lnTo>
                    <a:pt x="267278" y="495373"/>
                  </a:lnTo>
                  <a:lnTo>
                    <a:pt x="262400" y="493479"/>
                  </a:lnTo>
                  <a:lnTo>
                    <a:pt x="257476" y="490891"/>
                  </a:lnTo>
                  <a:lnTo>
                    <a:pt x="251210" y="48667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64541" y="1663189"/>
              <a:ext cx="411177" cy="334471"/>
            </a:xfrm>
            <a:custGeom>
              <a:avLst/>
              <a:pathLst>
                <a:path w="411177" h="334471">
                  <a:moveTo>
                    <a:pt x="94066" y="43304"/>
                  </a:moveTo>
                  <a:lnTo>
                    <a:pt x="96586" y="44634"/>
                  </a:lnTo>
                  <a:lnTo>
                    <a:pt x="97722" y="43014"/>
                  </a:lnTo>
                  <a:lnTo>
                    <a:pt x="98880" y="41363"/>
                  </a:lnTo>
                  <a:lnTo>
                    <a:pt x="106226" y="45176"/>
                  </a:lnTo>
                  <a:lnTo>
                    <a:pt x="109142" y="46690"/>
                  </a:lnTo>
                  <a:lnTo>
                    <a:pt x="109599" y="45176"/>
                  </a:lnTo>
                  <a:lnTo>
                    <a:pt x="110418" y="42464"/>
                  </a:lnTo>
                  <a:lnTo>
                    <a:pt x="111046" y="40921"/>
                  </a:lnTo>
                  <a:lnTo>
                    <a:pt x="113228" y="35563"/>
                  </a:lnTo>
                  <a:lnTo>
                    <a:pt x="116697" y="29938"/>
                  </a:lnTo>
                  <a:lnTo>
                    <a:pt x="116783" y="29798"/>
                  </a:lnTo>
                  <a:lnTo>
                    <a:pt x="117013" y="29938"/>
                  </a:lnTo>
                  <a:lnTo>
                    <a:pt x="119477" y="31442"/>
                  </a:lnTo>
                  <a:lnTo>
                    <a:pt x="121397" y="32941"/>
                  </a:lnTo>
                  <a:lnTo>
                    <a:pt x="121771" y="32139"/>
                  </a:lnTo>
                  <a:lnTo>
                    <a:pt x="123478" y="28481"/>
                  </a:lnTo>
                  <a:lnTo>
                    <a:pt x="124152" y="22012"/>
                  </a:lnTo>
                  <a:lnTo>
                    <a:pt x="124862" y="18946"/>
                  </a:lnTo>
                  <a:lnTo>
                    <a:pt x="124886" y="18767"/>
                  </a:lnTo>
                  <a:lnTo>
                    <a:pt x="125789" y="12261"/>
                  </a:lnTo>
                  <a:lnTo>
                    <a:pt x="124460" y="3090"/>
                  </a:lnTo>
                  <a:lnTo>
                    <a:pt x="125203" y="2347"/>
                  </a:lnTo>
                  <a:lnTo>
                    <a:pt x="127551" y="0"/>
                  </a:lnTo>
                  <a:lnTo>
                    <a:pt x="131040" y="5279"/>
                  </a:lnTo>
                  <a:lnTo>
                    <a:pt x="134330" y="8374"/>
                  </a:lnTo>
                  <a:lnTo>
                    <a:pt x="137316" y="11069"/>
                  </a:lnTo>
                  <a:lnTo>
                    <a:pt x="145125" y="16687"/>
                  </a:lnTo>
                  <a:lnTo>
                    <a:pt x="145662" y="21872"/>
                  </a:lnTo>
                  <a:lnTo>
                    <a:pt x="153295" y="24588"/>
                  </a:lnTo>
                  <a:lnTo>
                    <a:pt x="173070" y="31625"/>
                  </a:lnTo>
                  <a:lnTo>
                    <a:pt x="184846" y="33513"/>
                  </a:lnTo>
                  <a:lnTo>
                    <a:pt x="188552" y="34107"/>
                  </a:lnTo>
                  <a:lnTo>
                    <a:pt x="202194" y="36144"/>
                  </a:lnTo>
                  <a:lnTo>
                    <a:pt x="204355" y="36467"/>
                  </a:lnTo>
                  <a:lnTo>
                    <a:pt x="215726" y="39016"/>
                  </a:lnTo>
                  <a:lnTo>
                    <a:pt x="226781" y="41495"/>
                  </a:lnTo>
                  <a:lnTo>
                    <a:pt x="236349" y="41258"/>
                  </a:lnTo>
                  <a:lnTo>
                    <a:pt x="246739" y="41001"/>
                  </a:lnTo>
                  <a:lnTo>
                    <a:pt x="250101" y="40917"/>
                  </a:lnTo>
                  <a:lnTo>
                    <a:pt x="259743" y="47724"/>
                  </a:lnTo>
                  <a:lnTo>
                    <a:pt x="261514" y="48975"/>
                  </a:lnTo>
                  <a:lnTo>
                    <a:pt x="267454" y="53168"/>
                  </a:lnTo>
                  <a:lnTo>
                    <a:pt x="270591" y="55382"/>
                  </a:lnTo>
                  <a:lnTo>
                    <a:pt x="271670" y="56144"/>
                  </a:lnTo>
                  <a:lnTo>
                    <a:pt x="272774" y="56923"/>
                  </a:lnTo>
                  <a:lnTo>
                    <a:pt x="283592" y="61297"/>
                  </a:lnTo>
                  <a:lnTo>
                    <a:pt x="290442" y="64067"/>
                  </a:lnTo>
                  <a:lnTo>
                    <a:pt x="292298" y="64817"/>
                  </a:lnTo>
                  <a:lnTo>
                    <a:pt x="294147" y="65565"/>
                  </a:lnTo>
                  <a:lnTo>
                    <a:pt x="300462" y="68196"/>
                  </a:lnTo>
                  <a:lnTo>
                    <a:pt x="314053" y="73860"/>
                  </a:lnTo>
                  <a:lnTo>
                    <a:pt x="321062" y="79147"/>
                  </a:lnTo>
                  <a:lnTo>
                    <a:pt x="323501" y="80986"/>
                  </a:lnTo>
                  <a:lnTo>
                    <a:pt x="326877" y="80403"/>
                  </a:lnTo>
                  <a:lnTo>
                    <a:pt x="349063" y="76573"/>
                  </a:lnTo>
                  <a:lnTo>
                    <a:pt x="350042" y="76398"/>
                  </a:lnTo>
                  <a:lnTo>
                    <a:pt x="350752" y="76271"/>
                  </a:lnTo>
                  <a:lnTo>
                    <a:pt x="354134" y="75564"/>
                  </a:lnTo>
                  <a:lnTo>
                    <a:pt x="368302" y="72601"/>
                  </a:lnTo>
                  <a:lnTo>
                    <a:pt x="373973" y="70738"/>
                  </a:lnTo>
                  <a:lnTo>
                    <a:pt x="376370" y="69951"/>
                  </a:lnTo>
                  <a:lnTo>
                    <a:pt x="377912" y="69004"/>
                  </a:lnTo>
                  <a:lnTo>
                    <a:pt x="379260" y="68177"/>
                  </a:lnTo>
                  <a:lnTo>
                    <a:pt x="384725" y="64821"/>
                  </a:lnTo>
                  <a:lnTo>
                    <a:pt x="386399" y="63794"/>
                  </a:lnTo>
                  <a:lnTo>
                    <a:pt x="386623" y="63656"/>
                  </a:lnTo>
                  <a:lnTo>
                    <a:pt x="386869" y="63450"/>
                  </a:lnTo>
                  <a:lnTo>
                    <a:pt x="387513" y="62128"/>
                  </a:lnTo>
                  <a:lnTo>
                    <a:pt x="397689" y="80794"/>
                  </a:lnTo>
                  <a:lnTo>
                    <a:pt x="399077" y="83470"/>
                  </a:lnTo>
                  <a:lnTo>
                    <a:pt x="411177" y="106786"/>
                  </a:lnTo>
                  <a:lnTo>
                    <a:pt x="387272" y="120947"/>
                  </a:lnTo>
                  <a:lnTo>
                    <a:pt x="400715" y="145157"/>
                  </a:lnTo>
                  <a:lnTo>
                    <a:pt x="377329" y="159134"/>
                  </a:lnTo>
                  <a:lnTo>
                    <a:pt x="375933" y="159920"/>
                  </a:lnTo>
                  <a:lnTo>
                    <a:pt x="353217" y="172701"/>
                  </a:lnTo>
                  <a:lnTo>
                    <a:pt x="326561" y="189763"/>
                  </a:lnTo>
                  <a:lnTo>
                    <a:pt x="303560" y="203176"/>
                  </a:lnTo>
                  <a:lnTo>
                    <a:pt x="280874" y="218901"/>
                  </a:lnTo>
                  <a:lnTo>
                    <a:pt x="275872" y="210103"/>
                  </a:lnTo>
                  <a:lnTo>
                    <a:pt x="250919" y="221144"/>
                  </a:lnTo>
                  <a:lnTo>
                    <a:pt x="243204" y="225625"/>
                  </a:lnTo>
                  <a:lnTo>
                    <a:pt x="227651" y="234657"/>
                  </a:lnTo>
                  <a:lnTo>
                    <a:pt x="202529" y="249551"/>
                  </a:lnTo>
                  <a:lnTo>
                    <a:pt x="177342" y="264801"/>
                  </a:lnTo>
                  <a:lnTo>
                    <a:pt x="153960" y="278070"/>
                  </a:lnTo>
                  <a:lnTo>
                    <a:pt x="129695" y="291840"/>
                  </a:lnTo>
                  <a:lnTo>
                    <a:pt x="106069" y="304846"/>
                  </a:lnTo>
                  <a:lnTo>
                    <a:pt x="83673" y="319359"/>
                  </a:lnTo>
                  <a:lnTo>
                    <a:pt x="57379" y="334471"/>
                  </a:lnTo>
                  <a:lnTo>
                    <a:pt x="30817" y="290574"/>
                  </a:lnTo>
                  <a:lnTo>
                    <a:pt x="29809" y="286490"/>
                  </a:lnTo>
                  <a:lnTo>
                    <a:pt x="26419" y="272758"/>
                  </a:lnTo>
                  <a:lnTo>
                    <a:pt x="23683" y="273050"/>
                  </a:lnTo>
                  <a:lnTo>
                    <a:pt x="20947" y="273342"/>
                  </a:lnTo>
                  <a:lnTo>
                    <a:pt x="18968" y="273553"/>
                  </a:lnTo>
                  <a:lnTo>
                    <a:pt x="18161" y="273668"/>
                  </a:lnTo>
                  <a:lnTo>
                    <a:pt x="17836" y="273714"/>
                  </a:lnTo>
                  <a:lnTo>
                    <a:pt x="14085" y="266728"/>
                  </a:lnTo>
                  <a:lnTo>
                    <a:pt x="11851" y="262544"/>
                  </a:lnTo>
                  <a:lnTo>
                    <a:pt x="7804" y="256808"/>
                  </a:lnTo>
                  <a:lnTo>
                    <a:pt x="5528" y="252165"/>
                  </a:lnTo>
                  <a:lnTo>
                    <a:pt x="3420" y="247033"/>
                  </a:lnTo>
                  <a:lnTo>
                    <a:pt x="2707" y="244053"/>
                  </a:lnTo>
                  <a:lnTo>
                    <a:pt x="2337" y="242508"/>
                  </a:lnTo>
                  <a:lnTo>
                    <a:pt x="2328" y="241036"/>
                  </a:lnTo>
                  <a:lnTo>
                    <a:pt x="2756" y="237941"/>
                  </a:lnTo>
                  <a:lnTo>
                    <a:pt x="2927" y="236703"/>
                  </a:lnTo>
                  <a:lnTo>
                    <a:pt x="4417" y="227646"/>
                  </a:lnTo>
                  <a:lnTo>
                    <a:pt x="6018" y="214621"/>
                  </a:lnTo>
                  <a:lnTo>
                    <a:pt x="6225" y="212013"/>
                  </a:lnTo>
                  <a:lnTo>
                    <a:pt x="6990" y="202324"/>
                  </a:lnTo>
                  <a:lnTo>
                    <a:pt x="7367" y="197543"/>
                  </a:lnTo>
                  <a:lnTo>
                    <a:pt x="8379" y="181672"/>
                  </a:lnTo>
                  <a:lnTo>
                    <a:pt x="8379" y="169165"/>
                  </a:lnTo>
                  <a:lnTo>
                    <a:pt x="8463" y="159849"/>
                  </a:lnTo>
                  <a:lnTo>
                    <a:pt x="9896" y="144927"/>
                  </a:lnTo>
                  <a:lnTo>
                    <a:pt x="9931" y="139956"/>
                  </a:lnTo>
                  <a:lnTo>
                    <a:pt x="9953" y="136819"/>
                  </a:lnTo>
                  <a:lnTo>
                    <a:pt x="8543" y="125897"/>
                  </a:lnTo>
                  <a:lnTo>
                    <a:pt x="8437" y="125078"/>
                  </a:lnTo>
                  <a:lnTo>
                    <a:pt x="8379" y="124628"/>
                  </a:lnTo>
                  <a:lnTo>
                    <a:pt x="7480" y="106111"/>
                  </a:lnTo>
                  <a:lnTo>
                    <a:pt x="6356" y="91563"/>
                  </a:lnTo>
                  <a:lnTo>
                    <a:pt x="4968" y="85355"/>
                  </a:lnTo>
                  <a:lnTo>
                    <a:pt x="458" y="77722"/>
                  </a:lnTo>
                  <a:lnTo>
                    <a:pt x="0" y="76180"/>
                  </a:lnTo>
                  <a:lnTo>
                    <a:pt x="136" y="76025"/>
                  </a:lnTo>
                  <a:lnTo>
                    <a:pt x="2311" y="73377"/>
                  </a:lnTo>
                  <a:lnTo>
                    <a:pt x="3468" y="71968"/>
                  </a:lnTo>
                  <a:lnTo>
                    <a:pt x="9966" y="66074"/>
                  </a:lnTo>
                  <a:lnTo>
                    <a:pt x="13961" y="64878"/>
                  </a:lnTo>
                  <a:lnTo>
                    <a:pt x="14287" y="64780"/>
                  </a:lnTo>
                  <a:lnTo>
                    <a:pt x="14461" y="64457"/>
                  </a:lnTo>
                  <a:lnTo>
                    <a:pt x="18150" y="57628"/>
                  </a:lnTo>
                  <a:lnTo>
                    <a:pt x="19065" y="57467"/>
                  </a:lnTo>
                  <a:lnTo>
                    <a:pt x="25899" y="56262"/>
                  </a:lnTo>
                  <a:lnTo>
                    <a:pt x="27206" y="59376"/>
                  </a:lnTo>
                  <a:lnTo>
                    <a:pt x="27740" y="60647"/>
                  </a:lnTo>
                  <a:lnTo>
                    <a:pt x="32086" y="59809"/>
                  </a:lnTo>
                  <a:lnTo>
                    <a:pt x="35004" y="59245"/>
                  </a:lnTo>
                  <a:lnTo>
                    <a:pt x="35327" y="61366"/>
                  </a:lnTo>
                  <a:lnTo>
                    <a:pt x="38993" y="64094"/>
                  </a:lnTo>
                  <a:lnTo>
                    <a:pt x="39191" y="64241"/>
                  </a:lnTo>
                  <a:lnTo>
                    <a:pt x="39427" y="64203"/>
                  </a:lnTo>
                  <a:lnTo>
                    <a:pt x="40306" y="64059"/>
                  </a:lnTo>
                  <a:lnTo>
                    <a:pt x="51727" y="62199"/>
                  </a:lnTo>
                  <a:lnTo>
                    <a:pt x="51503" y="66008"/>
                  </a:lnTo>
                  <a:lnTo>
                    <a:pt x="51447" y="66965"/>
                  </a:lnTo>
                  <a:lnTo>
                    <a:pt x="51431" y="67246"/>
                  </a:lnTo>
                  <a:lnTo>
                    <a:pt x="52778" y="67239"/>
                  </a:lnTo>
                  <a:lnTo>
                    <a:pt x="76920" y="67111"/>
                  </a:lnTo>
                  <a:lnTo>
                    <a:pt x="77926" y="60968"/>
                  </a:lnTo>
                  <a:lnTo>
                    <a:pt x="78383" y="58169"/>
                  </a:lnTo>
                  <a:lnTo>
                    <a:pt x="85496" y="50994"/>
                  </a:lnTo>
                  <a:lnTo>
                    <a:pt x="85284" y="49477"/>
                  </a:lnTo>
                  <a:lnTo>
                    <a:pt x="84779" y="45862"/>
                  </a:lnTo>
                  <a:lnTo>
                    <a:pt x="91958" y="4388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17740" y="4295295"/>
              <a:ext cx="560524" cy="474524"/>
            </a:xfrm>
            <a:custGeom>
              <a:avLst/>
              <a:pathLst>
                <a:path w="560524" h="474524">
                  <a:moveTo>
                    <a:pt x="310152" y="275720"/>
                  </a:moveTo>
                  <a:lnTo>
                    <a:pt x="300009" y="290617"/>
                  </a:lnTo>
                  <a:lnTo>
                    <a:pt x="299748" y="290984"/>
                  </a:lnTo>
                  <a:lnTo>
                    <a:pt x="292457" y="301293"/>
                  </a:lnTo>
                  <a:lnTo>
                    <a:pt x="282809" y="314933"/>
                  </a:lnTo>
                  <a:lnTo>
                    <a:pt x="268790" y="334753"/>
                  </a:lnTo>
                  <a:lnTo>
                    <a:pt x="253730" y="356046"/>
                  </a:lnTo>
                  <a:lnTo>
                    <a:pt x="237516" y="378968"/>
                  </a:lnTo>
                  <a:lnTo>
                    <a:pt x="222510" y="400184"/>
                  </a:lnTo>
                  <a:lnTo>
                    <a:pt x="221246" y="401904"/>
                  </a:lnTo>
                  <a:lnTo>
                    <a:pt x="199499" y="431482"/>
                  </a:lnTo>
                  <a:lnTo>
                    <a:pt x="188810" y="446020"/>
                  </a:lnTo>
                  <a:lnTo>
                    <a:pt x="170685" y="470671"/>
                  </a:lnTo>
                  <a:lnTo>
                    <a:pt x="167852" y="474524"/>
                  </a:lnTo>
                  <a:lnTo>
                    <a:pt x="129073" y="446604"/>
                  </a:lnTo>
                  <a:lnTo>
                    <a:pt x="113071" y="435083"/>
                  </a:lnTo>
                  <a:lnTo>
                    <a:pt x="108706" y="431941"/>
                  </a:lnTo>
                  <a:lnTo>
                    <a:pt x="106077" y="430049"/>
                  </a:lnTo>
                  <a:lnTo>
                    <a:pt x="94879" y="421986"/>
                  </a:lnTo>
                  <a:lnTo>
                    <a:pt x="94002" y="421354"/>
                  </a:lnTo>
                  <a:lnTo>
                    <a:pt x="90448" y="418796"/>
                  </a:lnTo>
                  <a:lnTo>
                    <a:pt x="83964" y="414128"/>
                  </a:lnTo>
                  <a:lnTo>
                    <a:pt x="77105" y="404305"/>
                  </a:lnTo>
                  <a:lnTo>
                    <a:pt x="68690" y="392254"/>
                  </a:lnTo>
                  <a:lnTo>
                    <a:pt x="55246" y="369540"/>
                  </a:lnTo>
                  <a:lnTo>
                    <a:pt x="41671" y="346603"/>
                  </a:lnTo>
                  <a:lnTo>
                    <a:pt x="38216" y="340773"/>
                  </a:lnTo>
                  <a:lnTo>
                    <a:pt x="27979" y="323493"/>
                  </a:lnTo>
                  <a:lnTo>
                    <a:pt x="25558" y="319406"/>
                  </a:lnTo>
                  <a:lnTo>
                    <a:pt x="15041" y="301654"/>
                  </a:lnTo>
                  <a:lnTo>
                    <a:pt x="0" y="276264"/>
                  </a:lnTo>
                  <a:lnTo>
                    <a:pt x="5700" y="272849"/>
                  </a:lnTo>
                  <a:lnTo>
                    <a:pt x="30563" y="257955"/>
                  </a:lnTo>
                  <a:lnTo>
                    <a:pt x="74472" y="231651"/>
                  </a:lnTo>
                  <a:lnTo>
                    <a:pt x="77664" y="229738"/>
                  </a:lnTo>
                  <a:lnTo>
                    <a:pt x="79717" y="228509"/>
                  </a:lnTo>
                  <a:lnTo>
                    <a:pt x="121087" y="203725"/>
                  </a:lnTo>
                  <a:lnTo>
                    <a:pt x="123145" y="202493"/>
                  </a:lnTo>
                  <a:lnTo>
                    <a:pt x="126612" y="200415"/>
                  </a:lnTo>
                  <a:lnTo>
                    <a:pt x="140236" y="192254"/>
                  </a:lnTo>
                  <a:lnTo>
                    <a:pt x="147111" y="188136"/>
                  </a:lnTo>
                  <a:lnTo>
                    <a:pt x="168396" y="175385"/>
                  </a:lnTo>
                  <a:lnTo>
                    <a:pt x="170244" y="174277"/>
                  </a:lnTo>
                  <a:lnTo>
                    <a:pt x="171973" y="173242"/>
                  </a:lnTo>
                  <a:lnTo>
                    <a:pt x="213531" y="148346"/>
                  </a:lnTo>
                  <a:lnTo>
                    <a:pt x="219474" y="144786"/>
                  </a:lnTo>
                  <a:lnTo>
                    <a:pt x="233196" y="136633"/>
                  </a:lnTo>
                  <a:lnTo>
                    <a:pt x="242172" y="131361"/>
                  </a:lnTo>
                  <a:lnTo>
                    <a:pt x="247720" y="128102"/>
                  </a:lnTo>
                  <a:lnTo>
                    <a:pt x="275470" y="111799"/>
                  </a:lnTo>
                  <a:lnTo>
                    <a:pt x="311350" y="90720"/>
                  </a:lnTo>
                  <a:lnTo>
                    <a:pt x="314367" y="88948"/>
                  </a:lnTo>
                  <a:lnTo>
                    <a:pt x="316580" y="87647"/>
                  </a:lnTo>
                  <a:lnTo>
                    <a:pt x="329676" y="79954"/>
                  </a:lnTo>
                  <a:lnTo>
                    <a:pt x="336802" y="75760"/>
                  </a:lnTo>
                  <a:lnTo>
                    <a:pt x="355738" y="64616"/>
                  </a:lnTo>
                  <a:lnTo>
                    <a:pt x="390987" y="43872"/>
                  </a:lnTo>
                  <a:lnTo>
                    <a:pt x="391846" y="43337"/>
                  </a:lnTo>
                  <a:lnTo>
                    <a:pt x="413968" y="29566"/>
                  </a:lnTo>
                  <a:lnTo>
                    <a:pt x="440055" y="13327"/>
                  </a:lnTo>
                  <a:lnTo>
                    <a:pt x="450003" y="7135"/>
                  </a:lnTo>
                  <a:lnTo>
                    <a:pt x="460847" y="384"/>
                  </a:lnTo>
                  <a:lnTo>
                    <a:pt x="461467" y="0"/>
                  </a:lnTo>
                  <a:lnTo>
                    <a:pt x="462714" y="2145"/>
                  </a:lnTo>
                  <a:lnTo>
                    <a:pt x="475852" y="25067"/>
                  </a:lnTo>
                  <a:lnTo>
                    <a:pt x="476979" y="27033"/>
                  </a:lnTo>
                  <a:lnTo>
                    <a:pt x="491257" y="51945"/>
                  </a:lnTo>
                  <a:lnTo>
                    <a:pt x="503024" y="72476"/>
                  </a:lnTo>
                  <a:lnTo>
                    <a:pt x="503128" y="72657"/>
                  </a:lnTo>
                  <a:lnTo>
                    <a:pt x="518211" y="98972"/>
                  </a:lnTo>
                  <a:lnTo>
                    <a:pt x="525470" y="111637"/>
                  </a:lnTo>
                  <a:lnTo>
                    <a:pt x="530270" y="120011"/>
                  </a:lnTo>
                  <a:lnTo>
                    <a:pt x="543747" y="143526"/>
                  </a:lnTo>
                  <a:lnTo>
                    <a:pt x="560524" y="164795"/>
                  </a:lnTo>
                  <a:lnTo>
                    <a:pt x="549156" y="178437"/>
                  </a:lnTo>
                  <a:lnTo>
                    <a:pt x="541536" y="187582"/>
                  </a:lnTo>
                  <a:lnTo>
                    <a:pt x="430148" y="321253"/>
                  </a:lnTo>
                  <a:lnTo>
                    <a:pt x="425501" y="328358"/>
                  </a:lnTo>
                  <a:lnTo>
                    <a:pt x="418363" y="323213"/>
                  </a:lnTo>
                  <a:lnTo>
                    <a:pt x="390908" y="303420"/>
                  </a:lnTo>
                  <a:lnTo>
                    <a:pt x="382647" y="297684"/>
                  </a:lnTo>
                  <a:lnTo>
                    <a:pt x="373709" y="291478"/>
                  </a:lnTo>
                  <a:lnTo>
                    <a:pt x="354458" y="277564"/>
                  </a:lnTo>
                  <a:lnTo>
                    <a:pt x="342616" y="269005"/>
                  </a:lnTo>
                  <a:lnTo>
                    <a:pt x="324537" y="255939"/>
                  </a:lnTo>
                  <a:lnTo>
                    <a:pt x="323924" y="25549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479207" y="3950377"/>
              <a:ext cx="679144" cy="509713"/>
            </a:xfrm>
            <a:custGeom>
              <a:avLst/>
              <a:pathLst>
                <a:path w="679144" h="509713">
                  <a:moveTo>
                    <a:pt x="602671" y="0"/>
                  </a:moveTo>
                  <a:lnTo>
                    <a:pt x="617559" y="24503"/>
                  </a:lnTo>
                  <a:lnTo>
                    <a:pt x="629361" y="45491"/>
                  </a:lnTo>
                  <a:lnTo>
                    <a:pt x="620908" y="50010"/>
                  </a:lnTo>
                  <a:lnTo>
                    <a:pt x="676394" y="146649"/>
                  </a:lnTo>
                  <a:lnTo>
                    <a:pt x="679144" y="151439"/>
                  </a:lnTo>
                  <a:lnTo>
                    <a:pt x="665944" y="159186"/>
                  </a:lnTo>
                  <a:lnTo>
                    <a:pt x="661084" y="162039"/>
                  </a:lnTo>
                  <a:lnTo>
                    <a:pt x="533330" y="237019"/>
                  </a:lnTo>
                  <a:lnTo>
                    <a:pt x="525385" y="241682"/>
                  </a:lnTo>
                  <a:lnTo>
                    <a:pt x="510059" y="250677"/>
                  </a:lnTo>
                  <a:lnTo>
                    <a:pt x="501476" y="255715"/>
                  </a:lnTo>
                  <a:lnTo>
                    <a:pt x="393826" y="318896"/>
                  </a:lnTo>
                  <a:lnTo>
                    <a:pt x="384657" y="324278"/>
                  </a:lnTo>
                  <a:lnTo>
                    <a:pt x="379197" y="327482"/>
                  </a:lnTo>
                  <a:lnTo>
                    <a:pt x="358224" y="340397"/>
                  </a:lnTo>
                  <a:lnTo>
                    <a:pt x="353846" y="343093"/>
                  </a:lnTo>
                  <a:lnTo>
                    <a:pt x="348937" y="346116"/>
                  </a:lnTo>
                  <a:lnTo>
                    <a:pt x="340664" y="351210"/>
                  </a:lnTo>
                  <a:lnTo>
                    <a:pt x="277988" y="389804"/>
                  </a:lnTo>
                  <a:lnTo>
                    <a:pt x="272327" y="393290"/>
                  </a:lnTo>
                  <a:lnTo>
                    <a:pt x="235208" y="416147"/>
                  </a:lnTo>
                  <a:lnTo>
                    <a:pt x="180930" y="458181"/>
                  </a:lnTo>
                  <a:lnTo>
                    <a:pt x="178705" y="459581"/>
                  </a:lnTo>
                  <a:lnTo>
                    <a:pt x="176601" y="460905"/>
                  </a:lnTo>
                  <a:lnTo>
                    <a:pt x="144555" y="481076"/>
                  </a:lnTo>
                  <a:lnTo>
                    <a:pt x="99057" y="509713"/>
                  </a:lnTo>
                  <a:lnTo>
                    <a:pt x="82280" y="488445"/>
                  </a:lnTo>
                  <a:lnTo>
                    <a:pt x="68802" y="464929"/>
                  </a:lnTo>
                  <a:lnTo>
                    <a:pt x="64003" y="456555"/>
                  </a:lnTo>
                  <a:lnTo>
                    <a:pt x="56744" y="443890"/>
                  </a:lnTo>
                  <a:lnTo>
                    <a:pt x="41661" y="417575"/>
                  </a:lnTo>
                  <a:lnTo>
                    <a:pt x="41557" y="417394"/>
                  </a:lnTo>
                  <a:lnTo>
                    <a:pt x="29790" y="396863"/>
                  </a:lnTo>
                  <a:lnTo>
                    <a:pt x="15511" y="371951"/>
                  </a:lnTo>
                  <a:lnTo>
                    <a:pt x="14384" y="369985"/>
                  </a:lnTo>
                  <a:lnTo>
                    <a:pt x="1246" y="347063"/>
                  </a:lnTo>
                  <a:lnTo>
                    <a:pt x="0" y="344918"/>
                  </a:lnTo>
                  <a:lnTo>
                    <a:pt x="47453" y="317281"/>
                  </a:lnTo>
                  <a:lnTo>
                    <a:pt x="72023" y="302972"/>
                  </a:lnTo>
                  <a:lnTo>
                    <a:pt x="95163" y="289495"/>
                  </a:lnTo>
                  <a:lnTo>
                    <a:pt x="142586" y="261876"/>
                  </a:lnTo>
                  <a:lnTo>
                    <a:pt x="191724" y="232508"/>
                  </a:lnTo>
                  <a:lnTo>
                    <a:pt x="192245" y="232197"/>
                  </a:lnTo>
                  <a:lnTo>
                    <a:pt x="215243" y="218451"/>
                  </a:lnTo>
                  <a:lnTo>
                    <a:pt x="216269" y="217841"/>
                  </a:lnTo>
                  <a:lnTo>
                    <a:pt x="216506" y="217700"/>
                  </a:lnTo>
                  <a:lnTo>
                    <a:pt x="239426" y="204047"/>
                  </a:lnTo>
                  <a:lnTo>
                    <a:pt x="262271" y="190439"/>
                  </a:lnTo>
                  <a:lnTo>
                    <a:pt x="287584" y="175362"/>
                  </a:lnTo>
                  <a:lnTo>
                    <a:pt x="288938" y="174555"/>
                  </a:lnTo>
                  <a:lnTo>
                    <a:pt x="312124" y="160639"/>
                  </a:lnTo>
                  <a:lnTo>
                    <a:pt x="335174" y="146805"/>
                  </a:lnTo>
                  <a:lnTo>
                    <a:pt x="358496" y="132807"/>
                  </a:lnTo>
                  <a:lnTo>
                    <a:pt x="359191" y="132390"/>
                  </a:lnTo>
                  <a:lnTo>
                    <a:pt x="359520" y="132192"/>
                  </a:lnTo>
                  <a:lnTo>
                    <a:pt x="359697" y="132085"/>
                  </a:lnTo>
                  <a:lnTo>
                    <a:pt x="360800" y="131418"/>
                  </a:lnTo>
                  <a:lnTo>
                    <a:pt x="383176" y="117893"/>
                  </a:lnTo>
                  <a:lnTo>
                    <a:pt x="383382" y="117768"/>
                  </a:lnTo>
                  <a:lnTo>
                    <a:pt x="430720" y="89153"/>
                  </a:lnTo>
                  <a:lnTo>
                    <a:pt x="445279" y="114313"/>
                  </a:lnTo>
                  <a:lnTo>
                    <a:pt x="454171" y="129679"/>
                  </a:lnTo>
                  <a:lnTo>
                    <a:pt x="456101" y="128528"/>
                  </a:lnTo>
                  <a:lnTo>
                    <a:pt x="481306" y="113498"/>
                  </a:lnTo>
                  <a:lnTo>
                    <a:pt x="481834" y="113183"/>
                  </a:lnTo>
                  <a:lnTo>
                    <a:pt x="506581" y="98915"/>
                  </a:lnTo>
                  <a:lnTo>
                    <a:pt x="501963" y="90963"/>
                  </a:lnTo>
                  <a:lnTo>
                    <a:pt x="488157" y="66203"/>
                  </a:lnTo>
                  <a:lnTo>
                    <a:pt x="489194" y="65601"/>
                  </a:lnTo>
                  <a:lnTo>
                    <a:pt x="491833" y="64068"/>
                  </a:lnTo>
                  <a:lnTo>
                    <a:pt x="501136" y="58664"/>
                  </a:lnTo>
                  <a:lnTo>
                    <a:pt x="529299" y="42306"/>
                  </a:lnTo>
                  <a:lnTo>
                    <a:pt x="553645" y="28164"/>
                  </a:lnTo>
                  <a:lnTo>
                    <a:pt x="554786" y="27502"/>
                  </a:lnTo>
                  <a:lnTo>
                    <a:pt x="578885" y="13504"/>
                  </a:lnTo>
                  <a:lnTo>
                    <a:pt x="592409" y="58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2077110" y="3557026"/>
              <a:ext cx="2582523" cy="1911144"/>
            </a:xfrm>
            <a:custGeom>
              <a:avLst/>
              <a:pathLst>
                <a:path w="2582523" h="1911144">
                  <a:moveTo>
                    <a:pt x="735260" y="489447"/>
                  </a:moveTo>
                  <a:lnTo>
                    <a:pt x="739299" y="502309"/>
                  </a:lnTo>
                  <a:lnTo>
                    <a:pt x="747463" y="501459"/>
                  </a:lnTo>
                  <a:lnTo>
                    <a:pt x="753491" y="493849"/>
                  </a:lnTo>
                  <a:lnTo>
                    <a:pt x="756525" y="495572"/>
                  </a:lnTo>
                  <a:lnTo>
                    <a:pt x="765009" y="500391"/>
                  </a:lnTo>
                  <a:lnTo>
                    <a:pt x="782870" y="510537"/>
                  </a:lnTo>
                  <a:lnTo>
                    <a:pt x="799176" y="519799"/>
                  </a:lnTo>
                  <a:lnTo>
                    <a:pt x="801713" y="521928"/>
                  </a:lnTo>
                  <a:lnTo>
                    <a:pt x="809864" y="528767"/>
                  </a:lnTo>
                  <a:lnTo>
                    <a:pt x="814814" y="532921"/>
                  </a:lnTo>
                  <a:lnTo>
                    <a:pt x="821541" y="538566"/>
                  </a:lnTo>
                  <a:lnTo>
                    <a:pt x="824664" y="541187"/>
                  </a:lnTo>
                  <a:lnTo>
                    <a:pt x="839921" y="553989"/>
                  </a:lnTo>
                  <a:lnTo>
                    <a:pt x="845059" y="558301"/>
                  </a:lnTo>
                  <a:lnTo>
                    <a:pt x="856004" y="567486"/>
                  </a:lnTo>
                  <a:lnTo>
                    <a:pt x="864026" y="574122"/>
                  </a:lnTo>
                  <a:lnTo>
                    <a:pt x="872576" y="581195"/>
                  </a:lnTo>
                  <a:lnTo>
                    <a:pt x="875667" y="583752"/>
                  </a:lnTo>
                  <a:lnTo>
                    <a:pt x="881437" y="588807"/>
                  </a:lnTo>
                  <a:lnTo>
                    <a:pt x="897329" y="602729"/>
                  </a:lnTo>
                  <a:lnTo>
                    <a:pt x="911504" y="621300"/>
                  </a:lnTo>
                  <a:lnTo>
                    <a:pt x="922261" y="635393"/>
                  </a:lnTo>
                  <a:lnTo>
                    <a:pt x="925319" y="639399"/>
                  </a:lnTo>
                  <a:lnTo>
                    <a:pt x="928262" y="643256"/>
                  </a:lnTo>
                  <a:lnTo>
                    <a:pt x="929542" y="644933"/>
                  </a:lnTo>
                  <a:lnTo>
                    <a:pt x="940862" y="650759"/>
                  </a:lnTo>
                  <a:lnTo>
                    <a:pt x="959800" y="660506"/>
                  </a:lnTo>
                  <a:lnTo>
                    <a:pt x="976861" y="669287"/>
                  </a:lnTo>
                  <a:lnTo>
                    <a:pt x="978757" y="665539"/>
                  </a:lnTo>
                  <a:lnTo>
                    <a:pt x="988586" y="646113"/>
                  </a:lnTo>
                  <a:lnTo>
                    <a:pt x="995719" y="632017"/>
                  </a:lnTo>
                  <a:lnTo>
                    <a:pt x="996827" y="629827"/>
                  </a:lnTo>
                  <a:lnTo>
                    <a:pt x="1000720" y="622133"/>
                  </a:lnTo>
                  <a:lnTo>
                    <a:pt x="1004887" y="613897"/>
                  </a:lnTo>
                  <a:lnTo>
                    <a:pt x="1005413" y="612858"/>
                  </a:lnTo>
                  <a:lnTo>
                    <a:pt x="1013023" y="597819"/>
                  </a:lnTo>
                  <a:lnTo>
                    <a:pt x="1013191" y="597487"/>
                  </a:lnTo>
                  <a:lnTo>
                    <a:pt x="1016836" y="598992"/>
                  </a:lnTo>
                  <a:lnTo>
                    <a:pt x="1063564" y="618356"/>
                  </a:lnTo>
                  <a:lnTo>
                    <a:pt x="1062847" y="619885"/>
                  </a:lnTo>
                  <a:lnTo>
                    <a:pt x="1055405" y="635740"/>
                  </a:lnTo>
                  <a:lnTo>
                    <a:pt x="1053307" y="640208"/>
                  </a:lnTo>
                  <a:lnTo>
                    <a:pt x="1047092" y="652542"/>
                  </a:lnTo>
                  <a:lnTo>
                    <a:pt x="1038324" y="669940"/>
                  </a:lnTo>
                  <a:lnTo>
                    <a:pt x="1034761" y="677010"/>
                  </a:lnTo>
                  <a:lnTo>
                    <a:pt x="1032232" y="681179"/>
                  </a:lnTo>
                  <a:lnTo>
                    <a:pt x="1027876" y="688224"/>
                  </a:lnTo>
                  <a:lnTo>
                    <a:pt x="1023505" y="693293"/>
                  </a:lnTo>
                  <a:lnTo>
                    <a:pt x="1025817" y="694483"/>
                  </a:lnTo>
                  <a:lnTo>
                    <a:pt x="1027085" y="695099"/>
                  </a:lnTo>
                  <a:lnTo>
                    <a:pt x="1064530" y="713306"/>
                  </a:lnTo>
                  <a:lnTo>
                    <a:pt x="1069056" y="715507"/>
                  </a:lnTo>
                  <a:lnTo>
                    <a:pt x="1125101" y="742757"/>
                  </a:lnTo>
                  <a:lnTo>
                    <a:pt x="1134990" y="725933"/>
                  </a:lnTo>
                  <a:lnTo>
                    <a:pt x="1139191" y="718785"/>
                  </a:lnTo>
                  <a:lnTo>
                    <a:pt x="1140497" y="716564"/>
                  </a:lnTo>
                  <a:lnTo>
                    <a:pt x="1143564" y="711345"/>
                  </a:lnTo>
                  <a:lnTo>
                    <a:pt x="1143818" y="710914"/>
                  </a:lnTo>
                  <a:lnTo>
                    <a:pt x="1144236" y="710202"/>
                  </a:lnTo>
                  <a:lnTo>
                    <a:pt x="1144756" y="709318"/>
                  </a:lnTo>
                  <a:lnTo>
                    <a:pt x="1146473" y="706396"/>
                  </a:lnTo>
                  <a:lnTo>
                    <a:pt x="1146606" y="706170"/>
                  </a:lnTo>
                  <a:lnTo>
                    <a:pt x="1146862" y="705735"/>
                  </a:lnTo>
                  <a:lnTo>
                    <a:pt x="1147493" y="704660"/>
                  </a:lnTo>
                  <a:lnTo>
                    <a:pt x="1147728" y="704262"/>
                  </a:lnTo>
                  <a:lnTo>
                    <a:pt x="1149192" y="705921"/>
                  </a:lnTo>
                  <a:lnTo>
                    <a:pt x="1167626" y="734903"/>
                  </a:lnTo>
                  <a:lnTo>
                    <a:pt x="1195125" y="780745"/>
                  </a:lnTo>
                  <a:lnTo>
                    <a:pt x="1198505" y="786349"/>
                  </a:lnTo>
                  <a:lnTo>
                    <a:pt x="1203195" y="793874"/>
                  </a:lnTo>
                  <a:lnTo>
                    <a:pt x="1206398" y="799016"/>
                  </a:lnTo>
                  <a:lnTo>
                    <a:pt x="1206964" y="799941"/>
                  </a:lnTo>
                  <a:lnTo>
                    <a:pt x="1212978" y="809788"/>
                  </a:lnTo>
                  <a:lnTo>
                    <a:pt x="1213705" y="810976"/>
                  </a:lnTo>
                  <a:lnTo>
                    <a:pt x="1225619" y="831103"/>
                  </a:lnTo>
                  <a:lnTo>
                    <a:pt x="1236635" y="849964"/>
                  </a:lnTo>
                  <a:lnTo>
                    <a:pt x="1240762" y="856975"/>
                  </a:lnTo>
                  <a:lnTo>
                    <a:pt x="1245902" y="865709"/>
                  </a:lnTo>
                  <a:lnTo>
                    <a:pt x="1251747" y="875254"/>
                  </a:lnTo>
                  <a:lnTo>
                    <a:pt x="1256766" y="884406"/>
                  </a:lnTo>
                  <a:lnTo>
                    <a:pt x="1259295" y="886275"/>
                  </a:lnTo>
                  <a:lnTo>
                    <a:pt x="1280792" y="896913"/>
                  </a:lnTo>
                  <a:lnTo>
                    <a:pt x="1304397" y="909420"/>
                  </a:lnTo>
                  <a:lnTo>
                    <a:pt x="1309087" y="911921"/>
                  </a:lnTo>
                  <a:lnTo>
                    <a:pt x="1315110" y="915132"/>
                  </a:lnTo>
                  <a:lnTo>
                    <a:pt x="1343931" y="930498"/>
                  </a:lnTo>
                  <a:lnTo>
                    <a:pt x="1343375" y="930840"/>
                  </a:lnTo>
                  <a:lnTo>
                    <a:pt x="1342465" y="931399"/>
                  </a:lnTo>
                  <a:lnTo>
                    <a:pt x="1340317" y="932719"/>
                  </a:lnTo>
                  <a:lnTo>
                    <a:pt x="1323993" y="942747"/>
                  </a:lnTo>
                  <a:lnTo>
                    <a:pt x="1323674" y="942944"/>
                  </a:lnTo>
                  <a:lnTo>
                    <a:pt x="1335758" y="962623"/>
                  </a:lnTo>
                  <a:lnTo>
                    <a:pt x="1342457" y="973531"/>
                  </a:lnTo>
                  <a:lnTo>
                    <a:pt x="1343127" y="973809"/>
                  </a:lnTo>
                  <a:lnTo>
                    <a:pt x="1346928" y="975386"/>
                  </a:lnTo>
                  <a:lnTo>
                    <a:pt x="1374104" y="987700"/>
                  </a:lnTo>
                  <a:lnTo>
                    <a:pt x="1397831" y="998451"/>
                  </a:lnTo>
                  <a:lnTo>
                    <a:pt x="1418437" y="1008848"/>
                  </a:lnTo>
                  <a:lnTo>
                    <a:pt x="1420546" y="1009912"/>
                  </a:lnTo>
                  <a:lnTo>
                    <a:pt x="1436953" y="1018189"/>
                  </a:lnTo>
                  <a:lnTo>
                    <a:pt x="1441970" y="1020721"/>
                  </a:lnTo>
                  <a:lnTo>
                    <a:pt x="1453952" y="1026766"/>
                  </a:lnTo>
                  <a:lnTo>
                    <a:pt x="1461481" y="1030565"/>
                  </a:lnTo>
                  <a:lnTo>
                    <a:pt x="1468903" y="1034309"/>
                  </a:lnTo>
                  <a:lnTo>
                    <a:pt x="1478493" y="1038816"/>
                  </a:lnTo>
                  <a:lnTo>
                    <a:pt x="1483427" y="1041135"/>
                  </a:lnTo>
                  <a:lnTo>
                    <a:pt x="1485322" y="1042025"/>
                  </a:lnTo>
                  <a:lnTo>
                    <a:pt x="1490661" y="1044534"/>
                  </a:lnTo>
                  <a:lnTo>
                    <a:pt x="1499393" y="1048638"/>
                  </a:lnTo>
                  <a:lnTo>
                    <a:pt x="1513871" y="1055442"/>
                  </a:lnTo>
                  <a:lnTo>
                    <a:pt x="1523892" y="1060151"/>
                  </a:lnTo>
                  <a:lnTo>
                    <a:pt x="1529386" y="1062733"/>
                  </a:lnTo>
                  <a:lnTo>
                    <a:pt x="1538466" y="1067000"/>
                  </a:lnTo>
                  <a:lnTo>
                    <a:pt x="1558948" y="1076626"/>
                  </a:lnTo>
                  <a:lnTo>
                    <a:pt x="1568795" y="1081637"/>
                  </a:lnTo>
                  <a:lnTo>
                    <a:pt x="1581588" y="1087847"/>
                  </a:lnTo>
                  <a:lnTo>
                    <a:pt x="1612345" y="1102779"/>
                  </a:lnTo>
                  <a:lnTo>
                    <a:pt x="1649603" y="1120028"/>
                  </a:lnTo>
                  <a:lnTo>
                    <a:pt x="1683314" y="1135635"/>
                  </a:lnTo>
                  <a:lnTo>
                    <a:pt x="1691955" y="1140092"/>
                  </a:lnTo>
                  <a:lnTo>
                    <a:pt x="1716269" y="1153046"/>
                  </a:lnTo>
                  <a:lnTo>
                    <a:pt x="1716650" y="1152198"/>
                  </a:lnTo>
                  <a:lnTo>
                    <a:pt x="1716863" y="1152290"/>
                  </a:lnTo>
                  <a:lnTo>
                    <a:pt x="1726671" y="1156530"/>
                  </a:lnTo>
                  <a:lnTo>
                    <a:pt x="1734131" y="1166918"/>
                  </a:lnTo>
                  <a:lnTo>
                    <a:pt x="1745141" y="1183466"/>
                  </a:lnTo>
                  <a:lnTo>
                    <a:pt x="1752362" y="1194318"/>
                  </a:lnTo>
                  <a:lnTo>
                    <a:pt x="1752225" y="1196056"/>
                  </a:lnTo>
                  <a:lnTo>
                    <a:pt x="1752113" y="1197460"/>
                  </a:lnTo>
                  <a:lnTo>
                    <a:pt x="1753905" y="1199931"/>
                  </a:lnTo>
                  <a:lnTo>
                    <a:pt x="1757007" y="1204208"/>
                  </a:lnTo>
                  <a:lnTo>
                    <a:pt x="1757430" y="1204791"/>
                  </a:lnTo>
                  <a:lnTo>
                    <a:pt x="1758711" y="1206558"/>
                  </a:lnTo>
                  <a:lnTo>
                    <a:pt x="1759451" y="1207579"/>
                  </a:lnTo>
                  <a:lnTo>
                    <a:pt x="1761252" y="1210062"/>
                  </a:lnTo>
                  <a:lnTo>
                    <a:pt x="1769275" y="1221127"/>
                  </a:lnTo>
                  <a:lnTo>
                    <a:pt x="1770873" y="1223331"/>
                  </a:lnTo>
                  <a:lnTo>
                    <a:pt x="1773863" y="1227317"/>
                  </a:lnTo>
                  <a:lnTo>
                    <a:pt x="1783668" y="1240390"/>
                  </a:lnTo>
                  <a:lnTo>
                    <a:pt x="1785361" y="1242646"/>
                  </a:lnTo>
                  <a:lnTo>
                    <a:pt x="1786388" y="1244016"/>
                  </a:lnTo>
                  <a:lnTo>
                    <a:pt x="1794313" y="1251669"/>
                  </a:lnTo>
                  <a:lnTo>
                    <a:pt x="1793928" y="1251900"/>
                  </a:lnTo>
                  <a:lnTo>
                    <a:pt x="1792763" y="1252609"/>
                  </a:lnTo>
                  <a:lnTo>
                    <a:pt x="1790411" y="1254041"/>
                  </a:lnTo>
                  <a:lnTo>
                    <a:pt x="1790282" y="1256824"/>
                  </a:lnTo>
                  <a:lnTo>
                    <a:pt x="1789793" y="1267433"/>
                  </a:lnTo>
                  <a:lnTo>
                    <a:pt x="1789665" y="1270208"/>
                  </a:lnTo>
                  <a:lnTo>
                    <a:pt x="1872123" y="1335423"/>
                  </a:lnTo>
                  <a:lnTo>
                    <a:pt x="1885767" y="1346213"/>
                  </a:lnTo>
                  <a:lnTo>
                    <a:pt x="1886494" y="1346788"/>
                  </a:lnTo>
                  <a:lnTo>
                    <a:pt x="1927829" y="1379478"/>
                  </a:lnTo>
                  <a:lnTo>
                    <a:pt x="1936968" y="1384114"/>
                  </a:lnTo>
                  <a:lnTo>
                    <a:pt x="1962506" y="1397067"/>
                  </a:lnTo>
                  <a:lnTo>
                    <a:pt x="1970336" y="1401039"/>
                  </a:lnTo>
                  <a:lnTo>
                    <a:pt x="2009021" y="1420661"/>
                  </a:lnTo>
                  <a:lnTo>
                    <a:pt x="2011130" y="1421775"/>
                  </a:lnTo>
                  <a:lnTo>
                    <a:pt x="2063542" y="1449458"/>
                  </a:lnTo>
                  <a:lnTo>
                    <a:pt x="2073519" y="1454728"/>
                  </a:lnTo>
                  <a:lnTo>
                    <a:pt x="2086211" y="1439910"/>
                  </a:lnTo>
                  <a:lnTo>
                    <a:pt x="2088726" y="1435281"/>
                  </a:lnTo>
                  <a:lnTo>
                    <a:pt x="2089923" y="1434123"/>
                  </a:lnTo>
                  <a:lnTo>
                    <a:pt x="2096244" y="1428010"/>
                  </a:lnTo>
                  <a:lnTo>
                    <a:pt x="2101805" y="1431447"/>
                  </a:lnTo>
                  <a:lnTo>
                    <a:pt x="2165766" y="1470970"/>
                  </a:lnTo>
                  <a:lnTo>
                    <a:pt x="2168342" y="1472021"/>
                  </a:lnTo>
                  <a:lnTo>
                    <a:pt x="2177473" y="1456371"/>
                  </a:lnTo>
                  <a:lnTo>
                    <a:pt x="2194585" y="1466787"/>
                  </a:lnTo>
                  <a:lnTo>
                    <a:pt x="2213738" y="1479000"/>
                  </a:lnTo>
                  <a:lnTo>
                    <a:pt x="2221348" y="1484326"/>
                  </a:lnTo>
                  <a:lnTo>
                    <a:pt x="2221807" y="1484647"/>
                  </a:lnTo>
                  <a:lnTo>
                    <a:pt x="2238168" y="1496096"/>
                  </a:lnTo>
                  <a:lnTo>
                    <a:pt x="2241790" y="1498632"/>
                  </a:lnTo>
                  <a:lnTo>
                    <a:pt x="2257913" y="1509915"/>
                  </a:lnTo>
                  <a:lnTo>
                    <a:pt x="2266103" y="1515646"/>
                  </a:lnTo>
                  <a:lnTo>
                    <a:pt x="2281614" y="1493413"/>
                  </a:lnTo>
                  <a:lnTo>
                    <a:pt x="2304694" y="1509915"/>
                  </a:lnTo>
                  <a:lnTo>
                    <a:pt x="2327773" y="1524444"/>
                  </a:lnTo>
                  <a:lnTo>
                    <a:pt x="2371381" y="1553802"/>
                  </a:lnTo>
                  <a:lnTo>
                    <a:pt x="2392943" y="1568318"/>
                  </a:lnTo>
                  <a:lnTo>
                    <a:pt x="2408153" y="1578558"/>
                  </a:lnTo>
                  <a:lnTo>
                    <a:pt x="2416315" y="1583480"/>
                  </a:lnTo>
                  <a:lnTo>
                    <a:pt x="2457503" y="1608318"/>
                  </a:lnTo>
                  <a:lnTo>
                    <a:pt x="2503183" y="1637484"/>
                  </a:lnTo>
                  <a:lnTo>
                    <a:pt x="2506792" y="1641348"/>
                  </a:lnTo>
                  <a:lnTo>
                    <a:pt x="2514216" y="1649299"/>
                  </a:lnTo>
                  <a:lnTo>
                    <a:pt x="2515625" y="1650680"/>
                  </a:lnTo>
                  <a:lnTo>
                    <a:pt x="2518000" y="1652979"/>
                  </a:lnTo>
                  <a:lnTo>
                    <a:pt x="2522638" y="1657468"/>
                  </a:lnTo>
                  <a:lnTo>
                    <a:pt x="2561691" y="1693934"/>
                  </a:lnTo>
                  <a:lnTo>
                    <a:pt x="2570132" y="1701816"/>
                  </a:lnTo>
                  <a:lnTo>
                    <a:pt x="2573193" y="1703968"/>
                  </a:lnTo>
                  <a:lnTo>
                    <a:pt x="2582523" y="1711938"/>
                  </a:lnTo>
                  <a:lnTo>
                    <a:pt x="2581184" y="1713762"/>
                  </a:lnTo>
                  <a:lnTo>
                    <a:pt x="2512694" y="1807057"/>
                  </a:lnTo>
                  <a:lnTo>
                    <a:pt x="2508690" y="1812688"/>
                  </a:lnTo>
                  <a:lnTo>
                    <a:pt x="2454221" y="1889291"/>
                  </a:lnTo>
                  <a:lnTo>
                    <a:pt x="2451319" y="1893318"/>
                  </a:lnTo>
                  <a:lnTo>
                    <a:pt x="2448416" y="1897346"/>
                  </a:lnTo>
                  <a:lnTo>
                    <a:pt x="2447635" y="1898430"/>
                  </a:lnTo>
                  <a:lnTo>
                    <a:pt x="2445995" y="1900683"/>
                  </a:lnTo>
                  <a:lnTo>
                    <a:pt x="2440848" y="1907753"/>
                  </a:lnTo>
                  <a:lnTo>
                    <a:pt x="2438380" y="1911144"/>
                  </a:lnTo>
                  <a:lnTo>
                    <a:pt x="2432094" y="1906529"/>
                  </a:lnTo>
                  <a:lnTo>
                    <a:pt x="2422996" y="1899850"/>
                  </a:lnTo>
                  <a:lnTo>
                    <a:pt x="2411489" y="1891401"/>
                  </a:lnTo>
                  <a:lnTo>
                    <a:pt x="2395394" y="1879358"/>
                  </a:lnTo>
                  <a:lnTo>
                    <a:pt x="2392825" y="1877435"/>
                  </a:lnTo>
                  <a:lnTo>
                    <a:pt x="2391674" y="1876574"/>
                  </a:lnTo>
                  <a:lnTo>
                    <a:pt x="2387954" y="1873790"/>
                  </a:lnTo>
                  <a:lnTo>
                    <a:pt x="2348009" y="1848133"/>
                  </a:lnTo>
                  <a:lnTo>
                    <a:pt x="2337758" y="1841549"/>
                  </a:lnTo>
                  <a:lnTo>
                    <a:pt x="2332280" y="1838030"/>
                  </a:lnTo>
                  <a:lnTo>
                    <a:pt x="2310180" y="1825765"/>
                  </a:lnTo>
                  <a:lnTo>
                    <a:pt x="2299742" y="1819971"/>
                  </a:lnTo>
                  <a:lnTo>
                    <a:pt x="2298052" y="1819034"/>
                  </a:lnTo>
                  <a:lnTo>
                    <a:pt x="2284684" y="1811614"/>
                  </a:lnTo>
                  <a:lnTo>
                    <a:pt x="2274977" y="1806592"/>
                  </a:lnTo>
                  <a:lnTo>
                    <a:pt x="2258625" y="1798133"/>
                  </a:lnTo>
                  <a:lnTo>
                    <a:pt x="2256896" y="1797239"/>
                  </a:lnTo>
                  <a:lnTo>
                    <a:pt x="2253422" y="1795441"/>
                  </a:lnTo>
                  <a:lnTo>
                    <a:pt x="2217773" y="1776495"/>
                  </a:lnTo>
                  <a:lnTo>
                    <a:pt x="2203719" y="1769025"/>
                  </a:lnTo>
                  <a:lnTo>
                    <a:pt x="2196148" y="1765139"/>
                  </a:lnTo>
                  <a:lnTo>
                    <a:pt x="2166320" y="1749829"/>
                  </a:lnTo>
                  <a:lnTo>
                    <a:pt x="2151205" y="1742070"/>
                  </a:lnTo>
                  <a:lnTo>
                    <a:pt x="2131994" y="1732451"/>
                  </a:lnTo>
                  <a:lnTo>
                    <a:pt x="2118187" y="1725538"/>
                  </a:lnTo>
                  <a:lnTo>
                    <a:pt x="2115395" y="1724081"/>
                  </a:lnTo>
                  <a:lnTo>
                    <a:pt x="2102272" y="1717232"/>
                  </a:lnTo>
                  <a:lnTo>
                    <a:pt x="2074209" y="1702586"/>
                  </a:lnTo>
                  <a:lnTo>
                    <a:pt x="2065849" y="1698224"/>
                  </a:lnTo>
                  <a:lnTo>
                    <a:pt x="1952041" y="1637049"/>
                  </a:lnTo>
                  <a:lnTo>
                    <a:pt x="1920252" y="1620234"/>
                  </a:lnTo>
                  <a:lnTo>
                    <a:pt x="1877750" y="1597951"/>
                  </a:lnTo>
                  <a:lnTo>
                    <a:pt x="1855437" y="1585155"/>
                  </a:lnTo>
                  <a:lnTo>
                    <a:pt x="1850176" y="1582138"/>
                  </a:lnTo>
                  <a:lnTo>
                    <a:pt x="1832100" y="1572672"/>
                  </a:lnTo>
                  <a:lnTo>
                    <a:pt x="1831868" y="1572550"/>
                  </a:lnTo>
                  <a:lnTo>
                    <a:pt x="1808683" y="1560409"/>
                  </a:lnTo>
                  <a:lnTo>
                    <a:pt x="1805566" y="1558777"/>
                  </a:lnTo>
                  <a:lnTo>
                    <a:pt x="1786762" y="1548926"/>
                  </a:lnTo>
                  <a:lnTo>
                    <a:pt x="1768403" y="1539308"/>
                  </a:lnTo>
                  <a:lnTo>
                    <a:pt x="1761659" y="1535775"/>
                  </a:lnTo>
                  <a:lnTo>
                    <a:pt x="1718629" y="1512953"/>
                  </a:lnTo>
                  <a:lnTo>
                    <a:pt x="1701478" y="1504094"/>
                  </a:lnTo>
                  <a:lnTo>
                    <a:pt x="1682450" y="1494264"/>
                  </a:lnTo>
                  <a:lnTo>
                    <a:pt x="1668603" y="1486964"/>
                  </a:lnTo>
                  <a:lnTo>
                    <a:pt x="1648288" y="1476253"/>
                  </a:lnTo>
                  <a:lnTo>
                    <a:pt x="1642230" y="1473060"/>
                  </a:lnTo>
                  <a:lnTo>
                    <a:pt x="1604645" y="1452754"/>
                  </a:lnTo>
                  <a:lnTo>
                    <a:pt x="1582504" y="1440903"/>
                  </a:lnTo>
                  <a:lnTo>
                    <a:pt x="1555294" y="1426338"/>
                  </a:lnTo>
                  <a:lnTo>
                    <a:pt x="1543508" y="1419288"/>
                  </a:lnTo>
                  <a:lnTo>
                    <a:pt x="1535500" y="1414498"/>
                  </a:lnTo>
                  <a:lnTo>
                    <a:pt x="1509630" y="1399023"/>
                  </a:lnTo>
                  <a:lnTo>
                    <a:pt x="1466425" y="1375662"/>
                  </a:lnTo>
                  <a:lnTo>
                    <a:pt x="1462971" y="1373861"/>
                  </a:lnTo>
                  <a:lnTo>
                    <a:pt x="1430596" y="1356974"/>
                  </a:lnTo>
                  <a:lnTo>
                    <a:pt x="1409872" y="1346012"/>
                  </a:lnTo>
                  <a:lnTo>
                    <a:pt x="1383754" y="1332580"/>
                  </a:lnTo>
                  <a:lnTo>
                    <a:pt x="1376678" y="1328940"/>
                  </a:lnTo>
                  <a:lnTo>
                    <a:pt x="1372951" y="1326959"/>
                  </a:lnTo>
                  <a:lnTo>
                    <a:pt x="1340850" y="1309892"/>
                  </a:lnTo>
                  <a:lnTo>
                    <a:pt x="1307304" y="1291922"/>
                  </a:lnTo>
                  <a:lnTo>
                    <a:pt x="1272530" y="1273234"/>
                  </a:lnTo>
                  <a:lnTo>
                    <a:pt x="1239712" y="1255645"/>
                  </a:lnTo>
                  <a:lnTo>
                    <a:pt x="1238992" y="1255259"/>
                  </a:lnTo>
                  <a:lnTo>
                    <a:pt x="1231959" y="1251490"/>
                  </a:lnTo>
                  <a:lnTo>
                    <a:pt x="1227419" y="1249089"/>
                  </a:lnTo>
                  <a:lnTo>
                    <a:pt x="1227068" y="1248903"/>
                  </a:lnTo>
                  <a:lnTo>
                    <a:pt x="1221966" y="1246205"/>
                  </a:lnTo>
                  <a:lnTo>
                    <a:pt x="1216865" y="1243507"/>
                  </a:lnTo>
                  <a:lnTo>
                    <a:pt x="1206310" y="1237926"/>
                  </a:lnTo>
                  <a:lnTo>
                    <a:pt x="1200697" y="1234958"/>
                  </a:lnTo>
                  <a:lnTo>
                    <a:pt x="1200253" y="1234725"/>
                  </a:lnTo>
                  <a:lnTo>
                    <a:pt x="1173933" y="1220906"/>
                  </a:lnTo>
                  <a:lnTo>
                    <a:pt x="1150855" y="1208790"/>
                  </a:lnTo>
                  <a:lnTo>
                    <a:pt x="1140456" y="1203330"/>
                  </a:lnTo>
                  <a:lnTo>
                    <a:pt x="1136223" y="1200964"/>
                  </a:lnTo>
                  <a:lnTo>
                    <a:pt x="1129039" y="1196947"/>
                  </a:lnTo>
                  <a:lnTo>
                    <a:pt x="1114780" y="1188975"/>
                  </a:lnTo>
                  <a:lnTo>
                    <a:pt x="1091280" y="1175836"/>
                  </a:lnTo>
                  <a:lnTo>
                    <a:pt x="1071657" y="1165768"/>
                  </a:lnTo>
                  <a:lnTo>
                    <a:pt x="1051444" y="1155397"/>
                  </a:lnTo>
                  <a:lnTo>
                    <a:pt x="1040765" y="1149918"/>
                  </a:lnTo>
                  <a:lnTo>
                    <a:pt x="1031039" y="1144928"/>
                  </a:lnTo>
                  <a:lnTo>
                    <a:pt x="998470" y="1128481"/>
                  </a:lnTo>
                  <a:lnTo>
                    <a:pt x="990117" y="1124262"/>
                  </a:lnTo>
                  <a:lnTo>
                    <a:pt x="943639" y="1098244"/>
                  </a:lnTo>
                  <a:lnTo>
                    <a:pt x="936179" y="1094068"/>
                  </a:lnTo>
                  <a:lnTo>
                    <a:pt x="932335" y="1091916"/>
                  </a:lnTo>
                  <a:lnTo>
                    <a:pt x="897101" y="1073572"/>
                  </a:lnTo>
                  <a:lnTo>
                    <a:pt x="892642" y="1071251"/>
                  </a:lnTo>
                  <a:lnTo>
                    <a:pt x="882028" y="1065627"/>
                  </a:lnTo>
                  <a:lnTo>
                    <a:pt x="872848" y="1060763"/>
                  </a:lnTo>
                  <a:lnTo>
                    <a:pt x="853301" y="1050406"/>
                  </a:lnTo>
                  <a:lnTo>
                    <a:pt x="812555" y="1029561"/>
                  </a:lnTo>
                  <a:lnTo>
                    <a:pt x="801909" y="1023985"/>
                  </a:lnTo>
                  <a:lnTo>
                    <a:pt x="775497" y="1010153"/>
                  </a:lnTo>
                  <a:lnTo>
                    <a:pt x="744411" y="993441"/>
                  </a:lnTo>
                  <a:lnTo>
                    <a:pt x="726146" y="983429"/>
                  </a:lnTo>
                  <a:lnTo>
                    <a:pt x="723334" y="981888"/>
                  </a:lnTo>
                  <a:lnTo>
                    <a:pt x="700152" y="969181"/>
                  </a:lnTo>
                  <a:lnTo>
                    <a:pt x="685863" y="961450"/>
                  </a:lnTo>
                  <a:lnTo>
                    <a:pt x="645356" y="939531"/>
                  </a:lnTo>
                  <a:lnTo>
                    <a:pt x="588276" y="910420"/>
                  </a:lnTo>
                  <a:lnTo>
                    <a:pt x="576046" y="903468"/>
                  </a:lnTo>
                  <a:lnTo>
                    <a:pt x="556910" y="892590"/>
                  </a:lnTo>
                  <a:lnTo>
                    <a:pt x="550332" y="888851"/>
                  </a:lnTo>
                  <a:lnTo>
                    <a:pt x="547179" y="887059"/>
                  </a:lnTo>
                  <a:lnTo>
                    <a:pt x="529265" y="876152"/>
                  </a:lnTo>
                  <a:lnTo>
                    <a:pt x="525927" y="874120"/>
                  </a:lnTo>
                  <a:lnTo>
                    <a:pt x="519382" y="869767"/>
                  </a:lnTo>
                  <a:lnTo>
                    <a:pt x="501339" y="857768"/>
                  </a:lnTo>
                  <a:lnTo>
                    <a:pt x="477454" y="839079"/>
                  </a:lnTo>
                  <a:lnTo>
                    <a:pt x="452339" y="818593"/>
                  </a:lnTo>
                  <a:lnTo>
                    <a:pt x="443274" y="809363"/>
                  </a:lnTo>
                  <a:lnTo>
                    <a:pt x="418733" y="784374"/>
                  </a:lnTo>
                  <a:lnTo>
                    <a:pt x="388875" y="753970"/>
                  </a:lnTo>
                  <a:lnTo>
                    <a:pt x="378925" y="743838"/>
                  </a:lnTo>
                  <a:lnTo>
                    <a:pt x="365316" y="728172"/>
                  </a:lnTo>
                  <a:lnTo>
                    <a:pt x="360631" y="722780"/>
                  </a:lnTo>
                  <a:lnTo>
                    <a:pt x="353635" y="714727"/>
                  </a:lnTo>
                  <a:lnTo>
                    <a:pt x="348493" y="709024"/>
                  </a:lnTo>
                  <a:lnTo>
                    <a:pt x="326743" y="684897"/>
                  </a:lnTo>
                  <a:lnTo>
                    <a:pt x="316050" y="673036"/>
                  </a:lnTo>
                  <a:lnTo>
                    <a:pt x="292597" y="646795"/>
                  </a:lnTo>
                  <a:lnTo>
                    <a:pt x="271960" y="623705"/>
                  </a:lnTo>
                  <a:lnTo>
                    <a:pt x="267225" y="618407"/>
                  </a:lnTo>
                  <a:lnTo>
                    <a:pt x="230518" y="582827"/>
                  </a:lnTo>
                  <a:lnTo>
                    <a:pt x="223944" y="577258"/>
                  </a:lnTo>
                  <a:lnTo>
                    <a:pt x="220923" y="574699"/>
                  </a:lnTo>
                  <a:lnTo>
                    <a:pt x="216681" y="571106"/>
                  </a:lnTo>
                  <a:lnTo>
                    <a:pt x="210579" y="565938"/>
                  </a:lnTo>
                  <a:lnTo>
                    <a:pt x="209091" y="564677"/>
                  </a:lnTo>
                  <a:lnTo>
                    <a:pt x="204295" y="559849"/>
                  </a:lnTo>
                  <a:lnTo>
                    <a:pt x="203918" y="559470"/>
                  </a:lnTo>
                  <a:lnTo>
                    <a:pt x="176776" y="532152"/>
                  </a:lnTo>
                  <a:lnTo>
                    <a:pt x="146566" y="505677"/>
                  </a:lnTo>
                  <a:lnTo>
                    <a:pt x="137610" y="497829"/>
                  </a:lnTo>
                  <a:lnTo>
                    <a:pt x="131632" y="492301"/>
                  </a:lnTo>
                  <a:lnTo>
                    <a:pt x="120922" y="482396"/>
                  </a:lnTo>
                  <a:lnTo>
                    <a:pt x="110212" y="472491"/>
                  </a:lnTo>
                  <a:lnTo>
                    <a:pt x="102461" y="464378"/>
                  </a:lnTo>
                  <a:lnTo>
                    <a:pt x="90036" y="451372"/>
                  </a:lnTo>
                  <a:lnTo>
                    <a:pt x="82857" y="443857"/>
                  </a:lnTo>
                  <a:lnTo>
                    <a:pt x="72100" y="432598"/>
                  </a:lnTo>
                  <a:lnTo>
                    <a:pt x="43648" y="403127"/>
                  </a:lnTo>
                  <a:lnTo>
                    <a:pt x="16074" y="373477"/>
                  </a:lnTo>
                  <a:lnTo>
                    <a:pt x="1106" y="358747"/>
                  </a:lnTo>
                  <a:lnTo>
                    <a:pt x="0" y="357658"/>
                  </a:lnTo>
                  <a:lnTo>
                    <a:pt x="3839" y="353864"/>
                  </a:lnTo>
                  <a:lnTo>
                    <a:pt x="5925" y="351802"/>
                  </a:lnTo>
                  <a:lnTo>
                    <a:pt x="6072" y="351657"/>
                  </a:lnTo>
                  <a:lnTo>
                    <a:pt x="78332" y="280232"/>
                  </a:lnTo>
                  <a:lnTo>
                    <a:pt x="91101" y="267609"/>
                  </a:lnTo>
                  <a:lnTo>
                    <a:pt x="93290" y="265446"/>
                  </a:lnTo>
                  <a:lnTo>
                    <a:pt x="139715" y="219557"/>
                  </a:lnTo>
                  <a:lnTo>
                    <a:pt x="140059" y="219217"/>
                  </a:lnTo>
                  <a:lnTo>
                    <a:pt x="140267" y="219011"/>
                  </a:lnTo>
                  <a:lnTo>
                    <a:pt x="179626" y="180107"/>
                  </a:lnTo>
                  <a:lnTo>
                    <a:pt x="181468" y="178287"/>
                  </a:lnTo>
                  <a:lnTo>
                    <a:pt x="222928" y="137306"/>
                  </a:lnTo>
                  <a:lnTo>
                    <a:pt x="223958" y="136288"/>
                  </a:lnTo>
                  <a:lnTo>
                    <a:pt x="265790" y="94939"/>
                  </a:lnTo>
                  <a:lnTo>
                    <a:pt x="267950" y="92804"/>
                  </a:lnTo>
                  <a:lnTo>
                    <a:pt x="321415" y="43327"/>
                  </a:lnTo>
                  <a:lnTo>
                    <a:pt x="350218" y="16674"/>
                  </a:lnTo>
                  <a:lnTo>
                    <a:pt x="351609" y="15386"/>
                  </a:lnTo>
                  <a:lnTo>
                    <a:pt x="368236" y="0"/>
                  </a:lnTo>
                  <a:lnTo>
                    <a:pt x="524555" y="90452"/>
                  </a:lnTo>
                  <a:lnTo>
                    <a:pt x="526423" y="91533"/>
                  </a:lnTo>
                  <a:lnTo>
                    <a:pt x="613126" y="137476"/>
                  </a:lnTo>
                  <a:lnTo>
                    <a:pt x="613611" y="137814"/>
                  </a:lnTo>
                  <a:lnTo>
                    <a:pt x="624079" y="145118"/>
                  </a:lnTo>
                  <a:lnTo>
                    <a:pt x="626047" y="146631"/>
                  </a:lnTo>
                  <a:lnTo>
                    <a:pt x="629169" y="149032"/>
                  </a:lnTo>
                  <a:lnTo>
                    <a:pt x="633417" y="151443"/>
                  </a:lnTo>
                  <a:lnTo>
                    <a:pt x="649660" y="160663"/>
                  </a:lnTo>
                  <a:lnTo>
                    <a:pt x="649812" y="161636"/>
                  </a:lnTo>
                  <a:lnTo>
                    <a:pt x="650508" y="166093"/>
                  </a:lnTo>
                  <a:lnTo>
                    <a:pt x="658243" y="210508"/>
                  </a:lnTo>
                  <a:lnTo>
                    <a:pt x="666388" y="254809"/>
                  </a:lnTo>
                  <a:lnTo>
                    <a:pt x="670756" y="278569"/>
                  </a:lnTo>
                  <a:lnTo>
                    <a:pt x="670874" y="279026"/>
                  </a:lnTo>
                  <a:lnTo>
                    <a:pt x="673186" y="287904"/>
                  </a:lnTo>
                  <a:lnTo>
                    <a:pt x="679265" y="311256"/>
                  </a:lnTo>
                  <a:lnTo>
                    <a:pt x="679922" y="313780"/>
                  </a:lnTo>
                  <a:lnTo>
                    <a:pt x="682200" y="320495"/>
                  </a:lnTo>
                  <a:lnTo>
                    <a:pt x="682387" y="321091"/>
                  </a:lnTo>
                  <a:lnTo>
                    <a:pt x="696216" y="365124"/>
                  </a:lnTo>
                  <a:lnTo>
                    <a:pt x="696740" y="366794"/>
                  </a:lnTo>
                  <a:lnTo>
                    <a:pt x="724849" y="456295"/>
                  </a:lnTo>
                  <a:lnTo>
                    <a:pt x="728702" y="46856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6047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7020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2518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2628392" y="5806440"/>
            <a:ext cx="2788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5508752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561848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042148" y="434340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7950708" y="4526280"/>
            <a:ext cx="3952951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cada zona aplicada. Dentro de ella, la manzana visitada va en azul oscuro.</a:t>
            </a:r>
          </a:p>
        </p:txBody>
      </p:sp>
      <p:sp>
        <p:nvSpPr>
          <p:cNvPr id="38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