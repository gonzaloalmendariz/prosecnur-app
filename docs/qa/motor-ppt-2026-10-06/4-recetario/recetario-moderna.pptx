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5508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75788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58668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27220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10100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40908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23788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26324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09204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9237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525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2876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1164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5683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3971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0826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9114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