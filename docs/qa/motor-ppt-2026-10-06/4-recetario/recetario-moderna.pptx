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88" r:id="rId240"/>
    <p:sldId id="489" r:id="rId241"/>
    <p:sldId id="261" r:id="rId13"/>
    <p:sldId id="433" r:id="rId185"/>
    <p:sldId id="434" r:id="rId186"/>
    <p:sldId id="260" r:id="rId12"/>
    <p:sldId id="259" r:id="rId11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0" r:id="rId242"/>
    <p:sldId id="267" r:id="rId19"/>
    <p:sldId id="435" r:id="rId187"/>
    <p:sldId id="436" r:id="rId188"/>
    <p:sldId id="268" r:id="rId20"/>
    <p:sldId id="437" r:id="rId189"/>
    <p:sldId id="438" r:id="rId190"/>
    <p:sldId id="269" r:id="rId21"/>
    <p:sldId id="491" r:id="rId243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2" r:id="rId244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3" r:id="rId245"/>
    <p:sldId id="429" r:id="rId181"/>
    <p:sldId id="430" r:id="rId182"/>
    <p:sldId id="431" r:id="rId183"/>
    <p:sldId id="432" r:id="rId184"/>
    <p:sldId id="524" r:id="rId276"/>
    <p:sldId id="494" r:id="rId246"/>
    <p:sldId id="495" r:id="rId247"/>
    <p:sldId id="314" r:id="rId66"/>
    <p:sldId id="315" r:id="rId67"/>
    <p:sldId id="316" r:id="rId68"/>
    <p:sldId id="317" r:id="rId69"/>
    <p:sldId id="318" r:id="rId70"/>
    <p:sldId id="319" r:id="rId71"/>
    <p:sldId id="440" r:id="rId192"/>
    <p:sldId id="496" r:id="rId248"/>
    <p:sldId id="363" r:id="rId115"/>
    <p:sldId id="378" r:id="rId130"/>
    <p:sldId id="497" r:id="rId249"/>
    <p:sldId id="439" r:id="rId191"/>
    <p:sldId id="320" r:id="rId72"/>
    <p:sldId id="321" r:id="rId73"/>
    <p:sldId id="322" r:id="rId74"/>
    <p:sldId id="372" r:id="rId124"/>
    <p:sldId id="498" r:id="rId250"/>
    <p:sldId id="323" r:id="rId75"/>
    <p:sldId id="324" r:id="rId76"/>
    <p:sldId id="325" r:id="rId77"/>
    <p:sldId id="326" r:id="rId78"/>
    <p:sldId id="499" r:id="rId251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0" r:id="rId252"/>
    <p:sldId id="441" r:id="rId193"/>
    <p:sldId id="334" r:id="rId86"/>
    <p:sldId id="335" r:id="rId87"/>
    <p:sldId id="336" r:id="rId88"/>
    <p:sldId id="501" r:id="rId253"/>
    <p:sldId id="337" r:id="rId89"/>
    <p:sldId id="502" r:id="rId254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3" r:id="rId255"/>
    <p:sldId id="504" r:id="rId256"/>
    <p:sldId id="442" r:id="rId194"/>
    <p:sldId id="443" r:id="rId195"/>
    <p:sldId id="505" r:id="rId257"/>
    <p:sldId id="444" r:id="rId196"/>
    <p:sldId id="369" r:id="rId121"/>
    <p:sldId id="445" r:id="rId197"/>
    <p:sldId id="371" r:id="rId123"/>
    <p:sldId id="446" r:id="rId198"/>
    <p:sldId id="292" r:id="rId44"/>
    <p:sldId id="447" r:id="rId199"/>
    <p:sldId id="293" r:id="rId45"/>
    <p:sldId id="448" r:id="rId200"/>
    <p:sldId id="466" r:id="rId218"/>
    <p:sldId id="506" r:id="rId258"/>
    <p:sldId id="449" r:id="rId201"/>
    <p:sldId id="290" r:id="rId42"/>
    <p:sldId id="302" r:id="rId54"/>
    <p:sldId id="450" r:id="rId202"/>
    <p:sldId id="291" r:id="rId43"/>
    <p:sldId id="451" r:id="rId203"/>
    <p:sldId id="294" r:id="rId46"/>
    <p:sldId id="452" r:id="rId204"/>
    <p:sldId id="295" r:id="rId47"/>
    <p:sldId id="453" r:id="rId205"/>
    <p:sldId id="296" r:id="rId48"/>
    <p:sldId id="454" r:id="rId206"/>
    <p:sldId id="297" r:id="rId49"/>
    <p:sldId id="507" r:id="rId259"/>
    <p:sldId id="455" r:id="rId207"/>
    <p:sldId id="298" r:id="rId50"/>
    <p:sldId id="456" r:id="rId208"/>
    <p:sldId id="299" r:id="rId51"/>
    <p:sldId id="368" r:id="rId120"/>
    <p:sldId id="457" r:id="rId209"/>
    <p:sldId id="300" r:id="rId52"/>
    <p:sldId id="458" r:id="rId210"/>
    <p:sldId id="467" r:id="rId219"/>
    <p:sldId id="459" r:id="rId211"/>
    <p:sldId id="303" r:id="rId55"/>
    <p:sldId id="460" r:id="rId212"/>
    <p:sldId id="304" r:id="rId56"/>
    <p:sldId id="461" r:id="rId213"/>
    <p:sldId id="301" r:id="rId53"/>
    <p:sldId id="462" r:id="rId214"/>
    <p:sldId id="311" r:id="rId63"/>
    <p:sldId id="463" r:id="rId215"/>
    <p:sldId id="312" r:id="rId64"/>
    <p:sldId id="508" r:id="rId260"/>
    <p:sldId id="464" r:id="rId216"/>
    <p:sldId id="310" r:id="rId62"/>
    <p:sldId id="465" r:id="rId217"/>
    <p:sldId id="313" r:id="rId65"/>
    <p:sldId id="468" r:id="rId220"/>
    <p:sldId id="307" r:id="rId59"/>
    <p:sldId id="308" r:id="rId60"/>
    <p:sldId id="309" r:id="rId61"/>
    <p:sldId id="509" r:id="rId261"/>
    <p:sldId id="469" r:id="rId221"/>
    <p:sldId id="470" r:id="rId222"/>
    <p:sldId id="471" r:id="rId223"/>
    <p:sldId id="472" r:id="rId224"/>
    <p:sldId id="473" r:id="rId225"/>
    <p:sldId id="474" r:id="rId226"/>
    <p:sldId id="510" r:id="rId262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1" r:id="rId263"/>
    <p:sldId id="364" r:id="rId116"/>
    <p:sldId id="365" r:id="rId117"/>
    <p:sldId id="366" r:id="rId118"/>
    <p:sldId id="367" r:id="rId119"/>
    <p:sldId id="370" r:id="rId122"/>
    <p:sldId id="373" r:id="rId125"/>
    <p:sldId id="374" r:id="rId126"/>
    <p:sldId id="375" r:id="rId127"/>
    <p:sldId id="376" r:id="rId128"/>
    <p:sldId id="377" r:id="rId129"/>
    <p:sldId id="512" r:id="rId264"/>
    <p:sldId id="513" r:id="rId265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75" r:id="rId227"/>
    <p:sldId id="476" r:id="rId228"/>
    <p:sldId id="514" r:id="rId266"/>
    <p:sldId id="477" r:id="rId229"/>
    <p:sldId id="379" r:id="rId131"/>
    <p:sldId id="380" r:id="rId132"/>
    <p:sldId id="384" r:id="rId136"/>
    <p:sldId id="515" r:id="rId267"/>
    <p:sldId id="338" r:id="rId90"/>
    <p:sldId id="339" r:id="rId91"/>
    <p:sldId id="340" r:id="rId92"/>
    <p:sldId id="381" r:id="rId133"/>
    <p:sldId id="516" r:id="rId268"/>
    <p:sldId id="382" r:id="rId134"/>
    <p:sldId id="478" r:id="rId230"/>
    <p:sldId id="479" r:id="rId231"/>
    <p:sldId id="517" r:id="rId269"/>
    <p:sldId id="383" r:id="rId135"/>
    <p:sldId id="480" r:id="rId232"/>
    <p:sldId id="481" r:id="rId233"/>
    <p:sldId id="518" r:id="rId270"/>
    <p:sldId id="482" r:id="rId234"/>
    <p:sldId id="483" r:id="rId235"/>
    <p:sldId id="484" r:id="rId236"/>
    <p:sldId id="519" r:id="rId271"/>
    <p:sldId id="485" r:id="rId237"/>
    <p:sldId id="486" r:id="rId238"/>
    <p:sldId id="487" r:id="rId239"/>
    <p:sldId id="520" r:id="rId272"/>
    <p:sldId id="521" r:id="rId273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2" r:id="rId274"/>
    <p:sldId id="392" r:id="rId144"/>
    <p:sldId id="393" r:id="rId145"/>
    <p:sldId id="394" r:id="rId146"/>
    <p:sldId id="395" r:id="rId147"/>
    <p:sldId id="523" r:id="rId275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7491a204c2e290bf95abd00e1deda6b7ba20f14.png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a seis gráficos, Cifras y gráficos,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944868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Centro marca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Centro marca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Centro marca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Centro marca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Centro marca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592793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47940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380" y="1804934"/>
            <a:ext cx="600852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516636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57439" y="3101645"/>
            <a:ext cx="4619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Centro marca"/>
          <p:cNvSpPr>
            <a:spLocks noGrp="1"/>
          </p:cNvSpPr>
          <p:nvPr>
            </p:nvPr>
        </p:nvSpPr>
        <p:spPr>
          <a:xfrm>
            <a:off x="8319339" y="298825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6988" y="5170018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Centro marca"/>
          <p:cNvSpPr>
            <a:spLocks noGrp="1"/>
          </p:cNvSpPr>
          <p:nvPr>
            </p:nvPr>
        </p:nvSpPr>
        <p:spPr>
          <a:xfrm>
            <a:off x="809244" y="505663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capítulo o tema, sobre el título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Centro marca"/>
          <p:cNvSpPr>
            <a:spLocks noGrp="1"/>
          </p:cNvSpPr>
          <p:nvPr>
            </p:nvPr>
        </p:nvSpPr>
        <p:spPr>
          <a:xfrm>
            <a:off x="8758251" y="198996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193509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87435" y="219113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muestra la lámina, en coral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Centro marca"/>
          <p:cNvSpPr>
            <a:spLocks noGrp="1"/>
          </p:cNvSpPr>
          <p:nvPr>
            </p:nvPr>
        </p:nvSpPr>
        <p:spPr>
          <a:xfrm>
            <a:off x="8758251" y="249859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244373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87435" y="269976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Fijo en la plantilla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758251" y="300723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87435" y="295236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y respuestas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87435" y="320840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Tal como se hizo, y cuántos respondieron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Centro marca"/>
          <p:cNvSpPr>
            <a:spLocks noGrp="1"/>
          </p:cNvSpPr>
          <p:nvPr>
            </p:nvPr>
        </p:nvSpPr>
        <p:spPr>
          <a:xfrm>
            <a:off x="8758251" y="35158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87435" y="346100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87435" y="371703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la franja central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Centro marca"/>
          <p:cNvSpPr>
            <a:spLocks noGrp="1"/>
          </p:cNvSpPr>
          <p:nvPr>
            </p:nvPr>
        </p:nvSpPr>
        <p:spPr>
          <a:xfrm>
            <a:off x="8758251" y="402450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87435" y="396963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087435" y="422567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verde, si la escala la lleva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Centro marca"/>
          <p:cNvSpPr>
            <a:spLocks noGrp="1"/>
          </p:cNvSpPr>
          <p:nvPr>
            </p:nvPr>
        </p:nvSpPr>
        <p:spPr>
          <a:xfrm>
            <a:off x="8758251" y="453313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087435" y="447827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087435" y="473430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Debajo del gráfico, centrada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Centro marca"/>
          <p:cNvSpPr>
            <a:spLocks noGrp="1"/>
          </p:cNvSpPr>
          <p:nvPr>
            </p:nvPr>
        </p:nvSpPr>
        <p:spPr>
          <a:xfrm>
            <a:off x="8758251" y="5041773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87435" y="4986909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folio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87435" y="5242941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Cierran la lámina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láminas del informe parten de esta estructura. La lámina siguiente da sus medidas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8428" y="1463040"/>
            <a:ext cx="7071183" cy="397764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88211" y="1558503"/>
            <a:ext cx="1119043" cy="49322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305489" y="1587673"/>
            <a:ext cx="27432" cy="3818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46088" y="1545245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46088" y="1672529"/>
            <a:ext cx="5486400" cy="292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46088" y="2311603"/>
            <a:ext cx="5486400" cy="1898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46088" y="2481316"/>
            <a:ext cx="27432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 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50569" y="2884383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11273" y="2841955"/>
            <a:ext cx="91221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2493" y="2841955"/>
            <a:ext cx="1322698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02493" y="2894990"/>
            <a:ext cx="1322698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825191" y="2841955"/>
            <a:ext cx="246295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825191" y="2894990"/>
            <a:ext cx="246295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88146" y="2841955"/>
            <a:ext cx="684154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8146" y="2894990"/>
            <a:ext cx="68415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04888" y="2884383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50569" y="3388218"/>
            <a:ext cx="1007669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1273" y="3345790"/>
            <a:ext cx="273662" cy="254569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84934" y="3345790"/>
            <a:ext cx="820985" cy="254569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84934" y="3398825"/>
            <a:ext cx="82098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05919" y="3345790"/>
            <a:ext cx="1550749" cy="254569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05919" y="3398825"/>
            <a:ext cx="1550749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56669" y="3345790"/>
            <a:ext cx="866595" cy="25456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56669" y="3398825"/>
            <a:ext cx="866595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23264" y="3345790"/>
            <a:ext cx="1049036" cy="254569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23264" y="3398825"/>
            <a:ext cx="1049036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4888" y="3388218"/>
            <a:ext cx="742493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72300" y="2629814"/>
            <a:ext cx="1007669" cy="1828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5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55036" y="3966301"/>
            <a:ext cx="9144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9900" y="3934480"/>
            <a:ext cx="1137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01516" y="3966301"/>
            <a:ext cx="9144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56380" y="3934480"/>
            <a:ext cx="75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66996" y="3966301"/>
            <a:ext cx="9144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860" y="3934480"/>
            <a:ext cx="642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8176" y="3966301"/>
            <a:ext cx="9144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3040" y="3934480"/>
            <a:ext cx="1023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50356" y="3966301"/>
            <a:ext cx="9144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005220" y="3934480"/>
            <a:ext cx="769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346088" y="5111862"/>
            <a:ext cx="3657600" cy="165989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24339" y="5111862"/>
            <a:ext cx="318211" cy="1828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7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6988" y="1804934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809244" y="1691549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43829" y="1802282"/>
            <a:ext cx="17551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8319339" y="1688897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6988" y="2412187"/>
            <a:ext cx="30824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Centro marca"/>
          <p:cNvSpPr>
            <a:spLocks noGrp="1"/>
          </p:cNvSpPr>
          <p:nvPr>
            </p:nvPr>
        </p:nvSpPr>
        <p:spPr>
          <a:xfrm>
            <a:off x="809244" y="229880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6988" y="3223626"/>
            <a:ext cx="1318565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Centro marca"/>
          <p:cNvSpPr>
            <a:spLocks noGrp="1"/>
          </p:cNvSpPr>
          <p:nvPr>
            </p:nvPr>
        </p:nvSpPr>
        <p:spPr>
          <a:xfrm>
            <a:off x="809244" y="311024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6988" y="3992636"/>
            <a:ext cx="1662328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809244" y="3879251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8758251" y="148132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7435" y="1426464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87435" y="1682496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Marcador de título: va al esquema y a la navegación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8758251" y="229514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087435" y="2240280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87435" y="2496312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de la plantilla: se cambia en el patrón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8758251" y="3108960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87435" y="3054096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87435" y="3310128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Cuadros de texto con tamaño y color fijados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758251" y="3922776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87435" y="3867912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87435" y="4123944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Vectorial: cada barra y cifra es una forma editable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Centro marca"/>
          <p:cNvSpPr>
            <a:spLocks noGrp="1"/>
          </p:cNvSpPr>
          <p:nvPr>
            </p:nvPr>
        </p:nvSpPr>
        <p:spPr>
          <a:xfrm>
            <a:off x="8758251" y="473659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087435" y="4681728"/>
            <a:ext cx="28162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87435" y="4937760"/>
            <a:ext cx="281622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agrupadas que se mueven con el gráfico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se pega como imagen: todo se puede editar en PowerPoint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5594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26567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22910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470148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8526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86904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95281" y="4261104"/>
            <a:ext cx="201693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517136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0017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11149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22122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18464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18617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 de 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170 de 178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2278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5204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52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496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41422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de 178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310628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6210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97819" y="3840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2774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GRÁFICOS, CON ÍCONO DEL PÚBLICO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Centro marca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Cada parte lleva su cifra, su rótulo y su conteo junto al gráfico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escalas con un punto medio claro.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 de 39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 de 67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 de 67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de 39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 de 67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 de 39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de 67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2638" y="2653538"/>
            <a:ext cx="7985181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890900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92522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8872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58959" y="3163773"/>
            <a:ext cx="20117" cy="61447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9112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4628642"/>
            <a:ext cx="890900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835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12638" y="4628642"/>
            <a:ext cx="4883490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835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92471" y="4628642"/>
            <a:ext cx="3109006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835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572104" y="205740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06650"/>
            <a:ext cx="22912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3886" y="2406650"/>
            <a:ext cx="22912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355" y="2699258"/>
            <a:ext cx="39867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99258"/>
            <a:ext cx="599385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296" y="269925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3063189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179619" y="2699258"/>
            <a:ext cx="201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79619" y="2881224"/>
            <a:ext cx="102595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5576" y="1655064"/>
            <a:ext cx="20117" cy="125633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11032" y="2414016"/>
            <a:ext cx="592358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11032" y="3054096"/>
            <a:ext cx="1184717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11032" y="3694176"/>
            <a:ext cx="162898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11032" y="4334256"/>
            <a:ext cx="1480896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11032" y="4974336"/>
            <a:ext cx="229538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11032" y="5614416"/>
            <a:ext cx="222134" cy="3840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988489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05576" y="1655064"/>
            <a:ext cx="20117" cy="14191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205576" y="1645006"/>
            <a:ext cx="14630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23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2359025"/>
            <a:ext cx="1239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441" y="2359025"/>
            <a:ext cx="1239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15054" y="2651633"/>
            <a:ext cx="4710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2651633"/>
            <a:ext cx="2011968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 se rotulan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7282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2082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 de 201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35000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64261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de 92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83133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12394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 de 201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45312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745736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 de 92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196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897819" y="18745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4329684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Centro marca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Centro marca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256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Centro marca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Centro marca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Centro marca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91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037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33956" y="2221992"/>
            <a:ext cx="182935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13233" y="2221992"/>
            <a:ext cx="260317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3233" y="2203704"/>
            <a:ext cx="2599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12754" y="2221992"/>
            <a:ext cx="4844144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12754" y="2203704"/>
            <a:ext cx="48404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53240" y="2221992"/>
            <a:ext cx="134457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3240" y="2203704"/>
            <a:ext cx="1344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18108" y="2157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30987" y="1929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037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063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33956" y="2788920"/>
            <a:ext cx="54148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2832" y="2770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71788" y="2788920"/>
            <a:ext cx="161715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1788" y="2770632"/>
            <a:ext cx="161349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85283" y="2788920"/>
            <a:ext cx="3051371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5283" y="2770632"/>
            <a:ext cx="30477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32997" y="2788920"/>
            <a:ext cx="1706792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32997" y="2770632"/>
            <a:ext cx="17031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36131" y="2788920"/>
            <a:ext cx="2061689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36131" y="2770632"/>
            <a:ext cx="206168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770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3375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33956" y="3355848"/>
            <a:ext cx="27257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02872" y="3355848"/>
            <a:ext cx="1079321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2872" y="3337560"/>
            <a:ext cx="1075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78535" y="3355848"/>
            <a:ext cx="4485589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78535" y="3337560"/>
            <a:ext cx="44819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760467" y="3355848"/>
            <a:ext cx="2692817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0467" y="3337560"/>
            <a:ext cx="26891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9626" y="3355848"/>
            <a:ext cx="448193" cy="23774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53683" y="3337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62928" y="32918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775806" y="30632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3337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211934" y="3858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21662" y="37947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8922" y="3858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638650" y="37947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58510" y="3858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68238" y="37947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46798" y="3858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56526" y="3794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09786" y="3858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519514" y="37947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160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4142232"/>
            <a:ext cx="357317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68706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coral, a 0.36 in del borde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8706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gris, sobre el título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68706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al inicio de la zona de datos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68706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00118" y="4434840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25998" y="4434840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o 12 pt encima si no cabe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300118" y="47457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25998" y="4745736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verde, columna de 1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300118" y="5056632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25998" y="5056632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bajo el gráfico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300118" y="5367528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25998" y="5367528"/>
            <a:ext cx="233873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 6.88 in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147609" y="4206240"/>
            <a:ext cx="7315" cy="18013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39049" y="4142232"/>
            <a:ext cx="36646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 según el número de filas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239049" y="439826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07729" y="4398264"/>
            <a:ext cx="10972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50729" y="4398264"/>
            <a:ext cx="16459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categorías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239049" y="4636008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o 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153449" y="4663440"/>
            <a:ext cx="411480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10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296449" y="4702942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753649" y="4636008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239049" y="4882896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153449" y="4913620"/>
            <a:ext cx="411480" cy="1580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0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0.48 in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296449" y="4949830"/>
            <a:ext cx="411480" cy="8558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753649" y="4882896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39049" y="5129784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a 6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153449" y="5167092"/>
            <a:ext cx="411480" cy="144841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10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0.44 in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296449" y="5193426"/>
            <a:ext cx="411480" cy="9217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753649" y="5129784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0.28 in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239049" y="5376672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 a 9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153449" y="5423855"/>
            <a:ext cx="411480" cy="12509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10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0.38 in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96449" y="5433731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753649" y="5376672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39049" y="5623560"/>
            <a:ext cx="9144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o más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153449" y="5680619"/>
            <a:ext cx="411480" cy="105339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610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296449" y="5680619"/>
            <a:ext cx="411480" cy="10533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753649" y="5623560"/>
            <a:ext cx="64008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0.32 in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egresados. Con más filas la barra adelgaza y la letra no cambia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205740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2395728"/>
            <a:ext cx="87782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4069080"/>
            <a:ext cx="87782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4434840"/>
            <a:ext cx="877824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05740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95728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8326" y="1776496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8326" y="1900489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8326" y="2024482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8326" y="2148474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8326" y="2272467"/>
            <a:ext cx="5699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5722" y="1710385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8874" y="1719346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8874" y="1744950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92298" y="185806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92298" y="194915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04474" y="192218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92298" y="206917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04474" y="2042198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92298" y="21891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104474" y="2162213"/>
            <a:ext cx="78362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92298" y="230920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04474" y="2282228"/>
            <a:ext cx="11113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18446" y="1803471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62262" y="1776496"/>
            <a:ext cx="761632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18446" y="1927464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62262" y="1900489"/>
            <a:ext cx="5795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818446" y="2051456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62262" y="2024482"/>
            <a:ext cx="45532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8446" y="2175449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62262" y="2148474"/>
            <a:ext cx="64573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818446" y="2299442"/>
            <a:ext cx="1950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62262" y="2272467"/>
            <a:ext cx="33114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41776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114928" y="1783651"/>
            <a:ext cx="61361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114928" y="1881949"/>
            <a:ext cx="56452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114928" y="1980247"/>
            <a:ext cx="589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114928" y="2078545"/>
            <a:ext cx="42953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08018" y="1749247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1783651"/>
            <a:ext cx="57973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1881949"/>
            <a:ext cx="53335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1980247"/>
            <a:ext cx="55654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981170" y="2078545"/>
            <a:ext cx="40581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75977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675977" y="1803471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27248" y="1776496"/>
            <a:ext cx="78595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675977" y="1927464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927248" y="1900489"/>
            <a:ext cx="59800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675977" y="2051456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927248" y="2024482"/>
            <a:ext cx="46986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75977" y="2175449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27248" y="2148474"/>
            <a:ext cx="66634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75977" y="2299442"/>
            <a:ext cx="20101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927248" y="2272467"/>
            <a:ext cx="34171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94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29575" y="3260293"/>
            <a:ext cx="13716" cy="641909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602727" y="3305227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2727" y="3433609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02727" y="3561990"/>
            <a:ext cx="1798582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02727" y="3690372"/>
            <a:ext cx="131146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02727" y="3818754"/>
            <a:ext cx="159249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07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22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881790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36922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3881790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36922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3881790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36922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3881790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36922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881790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04498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893989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704498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93989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704498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893989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704498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893989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704498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893989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38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6781870" y="3260293"/>
            <a:ext cx="13716" cy="5120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6855022" y="3269254"/>
            <a:ext cx="18735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6855022" y="3294858"/>
            <a:ext cx="1723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68184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68184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70079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68184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70079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68184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70079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68184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70079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7830646" y="340796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7830646" y="349906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8020137" y="3472091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7830646" y="361908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8020137" y="359210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7830646" y="373909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2" name=""/>
          <p:cNvSpPr>
            <a:spLocks noGrp="1"/>
          </p:cNvSpPr>
          <p:nvPr>
            </p:nvPr>
        </p:nvSpPr>
        <p:spPr>
          <a:xfrm>
            <a:off x="8020137" y="3712121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7830646" y="385911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8020137" y="3832136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9908018" y="3299155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9981170" y="3333560"/>
            <a:ext cx="47091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9981170" y="3431858"/>
            <a:ext cx="43324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9981170" y="3530156"/>
            <a:ext cx="452079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9981170" y="3628454"/>
            <a:ext cx="32964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1055161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10551618" y="3353379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10679159" y="3326404"/>
            <a:ext cx="38236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10551618" y="3477372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10679159" y="3450397"/>
            <a:ext cx="29092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10551618" y="3601364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10679159" y="3574390"/>
            <a:ext cx="228587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10551618" y="3725357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10679159" y="3698382"/>
            <a:ext cx="32417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10551618" y="3849350"/>
            <a:ext cx="1020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10679159" y="3822375"/>
            <a:ext cx="16624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11243362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11243362" y="3353379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2" name=""/>
          <p:cNvSpPr>
            <a:spLocks noGrp="1"/>
          </p:cNvSpPr>
          <p:nvPr>
            </p:nvPr>
        </p:nvSpPr>
        <p:spPr>
          <a:xfrm>
            <a:off x="11369808" y="3326404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3" name=""/>
          <p:cNvSpPr>
            <a:spLocks noGrp="1"/>
          </p:cNvSpPr>
          <p:nvPr>
            </p:nvPr>
        </p:nvSpPr>
        <p:spPr>
          <a:xfrm>
            <a:off x="11243362" y="34773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11369808" y="3450397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11243362" y="3601364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11369808" y="3574390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11243362" y="372535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11369808" y="3698382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11243362" y="384935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11369808" y="3822375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04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5661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566151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90271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566151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90271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566151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0271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566151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0271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66151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90271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243127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243127" y="4903287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1367247" y="4876312"/>
            <a:ext cx="37120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1243127" y="5027280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1367247" y="5000305"/>
            <a:ext cx="28244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1243127" y="5151272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1367247" y="5124298"/>
            <a:ext cx="221918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243127" y="5275265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367247" y="5248290"/>
            <a:ext cx="31472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243127" y="5399258"/>
            <a:ext cx="9929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367247" y="5372283"/>
            <a:ext cx="16139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1890522" y="4849063"/>
            <a:ext cx="13716" cy="39319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1963674" y="4883468"/>
            <a:ext cx="512576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1963674" y="4981766"/>
            <a:ext cx="4715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1963674" y="5080064"/>
            <a:ext cx="49207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1963674" y="5178362"/>
            <a:ext cx="35880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24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3692298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3692298" y="4903013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4104474" y="4876038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3692298" y="502645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4104474" y="4999482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3692298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3692298" y="5276088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4104474" y="5249113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3692298" y="539953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4104474" y="5372557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4545117"/>
            <a:ext cx="327995" cy="144567"/>
          </a:xfrm>
          <a:prstGeom prst="rect">
            <a:avLst/>
          </a:prstGeom>
        </p:spPr>
      </p:pic>
      <p:sp>
        <p:nvSpPr>
          <p:cNvPr id="259" name=""/>
          <p:cNvSpPr>
            <a:spLocks noGrp="1"/>
          </p:cNvSpPr>
          <p:nvPr>
            </p:nvPr>
        </p:nvSpPr>
        <p:spPr>
          <a:xfrm>
            <a:off x="6753889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6781870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6781870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6781870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6818446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6818446" y="4903287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7072521" y="4876312"/>
            <a:ext cx="795097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6818446" y="5027280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7072521" y="5000305"/>
            <a:ext cx="604965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6818446" y="5151272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7072521" y="5124298"/>
            <a:ext cx="47533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6818446" y="5275265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2" name=""/>
          <p:cNvSpPr>
            <a:spLocks noGrp="1"/>
          </p:cNvSpPr>
          <p:nvPr>
            </p:nvPr>
        </p:nvSpPr>
        <p:spPr>
          <a:xfrm>
            <a:off x="7072521" y="5248290"/>
            <a:ext cx="6741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3" name=""/>
          <p:cNvSpPr>
            <a:spLocks noGrp="1"/>
          </p:cNvSpPr>
          <p:nvPr>
            </p:nvPr>
        </p:nvSpPr>
        <p:spPr>
          <a:xfrm>
            <a:off x="6818446" y="5399258"/>
            <a:ext cx="2032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7072521" y="5372283"/>
            <a:ext cx="34569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811721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8117214" y="4903287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8243660" y="4876312"/>
            <a:ext cx="37879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8117214" y="5027280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8243660" y="5000305"/>
            <a:ext cx="28821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8117214" y="5151272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8243660" y="5124298"/>
            <a:ext cx="22645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8117214" y="5275265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8243660" y="5248290"/>
            <a:ext cx="32115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8117214" y="5399258"/>
            <a:ext cx="10115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8243660" y="5372283"/>
            <a:ext cx="16469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4545117"/>
            <a:ext cx="327995" cy="144567"/>
          </a:xfrm>
          <a:prstGeom prst="rect">
            <a:avLst/>
          </a:prstGeom>
        </p:spPr>
      </p:pic>
      <p:sp>
        <p:nvSpPr>
          <p:cNvPr id="290" name=""/>
          <p:cNvSpPr>
            <a:spLocks noGrp="1"/>
          </p:cNvSpPr>
          <p:nvPr>
            </p:nvPr>
        </p:nvSpPr>
        <p:spPr>
          <a:xfrm>
            <a:off x="9880037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9908018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908018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908018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994459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9944594" y="4903013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0134085" y="4876038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9944594" y="50264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0134085" y="4999482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9944594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9944594" y="527608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0134085" y="5249113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9944594" y="539953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0134085" y="537255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10956793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10956793" y="490328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9" name=""/>
          <p:cNvSpPr>
            <a:spLocks noGrp="1"/>
          </p:cNvSpPr>
          <p:nvPr>
            </p:nvPr>
        </p:nvSpPr>
        <p:spPr>
          <a:xfrm>
            <a:off x="11146285" y="487631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0" name=""/>
          <p:cNvSpPr>
            <a:spLocks noGrp="1"/>
          </p:cNvSpPr>
          <p:nvPr>
            </p:nvPr>
        </p:nvSpPr>
        <p:spPr>
          <a:xfrm>
            <a:off x="10956793" y="50272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11146285" y="5000305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10956793" y="5151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11146285" y="5124298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10956793" y="527526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11146285" y="5248290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10956793" y="539925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11146285" y="5372283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1445301"/>
            <a:ext cx="327995" cy="144567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1594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6151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6151" y="180347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5642" y="1776496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66151" y="19274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5642" y="190048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66151" y="205145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5642" y="2024482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6151" y="21754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5642" y="2148474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66151" y="229944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642" y="2272467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78350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78350" y="180319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767842" y="1776222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78350" y="1926641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767842" y="1899666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78350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578350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767842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78350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67842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1445301"/>
            <a:ext cx="327995" cy="144567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3627742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5722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55722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5722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92298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92298" y="180319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4474" y="1776222"/>
            <a:ext cx="1310790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92298" y="19266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04474" y="1899666"/>
            <a:ext cx="99734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922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922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1790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922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881790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04498" y="2083460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04498" y="21762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93989" y="2149297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04498" y="229971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93989" y="227274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1445301"/>
            <a:ext cx="327995" cy="144567"/>
          </a:xfrm>
          <a:prstGeom prst="rect">
            <a:avLst/>
          </a:prstGeom>
        </p:spPr>
      </p:pic>
      <p:sp>
        <p:nvSpPr>
          <p:cNvPr id="63" name=""/>
          <p:cNvSpPr>
            <a:spLocks noGrp="1"/>
          </p:cNvSpPr>
          <p:nvPr>
            </p:nvPr>
        </p:nvSpPr>
        <p:spPr>
          <a:xfrm>
            <a:off x="6753889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81870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781870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8184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8184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337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184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337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8184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337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8184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337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8184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337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932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932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6085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932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085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4932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6085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932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6085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932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6085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168046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68046" y="1803471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283309" y="1776496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68046" y="192746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283309" y="190048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68046" y="2051456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283309" y="2024482"/>
            <a:ext cx="20464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168046" y="21754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283309" y="2148474"/>
            <a:ext cx="290226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168046" y="2299442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283309" y="2272467"/>
            <a:ext cx="14883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1445301"/>
            <a:ext cx="327995" cy="144567"/>
          </a:xfrm>
          <a:prstGeom prst="rect">
            <a:avLst/>
          </a:prstGeom>
        </p:spPr>
      </p:pic>
      <p:sp>
        <p:nvSpPr>
          <p:cNvPr id="106" name=""/>
          <p:cNvSpPr>
            <a:spLocks noGrp="1"/>
          </p:cNvSpPr>
          <p:nvPr>
            </p:nvPr>
        </p:nvSpPr>
        <p:spPr>
          <a:xfrm>
            <a:off x="9880037" y="1453850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908018" y="1456959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908018" y="1494267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2496129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1673809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44594" y="1710385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44594" y="1772107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356769" y="1760746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944594" y="1833372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0356769" y="1822011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908018" y="1922526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44594" y="1959102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44594" y="2020824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0356769" y="2009463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44594" y="2082089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10356769" y="2070727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908018" y="2171243"/>
            <a:ext cx="1946675" cy="217627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944594" y="2207819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944594" y="2269541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0356769" y="2258179"/>
            <a:ext cx="1310790" cy="336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9944594" y="2330806"/>
            <a:ext cx="32974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0356769" y="2319444"/>
            <a:ext cx="997341" cy="336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Tres gráficos en tira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2995209"/>
            <a:ext cx="327995" cy="144567"/>
          </a:xfrm>
          <a:prstGeom prst="rect">
            <a:avLst/>
          </a:prstGeom>
        </p:spPr>
      </p:pic>
      <p:sp>
        <p:nvSpPr>
          <p:cNvPr id="131" name=""/>
          <p:cNvSpPr>
            <a:spLocks noGrp="1"/>
          </p:cNvSpPr>
          <p:nvPr>
            </p:nvPr>
        </p:nvSpPr>
        <p:spPr>
          <a:xfrm>
            <a:off x="501594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29575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9575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9575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529575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566151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566151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755642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566151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755642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529575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566151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566151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755642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566151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755642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578350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578350" y="335337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767842" y="3326404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578350" y="3477372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767842" y="3450397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578350" y="360136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767842" y="3574390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578350" y="3725357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767842" y="3698382"/>
            <a:ext cx="49550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578350" y="384935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767842" y="3822375"/>
            <a:ext cx="25410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Tres gráficos en corona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2995209"/>
            <a:ext cx="327995" cy="144567"/>
          </a:xfrm>
          <a:prstGeom prst="rect">
            <a:avLst/>
          </a:prstGeom>
        </p:spPr>
      </p:pic>
      <p:sp>
        <p:nvSpPr>
          <p:cNvPr id="162" name=""/>
          <p:cNvSpPr>
            <a:spLocks noGrp="1"/>
          </p:cNvSpPr>
          <p:nvPr>
            </p:nvPr>
        </p:nvSpPr>
        <p:spPr>
          <a:xfrm>
            <a:off x="3627742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3" name=""/>
          <p:cNvSpPr>
            <a:spLocks noGrp="1"/>
          </p:cNvSpPr>
          <p:nvPr>
            </p:nvPr>
        </p:nvSpPr>
        <p:spPr>
          <a:xfrm>
            <a:off x="3655722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4" name=""/>
          <p:cNvSpPr>
            <a:spLocks noGrp="1"/>
          </p:cNvSpPr>
          <p:nvPr>
            </p:nvPr>
        </p:nvSpPr>
        <p:spPr>
          <a:xfrm>
            <a:off x="3655722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5" name=""/>
          <p:cNvSpPr>
            <a:spLocks noGrp="1"/>
          </p:cNvSpPr>
          <p:nvPr>
            </p:nvPr>
        </p:nvSpPr>
        <p:spPr>
          <a:xfrm>
            <a:off x="3655722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6" name=""/>
          <p:cNvSpPr>
            <a:spLocks noGrp="1"/>
          </p:cNvSpPr>
          <p:nvPr>
            </p:nvPr>
        </p:nvSpPr>
        <p:spPr>
          <a:xfrm>
            <a:off x="36557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7" name=""/>
          <p:cNvSpPr>
            <a:spLocks noGrp="1"/>
          </p:cNvSpPr>
          <p:nvPr>
            </p:nvPr>
        </p:nvSpPr>
        <p:spPr>
          <a:xfrm>
            <a:off x="36922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8" name=""/>
          <p:cNvSpPr>
            <a:spLocks noGrp="1"/>
          </p:cNvSpPr>
          <p:nvPr>
            </p:nvPr>
        </p:nvSpPr>
        <p:spPr>
          <a:xfrm>
            <a:off x="36922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9" name=""/>
          <p:cNvSpPr>
            <a:spLocks noGrp="1"/>
          </p:cNvSpPr>
          <p:nvPr>
            </p:nvPr>
        </p:nvSpPr>
        <p:spPr>
          <a:xfrm>
            <a:off x="3881790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0" name=""/>
          <p:cNvSpPr>
            <a:spLocks noGrp="1"/>
          </p:cNvSpPr>
          <p:nvPr>
            </p:nvPr>
        </p:nvSpPr>
        <p:spPr>
          <a:xfrm>
            <a:off x="36922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1" name=""/>
          <p:cNvSpPr>
            <a:spLocks noGrp="1"/>
          </p:cNvSpPr>
          <p:nvPr>
            </p:nvPr>
        </p:nvSpPr>
        <p:spPr>
          <a:xfrm>
            <a:off x="3881790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2" name=""/>
          <p:cNvSpPr>
            <a:spLocks noGrp="1"/>
          </p:cNvSpPr>
          <p:nvPr>
            </p:nvPr>
        </p:nvSpPr>
        <p:spPr>
          <a:xfrm>
            <a:off x="4667922" y="3223717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3" name=""/>
          <p:cNvSpPr>
            <a:spLocks noGrp="1"/>
          </p:cNvSpPr>
          <p:nvPr>
            </p:nvPr>
        </p:nvSpPr>
        <p:spPr>
          <a:xfrm>
            <a:off x="4704498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4" name=""/>
          <p:cNvSpPr>
            <a:spLocks noGrp="1"/>
          </p:cNvSpPr>
          <p:nvPr>
            </p:nvPr>
        </p:nvSpPr>
        <p:spPr>
          <a:xfrm>
            <a:off x="4704498" y="3353105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5" name=""/>
          <p:cNvSpPr>
            <a:spLocks noGrp="1"/>
          </p:cNvSpPr>
          <p:nvPr>
            </p:nvPr>
        </p:nvSpPr>
        <p:spPr>
          <a:xfrm>
            <a:off x="4893989" y="3326130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6" name=""/>
          <p:cNvSpPr>
            <a:spLocks noGrp="1"/>
          </p:cNvSpPr>
          <p:nvPr>
            </p:nvPr>
        </p:nvSpPr>
        <p:spPr>
          <a:xfrm>
            <a:off x="4704498" y="3476549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7" name=""/>
          <p:cNvSpPr>
            <a:spLocks noGrp="1"/>
          </p:cNvSpPr>
          <p:nvPr>
            </p:nvPr>
        </p:nvSpPr>
        <p:spPr>
          <a:xfrm>
            <a:off x="4893989" y="3449574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8" name=""/>
          <p:cNvSpPr>
            <a:spLocks noGrp="1"/>
          </p:cNvSpPr>
          <p:nvPr>
            </p:nvPr>
        </p:nvSpPr>
        <p:spPr>
          <a:xfrm>
            <a:off x="36557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9" name=""/>
          <p:cNvSpPr>
            <a:spLocks noGrp="1"/>
          </p:cNvSpPr>
          <p:nvPr>
            </p:nvPr>
        </p:nvSpPr>
        <p:spPr>
          <a:xfrm>
            <a:off x="36922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0" name=""/>
          <p:cNvSpPr>
            <a:spLocks noGrp="1"/>
          </p:cNvSpPr>
          <p:nvPr>
            </p:nvPr>
        </p:nvSpPr>
        <p:spPr>
          <a:xfrm>
            <a:off x="36922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1" name=""/>
          <p:cNvSpPr>
            <a:spLocks noGrp="1"/>
          </p:cNvSpPr>
          <p:nvPr>
            </p:nvPr>
        </p:nvSpPr>
        <p:spPr>
          <a:xfrm>
            <a:off x="3881790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2" name=""/>
          <p:cNvSpPr>
            <a:spLocks noGrp="1"/>
          </p:cNvSpPr>
          <p:nvPr>
            </p:nvPr>
        </p:nvSpPr>
        <p:spPr>
          <a:xfrm>
            <a:off x="36922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3" name=""/>
          <p:cNvSpPr>
            <a:spLocks noGrp="1"/>
          </p:cNvSpPr>
          <p:nvPr>
            </p:nvPr>
        </p:nvSpPr>
        <p:spPr>
          <a:xfrm>
            <a:off x="3881790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4" name=""/>
          <p:cNvSpPr>
            <a:spLocks noGrp="1"/>
          </p:cNvSpPr>
          <p:nvPr>
            </p:nvPr>
        </p:nvSpPr>
        <p:spPr>
          <a:xfrm>
            <a:off x="4667922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5" name=""/>
          <p:cNvSpPr>
            <a:spLocks noGrp="1"/>
          </p:cNvSpPr>
          <p:nvPr>
            </p:nvPr>
        </p:nvSpPr>
        <p:spPr>
          <a:xfrm>
            <a:off x="4704498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6" name=""/>
          <p:cNvSpPr>
            <a:spLocks noGrp="1"/>
          </p:cNvSpPr>
          <p:nvPr>
            </p:nvPr>
        </p:nvSpPr>
        <p:spPr>
          <a:xfrm>
            <a:off x="4704498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7" name=""/>
          <p:cNvSpPr>
            <a:spLocks noGrp="1"/>
          </p:cNvSpPr>
          <p:nvPr>
            </p:nvPr>
        </p:nvSpPr>
        <p:spPr>
          <a:xfrm>
            <a:off x="4893989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8" name=""/>
          <p:cNvSpPr>
            <a:spLocks noGrp="1"/>
          </p:cNvSpPr>
          <p:nvPr>
            </p:nvPr>
        </p:nvSpPr>
        <p:spPr>
          <a:xfrm>
            <a:off x="4704498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9" name=""/>
          <p:cNvSpPr>
            <a:spLocks noGrp="1"/>
          </p:cNvSpPr>
          <p:nvPr>
            </p:nvPr>
        </p:nvSpPr>
        <p:spPr>
          <a:xfrm>
            <a:off x="4893989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0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Cuatro gráficos</a:t>
            </a:r>
          </a:p>
        </p:txBody>
      </p:sp>
      <p:sp>
        <p:nvSpPr>
          <p:cNvPr id="191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419515" y="2995209"/>
            <a:ext cx="327995" cy="144567"/>
          </a:xfrm>
          <a:prstGeom prst="rect">
            <a:avLst/>
          </a:prstGeom>
        </p:spPr>
      </p:pic>
      <p:sp>
        <p:nvSpPr>
          <p:cNvPr id="193" name=""/>
          <p:cNvSpPr>
            <a:spLocks noGrp="1"/>
          </p:cNvSpPr>
          <p:nvPr>
            </p:nvPr>
        </p:nvSpPr>
        <p:spPr>
          <a:xfrm>
            <a:off x="6753889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4" name=""/>
          <p:cNvSpPr>
            <a:spLocks noGrp="1"/>
          </p:cNvSpPr>
          <p:nvPr>
            </p:nvPr>
        </p:nvSpPr>
        <p:spPr>
          <a:xfrm>
            <a:off x="6781870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5" name=""/>
          <p:cNvSpPr>
            <a:spLocks noGrp="1"/>
          </p:cNvSpPr>
          <p:nvPr>
            </p:nvPr>
        </p:nvSpPr>
        <p:spPr>
          <a:xfrm>
            <a:off x="6781870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6" name=""/>
          <p:cNvSpPr>
            <a:spLocks noGrp="1"/>
          </p:cNvSpPr>
          <p:nvPr>
            </p:nvPr>
        </p:nvSpPr>
        <p:spPr>
          <a:xfrm>
            <a:off x="6781870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7" name=""/>
          <p:cNvSpPr>
            <a:spLocks noGrp="1"/>
          </p:cNvSpPr>
          <p:nvPr>
            </p:nvPr>
        </p:nvSpPr>
        <p:spPr>
          <a:xfrm>
            <a:off x="67818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8" name=""/>
          <p:cNvSpPr>
            <a:spLocks noGrp="1"/>
          </p:cNvSpPr>
          <p:nvPr>
            </p:nvPr>
        </p:nvSpPr>
        <p:spPr>
          <a:xfrm>
            <a:off x="68184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9" name=""/>
          <p:cNvSpPr>
            <a:spLocks noGrp="1"/>
          </p:cNvSpPr>
          <p:nvPr>
            </p:nvPr>
        </p:nvSpPr>
        <p:spPr>
          <a:xfrm>
            <a:off x="68184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0" name=""/>
          <p:cNvSpPr>
            <a:spLocks noGrp="1"/>
          </p:cNvSpPr>
          <p:nvPr>
            </p:nvPr>
        </p:nvSpPr>
        <p:spPr>
          <a:xfrm>
            <a:off x="69337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1" name=""/>
          <p:cNvSpPr>
            <a:spLocks noGrp="1"/>
          </p:cNvSpPr>
          <p:nvPr>
            </p:nvPr>
        </p:nvSpPr>
        <p:spPr>
          <a:xfrm>
            <a:off x="68184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2" name=""/>
          <p:cNvSpPr>
            <a:spLocks noGrp="1"/>
          </p:cNvSpPr>
          <p:nvPr>
            </p:nvPr>
        </p:nvSpPr>
        <p:spPr>
          <a:xfrm>
            <a:off x="69337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3" name=""/>
          <p:cNvSpPr>
            <a:spLocks noGrp="1"/>
          </p:cNvSpPr>
          <p:nvPr>
            </p:nvPr>
        </p:nvSpPr>
        <p:spPr>
          <a:xfrm>
            <a:off x="74566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4" name=""/>
          <p:cNvSpPr>
            <a:spLocks noGrp="1"/>
          </p:cNvSpPr>
          <p:nvPr>
            </p:nvPr>
        </p:nvSpPr>
        <p:spPr>
          <a:xfrm>
            <a:off x="74932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74932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76085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74932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76085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8131470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8168046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8168046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8283309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8168046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8283309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18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8184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8184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70079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68184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70079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7794070" y="3596792"/>
            <a:ext cx="9344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7830646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7830646" y="3726180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8020137" y="3699205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7830646" y="384962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8020137" y="3822649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Cinco gráficos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45662" y="2995209"/>
            <a:ext cx="327995" cy="144567"/>
          </a:xfrm>
          <a:prstGeom prst="rect">
            <a:avLst/>
          </a:prstGeom>
        </p:spPr>
      </p:pic>
      <p:sp>
        <p:nvSpPr>
          <p:cNvPr id="230" name=""/>
          <p:cNvSpPr>
            <a:spLocks noGrp="1"/>
          </p:cNvSpPr>
          <p:nvPr>
            </p:nvPr>
        </p:nvSpPr>
        <p:spPr>
          <a:xfrm>
            <a:off x="9880037" y="3003758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9908018" y="3006867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9908018" y="3044175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9908018" y="4046037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99080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99445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99445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100598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8" name=""/>
          <p:cNvSpPr>
            <a:spLocks noGrp="1"/>
          </p:cNvSpPr>
          <p:nvPr>
            </p:nvPr>
        </p:nvSpPr>
        <p:spPr>
          <a:xfrm>
            <a:off x="99445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9" name=""/>
          <p:cNvSpPr>
            <a:spLocks noGrp="1"/>
          </p:cNvSpPr>
          <p:nvPr>
            </p:nvPr>
        </p:nvSpPr>
        <p:spPr>
          <a:xfrm>
            <a:off x="100598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0" name=""/>
          <p:cNvSpPr>
            <a:spLocks noGrp="1"/>
          </p:cNvSpPr>
          <p:nvPr>
            </p:nvPr>
        </p:nvSpPr>
        <p:spPr>
          <a:xfrm>
            <a:off x="10582818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1" name=""/>
          <p:cNvSpPr>
            <a:spLocks noGrp="1"/>
          </p:cNvSpPr>
          <p:nvPr>
            </p:nvPr>
        </p:nvSpPr>
        <p:spPr>
          <a:xfrm>
            <a:off x="10619394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2" name=""/>
          <p:cNvSpPr>
            <a:spLocks noGrp="1"/>
          </p:cNvSpPr>
          <p:nvPr>
            </p:nvPr>
        </p:nvSpPr>
        <p:spPr>
          <a:xfrm>
            <a:off x="10619394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3" name=""/>
          <p:cNvSpPr>
            <a:spLocks noGrp="1"/>
          </p:cNvSpPr>
          <p:nvPr>
            </p:nvPr>
        </p:nvSpPr>
        <p:spPr>
          <a:xfrm>
            <a:off x="107346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4" name=""/>
          <p:cNvSpPr>
            <a:spLocks noGrp="1"/>
          </p:cNvSpPr>
          <p:nvPr>
            </p:nvPr>
        </p:nvSpPr>
        <p:spPr>
          <a:xfrm>
            <a:off x="10619394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5" name=""/>
          <p:cNvSpPr>
            <a:spLocks noGrp="1"/>
          </p:cNvSpPr>
          <p:nvPr>
            </p:nvPr>
        </p:nvSpPr>
        <p:spPr>
          <a:xfrm>
            <a:off x="107346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6" name=""/>
          <p:cNvSpPr>
            <a:spLocks noGrp="1"/>
          </p:cNvSpPr>
          <p:nvPr>
            </p:nvPr>
        </p:nvSpPr>
        <p:spPr>
          <a:xfrm>
            <a:off x="11257617" y="3223717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7" name=""/>
          <p:cNvSpPr>
            <a:spLocks noGrp="1"/>
          </p:cNvSpPr>
          <p:nvPr>
            </p:nvPr>
        </p:nvSpPr>
        <p:spPr>
          <a:xfrm>
            <a:off x="11294193" y="3260293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8" name=""/>
          <p:cNvSpPr>
            <a:spLocks noGrp="1"/>
          </p:cNvSpPr>
          <p:nvPr>
            </p:nvPr>
        </p:nvSpPr>
        <p:spPr>
          <a:xfrm>
            <a:off x="11294193" y="3353105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9" name=""/>
          <p:cNvSpPr>
            <a:spLocks noGrp="1"/>
          </p:cNvSpPr>
          <p:nvPr>
            </p:nvPr>
        </p:nvSpPr>
        <p:spPr>
          <a:xfrm>
            <a:off x="11409457" y="3326130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0" name=""/>
          <p:cNvSpPr>
            <a:spLocks noGrp="1"/>
          </p:cNvSpPr>
          <p:nvPr>
            </p:nvPr>
        </p:nvSpPr>
        <p:spPr>
          <a:xfrm>
            <a:off x="11294193" y="3476549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1" name=""/>
          <p:cNvSpPr>
            <a:spLocks noGrp="1"/>
          </p:cNvSpPr>
          <p:nvPr>
            </p:nvPr>
        </p:nvSpPr>
        <p:spPr>
          <a:xfrm>
            <a:off x="11409457" y="3449574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2" name=""/>
          <p:cNvSpPr>
            <a:spLocks noGrp="1"/>
          </p:cNvSpPr>
          <p:nvPr>
            </p:nvPr>
        </p:nvSpPr>
        <p:spPr>
          <a:xfrm>
            <a:off x="99080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3" name=""/>
          <p:cNvSpPr>
            <a:spLocks noGrp="1"/>
          </p:cNvSpPr>
          <p:nvPr>
            </p:nvPr>
        </p:nvSpPr>
        <p:spPr>
          <a:xfrm>
            <a:off x="99445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4" name=""/>
          <p:cNvSpPr>
            <a:spLocks noGrp="1"/>
          </p:cNvSpPr>
          <p:nvPr>
            </p:nvPr>
        </p:nvSpPr>
        <p:spPr>
          <a:xfrm>
            <a:off x="99445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5" name=""/>
          <p:cNvSpPr>
            <a:spLocks noGrp="1"/>
          </p:cNvSpPr>
          <p:nvPr>
            </p:nvPr>
        </p:nvSpPr>
        <p:spPr>
          <a:xfrm>
            <a:off x="100598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6" name=""/>
          <p:cNvSpPr>
            <a:spLocks noGrp="1"/>
          </p:cNvSpPr>
          <p:nvPr>
            </p:nvPr>
        </p:nvSpPr>
        <p:spPr>
          <a:xfrm>
            <a:off x="99445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7" name=""/>
          <p:cNvSpPr>
            <a:spLocks noGrp="1"/>
          </p:cNvSpPr>
          <p:nvPr>
            </p:nvPr>
        </p:nvSpPr>
        <p:spPr>
          <a:xfrm>
            <a:off x="100598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8" name=""/>
          <p:cNvSpPr>
            <a:spLocks noGrp="1"/>
          </p:cNvSpPr>
          <p:nvPr>
            </p:nvPr>
        </p:nvSpPr>
        <p:spPr>
          <a:xfrm>
            <a:off x="10582818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9" name=""/>
          <p:cNvSpPr>
            <a:spLocks noGrp="1"/>
          </p:cNvSpPr>
          <p:nvPr>
            </p:nvPr>
        </p:nvSpPr>
        <p:spPr>
          <a:xfrm>
            <a:off x="10619394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0" name=""/>
          <p:cNvSpPr>
            <a:spLocks noGrp="1"/>
          </p:cNvSpPr>
          <p:nvPr>
            </p:nvPr>
        </p:nvSpPr>
        <p:spPr>
          <a:xfrm>
            <a:off x="10619394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1" name=""/>
          <p:cNvSpPr>
            <a:spLocks noGrp="1"/>
          </p:cNvSpPr>
          <p:nvPr>
            </p:nvPr>
        </p:nvSpPr>
        <p:spPr>
          <a:xfrm>
            <a:off x="107346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2" name=""/>
          <p:cNvSpPr>
            <a:spLocks noGrp="1"/>
          </p:cNvSpPr>
          <p:nvPr>
            </p:nvPr>
        </p:nvSpPr>
        <p:spPr>
          <a:xfrm>
            <a:off x="10619394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3" name=""/>
          <p:cNvSpPr>
            <a:spLocks noGrp="1"/>
          </p:cNvSpPr>
          <p:nvPr>
            </p:nvPr>
        </p:nvSpPr>
        <p:spPr>
          <a:xfrm>
            <a:off x="107346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4" name=""/>
          <p:cNvSpPr>
            <a:spLocks noGrp="1"/>
          </p:cNvSpPr>
          <p:nvPr>
            </p:nvPr>
        </p:nvSpPr>
        <p:spPr>
          <a:xfrm>
            <a:off x="11257617" y="3596792"/>
            <a:ext cx="597076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5" name=""/>
          <p:cNvSpPr>
            <a:spLocks noGrp="1"/>
          </p:cNvSpPr>
          <p:nvPr>
            </p:nvPr>
        </p:nvSpPr>
        <p:spPr>
          <a:xfrm>
            <a:off x="11294193" y="363336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6" name=""/>
          <p:cNvSpPr>
            <a:spLocks noGrp="1"/>
          </p:cNvSpPr>
          <p:nvPr>
            </p:nvPr>
        </p:nvSpPr>
        <p:spPr>
          <a:xfrm>
            <a:off x="11294193" y="3726180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7" name=""/>
          <p:cNvSpPr>
            <a:spLocks noGrp="1"/>
          </p:cNvSpPr>
          <p:nvPr>
            </p:nvPr>
        </p:nvSpPr>
        <p:spPr>
          <a:xfrm>
            <a:off x="11409457" y="3699205"/>
            <a:ext cx="342318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8" name=""/>
          <p:cNvSpPr>
            <a:spLocks noGrp="1"/>
          </p:cNvSpPr>
          <p:nvPr>
            </p:nvPr>
        </p:nvSpPr>
        <p:spPr>
          <a:xfrm>
            <a:off x="11294193" y="3849624"/>
            <a:ext cx="9221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9" name=""/>
          <p:cNvSpPr>
            <a:spLocks noGrp="1"/>
          </p:cNvSpPr>
          <p:nvPr>
            </p:nvPr>
        </p:nvSpPr>
        <p:spPr>
          <a:xfrm>
            <a:off x="11409457" y="3822649"/>
            <a:ext cx="26045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Seis gráficos</a:t>
            </a:r>
          </a:p>
        </p:txBody>
      </p:sp>
      <p:sp>
        <p:nvSpPr>
          <p:cNvPr id="27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67219" y="4545117"/>
            <a:ext cx="327995" cy="144567"/>
          </a:xfrm>
          <a:prstGeom prst="rect">
            <a:avLst/>
          </a:prstGeom>
        </p:spPr>
      </p:pic>
      <p:sp>
        <p:nvSpPr>
          <p:cNvPr id="273" name=""/>
          <p:cNvSpPr>
            <a:spLocks noGrp="1"/>
          </p:cNvSpPr>
          <p:nvPr>
            </p:nvPr>
        </p:nvSpPr>
        <p:spPr>
          <a:xfrm>
            <a:off x="501594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4" name=""/>
          <p:cNvSpPr>
            <a:spLocks noGrp="1"/>
          </p:cNvSpPr>
          <p:nvPr>
            </p:nvPr>
        </p:nvSpPr>
        <p:spPr>
          <a:xfrm>
            <a:off x="529575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529575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9575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66151" y="4810201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566151" y="4921057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566151" y="5048555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66151" y="515941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66151" y="5286908"/>
            <a:ext cx="231343" cy="834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66151" y="5397764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095451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095451" y="4903013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1229831" y="4876038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1095451" y="5026457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229831" y="4999482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1095451" y="5183276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1095451" y="5276088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1229831" y="5249113"/>
            <a:ext cx="404674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1095451" y="5399532"/>
            <a:ext cx="1075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1229831" y="5372557"/>
            <a:ext cx="307904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1849374" y="4810201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1849374" y="4903287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1979240" y="4876312"/>
            <a:ext cx="389949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1849374" y="5027280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1979240" y="5000305"/>
            <a:ext cx="29670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1849374" y="5151272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2" name=""/>
          <p:cNvSpPr>
            <a:spLocks noGrp="1"/>
          </p:cNvSpPr>
          <p:nvPr>
            </p:nvPr>
        </p:nvSpPr>
        <p:spPr>
          <a:xfrm>
            <a:off x="1979240" y="5124298"/>
            <a:ext cx="233122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3" name=""/>
          <p:cNvSpPr>
            <a:spLocks noGrp="1"/>
          </p:cNvSpPr>
          <p:nvPr>
            </p:nvPr>
        </p:nvSpPr>
        <p:spPr>
          <a:xfrm>
            <a:off x="1849374" y="5275265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4" name=""/>
          <p:cNvSpPr>
            <a:spLocks noGrp="1"/>
          </p:cNvSpPr>
          <p:nvPr>
            </p:nvPr>
        </p:nvSpPr>
        <p:spPr>
          <a:xfrm>
            <a:off x="1979240" y="5248290"/>
            <a:ext cx="330609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5" name=""/>
          <p:cNvSpPr>
            <a:spLocks noGrp="1"/>
          </p:cNvSpPr>
          <p:nvPr>
            </p:nvPr>
        </p:nvSpPr>
        <p:spPr>
          <a:xfrm>
            <a:off x="1849374" y="5399258"/>
            <a:ext cx="1038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6" name=""/>
          <p:cNvSpPr>
            <a:spLocks noGrp="1"/>
          </p:cNvSpPr>
          <p:nvPr>
            </p:nvPr>
        </p:nvSpPr>
        <p:spPr>
          <a:xfrm>
            <a:off x="1979240" y="5372283"/>
            <a:ext cx="169543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Cifras en columna lateral</a:t>
            </a:r>
          </a:p>
        </p:txBody>
      </p:sp>
      <p:sp>
        <p:nvSpPr>
          <p:cNvPr id="30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9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293367" y="4545117"/>
            <a:ext cx="327995" cy="144567"/>
          </a:xfrm>
          <a:prstGeom prst="rect">
            <a:avLst/>
          </a:prstGeom>
        </p:spPr>
      </p:pic>
      <p:sp>
        <p:nvSpPr>
          <p:cNvPr id="310" name=""/>
          <p:cNvSpPr>
            <a:spLocks noGrp="1"/>
          </p:cNvSpPr>
          <p:nvPr>
            </p:nvPr>
        </p:nvSpPr>
        <p:spPr>
          <a:xfrm>
            <a:off x="3627742" y="4553666"/>
            <a:ext cx="18288" cy="11192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1" name=""/>
          <p:cNvSpPr>
            <a:spLocks noGrp="1"/>
          </p:cNvSpPr>
          <p:nvPr>
            </p:nvPr>
        </p:nvSpPr>
        <p:spPr>
          <a:xfrm>
            <a:off x="3655722" y="4556775"/>
            <a:ext cx="373075" cy="1399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2" name=""/>
          <p:cNvSpPr>
            <a:spLocks noGrp="1"/>
          </p:cNvSpPr>
          <p:nvPr>
            </p:nvPr>
        </p:nvSpPr>
        <p:spPr>
          <a:xfrm>
            <a:off x="3655722" y="4594083"/>
            <a:ext cx="777240" cy="3109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3" name=""/>
          <p:cNvSpPr>
            <a:spLocks noGrp="1"/>
          </p:cNvSpPr>
          <p:nvPr>
            </p:nvPr>
        </p:nvSpPr>
        <p:spPr>
          <a:xfrm>
            <a:off x="3655722" y="5595945"/>
            <a:ext cx="497434" cy="124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4" name=""/>
          <p:cNvSpPr>
            <a:spLocks noGrp="1"/>
          </p:cNvSpPr>
          <p:nvPr>
            </p:nvPr>
        </p:nvSpPr>
        <p:spPr>
          <a:xfrm>
            <a:off x="3692298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5" name=""/>
          <p:cNvSpPr>
            <a:spLocks noGrp="1"/>
          </p:cNvSpPr>
          <p:nvPr>
            </p:nvPr>
        </p:nvSpPr>
        <p:spPr>
          <a:xfrm>
            <a:off x="3692298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6" name=""/>
          <p:cNvSpPr>
            <a:spLocks noGrp="1"/>
          </p:cNvSpPr>
          <p:nvPr>
            </p:nvPr>
        </p:nvSpPr>
        <p:spPr>
          <a:xfrm>
            <a:off x="4341190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7" name=""/>
          <p:cNvSpPr>
            <a:spLocks noGrp="1"/>
          </p:cNvSpPr>
          <p:nvPr>
            </p:nvPr>
        </p:nvSpPr>
        <p:spPr>
          <a:xfrm>
            <a:off x="4341190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8" name=""/>
          <p:cNvSpPr>
            <a:spLocks noGrp="1"/>
          </p:cNvSpPr>
          <p:nvPr>
            </p:nvPr>
        </p:nvSpPr>
        <p:spPr>
          <a:xfrm>
            <a:off x="4990082" y="4810201"/>
            <a:ext cx="231343" cy="65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9" name=""/>
          <p:cNvSpPr>
            <a:spLocks noGrp="1"/>
          </p:cNvSpPr>
          <p:nvPr>
            </p:nvPr>
        </p:nvSpPr>
        <p:spPr>
          <a:xfrm>
            <a:off x="4990082" y="4902921"/>
            <a:ext cx="309067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0" name=""/>
          <p:cNvSpPr>
            <a:spLocks noGrp="1"/>
          </p:cNvSpPr>
          <p:nvPr>
            </p:nvPr>
        </p:nvSpPr>
        <p:spPr>
          <a:xfrm>
            <a:off x="36557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1" name=""/>
          <p:cNvSpPr>
            <a:spLocks noGrp="1"/>
          </p:cNvSpPr>
          <p:nvPr>
            </p:nvPr>
        </p:nvSpPr>
        <p:spPr>
          <a:xfrm>
            <a:off x="36922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2" name=""/>
          <p:cNvSpPr>
            <a:spLocks noGrp="1"/>
          </p:cNvSpPr>
          <p:nvPr>
            </p:nvPr>
        </p:nvSpPr>
        <p:spPr>
          <a:xfrm>
            <a:off x="36922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3" name=""/>
          <p:cNvSpPr>
            <a:spLocks noGrp="1"/>
          </p:cNvSpPr>
          <p:nvPr>
            </p:nvPr>
        </p:nvSpPr>
        <p:spPr>
          <a:xfrm>
            <a:off x="3881790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4" name=""/>
          <p:cNvSpPr>
            <a:spLocks noGrp="1"/>
          </p:cNvSpPr>
          <p:nvPr>
            </p:nvPr>
        </p:nvSpPr>
        <p:spPr>
          <a:xfrm>
            <a:off x="36922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5" name=""/>
          <p:cNvSpPr>
            <a:spLocks noGrp="1"/>
          </p:cNvSpPr>
          <p:nvPr>
            </p:nvPr>
        </p:nvSpPr>
        <p:spPr>
          <a:xfrm>
            <a:off x="3881790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6" name=""/>
          <p:cNvSpPr>
            <a:spLocks noGrp="1"/>
          </p:cNvSpPr>
          <p:nvPr>
            </p:nvPr>
        </p:nvSpPr>
        <p:spPr>
          <a:xfrm>
            <a:off x="36922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7" name=""/>
          <p:cNvSpPr>
            <a:spLocks noGrp="1"/>
          </p:cNvSpPr>
          <p:nvPr>
            </p:nvPr>
        </p:nvSpPr>
        <p:spPr>
          <a:xfrm>
            <a:off x="3881790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8" name=""/>
          <p:cNvSpPr>
            <a:spLocks noGrp="1"/>
          </p:cNvSpPr>
          <p:nvPr>
            </p:nvPr>
        </p:nvSpPr>
        <p:spPr>
          <a:xfrm>
            <a:off x="4667922" y="4991252"/>
            <a:ext cx="934476" cy="49743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9" name=""/>
          <p:cNvSpPr>
            <a:spLocks noGrp="1"/>
          </p:cNvSpPr>
          <p:nvPr>
            </p:nvPr>
        </p:nvSpPr>
        <p:spPr>
          <a:xfrm>
            <a:off x="4704498" y="5027828"/>
            <a:ext cx="431597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0" name=""/>
          <p:cNvSpPr>
            <a:spLocks noGrp="1"/>
          </p:cNvSpPr>
          <p:nvPr>
            </p:nvPr>
        </p:nvSpPr>
        <p:spPr>
          <a:xfrm>
            <a:off x="4704498" y="5125974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1" name=""/>
          <p:cNvSpPr>
            <a:spLocks noGrp="1"/>
          </p:cNvSpPr>
          <p:nvPr>
            </p:nvPr>
        </p:nvSpPr>
        <p:spPr>
          <a:xfrm>
            <a:off x="4893989" y="5098999"/>
            <a:ext cx="584436" cy="6492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2" name=""/>
          <p:cNvSpPr>
            <a:spLocks noGrp="1"/>
          </p:cNvSpPr>
          <p:nvPr>
            </p:nvPr>
        </p:nvSpPr>
        <p:spPr>
          <a:xfrm>
            <a:off x="4704498" y="5260086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3" name=""/>
          <p:cNvSpPr>
            <a:spLocks noGrp="1"/>
          </p:cNvSpPr>
          <p:nvPr>
            </p:nvPr>
        </p:nvSpPr>
        <p:spPr>
          <a:xfrm>
            <a:off x="4893989" y="5233111"/>
            <a:ext cx="444680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4" name=""/>
          <p:cNvSpPr>
            <a:spLocks noGrp="1"/>
          </p:cNvSpPr>
          <p:nvPr>
            </p:nvPr>
        </p:nvSpPr>
        <p:spPr>
          <a:xfrm>
            <a:off x="4704498" y="5394198"/>
            <a:ext cx="15159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5" name=""/>
          <p:cNvSpPr>
            <a:spLocks noGrp="1"/>
          </p:cNvSpPr>
          <p:nvPr>
            </p:nvPr>
        </p:nvSpPr>
        <p:spPr>
          <a:xfrm>
            <a:off x="4893989" y="5367223"/>
            <a:ext cx="349391" cy="6492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Cifras en banda superior</a:t>
            </a:r>
          </a:p>
        </p:txBody>
      </p:sp>
      <p:sp>
        <p:nvSpPr>
          <p:cNvPr id="3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Cualquiera admite el ícono del público junto al título</a:t>
            </a:r>
          </a:p>
        </p:txBody>
      </p:sp>
      <p:sp>
        <p:nvSpPr>
          <p:cNvPr id="3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507102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894442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32817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669121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974400" y="4056461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panel en pulgadas. La escala compara su ancho con el de la lámina estándar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74400" y="2900294"/>
            <a:ext cx="3957878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4400" y="3205338"/>
            <a:ext cx="301142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510382"/>
            <a:ext cx="236612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815425"/>
            <a:ext cx="335559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4120469"/>
            <a:ext cx="172081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panel en pulgadas. La escala compara su ancho con el de la lámina estándar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9225" y="2507102"/>
            <a:ext cx="2342707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79225" y="2894442"/>
            <a:ext cx="178249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9225" y="3281782"/>
            <a:ext cx="140053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9225" y="3669121"/>
            <a:ext cx="198620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589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9225" y="4056461"/>
            <a:ext cx="101856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4838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8454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5132" y="2528499"/>
            <a:ext cx="189189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5132" y="2777216"/>
            <a:ext cx="1740542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5132" y="3025932"/>
            <a:ext cx="1816218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5132" y="3274649"/>
            <a:ext cx="132432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5132" y="3523366"/>
            <a:ext cx="160811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79222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64884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72053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25455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52339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9407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94076" y="2579340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52278" y="2507102"/>
            <a:ext cx="2414230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94076" y="296667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2278" y="2894442"/>
            <a:ext cx="183691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94076" y="335401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2278" y="3281782"/>
            <a:ext cx="144329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94076" y="374135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52278" y="3669121"/>
            <a:ext cx="20468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94076" y="4128699"/>
            <a:ext cx="60656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2278" y="4056461"/>
            <a:ext cx="10496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30068" y="2263140"/>
            <a:ext cx="358353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panel en pulgadas. La escala compara su ancho con el de la lámina estándar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197510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465405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860426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255447"/>
            <a:ext cx="53736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650468"/>
            <a:ext cx="391825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4045488"/>
            <a:ext cx="475787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panel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327148"/>
            <a:ext cx="16002" cy="23774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368753"/>
            <a:ext cx="55975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487625"/>
            <a:ext cx="51497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19447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9447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319447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19447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8942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614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20008" y="29725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96505" y="2900294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327757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6505" y="3205338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0008" y="35826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296505" y="35103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88766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815425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4120469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56000" y="269748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 in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panel en pulgadas. La escala compara su ancho con el de la lámina estándar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9526" y="2528499"/>
            <a:ext cx="147218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9526" y="2777216"/>
            <a:ext cx="135440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9526" y="3025932"/>
            <a:ext cx="141329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9526" y="3274649"/>
            <a:ext cx="1030529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79526" y="3523366"/>
            <a:ext cx="1251356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5283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528316" y="2579340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2605" y="2507102"/>
            <a:ext cx="122721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28316" y="296667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2605" y="2894442"/>
            <a:ext cx="933749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28316" y="335401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2605" y="3281782"/>
            <a:ext cx="733660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28316" y="374135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2605" y="3669121"/>
            <a:ext cx="104046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8316" y="4128699"/>
            <a:ext cx="3154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922605" y="4056461"/>
            <a:ext cx="5335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464308" y="2263140"/>
            <a:ext cx="192938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7181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7181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7181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7181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7181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40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34056" y="2579340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18287" y="2507102"/>
            <a:ext cx="119440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34056" y="296667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18287" y="2894442"/>
            <a:ext cx="90878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4056" y="335401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18287" y="3281782"/>
            <a:ext cx="7140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4056" y="374135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18287" y="3669121"/>
            <a:ext cx="101264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34056" y="4128699"/>
            <a:ext cx="3073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18287" y="4056461"/>
            <a:ext cx="5193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70048" y="2263140"/>
            <a:ext cx="188366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81728" y="2441448"/>
            <a:ext cx="16002" cy="124358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82312" y="2528499"/>
            <a:ext cx="1594714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82312" y="2777216"/>
            <a:ext cx="146713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82312" y="3025932"/>
            <a:ext cx="1530925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82312" y="3274649"/>
            <a:ext cx="1116300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82312" y="3523366"/>
            <a:ext cx="1355507" cy="2286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74400" y="353565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4400" y="374550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974400" y="395536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4400" y="416521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panel en pulgadas. La escala compara su ancho con el de la lámina estándar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09400" y="2507102"/>
            <a:ext cx="2441133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9400" y="2894442"/>
            <a:ext cx="185738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09400" y="3281782"/>
            <a:ext cx="145937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509400" y="3669121"/>
            <a:ext cx="206965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613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09400" y="4056461"/>
            <a:ext cx="10613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36210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6285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62856" y="2579340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53927" y="2507102"/>
            <a:ext cx="1216714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62856" y="296667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53927" y="2894442"/>
            <a:ext cx="9257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62856" y="335401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3927" y="3281782"/>
            <a:ext cx="72738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62856" y="374135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53927" y="3669121"/>
            <a:ext cx="1031562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62856" y="4128699"/>
            <a:ext cx="31285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53927" y="4056461"/>
            <a:ext cx="52900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98848" y="2263140"/>
            <a:ext cx="191475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panel en pulgadas. La escala compara su ancho con el de la lámina estándar</a:t>
            </a:r>
          </a:p>
        </p:txBody>
      </p:sp>
      <p:sp>
        <p:nvSpPr>
          <p:cNvPr id="5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38373"/>
            <a:ext cx="3957878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48228"/>
            <a:ext cx="3011429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974400" y="2858083"/>
            <a:ext cx="236612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4400" y="3067938"/>
            <a:ext cx="335559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panel en pulgadas. La escala compara su ancho con el de la lámina estándar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113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27655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085835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727655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085835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579340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507102"/>
            <a:ext cx="1109429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296667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2894442"/>
            <a:ext cx="84413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12360" y="335401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70540" y="3281782"/>
            <a:ext cx="66324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12360" y="374135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070540" y="3669121"/>
            <a:ext cx="940603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12360" y="4128699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70540" y="4056461"/>
            <a:ext cx="48236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 in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panel en pulgadas. La escala compara su ancho con el de la lámina estándar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50408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74400" y="244444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4091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74400" y="268127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26314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05866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950" y="323560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74400" y="317596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2950" y="347243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74400" y="341279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942" y="299466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018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396712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74400" y="3907483"/>
            <a:ext cx="3957878" cy="1302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2950" y="4203954"/>
            <a:ext cx="9851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974400" y="4144312"/>
            <a:ext cx="3011429" cy="1302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8942" y="3726180"/>
            <a:ext cx="5734660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panel en pulgadas. La escala compara su ancho con el de la lámina estándar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20008" y="2579340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96505" y="2507102"/>
            <a:ext cx="182154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720008" y="296667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96505" y="2894442"/>
            <a:ext cx="1385956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720008" y="335401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96505" y="3281782"/>
            <a:ext cx="108896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20008" y="37413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296505" y="3669121"/>
            <a:ext cx="154435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20008" y="412869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96505" y="4056461"/>
            <a:ext cx="791975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 in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panel en pulgadas. La escala compara su ancho con el de la lámina estándar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19447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19447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9447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20008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720008" y="249059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96505" y="243837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20008" y="270045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6505" y="264822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20008" y="29103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6505" y="285808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20008" y="312016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296505" y="306793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56000" y="226314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panel en pulgadas. La escala compara su ancho con el de la lámina estándar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319447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319447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319447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319447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720008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0008" y="358787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296505" y="3535653"/>
            <a:ext cx="1821542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0008" y="379773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296505" y="3745508"/>
            <a:ext cx="138595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20008" y="400758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296505" y="3955363"/>
            <a:ext cx="108896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20008" y="4217441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96505" y="4165218"/>
            <a:ext cx="154435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656000" y="33604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panel en pulgadas. La escala compara su ancho con el de la lámina estándar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13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113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295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13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0113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94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27655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27655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85835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27655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85835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727655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085835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27655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85835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63647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12360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12360" y="249059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70540" y="243837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12360" y="270045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070540" y="264822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12360" y="291030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70540" y="285808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12360" y="312016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070540" y="306793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48352" y="226314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295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295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0113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295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113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95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0113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295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0113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894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727655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727655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085835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27655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085835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727655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085835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727655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085835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663647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2360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2360" y="358787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70540" y="3535653"/>
            <a:ext cx="1109429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12360" y="3797732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070540" y="3745508"/>
            <a:ext cx="844131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712360" y="4007587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70540" y="3955363"/>
            <a:ext cx="663246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12360" y="4217441"/>
            <a:ext cx="2865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70540" y="4165218"/>
            <a:ext cx="940603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648352" y="3360420"/>
            <a:ext cx="1765249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 in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panel en pulgadas. La escala compara su ancho con el de la lámina estándar</a:t>
            </a:r>
          </a:p>
        </p:txBody>
      </p:sp>
      <p:sp>
        <p:nvSpPr>
          <p:cNvPr id="9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columna lateral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8318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950" y="302818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2950" y="328422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2950" y="3729228"/>
            <a:ext cx="502920" cy="2286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2950" y="3985260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9971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99716" y="249059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714122" y="243837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299716" y="270045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714122" y="264822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291030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714122" y="285808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716" y="312016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14122" y="306793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235708" y="226314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34244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99716" y="358787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4122" y="3535653"/>
            <a:ext cx="1292830" cy="1154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99716" y="3797732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14122" y="3745508"/>
            <a:ext cx="98367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99716" y="4007587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14122" y="3955363"/>
            <a:ext cx="772887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217441"/>
            <a:ext cx="33152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14122" y="4165218"/>
            <a:ext cx="1096095" cy="1154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35708" y="3360420"/>
            <a:ext cx="202082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 in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32714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2579340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18265" y="2507102"/>
            <a:ext cx="1249522" cy="1554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96667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8265" y="2894442"/>
            <a:ext cx="950724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17136" y="335401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8265" y="3281782"/>
            <a:ext cx="746997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17136" y="374135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8265" y="3669121"/>
            <a:ext cx="1059378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4128699"/>
            <a:ext cx="3209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918265" y="4056461"/>
            <a:ext cx="543271" cy="15544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53128" y="2263140"/>
            <a:ext cx="1960474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 in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panel en pulgadas. La escala compara su ancho con el de la lámina estándar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22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en banda superior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495544" y="1591056"/>
            <a:ext cx="964692" cy="4251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96646" y="1616202"/>
            <a:ext cx="2286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1625346"/>
            <a:ext cx="10972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1735074"/>
            <a:ext cx="2286000" cy="91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4681728"/>
            <a:ext cx="1463040" cy="3657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295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95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51455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51455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9960" y="2327148"/>
            <a:ext cx="502920" cy="1920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9960" y="2546604"/>
            <a:ext cx="7315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2950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950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19447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950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19447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2950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319447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2950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319447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950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19447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8942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20008" y="2967228"/>
            <a:ext cx="9144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0008" y="3155412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96505" y="3089584"/>
            <a:ext cx="1821542" cy="14262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720008" y="3414735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296505" y="3348908"/>
            <a:ext cx="1385956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720008" y="3674059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96505" y="3608232"/>
            <a:ext cx="108896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20008" y="3933383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96505" y="3867555"/>
            <a:ext cx="1544351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720008" y="4192707"/>
            <a:ext cx="46119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296505" y="4126879"/>
            <a:ext cx="791975" cy="1426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6000" y="2903220"/>
            <a:ext cx="2757602" cy="20116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panel en pulgadas. La escala compara su ancho con el de la lámina estándar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sobre la lectura de los resultados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78708" y="150876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encuesta se aplicó con intención censal. Los resultados describen a quienes respondieron en cada público.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9748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chicas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269748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públicos con menos de 30 casos se leen en frecuencias («12 de 15») y no se comparan con pruebas de significancia.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886200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 con 2021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78708" y="3886200"/>
            <a:ext cx="8524951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se comparan las preguntas que mantienen su redacción y su escala entre ambos procesos.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texto: título y hasta tres bloques breves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32278" y="21488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23973" y="2418715"/>
            <a:ext cx="177134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84523" y="2711323"/>
            <a:ext cx="131079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1323"/>
            <a:ext cx="22355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6798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06798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06798" y="21564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613806" y="2167128"/>
            <a:ext cx="39828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48669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06798" y="26136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613806" y="2624328"/>
            <a:ext cx="153025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80642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06798" y="30708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613806" y="3081528"/>
            <a:ext cx="1677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18082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60969" y="1508760"/>
            <a:ext cx="35426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60969" y="1746504"/>
            <a:ext cx="354269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0969" y="20726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42297" y="2167128"/>
            <a:ext cx="12853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64204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0969" y="26136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42297" y="26243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37297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3070860"/>
            <a:ext cx="137160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42297" y="30815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37297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60969" y="3444240"/>
            <a:ext cx="137160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42297" y="3538728"/>
            <a:ext cx="584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37297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05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55229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LUGAR DE UN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650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01086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1271" y="2665603"/>
            <a:ext cx="30782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65603"/>
            <a:ext cx="242230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6744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40619" y="210312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155201" y="237299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110787" y="2665603"/>
            <a:ext cx="379287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665603"/>
            <a:ext cx="170770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74904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98678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6504" y="4343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01086" y="4613275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39605" y="4905883"/>
            <a:ext cx="10993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05883"/>
            <a:ext cx="539063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931920"/>
            <a:ext cx="549691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57 %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4498848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obtuvo su título en 2025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7548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566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178144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Un panel se resume en un número cuando la pregunta tiene una respuesta que domina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1448592"/>
            <a:ext cx="366583" cy="16157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507355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8627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8627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8627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8627" y="1703984"/>
            <a:ext cx="2175696" cy="208483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5203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75203" y="1799996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7763" y="1789892"/>
            <a:ext cx="1475136" cy="311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03" y="1856689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37763" y="1846585"/>
            <a:ext cx="1122386" cy="3118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8627" y="2042770"/>
            <a:ext cx="2175696" cy="41696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5203" y="2079346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5203" y="2190902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7763" y="2161184"/>
            <a:ext cx="14751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203" y="2351837"/>
            <a:ext cx="37004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7763" y="2322119"/>
            <a:ext cx="112238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1188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que habilita la subpregunta la abre con una llave.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19933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1448592"/>
            <a:ext cx="366583" cy="16157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074659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05932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5932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5932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05932" y="1703984"/>
            <a:ext cx="1372514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42508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42508" y="184205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28368" y="1812341"/>
            <a:ext cx="89877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142508" y="1982876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428368" y="1953158"/>
            <a:ext cx="68384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42508" y="2123694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28368" y="2093976"/>
            <a:ext cx="537310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42508" y="2264512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28368" y="2234794"/>
            <a:ext cx="76200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42508" y="2405329"/>
            <a:ext cx="22868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28368" y="2375611"/>
            <a:ext cx="39077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57496" y="1703984"/>
            <a:ext cx="724132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594072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4072" y="184205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7288" y="1812341"/>
            <a:ext cx="433493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94072" y="1982876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7288" y="1953158"/>
            <a:ext cx="32983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4072" y="2123694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737288" y="2093976"/>
            <a:ext cx="25915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4072" y="2264512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37288" y="2234794"/>
            <a:ext cx="367527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072" y="2405329"/>
            <a:ext cx="11457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37288" y="2375611"/>
            <a:ext cx="18847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8493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8493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dice cómo se evalúa y el ranking qué cambiarían.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587237" y="14173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1448592"/>
            <a:ext cx="366583" cy="161574"/>
          </a:xfrm>
          <a:prstGeom prst="rect">
            <a:avLst/>
          </a:prstGeom>
        </p:spPr>
      </p:pic>
      <p:sp>
        <p:nvSpPr>
          <p:cNvPr id="59" name=""/>
          <p:cNvSpPr>
            <a:spLocks noGrp="1"/>
          </p:cNvSpPr>
          <p:nvPr>
            </p:nvPr>
        </p:nvSpPr>
        <p:spPr>
          <a:xfrm>
            <a:off x="9641964" y="14581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73236" y="14616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73236" y="15033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73236" y="26230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709812" y="1740560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09812" y="186123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09812" y="2006956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09812" y="2127626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709812" y="2273351"/>
            <a:ext cx="247802" cy="93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09812" y="2394021"/>
            <a:ext cx="33467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264808" y="1703984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301384" y="17405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01384" y="1843430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633798" y="1813712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01384" y="1986991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633798" y="1957273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64808" y="2120951"/>
            <a:ext cx="1584125" cy="382219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301384" y="2157527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01384" y="2260397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633798" y="2230679"/>
            <a:ext cx="105062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301384" y="2403958"/>
            <a:ext cx="2659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33798" y="2374240"/>
            <a:ext cx="79938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95797" y="27660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perfil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495797" y="30220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cómo es el público.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368936" y="3620292"/>
            <a:ext cx="366583" cy="161574"/>
          </a:xfrm>
          <a:prstGeom prst="rect">
            <a:avLst/>
          </a:prstGeom>
        </p:spPr>
      </p:pic>
      <p:sp>
        <p:nvSpPr>
          <p:cNvPr id="85" name=""/>
          <p:cNvSpPr>
            <a:spLocks noGrp="1"/>
          </p:cNvSpPr>
          <p:nvPr>
            </p:nvPr>
        </p:nvSpPr>
        <p:spPr>
          <a:xfrm>
            <a:off x="507355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8627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8627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38627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8627" y="3875684"/>
            <a:ext cx="1494130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5203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5203" y="401375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7818" y="3984041"/>
            <a:ext cx="986044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75203" y="4154576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87818" y="4124858"/>
            <a:ext cx="750251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75203" y="4295394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87818" y="4265676"/>
            <a:ext cx="58948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5203" y="4436212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7818" y="4406494"/>
            <a:ext cx="83599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5203" y="4577029"/>
            <a:ext cx="2500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87818" y="4547311"/>
            <a:ext cx="428715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157070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157070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355013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355013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552956" y="4007815"/>
            <a:ext cx="124791" cy="972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552956" y="4132539"/>
            <a:ext cx="12479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1188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61188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 y la cifra cuánto cambió.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019933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0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936241" y="3620292"/>
            <a:ext cx="366583" cy="161574"/>
          </a:xfrm>
          <a:prstGeom prst="rect">
            <a:avLst/>
          </a:prstGeom>
        </p:spPr>
      </p:pic>
      <p:sp>
        <p:nvSpPr>
          <p:cNvPr id="111" name=""/>
          <p:cNvSpPr>
            <a:spLocks noGrp="1"/>
          </p:cNvSpPr>
          <p:nvPr>
            </p:nvPr>
        </p:nvSpPr>
        <p:spPr>
          <a:xfrm>
            <a:off x="5074659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5105932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105932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105932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105932" y="3875684"/>
            <a:ext cx="1285646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5142508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142508" y="401375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5409257" y="3984041"/>
            <a:ext cx="836436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142508" y="4154576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409257" y="4124858"/>
            <a:ext cx="636419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142508" y="4295394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409257" y="4265676"/>
            <a:ext cx="500043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142508" y="4436212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5409257" y="4406494"/>
            <a:ext cx="70915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5142508" y="4577029"/>
            <a:ext cx="2133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5409257" y="4547311"/>
            <a:ext cx="36366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6470628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6543780" y="3963083"/>
            <a:ext cx="737848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6543780" y="4108289"/>
            <a:ext cx="678820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6543780" y="4253496"/>
            <a:ext cx="70833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6543780" y="4398703"/>
            <a:ext cx="516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6543780" y="4543910"/>
            <a:ext cx="627171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4928493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4928493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y la tabla da cuántas por distrito.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9587237" y="3589020"/>
            <a:ext cx="2316422" cy="1303020"/>
          </a:xfrm>
          <a:prstGeom prst="rect">
            <a:avLst/>
          </a:prstGeom>
          <a:solidFill>
            <a:srgbClr val="F2F2F2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1503545" y="3620292"/>
            <a:ext cx="366583" cy="161574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>
            </p:nvPr>
        </p:nvSpPr>
        <p:spPr>
          <a:xfrm>
            <a:off x="9641964" y="3629848"/>
            <a:ext cx="18288" cy="12509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9673236" y="3633323"/>
            <a:ext cx="416966" cy="1563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9673236" y="3675019"/>
            <a:ext cx="868680" cy="34747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673236" y="4794748"/>
            <a:ext cx="555955" cy="1389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673236" y="3912260"/>
            <a:ext cx="13716" cy="72603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9746388" y="3963083"/>
            <a:ext cx="96926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9746388" y="4108289"/>
            <a:ext cx="89172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9746388" y="4253496"/>
            <a:ext cx="930493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9746388" y="4398703"/>
            <a:ext cx="678485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6" name=""/>
          <p:cNvSpPr>
            <a:spLocks noGrp="1"/>
          </p:cNvSpPr>
          <p:nvPr>
            </p:nvPr>
        </p:nvSpPr>
        <p:spPr>
          <a:xfrm>
            <a:off x="9746388" y="4543910"/>
            <a:ext cx="823874" cy="1371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7" name=""/>
          <p:cNvSpPr>
            <a:spLocks noGrp="1"/>
          </p:cNvSpPr>
          <p:nvPr>
            </p:nvPr>
        </p:nvSpPr>
        <p:spPr>
          <a:xfrm>
            <a:off x="10786016" y="3875684"/>
            <a:ext cx="1062917" cy="799186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8" name=""/>
          <p:cNvSpPr>
            <a:spLocks noGrp="1"/>
          </p:cNvSpPr>
          <p:nvPr>
            </p:nvPr>
        </p:nvSpPr>
        <p:spPr>
          <a:xfrm>
            <a:off x="10822592" y="3912260"/>
            <a:ext cx="460858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9" name=""/>
          <p:cNvSpPr>
            <a:spLocks noGrp="1"/>
          </p:cNvSpPr>
          <p:nvPr>
            </p:nvPr>
        </p:nvSpPr>
        <p:spPr>
          <a:xfrm>
            <a:off x="10822592" y="401375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0" name=""/>
          <p:cNvSpPr>
            <a:spLocks noGrp="1"/>
          </p:cNvSpPr>
          <p:nvPr>
            </p:nvPr>
        </p:nvSpPr>
        <p:spPr>
          <a:xfrm>
            <a:off x="11040340" y="3984041"/>
            <a:ext cx="676605" cy="704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1" name=""/>
          <p:cNvSpPr>
            <a:spLocks noGrp="1"/>
          </p:cNvSpPr>
          <p:nvPr>
            </p:nvPr>
        </p:nvSpPr>
        <p:spPr>
          <a:xfrm>
            <a:off x="10822592" y="4154576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2" name=""/>
          <p:cNvSpPr>
            <a:spLocks noGrp="1"/>
          </p:cNvSpPr>
          <p:nvPr>
            </p:nvPr>
        </p:nvSpPr>
        <p:spPr>
          <a:xfrm>
            <a:off x="11040340" y="4124858"/>
            <a:ext cx="514808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3" name=""/>
          <p:cNvSpPr>
            <a:spLocks noGrp="1"/>
          </p:cNvSpPr>
          <p:nvPr>
            </p:nvPr>
        </p:nvSpPr>
        <p:spPr>
          <a:xfrm>
            <a:off x="10822592" y="4295394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4" name=""/>
          <p:cNvSpPr>
            <a:spLocks noGrp="1"/>
          </p:cNvSpPr>
          <p:nvPr>
            </p:nvPr>
        </p:nvSpPr>
        <p:spPr>
          <a:xfrm>
            <a:off x="11040340" y="4265676"/>
            <a:ext cx="404492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5" name=""/>
          <p:cNvSpPr>
            <a:spLocks noGrp="1"/>
          </p:cNvSpPr>
          <p:nvPr>
            </p:nvPr>
        </p:nvSpPr>
        <p:spPr>
          <a:xfrm>
            <a:off x="10822592" y="4436212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6" name=""/>
          <p:cNvSpPr>
            <a:spLocks noGrp="1"/>
          </p:cNvSpPr>
          <p:nvPr>
            </p:nvPr>
        </p:nvSpPr>
        <p:spPr>
          <a:xfrm>
            <a:off x="11040340" y="4406494"/>
            <a:ext cx="573644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7" name=""/>
          <p:cNvSpPr>
            <a:spLocks noGrp="1"/>
          </p:cNvSpPr>
          <p:nvPr>
            </p:nvPr>
        </p:nvSpPr>
        <p:spPr>
          <a:xfrm>
            <a:off x="10822592" y="4577029"/>
            <a:ext cx="17419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8" name=""/>
          <p:cNvSpPr>
            <a:spLocks noGrp="1"/>
          </p:cNvSpPr>
          <p:nvPr>
            </p:nvPr>
        </p:nvSpPr>
        <p:spPr>
          <a:xfrm>
            <a:off x="11040340" y="4547311"/>
            <a:ext cx="294176" cy="704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9" name=""/>
          <p:cNvSpPr>
            <a:spLocks noGrp="1"/>
          </p:cNvSpPr>
          <p:nvPr>
            </p:nvPr>
        </p:nvSpPr>
        <p:spPr>
          <a:xfrm>
            <a:off x="9495797" y="4937760"/>
            <a:ext cx="249930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0" name=""/>
          <p:cNvSpPr>
            <a:spLocks noGrp="1"/>
          </p:cNvSpPr>
          <p:nvPr>
            </p:nvPr>
        </p:nvSpPr>
        <p:spPr>
          <a:xfrm>
            <a:off x="9495797" y="5193792"/>
            <a:ext cx="249930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cifras y letras. Los paneles dibujan cada diferencia (capítulo 2.8).</a:t>
            </a:r>
          </a:p>
        </p:txBody>
      </p:sp>
      <p:sp>
        <p:nvSpPr>
          <p:cNvPr id="1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láminas siguientes muestran cada combinación con datos</a:t>
            </a:r>
          </a:p>
        </p:txBody>
      </p:sp>
      <p:sp>
        <p:nvSpPr>
          <p:cNvPr id="1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DICOTÓMICA Y SU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Prácticas preprofesionales y su utilidad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¿Realizó prácticas preprofesionales durante la carrera?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25396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434779" y="20116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(114)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61608" y="2360930"/>
            <a:ext cx="443621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(64)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3747" y="2653538"/>
            <a:ext cx="3194072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396" y="2653538"/>
            <a:ext cx="5682008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83630" y="309245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25396" y="3163773"/>
            <a:ext cx="5678351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54513" y="3163773"/>
            <a:ext cx="20117" cy="7059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018788" y="3859632"/>
            <a:ext cx="85584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723386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me prepararon para el trabajo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961130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114 que hicieron prácticas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97819" y="4089146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592066"/>
            <a:ext cx="1463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Hicieron prácticas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28642"/>
            <a:ext cx="35855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82804" y="468350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80293" y="4628642"/>
            <a:ext cx="802176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380293" y="4683506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78811" y="4628642"/>
            <a:ext cx="4351145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78811" y="4683506"/>
            <a:ext cx="43474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26298" y="4628642"/>
            <a:ext cx="3197730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26298" y="4683506"/>
            <a:ext cx="3194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20371" y="4628642"/>
            <a:ext cx="177448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03609" y="456463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455549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433603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46835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114 que hicieron prácticas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ESCALA Y RANKING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y mejoras de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9494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con…?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96228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951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42516" y="2267712"/>
            <a:ext cx="9473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33590" y="2267712"/>
            <a:ext cx="3679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95699" y="22951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7887" y="2267712"/>
            <a:ext cx="228051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97887" y="2295144"/>
            <a:ext cx="22768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74743" y="2267712"/>
            <a:ext cx="1779605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4743" y="2295144"/>
            <a:ext cx="17759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0691" y="2267712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2567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595445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67973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6500" y="2194560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9389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87668" y="22951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53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842516" y="2926080"/>
            <a:ext cx="14026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79127" y="2926080"/>
            <a:ext cx="550103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32310" y="29535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5573" y="2926080"/>
            <a:ext cx="264481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25573" y="2953512"/>
            <a:ext cx="2641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66726" y="2926080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66726" y="2953512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50691" y="2926080"/>
            <a:ext cx="4553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05335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18214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67973" y="28620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86500" y="2852928"/>
            <a:ext cx="8695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93892" y="26334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87668" y="29535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61188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42516" y="3584448"/>
            <a:ext cx="185806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4664" y="3584448"/>
            <a:ext cx="7322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24664" y="3611880"/>
            <a:ext cx="7285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53258" y="3584448"/>
            <a:ext cx="237158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53258" y="3611880"/>
            <a:ext cx="2367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121189" y="3584448"/>
            <a:ext cx="118762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21189" y="3611880"/>
            <a:ext cx="11839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5154" y="3584448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9281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64098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45204" y="3520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86500" y="3511296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93892" y="3291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87668" y="36118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27024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42516" y="4242816"/>
            <a:ext cx="413492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27393" y="42702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52350" y="4242816"/>
            <a:ext cx="123316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252350" y="4270248"/>
            <a:ext cx="1229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481852" y="4242816"/>
            <a:ext cx="200729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1852" y="4270248"/>
            <a:ext cx="20036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85486" y="4242816"/>
            <a:ext cx="8233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85486" y="4270248"/>
            <a:ext cx="8196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05154" y="4242816"/>
            <a:ext cx="9107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45204" y="4178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86500" y="4169664"/>
            <a:ext cx="64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993892" y="3950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87668" y="42702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69138" y="4773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8866" y="470916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00326" y="4773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210054" y="470916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401314" y="4773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511042" y="470916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00702" y="4773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10430" y="470916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104890" y="4773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4618" y="4709160"/>
            <a:ext cx="1353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78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042148" y="1508760"/>
            <a:ext cx="38615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primero que mejoraría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042148" y="1746504"/>
            <a:ext cx="386151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opción, 1,234 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042148" y="219456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40596" y="2194560"/>
            <a:ext cx="159184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969014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042148" y="274320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340596" y="2743200"/>
            <a:ext cx="104828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5458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42148" y="329184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340596" y="3291840"/>
            <a:ext cx="698858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076030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042148" y="384048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40596" y="3840480"/>
            <a:ext cx="34942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6601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042148" y="4389120"/>
            <a:ext cx="1188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40596" y="4389120"/>
            <a:ext cx="19412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57129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estudiantes. Cifras ficticias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CIFRAS Y PERFIL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002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671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92 % de respuesta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88036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72160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grado de magíster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9776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8 % con doctorado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1586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835908" y="150876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35908" y="174650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835908" y="2116074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40196" y="2130552"/>
            <a:ext cx="45907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67550" y="2112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35908" y="2500122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40196" y="2514600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85444" y="2496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35908" y="2884170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40196" y="2898648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85444" y="2880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35908" y="3268218"/>
            <a:ext cx="219456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40196" y="3282696"/>
            <a:ext cx="208672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85444" y="3264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35908" y="3749040"/>
            <a:ext cx="80677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35908" y="3886200"/>
            <a:ext cx="80677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835908" y="4123944"/>
            <a:ext cx="80677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835908" y="4469892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40196" y="4489704"/>
            <a:ext cx="459077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67550" y="44622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35908" y="4799076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0196" y="4818888"/>
            <a:ext cx="23997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6497" y="4791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5908" y="512826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40196" y="5148072"/>
            <a:ext cx="135636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33138" y="5120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35908" y="5457444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40196" y="5477256"/>
            <a:ext cx="198238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59153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SERIE Y CIFRA DEL CAMBIO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7680960" cy="4114800"/>
            <a:chOff x="452628" y="1600200"/>
            <a:chExt cx="7680960" cy="4114800"/>
          </a:xfrm>
        </p:grpSpPr>
        <p:sp>
          <p:nvSpPr>
            <p:cNvPr id="6" name="pl3"/>
            <p:cNvSpPr/>
            <p:nvPr/>
          </p:nvSpPr>
          <p:spPr>
            <a:xfrm>
              <a:off x="522217" y="542985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522217" y="480317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522217" y="4176498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522217" y="3549821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522217" y="2923143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522217" y="2296466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522217" y="1669789"/>
              <a:ext cx="7541781" cy="0"/>
            </a:xfrm>
            <a:custGeom>
              <a:avLst/>
              <a:pathLst>
                <a:path w="7541781" h="0">
                  <a:moveTo>
                    <a:pt x="0" y="0"/>
                  </a:moveTo>
                  <a:lnTo>
                    <a:pt x="754178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552942" y="537950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552942" y="47528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552942" y="412614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552942" y="349946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552942" y="287279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552942" y="224611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2311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1443990" y="1795124"/>
              <a:ext cx="5027854" cy="940016"/>
            </a:xfrm>
            <a:custGeom>
              <a:avLst/>
              <a:pathLst>
                <a:path w="5027854" h="940016">
                  <a:moveTo>
                    <a:pt x="0" y="626677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94001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1443990" y="2672472"/>
              <a:ext cx="5027854" cy="1942700"/>
            </a:xfrm>
            <a:custGeom>
              <a:avLst/>
              <a:pathLst>
                <a:path w="5027854" h="1942700">
                  <a:moveTo>
                    <a:pt x="0" y="814680"/>
                  </a:moveTo>
                  <a:lnTo>
                    <a:pt x="1675951" y="313338"/>
                  </a:lnTo>
                  <a:lnTo>
                    <a:pt x="3351903" y="0"/>
                  </a:lnTo>
                  <a:lnTo>
                    <a:pt x="5027854" y="1942700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1381708" y="235951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057659" y="204618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733611" y="1732842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6409562" y="26728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1381708" y="342487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3057659" y="2923529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733611" y="26101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6409562" y="455289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1291478" y="218100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2967430" y="186766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4643381" y="155432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6319333" y="24943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291478" y="358999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2967430" y="308865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4643381" y="27753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319333" y="471801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739997" y="2674114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739997" y="4554147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1260348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936300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4612251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6288203" y="548998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53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73668" y="187452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773668" y="244144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estudiantes desde 2021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73668" y="269748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84 % a 53 %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73668" y="3520440"/>
            <a:ext cx="31299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73668" y="4087368"/>
            <a:ext cx="3129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entre docentes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73668" y="4343400"/>
            <a:ext cx="3129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98 % a 83 %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COMBINACIÓN: MAPA Y TABLA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del estudio por distrito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206240" cy="4224528"/>
            <a:chOff x="726948" y="1508760"/>
            <a:chExt cx="4206240" cy="4224528"/>
          </a:xfrm>
        </p:grpSpPr>
        <p:sp>
          <p:nvSpPr>
            <p:cNvPr id="6" name="pg3"/>
            <p:cNvSpPr/>
            <p:nvPr/>
          </p:nvSpPr>
          <p:spPr>
            <a:xfrm>
              <a:off x="180763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69446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6733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81328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63965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182504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56279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51335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42782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28608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4023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9371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16023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23765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92431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08360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6303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1832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13144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52810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25797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01631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19746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01845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55694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69144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06164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16338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81747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31855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04829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184358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13184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24666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17764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37728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36399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14197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7824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48113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7196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183329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191065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46104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41373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56165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33542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9428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52387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9298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1596390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06118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922778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032506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3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81828" y="146304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865108" y="1463040"/>
            <a:ext cx="10972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53828" y="1463040"/>
            <a:ext cx="12801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73268" y="174650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73268" y="1874520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37860" y="180136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65108" y="180136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53828" y="180136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3268" y="217627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3268" y="2304288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737860" y="223113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865108" y="223113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53828" y="223113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3268" y="260604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73268" y="2734056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737860" y="266090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65108" y="266090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053828" y="266090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3268" y="3035808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573268" y="3163824"/>
            <a:ext cx="128016" cy="128016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737860" y="3090672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865108" y="309067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053828" y="3090672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3268" y="3465576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73268" y="3593592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737860" y="3520440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865108" y="352044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53828" y="3520440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280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73268" y="3895344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573268" y="4023360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737860" y="3950208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865108" y="395020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053828" y="3950208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3268" y="4325112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73268" y="4453128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737860" y="4379976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865108" y="437997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53828" y="4379976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73268" y="4754880"/>
            <a:ext cx="63303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73268" y="4882896"/>
            <a:ext cx="128016" cy="1280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737860" y="4809744"/>
            <a:ext cx="3108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865108" y="480974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053828" y="4809744"/>
            <a:ext cx="1280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(IMP PlanMet 2040)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910828" y="1783080"/>
            <a:ext cx="2992831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10828" y="2377440"/>
            <a:ext cx="29928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0828" y="2834640"/>
            <a:ext cx="299283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9202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240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897819" y="164592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897819" y="29718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97819" y="42976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248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cajas, rangos y conteos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22 tipos de lámina del motor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a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columnas, tiras, coronas y grillas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y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 en sus cuatro ubicaciones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juntos, con su ejemplo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2026-10-08T11:09:04Z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