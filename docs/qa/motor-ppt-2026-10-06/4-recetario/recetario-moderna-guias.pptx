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31.81 x 12.88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299716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299716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4108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64108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31.81 x 12.45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0"/>
            <a:ext cx="11451031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31.81 x 6.86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143000"/>
            <a:ext cx="11451031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9601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31.81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71600"/>
            <a:ext cx="11451031" cy="4206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en filas con ícono, 31.81 x 11.68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5502" y="4800600"/>
            <a:ext cx="75839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5502" y="4617720"/>
            <a:ext cx="7583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21.07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2880360"/>
            <a:ext cx="1108527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8388" y="269748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barra, llave y columna Top Two Box, 30.79 x 5.59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87268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87268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87268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287268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2057400"/>
            <a:ext cx="471967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874520"/>
            <a:ext cx="47196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13.11 x 2.51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08112" y="2011680"/>
            <a:ext cx="307375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208112" y="182880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4.57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208276" y="4251960"/>
            <a:ext cx="307375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208276" y="406908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5.49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589624" y="4663440"/>
            <a:ext cx="5176876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589624" y="4480560"/>
            <a:ext cx="5176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14.38 x 3.43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44068" y="3840480"/>
            <a:ext cx="339029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3657600"/>
            <a:ext cx="33902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partida, 9.42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324246" y="2286000"/>
            <a:ext cx="2018690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24246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5.61 x 9.53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857" y="2286000"/>
            <a:ext cx="1150010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857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3.19 x 10.06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659636" y="2423160"/>
            <a:ext cx="174437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65963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4.85 x 3.81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18606" y="2423160"/>
            <a:ext cx="1424330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1860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3.96 x 7.62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0377" y="2423160"/>
            <a:ext cx="156149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20377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4.34 x 10.97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84216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484216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52828" y="3898392"/>
            <a:ext cx="8142732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052828" y="3715512"/>
            <a:ext cx="8142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22.62 x 1.83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157984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57984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815084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815084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1579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579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915654"/>
            <a:ext cx="5486400" cy="30449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73277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8.46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15084" y="523495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815084" y="505207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15084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815084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815084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p_tabla + p_puntos_comparativos (hoy p_radar)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553212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645920"/>
            <a:ext cx="5532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15.37 x 10.92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41948" y="2468880"/>
            <a:ext cx="52788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41948" y="2286000"/>
            <a:ext cx="5278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tira de puntos, eje 80 a 100, 14.66 x 9.14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37760" y="178308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37760" y="160020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7760" y="402336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37760" y="384048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33844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33844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814785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14785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00638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00638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4134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70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47788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9711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33986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18341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8341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83064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83064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35757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35757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02067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4945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47788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025396" y="2971800"/>
            <a:ext cx="542239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025396" y="2788920"/>
            <a:ext cx="54223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15.06 x 6.35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83396" y="2468880"/>
            <a:ext cx="3020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8.39 x 7.11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88236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88236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42352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842352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63040"/>
            <a:ext cx="11451031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31.81 x 1.91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385316" y="3017520"/>
            <a:ext cx="39424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385316" y="283464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10.95 x 7.62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11032" y="3017520"/>
            <a:ext cx="25708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711032" y="28346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7.62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391156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391156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60520" y="2103120"/>
            <a:ext cx="7011619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60520" y="1920240"/>
            <a:ext cx="70116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19.48 x 2.51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88236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888236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88236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236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74770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874770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025396" y="21031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19202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025396" y="41605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39776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671316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71316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59636" y="2194560"/>
            <a:ext cx="4289908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59636" y="2011680"/>
            <a:ext cx="42899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11.92 x 2.16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85668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85668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659636" y="4206240"/>
            <a:ext cx="366811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59636" y="4023360"/>
            <a:ext cx="36681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10.19 x 4.57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2472" y="2194560"/>
            <a:ext cx="2479396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802472" y="201168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10.36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39796" y="2240280"/>
            <a:ext cx="2387956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39796" y="20574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9.65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06744" y="2057400"/>
            <a:ext cx="476539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406744" y="1874520"/>
            <a:ext cx="4765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13.24 x 2.51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79512" y="3931920"/>
            <a:ext cx="3302356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979512" y="374904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5.08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25396" y="2057400"/>
            <a:ext cx="9192463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25396" y="187452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25.53 x 3.35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751076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751076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11.66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05192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705192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11.66 x 3.81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025396" y="2011680"/>
            <a:ext cx="330235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182880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9.17 x 3.20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93912" y="2011680"/>
            <a:ext cx="23879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893912" y="18288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4.27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025396" y="4489704"/>
            <a:ext cx="33023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025396" y="4306824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4.27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406744" y="458114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06744" y="439826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26080"/>
            <a:ext cx="5359756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274320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3.23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90992" y="2743200"/>
            <a:ext cx="2890876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390992" y="2560320"/>
            <a:ext cx="2890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8.03 x 8.33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3108" y="1463040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93108" y="1280160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3108" y="2999232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293108" y="2816352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3108" y="4535424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93108" y="4352544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2103120"/>
            <a:ext cx="5359756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2024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2.66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3792" y="2011680"/>
            <a:ext cx="334807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3792" y="1828800"/>
            <a:ext cx="33480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9.30 x 3.20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85716" y="4343400"/>
            <a:ext cx="441015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85716" y="4160520"/>
            <a:ext cx="44101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12.25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89176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4628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076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24628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38476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24628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4108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463040"/>
            <a:ext cx="11451031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31.81 x 8.89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64592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607308" y="2011680"/>
            <a:ext cx="321091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607308" y="1828800"/>
            <a:ext cx="3210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8.92 x 2.51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180076" y="3931920"/>
            <a:ext cx="1747876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180076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4.86 x 4.47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351112" y="2057400"/>
            <a:ext cx="1930756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51112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5.36 x 10.06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39155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39155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330489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0489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4512564"/>
            <a:ext cx="535975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4329684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476592" y="4421124"/>
            <a:ext cx="3805276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76592" y="4238244"/>
            <a:ext cx="380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10.57 x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827166" y="2011680"/>
            <a:ext cx="151577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27166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4.21 x 3.66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537497" y="2011680"/>
            <a:ext cx="1744370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37497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4.85 x 3.20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025396" y="4617720"/>
            <a:ext cx="137861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025396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3.83 x 3.66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391558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391558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330489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330489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39155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39155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30489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0489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79676" y="3474720"/>
            <a:ext cx="3969868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79676" y="3291840"/>
            <a:ext cx="39698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11.03 x 5.59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454832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454832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11032" y="3474720"/>
            <a:ext cx="2570836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11032" y="32918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7.14 x 6.40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1268" y="2423160"/>
            <a:ext cx="10353751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24028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28.76 x 8.64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67028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9908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49908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68930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68930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87468" y="1783080"/>
            <a:ext cx="601035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87468" y="1600200"/>
            <a:ext cx="6010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16.70 x 11.28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41948" y="1828800"/>
            <a:ext cx="48216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1948" y="1645920"/>
            <a:ext cx="48216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13.39 x 11.73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1691640"/>
            <a:ext cx="495879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23076" y="1508760"/>
            <a:ext cx="49587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13.77 x 11.73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514600"/>
            <a:ext cx="1035375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1268" y="233172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28.76 x 8.38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89988" y="1828800"/>
            <a:ext cx="8159191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189988" y="16459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22.66 x 10.59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686656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686656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464308" y="1828800"/>
            <a:ext cx="7793431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64308" y="16459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21.65 x 10.34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05046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05046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47188" y="2194560"/>
            <a:ext cx="83420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647188" y="2011680"/>
            <a:ext cx="83420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23.17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54246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54246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95828" y="2194560"/>
            <a:ext cx="65132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95828" y="201168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18.09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015586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15586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78708" y="2057400"/>
            <a:ext cx="523311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78708" y="1874520"/>
            <a:ext cx="5233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14.54 x 10.08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" y="1600200"/>
            <a:ext cx="11085271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" y="141732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30.79 x 11.94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82826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82826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95828" y="2194560"/>
            <a:ext cx="74276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95828" y="2011680"/>
            <a:ext cx="7427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20.63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57192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657192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70094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70094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104388" y="2286000"/>
            <a:ext cx="8799271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3104388" y="2103120"/>
            <a:ext cx="8799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24.44 x 7.24 cm</a:t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367374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6367374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390388" y="2194560"/>
            <a:ext cx="6421831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390388" y="2011680"/>
            <a:ext cx="6421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17.84 x 9.58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87268" y="247954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87268" y="284530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404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87268" y="368960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05536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614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87268" y="489966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12948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634586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634586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87268" y="2194560"/>
            <a:ext cx="541599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287268" y="2011680"/>
            <a:ext cx="5415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sobre riel al 100%, 15.04 x 10.08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32430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32430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8388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18388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Tríos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980676" y="2103120"/>
            <a:ext cx="1301191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980676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8.53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980676" y="5175504"/>
            <a:ext cx="1301191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980676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2.44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31.81 x 12.88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7863840" cy="4526280"/>
            <a:chOff x="452628" y="1508760"/>
            <a:chExt cx="7863840" cy="4526280"/>
          </a:xfrm>
        </p:grpSpPr>
        <p:sp>
          <p:nvSpPr>
            <p:cNvPr id="6" name="rc3"/>
            <p:cNvSpPr/>
            <p:nvPr/>
          </p:nvSpPr>
          <p:spPr>
            <a:xfrm>
              <a:off x="1228717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266674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847465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960979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950532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926784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970999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988254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059177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020237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053174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125104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247533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296380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406015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473743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575500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593675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612066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577359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644642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707224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3662572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3697765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3559188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448611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3473461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3541588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543426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455247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3327266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3554081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650353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665541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3780449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753969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3749196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3811318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3859335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888337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3931104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3980683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893268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3918602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886888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3998657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3966368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4021604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4085800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3918598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4010850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4104568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4135136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4242506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4300539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4254405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4164572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4435797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4437137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4514502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4551784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4588555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4619000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4607002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4596935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4618791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4597289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4729985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4762667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4741142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4789838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4809865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4832979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4846407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5002794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4926073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819894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859060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900705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951168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924011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880213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963090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857042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827885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843306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783125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737321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777926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737600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793214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815529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747740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4825399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4850384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4750912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4733209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4763102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4791864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4813825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843753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4016158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4145075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4242739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4331302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192160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11840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3652482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515101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606255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606046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693946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12488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407225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394641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492877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532125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567685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606046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2695099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714797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2869137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2785818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2739236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658673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610819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568275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487484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20384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591192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504380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452347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433655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54894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586086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652696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578275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2651632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772542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2832487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2840599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2932619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2972131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060477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035728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2970933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11054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2860070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2640281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2906241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1960886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1953796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1893947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1879717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1950571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1861278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1954408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1860474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1869194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1880616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1971380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011154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1949324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1881626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1870819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1916871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1974715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011866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014518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1949290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1839123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1862269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1941590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014821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2014179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2013840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1923469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1901688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1876891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1939870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2065062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015947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1941109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1910621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1875633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1901451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1940745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011229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1919453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1918355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864896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2902161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2808470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2930433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2916063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43490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998636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006244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003491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2943626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086448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107250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129204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205151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183388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105954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045194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066297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098128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026985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2954115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2911119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2853960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2774526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2749286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2626994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2760969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2823955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2857795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2869588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2933445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2966948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2994480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041202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016123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047136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164178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024706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2965023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2885120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2878230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2806997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2853092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2825318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2785078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2761464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2707292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2667244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2716144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2622547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2724377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774391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843904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900458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956963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035198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98718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118197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091202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233457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097264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160784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105257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983718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063747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070243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076815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001552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043338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968107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917611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816603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857463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823039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78186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18143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683379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744929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817321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2864382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2938226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2917389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2952991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000704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075237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003673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2993489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2847996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2800742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2729770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2698024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652042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530219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2635095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2662361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2601513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2539291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2461624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2504373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563099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524542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649441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750279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705463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794094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817760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710098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654465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568743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531504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582143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574815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650307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717878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819235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836535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932606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916128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910178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847111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907695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853282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692129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732476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700737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634191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575303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582337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2642542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2722385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797005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885096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000572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23053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2733168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2618231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685633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653071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17543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75496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67028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10864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26342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00687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16606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22111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024583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087604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156472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187403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165316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270542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100459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401633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404047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134581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478357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395845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071994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243128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219479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082104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169320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165315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326015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461650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505099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471861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382884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046625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162636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304279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226940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219726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180215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204475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265275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288044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335806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383395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663416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796224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765299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857232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95325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272389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238287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186555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169009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173550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234421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289322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029034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953403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068907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139276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123449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457555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122984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249574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293336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284018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372264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343661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312669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364447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339253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3329693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373859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3381857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3235058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3236258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209338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3176751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3141082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3120042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100898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3167943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262576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3230232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196272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132647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061805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039418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030902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3015739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118005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3240481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3221518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3127564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190596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188508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3073934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3007540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3007528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3073999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066541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173975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274895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292077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3294816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245343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250686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181108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3171053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070087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041378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992057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013559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080655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199168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247862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230011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091142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006100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008899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56608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066238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286015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1791434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1762529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1687866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1756638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1824262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1812042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1771059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1727132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1734582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1678112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1766336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1759940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1692175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1590980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1549714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1569167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1505180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1499251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1560696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1642031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1667515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1738941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1823345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1711211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1623482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1587450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1682319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1740413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1802684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1821891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1778556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1708521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1630725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1543123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1496101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1523236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1544278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1588839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1624371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1676400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1725949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1804071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1752580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1814135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1800057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1846928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1849456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1930293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1970449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038530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034755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137723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151345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194344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160217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104792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066392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071788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047493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030493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1965803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1853269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1893931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1883918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1845304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1770776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1745279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1802494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1834353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1875999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1955368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037594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089770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150505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176802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241482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264234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1383066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1656495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1541337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1636888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1470407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2847416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379019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1839139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479005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2978711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1383086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rc540"/>
            <p:cNvSpPr/>
            <p:nvPr/>
          </p:nvSpPr>
          <p:spPr>
            <a:xfrm>
              <a:off x="6193231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4" name="tx541"/>
            <p:cNvSpPr/>
            <p:nvPr/>
          </p:nvSpPr>
          <p:spPr>
            <a:xfrm>
              <a:off x="6271376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5" name="tx542"/>
            <p:cNvSpPr/>
            <p:nvPr/>
          </p:nvSpPr>
          <p:spPr>
            <a:xfrm>
              <a:off x="6271376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6" name="tx543"/>
            <p:cNvSpPr/>
            <p:nvPr/>
          </p:nvSpPr>
          <p:spPr>
            <a:xfrm>
              <a:off x="6271376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7" name="pg544"/>
            <p:cNvSpPr/>
            <p:nvPr/>
          </p:nvSpPr>
          <p:spPr>
            <a:xfrm>
              <a:off x="6254777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6254777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6254777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6254777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6254777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6254777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tx550"/>
            <p:cNvSpPr/>
            <p:nvPr/>
          </p:nvSpPr>
          <p:spPr>
            <a:xfrm>
              <a:off x="6432125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4" name="tx551"/>
            <p:cNvSpPr/>
            <p:nvPr/>
          </p:nvSpPr>
          <p:spPr>
            <a:xfrm>
              <a:off x="6432125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5" name="tx552"/>
            <p:cNvSpPr/>
            <p:nvPr/>
          </p:nvSpPr>
          <p:spPr>
            <a:xfrm>
              <a:off x="6432125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6" name="tx553"/>
            <p:cNvSpPr/>
            <p:nvPr/>
          </p:nvSpPr>
          <p:spPr>
            <a:xfrm>
              <a:off x="6432125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7" name="tx554"/>
            <p:cNvSpPr/>
            <p:nvPr/>
          </p:nvSpPr>
          <p:spPr>
            <a:xfrm>
              <a:off x="6432125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8" name="tx555"/>
            <p:cNvSpPr/>
            <p:nvPr/>
          </p:nvSpPr>
          <p:spPr>
            <a:xfrm>
              <a:off x="6432125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9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5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p_mapa_cobertura_territorial (dibujo del motor, contexto de prueba)</a:t>
            </a:r>
          </a:p>
        </p:txBody>
      </p:sp>
      <p:sp>
        <p:nvSpPr>
          <p:cNvPr id="5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3" name=""/>
          <p:cNvSpPr>
            <a:spLocks noGrp="1"/>
          </p:cNvSpPr>
          <p:nvPr>
            </p:nvPr>
        </p:nvSpPr>
        <p:spPr>
          <a:xfrm>
            <a:off x="452628" y="1508760"/>
            <a:ext cx="7863840" cy="4526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4" name=""/>
          <p:cNvSpPr>
            <a:spLocks noGrp="1"/>
          </p:cNvSpPr>
          <p:nvPr>
            </p:nvPr>
        </p:nvSpPr>
        <p:spPr>
          <a:xfrm>
            <a:off x="452628" y="13258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mapa, 21.84 x 12.57 cm</a:t>
            </a:r>
          </a:p>
        </p:txBody>
      </p:sp>
      <p:sp>
        <p:nvSpPr>
          <p:cNvPr id="575" name=""/>
          <p:cNvSpPr>
            <a:spLocks noGrp="1"/>
          </p:cNvSpPr>
          <p:nvPr>
            </p:nvPr>
        </p:nvSpPr>
        <p:spPr>
          <a:xfrm>
            <a:off x="8595360" y="2331720"/>
            <a:ext cx="32918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6" name=""/>
          <p:cNvSpPr>
            <a:spLocks noGrp="1"/>
          </p:cNvSpPr>
          <p:nvPr>
            </p:nvPr>
        </p:nvSpPr>
        <p:spPr>
          <a:xfrm>
            <a:off x="8595360" y="2148840"/>
            <a:ext cx="3291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9.14 x 6.60 cm</a:t>
            </a:r>
          </a:p>
        </p:txBody>
      </p:sp>
      <p:sp>
        <p:nvSpPr>
          <p:cNvPr id="5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(Top Two Box de egresados frente a empleadores) + tabla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33570" y="5824728"/>
            <a:ext cx="4473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33570" y="5641848"/>
            <a:ext cx="4473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12.43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110228" y="2011680"/>
            <a:ext cx="512064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110228" y="1828800"/>
            <a:ext cx="5120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dumbbell, eje 70 a 100 %, 14.22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puntos por actor en cada opción (dot plot), ordenado por el promedio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424428" y="1920240"/>
            <a:ext cx="676656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424428" y="173736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actor, eje 0 a 75 %, 18.80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67986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67986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44642" y="46515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44642" y="47978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00497" y="46515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00497" y="47978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217859" y="47978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abajo): p_slide_2_graficos_vertical con dicotómica + subpregunta y cuña que une el segmento «Sí» con su desglose (H50)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965960"/>
            <a:ext cx="11451031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31.81 x 2.85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025396" y="4454906"/>
            <a:ext cx="9192463" cy="868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272026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25.53 x 2.41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965960"/>
            <a:ext cx="11451031" cy="325247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desglose conectado: el segmento «Sí» se abre en su subpregunta, 31.81 x 9.03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al costado): dicotómica + p_barras_agrupadas ordinal y cuña desde el segmento «Sí» (H50, H51)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108960"/>
            <a:ext cx="4480560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2926080"/>
            <a:ext cx="4480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12.45 x 3.23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2286000"/>
            <a:ext cx="2570836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11032" y="210312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10.67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06744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38428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237484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237484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11934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11934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2418334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2418334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050034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050034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01362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1362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665476" y="2240280"/>
            <a:ext cx="2662276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665476" y="2057400"/>
            <a:ext cx="2662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7.40 x 9.91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802472" y="2057400"/>
            <a:ext cx="247939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802472" y="187452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5.49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613752" y="5029200"/>
            <a:ext cx="3604108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613752" y="4846320"/>
            <a:ext cx="36041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10.01 x 1.78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4588" y="2377440"/>
            <a:ext cx="573603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04588" y="2194560"/>
            <a:ext cx="5736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15.93 x 11.28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600200"/>
            <a:ext cx="114510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31.81 x 11.73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2057400"/>
            <a:ext cx="4684471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1874520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10.52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7396" y="5843016"/>
            <a:ext cx="4684471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97396" y="5660136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1.17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matriz de conteos con total por año (heatmap), en vez de columnas de 9 colores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8748" y="1965960"/>
            <a:ext cx="4114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698748" y="1783080"/>
            <a:ext cx="4114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conteos, celda 0,9 x 0,5 in, 11.43 x 8.89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699004"/>
            <a:ext cx="5486400" cy="1478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251612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4.11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15084" y="445160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15084" y="426872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596134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596134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65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6912" y="2404872"/>
            <a:ext cx="6951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6912" y="2374011"/>
            <a:ext cx="6915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38418" y="2404872"/>
            <a:ext cx="46713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38418" y="2374011"/>
            <a:ext cx="4667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06083" y="2404872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06083" y="2374011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21286" y="2404872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21286" y="2374011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4988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78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2228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3311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92665" y="2946654"/>
            <a:ext cx="155954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92665" y="2915793"/>
            <a:ext cx="155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48554" y="2946654"/>
            <a:ext cx="294255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648554" y="2915793"/>
            <a:ext cx="29389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87453" y="2946654"/>
            <a:ext cx="16459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87453" y="2915793"/>
            <a:ext cx="164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9780" y="2946654"/>
            <a:ext cx="198807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9780" y="2915793"/>
            <a:ext cx="19880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2194560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2011680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574036" y="4649724"/>
            <a:ext cx="93296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574036" y="4466844"/>
            <a:ext cx="9329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25.92 x 3.01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765646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765646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4941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68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9789" y="2404872"/>
            <a:ext cx="147310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9789" y="2374011"/>
            <a:ext cx="146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89239" y="2404872"/>
            <a:ext cx="449844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89239" y="2374011"/>
            <a:ext cx="44947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84027" y="2404872"/>
            <a:ext cx="216461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84027" y="2374011"/>
            <a:ext cx="21609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4983" y="2404872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593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33351" y="2946654"/>
            <a:ext cx="121379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33351" y="2915793"/>
            <a:ext cx="12101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043486" y="2946654"/>
            <a:ext cx="47577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3486" y="2915793"/>
            <a:ext cx="47541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7589" y="2946654"/>
            <a:ext cx="22510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7589" y="2915793"/>
            <a:ext cx="22473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4983" y="2946654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820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110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593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3584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7009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6227" y="4860036"/>
            <a:ext cx="13002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6227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02801" y="4860036"/>
            <a:ext cx="38069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02801" y="4829175"/>
            <a:ext cx="38032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06083" y="4860036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06083" y="4829175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21286" y="4860036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21286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33351" y="5401818"/>
            <a:ext cx="104091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33351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70609" y="5401818"/>
            <a:ext cx="423913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70609" y="5370957"/>
            <a:ext cx="42354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06083" y="5401818"/>
            <a:ext cx="207817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06083" y="5370957"/>
            <a:ext cx="2074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80600" y="5401818"/>
            <a:ext cx="103725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80600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8207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110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574036" y="2194560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574036" y="2011680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574036" y="4649724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574036" y="4466844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201264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201264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310384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310384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(brazo de intervención frente a comparación)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31460" y="5824728"/>
            <a:ext cx="4689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31460" y="5641848"/>
            <a:ext cx="4689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13.03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33188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3188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 por indicador, 15.24 x 9.65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76010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76010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0308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0308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87268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18388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8388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874520"/>
            <a:ext cx="11451031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6916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31.81 x 4.83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508760"/>
            <a:ext cx="1145103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31.81 x 8.38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737360"/>
            <a:ext cx="35122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5448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9.76 x 2.92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2038" y="1691640"/>
            <a:ext cx="3512210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22038" y="150876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9.76 x 3.30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23365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23365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94102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794102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05849" y="4069080"/>
            <a:ext cx="25978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05849" y="3886200"/>
            <a:ext cx="25978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7.22 x 2.92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31.81 x 12.88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275588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31.81 x 10.67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514600"/>
            <a:ext cx="3512210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0" name=""/>
          <p:cNvGrpSpPr/>
          <p:nvPr/>
        </p:nvGrpSpPr>
        <p:grpSpPr>
          <a:xfrm>
            <a:off x="8391449" y="2103120"/>
            <a:ext cx="3512210" cy="411480"/>
            <a:chOff x="8391449" y="2103120"/>
            <a:chExt cx="3512210" cy="411480"/>
          </a:xfrm>
        </p:grpSpPr>
        <p:sp>
          <p:nvSpPr>
            <p:cNvPr id="31" name="rc3"/>
            <p:cNvSpPr/>
            <p:nvPr/>
          </p:nvSpPr>
          <p:spPr>
            <a:xfrm>
              <a:off x="8391448" y="2103120"/>
              <a:ext cx="3512210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2" name="pg4"/>
            <p:cNvSpPr/>
            <p:nvPr/>
          </p:nvSpPr>
          <p:spPr>
            <a:xfrm>
              <a:off x="8391448" y="2103120"/>
              <a:ext cx="3512210" cy="411480"/>
            </a:xfrm>
            <a:custGeom>
              <a:avLst/>
              <a:pathLst>
                <a:path w="3512210" h="411480">
                  <a:moveTo>
                    <a:pt x="0" y="0"/>
                  </a:moveTo>
                  <a:lnTo>
                    <a:pt x="1229273" y="0"/>
                  </a:lnTo>
                  <a:lnTo>
                    <a:pt x="3512210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" name="pl5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6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7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8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9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0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11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12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1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31.81 x 12.88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31.81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508760"/>
            <a:ext cx="11451031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31.81 x 10.16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31.81 x 10.67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situaciones: de 5 a 13 capítulos, con y sin subcapítulos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2026-10-07T20:35:42Z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