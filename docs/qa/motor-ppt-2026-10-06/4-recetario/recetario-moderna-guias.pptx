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31.81 x 12.88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6988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7027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3156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5000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32884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3161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14492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39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22540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6207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036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39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268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953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82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090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919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944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2773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620774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620774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43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2312" y="4800600"/>
            <a:ext cx="24323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5033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33216" y="480060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39512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22392" y="480060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0944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73824" y="480060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9432" y="4800600"/>
            <a:ext cx="8196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9432" y="4617720"/>
            <a:ext cx="8196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22.77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542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37124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9244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75324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54244" y="5916168"/>
            <a:ext cx="14478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54244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4.02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7558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5846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5528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38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75580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47558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7558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5846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5528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38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75580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7558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367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146554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86834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69714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38266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1146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51954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4834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3737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20250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963674" y="505968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63674" y="487680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62077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803654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043934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26814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5366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8246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09054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91934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9447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277350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620774" y="57576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620774" y="55747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9636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1465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3868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697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9382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211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519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48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4373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202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963674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963674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62077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03654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43934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26814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95366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8246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09054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91934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447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77350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620774" y="530809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20774" y="512521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62077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03654" y="523495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43934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26814" y="523495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95366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8246" y="523495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09054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91934" y="523495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4470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77350" y="523495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20774" y="5234954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20774" y="5052074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62077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03654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043934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6814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95366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8246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09054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91934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9447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277350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620774" y="54132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620774" y="52303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62077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3654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043934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26814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95366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8246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09054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91934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9447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277350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620774" y="58704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620774" y="56875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5508" y="5440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75788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58668" y="5440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27220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10100" y="5440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40908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23788" y="5440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26324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09204" y="5440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30444" y="5833872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30444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5508" y="58521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75788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058668" y="58521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27220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10100" y="58521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0908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23788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26324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09204" y="58521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391156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8521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6692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19144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02024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9884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81728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19144" y="53949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19144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35328" y="56235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35328" y="54406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5508" y="592531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75788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58668" y="592531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27220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100" y="592531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40908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923788" y="592531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26324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109204" y="592531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0042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292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974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92626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30042" y="30175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30042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93532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118208" y="329184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58488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41368" y="329184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9920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92800" y="32918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23608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06488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409024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91904" y="329184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30444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13324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93028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919246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25.53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35328" y="329184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935328" y="310896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30444" y="6099048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30444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99206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82086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891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61790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399206" y="54864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399206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13304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96184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300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75888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13304" y="557784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3304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3532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18208" y="607161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358488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41368" y="607161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09920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92800" y="60716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23608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06488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409024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91904" y="60716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935328" y="60716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935328" y="58887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5508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7964" y="591616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13674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19620" y="591616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55084" y="5916168"/>
            <a:ext cx="34290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55084" y="5733288"/>
            <a:ext cx="3429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9.53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4840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31284" y="5916168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5852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48732" y="591616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48404" y="5916168"/>
            <a:ext cx="38252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48404" y="5733288"/>
            <a:ext cx="3825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10.63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9237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5252" y="587044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2876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11644" y="5870448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92372" y="5870448"/>
            <a:ext cx="52517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192372" y="5687568"/>
            <a:ext cx="52517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14.59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5683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39716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0826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91148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56836" y="5870448"/>
            <a:ext cx="31912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56836" y="5687568"/>
            <a:ext cx="31912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8.86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69316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76044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835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31236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129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4172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693164" y="5870448"/>
            <a:ext cx="35539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693164" y="5687568"/>
            <a:ext cx="35539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9.87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5907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64195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105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93384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7892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061808" y="58704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59072" y="5870448"/>
            <a:ext cx="490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59072" y="5687568"/>
            <a:ext cx="490118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13.61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8208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5978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747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1517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9287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70569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48266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2596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82085" y="1444752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37478" y="1444752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2304288"/>
            <a:ext cx="941121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0438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100373" y="2304288"/>
            <a:ext cx="941121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8208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78070" y="23042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5978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5766" y="2304288"/>
            <a:ext cx="941121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3747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3463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517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1160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287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88857" y="2304288"/>
            <a:ext cx="941121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0569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66554" y="23042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48266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44250" y="2304288"/>
            <a:ext cx="941121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92596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32186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0373" y="3218688"/>
            <a:ext cx="941121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8208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807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5978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55766" y="3218688"/>
            <a:ext cx="941121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3747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33463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1517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11160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9287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988857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70569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554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48266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4425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2596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438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00373" y="41330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8208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7807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5978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55766" y="4133088"/>
            <a:ext cx="941121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3747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33463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1517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11160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287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88857" y="41330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970569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66554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48266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4425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2596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72941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28334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75988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658868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41748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24628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207508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6148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939028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304788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87668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670548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853428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036308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219188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402068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584948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767828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950708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73068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179308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475988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104388" y="2286000"/>
            <a:ext cx="8799271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heatmap, escala fija 80 a 100, 24.44 x 7.62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39038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53099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71609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9788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38628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08676" y="189280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9286" y="1892808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3099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89897" y="1892808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71609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738628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08676" y="2218667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9038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49286" y="2218667"/>
            <a:ext cx="2104034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3099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89897" y="2218667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71609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38628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0867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038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4928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3099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89897" y="2544526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71609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08676" y="2870385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9038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9286" y="2870385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3099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89897" y="2870385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71609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38628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0867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038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4928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3099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89897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71609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03815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9788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38628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08676" y="3522103"/>
            <a:ext cx="2104034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39038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49286" y="3522103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3099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89897" y="3522103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71609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829673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9788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738628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08676" y="3847961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9038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549286" y="3847961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3099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89897" y="3847961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71609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738628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08676" y="4173820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9038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49286" y="4173820"/>
            <a:ext cx="2104034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3099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89897" y="4173820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71609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38628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408676" y="4499679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9038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49286" y="4499679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099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89897" y="4499679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71609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38628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08676" y="4825538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9038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549286" y="4825538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3099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89897" y="482553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71609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38628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408676" y="5151397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9038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549286" y="5151397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099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89897" y="5151397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71609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545896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21508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22092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22676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23260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23844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24428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25012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25596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26180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26764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27348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27932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28516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29100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29684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30268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30852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31436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32020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32604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418588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978908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001268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5390388" y="1874520"/>
            <a:ext cx="6421831" cy="35844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5390388" y="169164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 por criterio, 17.84 x 9.96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67228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45954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5914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464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8460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63327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43287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22013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201973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290572"/>
            <a:ext cx="735699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7419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2674620"/>
            <a:ext cx="7575215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35635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87268" y="3470148"/>
            <a:ext cx="76375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997983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3854196"/>
            <a:ext cx="7481694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842114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649724"/>
            <a:ext cx="7512868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73288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87268" y="5033772"/>
            <a:ext cx="760638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6680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0722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90108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3790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0788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2057400"/>
            <a:ext cx="7793431" cy="35387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87268" y="18745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0, 21.65 x 9.83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07228" y="5870448"/>
            <a:ext cx="29535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07228" y="5687568"/>
            <a:ext cx="2953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8.20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81635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923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7032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2991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16352" y="5870448"/>
            <a:ext cx="29535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352" y="5687568"/>
            <a:ext cx="2953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8.20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4526280"/>
            <a:chOff x="45262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22871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26667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84746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96097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95053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92678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97099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98825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05917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02023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05317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12510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24753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29638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40601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47374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7550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9367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1206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57735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64464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70722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66257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69776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55918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44861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47346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54158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54342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45524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32726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55408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65035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6554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78044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75396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74919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81131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85933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88833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393110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398068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89326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391860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8688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399865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396636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02160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08580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91859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01085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10456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13513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24250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30053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25440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16457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43579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43713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51450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55178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58855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61900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60700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59693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61879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59728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72998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76266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74114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78983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80986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83297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84640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00279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492607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81989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85906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90070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95116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92401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88021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96309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85704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82788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84330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78312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73732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77792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73760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79321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81552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74774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82539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85038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75091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73320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76310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79186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81382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84375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01615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14507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24273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33130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19216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1184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65248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51510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0625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0604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9394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1248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40722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39464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49287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53212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56768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60604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69509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71479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6913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78581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73923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65867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61081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6827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748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2038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59119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50438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45234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43365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5489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58608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65269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57827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65163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77254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83248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84059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293261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297213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06047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03572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297093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105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86007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64028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290624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196088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195379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189394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87971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195057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86127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195440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86047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86919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88061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197138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01115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194932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88162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87081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191687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197471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01186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01451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194929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83912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86226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194159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01482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01417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01384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192346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190168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87689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193987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06506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01594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194110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191062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87563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190145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194074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01122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191945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191835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86489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290216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80847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93043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91606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4349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99863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00624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00349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94362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08644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10725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12920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20515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18338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10595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04519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06629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09812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02698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295411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291111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85396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77452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74928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62699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76096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82395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85779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86958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293344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296694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299448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04120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01612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04713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16417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02470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296502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88512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87823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80699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85309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82531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78507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76146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70729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66724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71614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62254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72437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77439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84390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90045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95696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03519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9871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11819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09120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23345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09726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16078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10525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98371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06374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07024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07681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00155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04333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96810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91761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81660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85746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82303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7818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1814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68337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4492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81732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86438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293822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291738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295299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00070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07523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00367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299348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84799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80074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72977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69802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65204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3021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63509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66236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60151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53929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46162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50437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56309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52454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64944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75027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70546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79409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81776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71009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65446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56874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53150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58214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57481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65030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71787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81923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83653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93260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91612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91017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84711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90769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85328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69212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73247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70073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63419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57530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58233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64254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72238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79700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88509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00057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2305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73316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61823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68563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65307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1754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7549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6702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1086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2634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0068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1660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2211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2458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08760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15647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18740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6531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27054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0045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0163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40404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3458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7835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9584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07199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4312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1947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08210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6932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16531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2601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46165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50509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7186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8288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04662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6263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0427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22694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1972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8021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20447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26527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8804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33580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38339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66341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79622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76529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85723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9532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27238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23828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18655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6900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17355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23442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28932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02903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95340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06890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13927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2344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45755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12298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4957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9333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8401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37226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34366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1266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6444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33925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32969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37385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38185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23505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23625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20933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17675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14108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12004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10089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16794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26257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23023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19627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13264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06180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03941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03090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01573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11800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24048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22151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12756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19059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18850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07393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00754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00752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07399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06654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17397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27489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29207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29481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24534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25068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18110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17105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07008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04137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99205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01355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08065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19916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24786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23001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09114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00610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0889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5660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06623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28601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79143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76252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68786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75663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82426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81204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77105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72713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73458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67811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76633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75994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69217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59098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54971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56916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50518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49925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56069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64203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66751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73894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82334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71121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62348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58745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68231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74041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80268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82189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77855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70852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63072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54312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49610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52323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54427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58883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62437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67640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72594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80407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75258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81413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80005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84692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84945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193029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197044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03853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03475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13772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15134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19434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6021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10479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6639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7178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4749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3049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196580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85326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189393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88391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84530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77077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74527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80249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83435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87599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195536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03759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08977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5050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17680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24148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26423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38306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65649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54133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63688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47040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84741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37901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83913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7900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97871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38308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19323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27137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27137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27137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25477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25477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25477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25477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25477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25477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43212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43212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43212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43212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43212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43212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452628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452628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620774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620774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620774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620774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620774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620774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620774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620774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620774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620774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8244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65320" y="582472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6409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46976" y="582472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282440" y="5824728"/>
            <a:ext cx="47762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282440" y="5641848"/>
            <a:ext cx="47762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13.27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92980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75860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4817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31052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1108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23988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92980" y="5824728"/>
            <a:ext cx="4029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92980" y="5641848"/>
            <a:ext cx="4029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11.19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965960"/>
            <a:ext cx="1145103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454906"/>
            <a:ext cx="919246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272026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25.53 x 2.41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11451031" cy="32524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9.03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473300" y="5779008"/>
            <a:ext cx="724509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473300" y="5596128"/>
            <a:ext cx="72450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20.13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108960"/>
            <a:ext cx="4480560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3.23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207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8036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0439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268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953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82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090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919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944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2773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620774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620774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911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031998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08355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266438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317998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00878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5619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39078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6612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4900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49118" y="5336713"/>
            <a:ext cx="58643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9118" y="5153833"/>
            <a:ext cx="5864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16.29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98142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081022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0807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790950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7998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00878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631686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14566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7102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99982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98142" y="5413248"/>
            <a:ext cx="77663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98142" y="5230368"/>
            <a:ext cx="77663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21.57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75510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58390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885438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068318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95366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78246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909054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091934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39734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722614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175510" y="5843016"/>
            <a:ext cx="72115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175510" y="5660136"/>
            <a:ext cx="72115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20.03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62077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03654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409950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592830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8213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65014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9582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8702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82650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009382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620774" y="58430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620774" y="56601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7608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20488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7312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00192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701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79896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7608" y="5843016"/>
            <a:ext cx="22067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7608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6.13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613752" y="5029200"/>
            <a:ext cx="360410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613752" y="4846320"/>
            <a:ext cx="36041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10.01 x 1.78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01878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7034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2190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7346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22502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45946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055364" y="1993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6924" y="1993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7034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5848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2190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004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17346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61604" y="1993392"/>
            <a:ext cx="9784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2502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5946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5536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1878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692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7034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5848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2190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10044" y="24505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7346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261604" y="2450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2502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46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5536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1878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0692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34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15848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2190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1004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61604" y="29077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2502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45946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055364" y="33649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1878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06924" y="33649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7034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5848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2190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10044" y="33649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160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2502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5946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5536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0692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5848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12190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10044" y="38221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17346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6160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2502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45946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05536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01878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10692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7034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15848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2190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21004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17346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61604" y="4279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45946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05536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10692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15848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12190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21004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17346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61604" y="4736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2502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5946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018788" y="5212080"/>
            <a:ext cx="6355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1878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07034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17346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22502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018788" y="196596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018788" y="178308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1,15 x 0,5 in, 14.61 x 8.89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62077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03654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43934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26814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95366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8246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09054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91934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447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77350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620774" y="513063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20774" y="494775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2077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803654" y="445160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43934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6814" y="445160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95366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8246" y="445160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09054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91934" y="445160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4470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77350" y="445160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620774" y="4451604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620774" y="4268724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25475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437638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43934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226814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16118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98998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29806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12686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604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64336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254758" y="5870448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254758" y="5687568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7200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54884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95164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78044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46596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9476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0284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3164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570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8580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1002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92900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972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572604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72004" y="33512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72004" y="31683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10020" y="580644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1002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7200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54884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5164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78044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46596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9476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60284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164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4570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8580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77200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54884" y="580644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61180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44060" y="5806440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03336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16244" y="58064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4705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29932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977732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160612" y="5806440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772004" y="33512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772004" y="31683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772004" y="580644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772004" y="562356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5475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37638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2318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06062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7461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857494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8830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71182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18982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1862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254758" y="5336713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254758" y="5153833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1664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14544" y="5824728"/>
            <a:ext cx="26700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30312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13192" y="5824728"/>
            <a:ext cx="259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31664" y="5824728"/>
            <a:ext cx="548944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31664" y="5641848"/>
            <a:ext cx="54894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15.25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05028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33160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26224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09104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50280" y="5824728"/>
            <a:ext cx="27950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50280" y="5641848"/>
            <a:ext cx="27950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2026-10-07T19:54:05Z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