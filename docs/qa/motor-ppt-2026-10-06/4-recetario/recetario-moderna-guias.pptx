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4488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562856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04388" y="2651760"/>
            <a:ext cx="8595360" cy="26609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04388" y="2468880"/>
            <a:ext cx="8595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matriz: exacto y dos redondeos de 1, 10, 72, 94 y 1 casos de 178, 23.88 x 7.39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54244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54244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96367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6367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620774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774" y="523495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20774" y="505207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620774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620774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620774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57734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40614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80894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63774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326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15206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6014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28894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631430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4310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57734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57734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40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69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471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300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986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815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23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1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7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806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24028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4028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325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5574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0718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006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2086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0374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0628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78916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32588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32588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99206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99206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13304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3304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55084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5084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48404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48404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69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4957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0308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8596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89071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8907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24.70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66692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66692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6831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5119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1974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262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95828" y="2194560"/>
            <a:ext cx="733623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95828" y="2011680"/>
            <a:ext cx="7336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20.38 x 9.45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68316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68316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693164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93164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59072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59072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07228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07228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1635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35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2991866"/>
            <a:ext cx="10765231" cy="1659636"/>
            <a:chOff x="452628" y="29918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2991865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2991865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19758"/>
                  </a:moveTo>
                  <a:lnTo>
                    <a:pt x="0" y="20769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49118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9118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98142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98142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175510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175510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620774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7608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7608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018788" y="196596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018788" y="178308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1,15 x 0,5 in, 14.61 x 8.89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620774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620774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254758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254758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10020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1002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772004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772004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254758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254758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508760"/>
            <a:ext cx="11451031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31.81 x 11.18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