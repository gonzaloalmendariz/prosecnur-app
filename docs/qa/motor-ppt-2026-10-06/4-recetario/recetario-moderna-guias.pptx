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57cabe8cc1d118e3c6b0e1443bc64016d6a0d70e.png"/>
<Relationship Id="rId5" Type="http://schemas.openxmlformats.org/officeDocument/2006/relationships/image" Target="../media/12d27c48fd6fe3ff3e6903bbf43be41e8023bba2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01474620e88e595b96cb5c4f90103b0919749a0f.png"/>
<Relationship Id="rId8" Type="http://schemas.openxmlformats.org/officeDocument/2006/relationships/image" Target="../media/3e5e0dc72d1f55815e18598c50df3ecdd5ac3eb5.png"/>
<Relationship Id="rId9" Type="http://schemas.openxmlformats.org/officeDocument/2006/relationships/image" Target="../media/ec4a2ee55e3f740b404461fc364283575bbc0ec4.png"/>
<Relationship Id="rId10" Type="http://schemas.openxmlformats.org/officeDocument/2006/relationships/image" Target="../media/e5688872bd160f8ebbfa54595cf79785f3a52f6a.png"/>
<Relationship Id="rId11" Type="http://schemas.openxmlformats.org/officeDocument/2006/relationships/image" Target="../media/2888f77145f4c38c792677495de8652f89d46e0c.png"/>
<Relationship Id="rId12" Type="http://schemas.openxmlformats.org/officeDocument/2006/relationships/image" Target="../media/1c19063f7a97ae3dc8c987b9ecd5d177dd22b63a.png"/>
<Relationship Id="rId13" Type="http://schemas.openxmlformats.org/officeDocument/2006/relationships/image" Target="../media/ad324b7b7ad21afd4897e1df37d5b10657ca531b.png"/>
<Relationship Id="rId14" Type="http://schemas.openxmlformats.org/officeDocument/2006/relationships/image" Target="../media/8e1f11b53218bc2601ae224055a14cf39a98c197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57cabe8cc1d118e3c6b0e1443bc64016d6a0d70e.png"/>
<Relationship Id="rId5" Type="http://schemas.openxmlformats.org/officeDocument/2006/relationships/image" Target="../media/12d27c48fd6fe3ff3e6903bbf43be41e8023bba2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01474620e88e595b96cb5c4f90103b0919749a0f.png"/>
<Relationship Id="rId8" Type="http://schemas.openxmlformats.org/officeDocument/2006/relationships/image" Target="../media/3e5e0dc72d1f55815e18598c50df3ecdd5ac3eb5.png"/>
<Relationship Id="rId9" Type="http://schemas.openxmlformats.org/officeDocument/2006/relationships/image" Target="../media/ec4a2ee55e3f740b404461fc364283575bbc0ec4.png"/>
<Relationship Id="rId10" Type="http://schemas.openxmlformats.org/officeDocument/2006/relationships/image" Target="../media/e5688872bd160f8ebbfa54595cf79785f3a52f6a.png"/>
<Relationship Id="rId11" Type="http://schemas.openxmlformats.org/officeDocument/2006/relationships/image" Target="../media/2888f77145f4c38c792677495de8652f89d46e0c.png"/>
<Relationship Id="rId12" Type="http://schemas.openxmlformats.org/officeDocument/2006/relationships/image" Target="../media/1c19063f7a97ae3dc8c987b9ecd5d177dd22b63a.png"/>
<Relationship Id="rId13" Type="http://schemas.openxmlformats.org/officeDocument/2006/relationships/image" Target="../media/ad324b7b7ad21afd4897e1df37d5b10657ca531b.png"/>
<Relationship Id="rId14" Type="http://schemas.openxmlformats.org/officeDocument/2006/relationships/image" Target="../media/ae9f80cd7fabf46447b4b4ebe551cadba63a73bc.png"/>
<Relationship Id="rId15" Type="http://schemas.openxmlformats.org/officeDocument/2006/relationships/image" Target="../media/307e9e1937db282337b73558d72c2e04b50d8979.png"/>
<Relationship Id="rId16" Type="http://schemas.openxmlformats.org/officeDocument/2006/relationships/image" Target="../media/a9fdb3d632269b2aa4bf144100e53bff7d47c619.png"/>
<Relationship Id="rId17" Type="http://schemas.openxmlformats.org/officeDocument/2006/relationships/image" Target="../media/4a3af96a3c2e9246878d3d28e1a4d2c4d2f4c666.png"/>
<Relationship Id="rId18" Type="http://schemas.openxmlformats.org/officeDocument/2006/relationships/image" Target="../media/ca8bd58405fd0087bdf0c3f2adee47896839ca3e.png"/>
<Relationship Id="rId19" Type="http://schemas.openxmlformats.org/officeDocument/2006/relationships/image" Target="../media/8e1f11b53218bc2601ae224055a14cf39a98c197.png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9a8936e0fdbbc58bd2a89a18e9946b9c2d74020.png"/>
<Relationship Id="rId3" Type="http://schemas.openxmlformats.org/officeDocument/2006/relationships/image" Target="../media/c0ec6586b5db45c36b471472217dda2ac249f666.png"/>
<Relationship Id="rId4" Type="http://schemas.openxmlformats.org/officeDocument/2006/relationships/image" Target="../media/d3d99fd3adf75ab4de86bcd84ee9b158c322781d.png"/>
<Relationship Id="rId5" Type="http://schemas.openxmlformats.org/officeDocument/2006/relationships/image" Target="../media/859c5ab21a3c32d5d7bb7f305acf0a555b78055d.png"/>
<Relationship Id="rId6" Type="http://schemas.openxmlformats.org/officeDocument/2006/relationships/image" Target="../media/495fd53925d5cf9f778d009a308927cb132bbbf9.png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9a8936e0fdbbc58bd2a89a18e9946b9c2d74020.png"/>
<Relationship Id="rId3" Type="http://schemas.openxmlformats.org/officeDocument/2006/relationships/image" Target="../media/c0ec6586b5db45c36b471472217dda2ac249f666.png"/>
<Relationship Id="rId4" Type="http://schemas.openxmlformats.org/officeDocument/2006/relationships/image" Target="../media/d3d99fd3adf75ab4de86bcd84ee9b158c322781d.png"/>
<Relationship Id="rId5" Type="http://schemas.openxmlformats.org/officeDocument/2006/relationships/image" Target="../media/859c5ab21a3c32d5d7bb7f305acf0a555b78055d.png"/>
<Relationship Id="rId6" Type="http://schemas.openxmlformats.org/officeDocument/2006/relationships/image" Target="../media/b727daf392051df84107483f35098386abfb0e05.png"/>
<Relationship Id="rId7" Type="http://schemas.openxmlformats.org/officeDocument/2006/relationships/image" Target="../media/495fd53925d5cf9f778d009a308927cb132bbbf9.png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Relationship Id="rId3" Type="http://schemas.openxmlformats.org/officeDocument/2006/relationships/image" Target="../media/f6ae817ceb53b2408d151dfb4d5c71efdae8c03f.png"/>
<Relationship Id="rId4" Type="http://schemas.openxmlformats.org/officeDocument/2006/relationships/image" Target="../media/01474620e88e595b96cb5c4f90103b0919749a0f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ca8bd58405fd0087bdf0c3f2adee47896839ca3e.png"/>
<Relationship Id="rId7" Type="http://schemas.openxmlformats.org/officeDocument/2006/relationships/image" Target="../media/495fd53925d5cf9f778d009a308927cb132bbbf9.png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6412577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79252" y="1663111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2307946"/>
            <a:ext cx="6412577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9252" y="2326234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252" y="4743176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100" y="4960437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252" y="4978725"/>
            <a:ext cx="6412577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5737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5737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57217" y="14630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5737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5737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57217" y="210312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45737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45737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7217" y="274320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45737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45737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57217" y="338328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45737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645737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057217" y="402336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1.3 cm de margen a cada lado y 1.3 cm entre dos gráficos.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45737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45737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57217" y="4663440"/>
            <a:ext cx="3846442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813548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14716" y="1783080"/>
            <a:ext cx="3888943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135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135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4023360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13548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13548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25028" y="4462272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813548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13548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25028" y="4901184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13548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13548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5028" y="5340096"/>
            <a:ext cx="3678631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13548" y="1783080"/>
            <a:ext cx="409011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13548" y="1600200"/>
            <a:ext cx="4090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11.36 x 5.59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13548" y="1783080"/>
            <a:ext cx="409011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13548" y="1600200"/>
            <a:ext cx="4090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texto: 4.5 in de ancho, 14 pt, 11.36 x 5.59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176642"/>
                <a:gridCol w="4637194"/>
                <a:gridCol w="4637194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Dos líneas sobre la imagen: «GRÁFICO 5» y la pregunta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824728"/>
            <a:ext cx="1154247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diferencias entre el gráfico en PPT y en Word (reporte_ppt_plan frente a reporte_word_plan)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37160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PPT y Word, 31.81 x 10.67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3840480"/>
        </p:xfrm>
        <a:graphic>
          <a:graphicData uri="http://schemas.openxmlformats.org/drawingml/2006/table">
            <a:tbl>
              <a:tblPr/>
              <a:tblGrid>
                <a:gridCol w="2460552"/>
                <a:gridCol w="4495240"/>
                <a:gridCol w="449524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elementos, 31.81 x 10.67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Trece capítulos del informe consolidado, de los actores a la integridad institucional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05456" y="288036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50008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3127248" y="288036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971800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505456" y="374904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2350008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3127248" y="3749040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971800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40080" y="4617720"/>
            <a:ext cx="329184" cy="32918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484632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1261872" y="4617720"/>
            <a:ext cx="329184" cy="329184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1106424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1883664" y="4617720"/>
            <a:ext cx="329184" cy="32918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1728216" y="498348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1250266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40680" y="1254076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32120" y="1582475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1647678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40680" y="1651488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32120" y="1979887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2045091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40680" y="2048901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32120" y="2377299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442503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40680" y="2446313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32120" y="2774712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2839915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0680" y="2843725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2120" y="3172124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3237328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40680" y="3241138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2120" y="35695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34740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40680" y="3638550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32120" y="3966949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032152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0" y="4035962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2120" y="4364361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429565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40680" y="4433375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32120" y="4761773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4826977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40680" y="4830787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32120" y="5159185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5224389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40680" y="5228199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32120" y="555659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621802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40680" y="5625612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2120" y="5954010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6019214"/>
            <a:ext cx="685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440680" y="6023024"/>
            <a:ext cx="6462979" cy="2667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 (el motor usa p_slide_indice sobre el layout «Indice» con focos)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 de capítulos, 19.60 x 14.35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2868" y="160020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869680" y="1600200"/>
            <a:ext cx="3017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Tasa de respuesta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72868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33588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692640" y="213055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2640" y="2130552"/>
            <a:ext cx="1124712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69680" y="201168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128248" y="201168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1,506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2868" y="2706624"/>
            <a:ext cx="285979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105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92640" y="2788920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92640" y="2788920"/>
            <a:ext cx="35661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2670048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128248" y="2670048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1,210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372868" y="3364992"/>
            <a:ext cx="19633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7674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92640" y="3447288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92640" y="3447288"/>
            <a:ext cx="1165860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9680" y="3328416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128248" y="3328416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175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372868" y="4023360"/>
            <a:ext cx="55906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23371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92640" y="4105656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2640" y="4105656"/>
            <a:ext cx="1179576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869680" y="3986784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28248" y="3986784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372868" y="4681728"/>
            <a:ext cx="105829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2598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92640" y="4764024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2640" y="4764024"/>
            <a:ext cx="113842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69680" y="4645152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28248" y="4645152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72868" y="5340096"/>
            <a:ext cx="62505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089360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92640" y="5422392"/>
            <a:ext cx="1371600" cy="10972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92640" y="5422392"/>
            <a:ext cx="521208" cy="109728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5303520"/>
            <a:ext cx="731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128248" y="5303520"/>
            <a:ext cx="777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(conteos de participación por actor)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372868" y="2011680"/>
            <a:ext cx="566928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372868" y="182880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participación, escala raíz, 15.75 x 10.97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4488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562856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04388" y="2651760"/>
            <a:ext cx="8595360" cy="26609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04388" y="2468880"/>
            <a:ext cx="8595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matriz: exacto y dos redondeos de 1, 10, 72, 94 y 1 casos de 178, 23.88 x 7.39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4446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5166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52044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52044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4068" y="352044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4068" y="333756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90828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73708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96367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6367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23495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05207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01343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84223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8675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69639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09413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2293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24041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06921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1431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84311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01343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601343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60520" y="210312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192024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788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0768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40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16936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1378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96664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5392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78272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0344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86320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27888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27888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9858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4184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2318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4023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949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949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3.41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80540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73148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73148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316732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609340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609340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52924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145532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145532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2.51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841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767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67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2.84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8526" y="2360930"/>
            <a:ext cx="197121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57375" y="2653538"/>
            <a:ext cx="189236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53538"/>
            <a:ext cx="20537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942436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10.95 x 2.65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67508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67508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67508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6750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6750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830064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122672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22672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7490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67508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67508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73548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73548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80940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73548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73548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2.46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1901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01898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19018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1901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8533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01413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2633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225513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18533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18533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63661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19498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0453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87416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36618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36618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5160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34484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700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52944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89071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8907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24.70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651604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51604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673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025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329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1583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95828" y="2194560"/>
            <a:ext cx="733623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95828" y="2011680"/>
            <a:ext cx="7336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20.38 x 9.45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7376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67376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56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8500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79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70860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2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91152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5620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5620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0766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0542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7324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56122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939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12278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7662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07662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9638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79262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460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1748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96382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96382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0550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8838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373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661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0550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0550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588356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1228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1228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35144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1228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35144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1228" y="291693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35144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1228" y="324612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35144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15304" y="1508760"/>
            <a:ext cx="5588356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15304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43904" y="1618488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43904" y="1911096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258568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43904" y="258775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918204"/>
            <a:ext cx="5588356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81228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81228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1228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35144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1228" y="4997196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5144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1228" y="5326380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5144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1228" y="5655564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35144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15304" y="3918204"/>
            <a:ext cx="5588356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15304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43904" y="4027932"/>
            <a:ext cx="5222596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43904" y="4320540"/>
            <a:ext cx="52225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4668012"/>
            <a:ext cx="4308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31.81 x 12.88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3337560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337560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787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713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713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3055366"/>
            <a:ext cx="10765231" cy="1659636"/>
            <a:chOff x="452628" y="30553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3055366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3055366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3055366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3055366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8326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794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983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851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7150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8613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7150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8613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7150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8613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8613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65960"/>
            <a:ext cx="11451031" cy="10894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3.03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45184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43355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965960"/>
            <a:ext cx="11451031" cy="33159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9.21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852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778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778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83258"/>
                  </a:moveTo>
                  <a:lnTo>
                    <a:pt x="0" y="21404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2194560"/>
              <a:ext cx="1244955" cy="1683258"/>
            </a:xfrm>
            <a:custGeom>
              <a:avLst/>
              <a:pathLst>
                <a:path w="1244955" h="1683258">
                  <a:moveTo>
                    <a:pt x="0" y="1683258"/>
                  </a:move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6178143" y="219456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13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14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15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16"/>
            <p:cNvSpPr/>
            <p:nvPr/>
          </p:nvSpPr>
          <p:spPr>
            <a:xfrm>
              <a:off x="4933188" y="4335018"/>
              <a:ext cx="1244955" cy="1700021"/>
            </a:xfrm>
            <a:custGeom>
              <a:avLst/>
              <a:pathLst>
                <a:path w="1244955" h="1700021">
                  <a:moveTo>
                    <a:pt x="0" y="0"/>
                  </a:moveTo>
                  <a:lnTo>
                    <a:pt x="1244955" y="1700021"/>
                  </a:lnTo>
                  <a:lnTo>
                    <a:pt x="1244955" y="1700021"/>
                  </a:lnTo>
                  <a:lnTo>
                    <a:pt x="1244955" y="17000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108960"/>
            <a:ext cx="4480560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3.41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68722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68722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7611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68722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8722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Dieciocho capítulos en dos columnas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292608" cy="29260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292608" cy="29260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292608" cy="29260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05456" y="2880360"/>
            <a:ext cx="292608" cy="29260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50008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3127248" y="2880360"/>
            <a:ext cx="292608" cy="29260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971800" y="3209544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40080" y="3630168"/>
            <a:ext cx="292608" cy="29260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84632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261872" y="3630168"/>
            <a:ext cx="292608" cy="29260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1106424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1883664" y="3630168"/>
            <a:ext cx="292608" cy="29260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1728216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2505456" y="3630168"/>
            <a:ext cx="292608" cy="292608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2350008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3127248" y="3630168"/>
            <a:ext cx="292608" cy="29260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2971800" y="3959352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40080" y="4379976"/>
            <a:ext cx="292608" cy="292608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484632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1261872" y="4379976"/>
            <a:ext cx="292608" cy="292608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1106424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1883664" y="4379976"/>
            <a:ext cx="292608" cy="29260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1728216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2505456" y="4379976"/>
            <a:ext cx="292608" cy="29260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2350008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3127248" y="4379976"/>
            <a:ext cx="292608" cy="29260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2971800" y="4709160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640080" y="5129784"/>
            <a:ext cx="292608" cy="29260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484632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1261872" y="5129784"/>
            <a:ext cx="292608" cy="29260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1106424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1883664" y="5129784"/>
            <a:ext cx="292608" cy="29260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1728216" y="5458968"/>
            <a:ext cx="60350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3441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0" y="13487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32120" y="17337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8928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40680" y="18973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2120" y="22823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24414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40680" y="24460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2120" y="28309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29900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40680" y="29946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32120" y="337962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353872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40680" y="354330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32120" y="392826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0873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40680" y="40919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32120" y="44769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46360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40680" y="46405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32120" y="50255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51846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0" y="51892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32120" y="55741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57332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0680" y="57378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12150" y="13441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97950" y="13487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289390" y="17337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512150" y="18928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97950" y="18973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289390" y="22823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12150" y="24414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7950" y="24460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89390" y="28309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512150" y="29900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97950" y="29946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la calidad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89390" y="337962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12150" y="353872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97950" y="354330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financieros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289390" y="392826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512150" y="408736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7950" y="409194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universitario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289390" y="447690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12150" y="463600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97950" y="464058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Responsabilidad social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390" y="502554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512150" y="518464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197950" y="518922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Seguimiento a egresados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289390" y="5574182"/>
            <a:ext cx="261427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512150" y="5733288"/>
            <a:ext cx="685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197950" y="5737860"/>
            <a:ext cx="270571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editorial: índice largo, 18 capítulos (el motor usa p_slide_indice sobre el layout «Indice» con focos)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 de capítulos, 19.60 x 14.35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capítulos con letra más grande y más aire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10769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23560" y="213741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5000" y="267096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3921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0" y="286893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5000" y="340248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57073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0" y="360045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15000" y="413400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430225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23560" y="433197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715000" y="4865522"/>
            <a:ext cx="618865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5033772"/>
            <a:ext cx="868680" cy="40233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23560" y="5063490"/>
            <a:ext cx="6280099" cy="3429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y recomendaciones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editorial: índice corto, 5 capítulos (el motor usa p_slide_indice sobre el layout «Indice» con focos)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 de capítulos, 19.60 x 14.35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capítulos, dos de ellos con apartados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12161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0" y="12252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32120" y="1609344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169164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0680" y="1700784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4068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43600" y="206654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40680" y="23591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3600" y="2359152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32120" y="267004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27523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40680" y="276148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32120" y="31455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278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0" y="323697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40680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43600" y="3602736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440680" y="38953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389534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0680" y="41879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43600" y="4187952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32120" y="449884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45811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0680" y="459028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32120" y="497433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50566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0680" y="506577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editorial: subíndices en dos capítulos (el motor usa p_slide_indice sobre el layout «Indice» con focos)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con subíndices, 19.60 x 14.35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48640" y="777240"/>
            <a:ext cx="32004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CONTENIDO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548640" y="987552"/>
            <a:ext cx="3291840" cy="6858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48640" y="1737360"/>
            <a:ext cx="32004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C9D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capítulos con sus apartados numerados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40080" y="2880360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84632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61872" y="2880360"/>
            <a:ext cx="329184" cy="329184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1106424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83664" y="2880360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1728216" y="324612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0080" y="3749040"/>
            <a:ext cx="329184" cy="329184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84632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261872" y="3749040"/>
            <a:ext cx="329184" cy="32918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1106424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883664" y="3749040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728216" y="4114800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9DC3E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12161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0" y="12252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40680" y="155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43600" y="15540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0680" y="177268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177268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0680" y="199131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43600" y="199131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32120" y="226521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34751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40680" y="235665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40680" y="2685427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3600" y="2685427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40680" y="2904051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43600" y="2904051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32120" y="3177956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6025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440680" y="3269396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40680" y="35981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43600" y="35981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40680" y="381678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381678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32120" y="4090693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172989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40680" y="4182133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0" y="4510901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3600" y="4510901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0680" y="472952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4729526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2120" y="5003431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5085727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40680" y="5094871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40680" y="5423639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23639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40680" y="56422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943600" y="5642264"/>
            <a:ext cx="5960059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32120" y="5916168"/>
            <a:ext cx="6371539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599846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440680" y="6007608"/>
            <a:ext cx="6462979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editorial: subíndices en todos los capítulos (el motor usa p_slide_indice sobre el layout «Indice» con focos)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0"/>
            <a:ext cx="420624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-182880"/>
            <a:ext cx="4206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azul con título y mosaico de íconos, 11.68 x 19.05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46320" y="1188720"/>
            <a:ext cx="7057339" cy="5166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46320" y="1005840"/>
            <a:ext cx="7057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con subíndices, 19.60 x 14.35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65904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65904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14928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614928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3892296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3892296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337560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337560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88734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88734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018788" y="196596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018788" y="178308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1,15 x 0,5 in, 14.61 x 8.89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37560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520440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60720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43600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312152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95032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5840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08720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1125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94136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7560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971544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971544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29832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12712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43479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43479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29832" y="580644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29832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43479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26359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28895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1775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51549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34429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66177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49057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43567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26447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43479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26359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74159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57039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27471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310351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2099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4979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4095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975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43479" y="335127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43479" y="316839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143479" y="58064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43479" y="56235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971544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508760"/>
            <a:ext cx="11451031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31.81 x 11.18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2026-10-07T16:58:57Z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