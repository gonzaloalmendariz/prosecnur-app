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57cabe8cc1d118e3c6b0e1443bc64016d6a0d70e.png"/>
<Relationship Id="rId5" Type="http://schemas.openxmlformats.org/officeDocument/2006/relationships/image" Target="../media/12d27c48fd6fe3ff3e6903bbf43be41e8023bba2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01474620e88e595b96cb5c4f90103b0919749a0f.png"/>
<Relationship Id="rId8" Type="http://schemas.openxmlformats.org/officeDocument/2006/relationships/image" Target="../media/3e5e0dc72d1f55815e18598c50df3ecdd5ac3eb5.png"/>
<Relationship Id="rId9" Type="http://schemas.openxmlformats.org/officeDocument/2006/relationships/image" Target="../media/ec4a2ee55e3f740b404461fc364283575bbc0ec4.png"/>
<Relationship Id="rId10" Type="http://schemas.openxmlformats.org/officeDocument/2006/relationships/image" Target="../media/e5688872bd160f8ebbfa54595cf79785f3a52f6a.png"/>
<Relationship Id="rId11" Type="http://schemas.openxmlformats.org/officeDocument/2006/relationships/image" Target="../media/2888f77145f4c38c792677495de8652f89d46e0c.png"/>
<Relationship Id="rId12" Type="http://schemas.openxmlformats.org/officeDocument/2006/relationships/image" Target="../media/1c19063f7a97ae3dc8c987b9ecd5d177dd22b63a.png"/>
<Relationship Id="rId13" Type="http://schemas.openxmlformats.org/officeDocument/2006/relationships/image" Target="../media/ad324b7b7ad21afd4897e1df37d5b10657ca531b.png"/>
<Relationship Id="rId14" Type="http://schemas.openxmlformats.org/officeDocument/2006/relationships/image" Target="../media/8e1f11b53218bc2601ae224055a14cf39a98c197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57cabe8cc1d118e3c6b0e1443bc64016d6a0d70e.png"/>
<Relationship Id="rId5" Type="http://schemas.openxmlformats.org/officeDocument/2006/relationships/image" Target="../media/12d27c48fd6fe3ff3e6903bbf43be41e8023bba2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01474620e88e595b96cb5c4f90103b0919749a0f.png"/>
<Relationship Id="rId8" Type="http://schemas.openxmlformats.org/officeDocument/2006/relationships/image" Target="../media/3e5e0dc72d1f55815e18598c50df3ecdd5ac3eb5.png"/>
<Relationship Id="rId9" Type="http://schemas.openxmlformats.org/officeDocument/2006/relationships/image" Target="../media/ec4a2ee55e3f740b404461fc364283575bbc0ec4.png"/>
<Relationship Id="rId10" Type="http://schemas.openxmlformats.org/officeDocument/2006/relationships/image" Target="../media/e5688872bd160f8ebbfa54595cf79785f3a52f6a.png"/>
<Relationship Id="rId11" Type="http://schemas.openxmlformats.org/officeDocument/2006/relationships/image" Target="../media/2888f77145f4c38c792677495de8652f89d46e0c.png"/>
<Relationship Id="rId12" Type="http://schemas.openxmlformats.org/officeDocument/2006/relationships/image" Target="../media/1c19063f7a97ae3dc8c987b9ecd5d177dd22b63a.png"/>
<Relationship Id="rId13" Type="http://schemas.openxmlformats.org/officeDocument/2006/relationships/image" Target="../media/ad324b7b7ad21afd4897e1df37d5b10657ca531b.png"/>
<Relationship Id="rId14" Type="http://schemas.openxmlformats.org/officeDocument/2006/relationships/image" Target="../media/ae9f80cd7fabf46447b4b4ebe551cadba63a73bc.png"/>
<Relationship Id="rId15" Type="http://schemas.openxmlformats.org/officeDocument/2006/relationships/image" Target="../media/307e9e1937db282337b73558d72c2e04b50d8979.png"/>
<Relationship Id="rId16" Type="http://schemas.openxmlformats.org/officeDocument/2006/relationships/image" Target="../media/a9fdb3d632269b2aa4bf144100e53bff7d47c619.png"/>
<Relationship Id="rId17" Type="http://schemas.openxmlformats.org/officeDocument/2006/relationships/image" Target="../media/4a3af96a3c2e9246878d3d28e1a4d2c4d2f4c666.png"/>
<Relationship Id="rId18" Type="http://schemas.openxmlformats.org/officeDocument/2006/relationships/image" Target="../media/ca8bd58405fd0087bdf0c3f2adee47896839ca3e.png"/>
<Relationship Id="rId19" Type="http://schemas.openxmlformats.org/officeDocument/2006/relationships/image" Target="../media/8e1f11b53218bc2601ae224055a14cf39a98c197.png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9a8936e0fdbbc58bd2a89a18e9946b9c2d74020.png"/>
<Relationship Id="rId3" Type="http://schemas.openxmlformats.org/officeDocument/2006/relationships/image" Target="../media/c0ec6586b5db45c36b471472217dda2ac249f666.png"/>
<Relationship Id="rId4" Type="http://schemas.openxmlformats.org/officeDocument/2006/relationships/image" Target="../media/d3d99fd3adf75ab4de86bcd84ee9b158c322781d.png"/>
<Relationship Id="rId5" Type="http://schemas.openxmlformats.org/officeDocument/2006/relationships/image" Target="../media/859c5ab21a3c32d5d7bb7f305acf0a555b78055d.png"/>
<Relationship Id="rId6" Type="http://schemas.openxmlformats.org/officeDocument/2006/relationships/image" Target="../media/495fd53925d5cf9f778d009a308927cb132bbbf9.png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9a8936e0fdbbc58bd2a89a18e9946b9c2d74020.png"/>
<Relationship Id="rId3" Type="http://schemas.openxmlformats.org/officeDocument/2006/relationships/image" Target="../media/c0ec6586b5db45c36b471472217dda2ac249f666.png"/>
<Relationship Id="rId4" Type="http://schemas.openxmlformats.org/officeDocument/2006/relationships/image" Target="../media/d3d99fd3adf75ab4de86bcd84ee9b158c322781d.png"/>
<Relationship Id="rId5" Type="http://schemas.openxmlformats.org/officeDocument/2006/relationships/image" Target="../media/859c5ab21a3c32d5d7bb7f305acf0a555b78055d.png"/>
<Relationship Id="rId6" Type="http://schemas.openxmlformats.org/officeDocument/2006/relationships/image" Target="../media/b727daf392051df84107483f35098386abfb0e05.png"/>
<Relationship Id="rId7" Type="http://schemas.openxmlformats.org/officeDocument/2006/relationships/image" Target="../media/495fd53925d5cf9f778d009a308927cb132bbbf9.png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01474620e88e595b96cb5c4f90103b0919749a0f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ca8bd58405fd0087bdf0c3f2adee47896839ca3e.png"/>
<Relationship Id="rId7" Type="http://schemas.openxmlformats.org/officeDocument/2006/relationships/image" Target="../media/495fd53925d5cf9f778d009a308927cb132bbbf9.png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12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12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6412577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79252" y="1663111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2307946"/>
            <a:ext cx="6412577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9252" y="2326234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252" y="4743176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100" y="4960437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252" y="4978725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5737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5737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57217" y="14630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5737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5737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57217" y="210312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45737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45737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7217" y="274320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45737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45737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57217" y="338328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45737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645737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057217" y="402336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1.3 cm de margen a cada lado y 1.3 cm entre dos gráficos.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45737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45737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57217" y="46634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813548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14716" y="1783080"/>
            <a:ext cx="3888943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135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135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4023360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13548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13548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25028" y="4462272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13548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13548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25028" y="4901184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13548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13548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5028" y="5340096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13548" y="1783080"/>
            <a:ext cx="409011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13548" y="1600200"/>
            <a:ext cx="4090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11.36 x 5.59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13548" y="1783080"/>
            <a:ext cx="409011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13548" y="1600200"/>
            <a:ext cx="4090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texto: 4.5 in de ancho, 14 pt, 11.36 x 5.59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176642"/>
                <a:gridCol w="4637194"/>
                <a:gridCol w="4637194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Dos líneas sobre la imagen: «GRÁFICO 5» y la pregunta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824728"/>
            <a:ext cx="1154247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diferencias entre el gráfico en PPT y en Word (reporte_ppt_plan frente a reporte_word_plan)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37160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PPT y Word, 31.81 x 10.67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460552"/>
                <a:gridCol w="4495240"/>
                <a:gridCol w="449524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elementos, 31.81 x 10.67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42253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2876327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3710401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4544475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7909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95144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909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1228" y="3090672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909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49040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909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4864608"/>
            <a:ext cx="112224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12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09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228" y="1371600"/>
            <a:ext cx="112224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228" y="1188720"/>
            <a:ext cx="11222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31.17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Trece capítulos del informe consolidado, de los actores a la integridad institucional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05456" y="288036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50008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3127248" y="288036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971800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505456" y="374904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2350008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3127248" y="3749040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971800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40080" y="4617720"/>
            <a:ext cx="329184" cy="32918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484632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1261872" y="4617720"/>
            <a:ext cx="329184" cy="329184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1106424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1883664" y="4617720"/>
            <a:ext cx="329184" cy="32918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1728216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1250266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40680" y="1254076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32120" y="1582475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1647678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40680" y="1651488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32120" y="1979887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2045091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40680" y="2048901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32120" y="2377299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442503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40680" y="2446313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32120" y="2774712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2839915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0680" y="2843725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2120" y="3172124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3237328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40680" y="3241138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2120" y="35695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34740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440680" y="3638550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32120" y="3966949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032152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0" y="4035962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2120" y="4364361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429565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40680" y="4433375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32120" y="4761773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4826977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40680" y="4830787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32120" y="5159185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5224389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40680" y="5228199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32120" y="555659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621802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40680" y="5625612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2120" y="5954010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6019214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440680" y="6023024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 (el motor usa p_slide_indice sobre el layout «Indice» con focos)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 de capítulos, 19.60 x 14.35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160020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869680" y="1600200"/>
            <a:ext cx="3017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Tasa de respuesta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26948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47188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407908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692640" y="213055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2640" y="2130552"/>
            <a:ext cx="1124712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69680" y="201168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128248" y="201168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1,506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6948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47188" y="2706624"/>
            <a:ext cx="285979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98425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92640" y="2788920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92640" y="2788920"/>
            <a:ext cx="35661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2670048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128248" y="2670048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1,210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948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47188" y="3364992"/>
            <a:ext cx="19633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1994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92640" y="3447288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92640" y="3447288"/>
            <a:ext cx="1165860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9680" y="3328416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128248" y="3328416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175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948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47188" y="4023360"/>
            <a:ext cx="55906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97691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92640" y="4105656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2640" y="4105656"/>
            <a:ext cx="117957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869680" y="3986784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28248" y="3986784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6948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47188" y="4681728"/>
            <a:ext cx="105829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96918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92640" y="4764024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2640" y="4764024"/>
            <a:ext cx="113842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69680" y="4645152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28248" y="4645152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6948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47188" y="5340096"/>
            <a:ext cx="62505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63680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92640" y="542239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92640" y="5422392"/>
            <a:ext cx="52120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530352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8248" y="530352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(conteos de participación por actor)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47188" y="2011680"/>
            <a:ext cx="566928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182880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participación, escala raíz, 15.75 x 10.97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432" y="4800600"/>
            <a:ext cx="8196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9432" y="4617720"/>
            <a:ext cx="8196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22.77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12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3904488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12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28" y="4562856"/>
            <a:ext cx="110185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04388" y="2651760"/>
            <a:ext cx="8595360" cy="26609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04388" y="2468880"/>
            <a:ext cx="8595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matriz: exacto y dos redondeos de 1, 10, 72, 94 y 1 casos de 178, 23.88 x 7.39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4446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5166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52044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52044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4068" y="352044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4068" y="333756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19428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023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81228" y="1463040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81228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35708" y="3898392"/>
            <a:ext cx="164463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96513" y="3898392"/>
            <a:ext cx="8406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6916" y="3898392"/>
            <a:ext cx="3300162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6916" y="4090416"/>
            <a:ext cx="32965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73420" y="3898392"/>
            <a:ext cx="426499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73420" y="4090416"/>
            <a:ext cx="42613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4755" y="3898392"/>
            <a:ext cx="16080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06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350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31228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436714" y="3825240"/>
            <a:ext cx="300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4412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967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93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5511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3799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827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66115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970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1258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34339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2627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2881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1169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235708" y="3898392"/>
            <a:ext cx="795985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5708" y="3715512"/>
            <a:ext cx="7959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22.11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55114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55114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550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337560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337560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3197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3456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1988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0218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11988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20218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11988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2021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0159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39420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443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3095244"/>
            <a:ext cx="389077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27355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27355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27355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931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050792"/>
            <a:ext cx="389077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47116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40715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47116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40715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47116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40715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47116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40715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47116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40715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3456"/>
            <a:ext cx="5486400" cy="338937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56057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9.41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40715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337560" y="522427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874520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33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262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8773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5508" y="2996184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9897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117848"/>
            <a:ext cx="389077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95216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95216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77512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95216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77512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95216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95216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77512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769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695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874520"/>
            <a:ext cx="5486400" cy="3127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6916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8.69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27608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37560" y="509320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337560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37560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63550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62482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534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8786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1646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090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7950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482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050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89881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62449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7280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9848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679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7247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01589" y="27340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01456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91861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101456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1994" y="3282696"/>
            <a:ext cx="101919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82266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91861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01456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27601" y="3831336"/>
            <a:ext cx="17835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91861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17873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1456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7196" y="437997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91861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33706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27468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82399" y="4928616"/>
            <a:ext cx="76439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572671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82266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33706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2399" y="5477256"/>
            <a:ext cx="50959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72671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82266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82266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550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550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24828" y="2468880"/>
            <a:ext cx="509595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24828" y="2286000"/>
            <a:ext cx="5095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14.16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91640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91640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5508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(bullets)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948" y="1508760"/>
            <a:ext cx="1106424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948" y="1325880"/>
            <a:ext cx="11064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viñetas, 30.73 x 11.18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01343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84223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8675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69639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09413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2293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24041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06921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1431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84311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01343" y="585216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601343" y="566928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60520" y="210312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192024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19144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19144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78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0768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405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16936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1378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6664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5392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78272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0344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86320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27888" y="5925312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27888" y="5742432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30042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30042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9858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418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2318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306803" y="32918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06803" y="31089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50256" y="6099048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50256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949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949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3.41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73148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73148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609340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609340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145532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145532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767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67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1021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2.84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8526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57375" y="2653538"/>
            <a:ext cx="189236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53538"/>
            <a:ext cx="20537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942436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10.95 x 2.65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67508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67508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67508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6750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6750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122672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22672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2.46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67508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7354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7354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73548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73548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1901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01898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19018" y="548640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1901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41236" y="50749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41236" y="4892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306803" y="607161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306803" y="588873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8533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01413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2633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225513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18533" y="5916168"/>
            <a:ext cx="310210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18533" y="5733288"/>
            <a:ext cx="310210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8.62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63661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19498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0453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87416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36618" y="5916168"/>
            <a:ext cx="34488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36618" y="5733288"/>
            <a:ext cx="34488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9.58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5160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34484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700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52944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89071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8907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24.70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651604" y="5870448"/>
            <a:ext cx="48818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51604" y="5687568"/>
            <a:ext cx="4881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13.56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673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025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329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1583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95828" y="2194560"/>
            <a:ext cx="733623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95828" y="2011680"/>
            <a:ext cx="7336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20.38 x 9.45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7376" y="5870448"/>
            <a:ext cx="299313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67376" y="5687568"/>
            <a:ext cx="29931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8.31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589788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46191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822235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498278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174322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563069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433487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03904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469787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210622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526048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655630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145830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396465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526048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9369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340204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266883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461257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5025139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025139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85440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559853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62795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71939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825517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834661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88238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97382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150960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160104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56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8500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79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70860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2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91152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5620" y="5870448"/>
            <a:ext cx="33690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5620" y="5687568"/>
            <a:ext cx="33690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9.36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0766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0542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7324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56122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939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12278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7662" y="5870448"/>
            <a:ext cx="46040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07662" y="5687568"/>
            <a:ext cx="46040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12.79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104388" y="2286000"/>
            <a:ext cx="8799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24.44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390388" y="1874520"/>
            <a:ext cx="6421831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390388" y="169164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17.84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9638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79262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460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1748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2057400"/>
            <a:ext cx="7793431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87268" y="18745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21.65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96382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96382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0550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8838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373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661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05506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05506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588356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1228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35144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1228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35144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91693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35144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4612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35144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15304" y="1508760"/>
            <a:ext cx="5588356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15304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43904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43904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43904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918204"/>
            <a:ext cx="5588356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81228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35144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499719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5144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1228" y="532638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5144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5655564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35144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15304" y="3918204"/>
            <a:ext cx="5588356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15304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43904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43904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p_dim_foda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cuadrantes por umbral de Top Two Box, 31.81 x 12.88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7863840" cy="4526280"/>
            <a:chOff x="72694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50303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54099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12178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23529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22485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20110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24531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26257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33349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29455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32749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39942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2185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57070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68033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74806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84982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86799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88638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85167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91896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98154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93689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97208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83350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72293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74778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81590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81774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2956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60158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82840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92467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93986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405476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402828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402351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408563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413365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416265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420542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425500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416758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419292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416120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427297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424068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29592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36012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419291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28517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37888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40945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51682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57485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52872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43889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71011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71145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78882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82610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86287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89332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88132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87125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89311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87160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500430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503698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501546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506415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508418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510729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512072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27711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520039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509421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513338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517502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522548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519833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515453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523741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513136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510220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511762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505744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501164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505224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501192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506753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508984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502206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509971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512470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502523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500752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503742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506618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508814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411807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29047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41939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51705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60562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46648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48616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92680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78942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88057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88036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96826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8680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68154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66896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6719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80644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84200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8036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96941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98911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4345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6013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1355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93299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8513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4259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76180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79470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6551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7870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2666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70797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72921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86040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92701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85259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92595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86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10680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11491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20693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4645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3479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31004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25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18537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3439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91460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18056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223520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222811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16826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215403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22489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13559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22872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213479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14351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15493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24570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28547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364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15594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14513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9119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24903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28618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28883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222361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11344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13658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21591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28914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28849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28816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219778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217600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215121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221419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33938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29026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21542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18494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14995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17577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21506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28554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19377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19267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13921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17648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08279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20475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19038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21781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27295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28056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7781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21794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36076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38157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40352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47947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45770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8027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31951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4061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37244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30130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22843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18543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12828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04884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02360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90131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03528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09827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13211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14390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0776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24126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26880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31552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29044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32145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43849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29902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23934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15944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15255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08131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12741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09963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05939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03578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98161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94156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99046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89686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99869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04871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11822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17477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23128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30951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37303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39251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6552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50777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37158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43510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37957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803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33806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34456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35113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7587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31765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4242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19193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09092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13178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09735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05250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99246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95769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01924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09164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13870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21254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19170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22731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7502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4955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7799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26780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12231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7506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00409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97234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2636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80453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90941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93668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87583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81361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73594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77869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83741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79886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92376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02459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97978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06841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09208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98441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92878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84306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80582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85646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84913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92462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99219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09355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11085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20692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19044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18449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12143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18201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12760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96644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00679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97505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90851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4962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85665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91686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99670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07132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15941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7489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9737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0748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89255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95995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92739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89186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84981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84134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88518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90066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97500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9092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19643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29890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192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43079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46172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43963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54486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37477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67595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67836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40890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75267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67016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34631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51744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49379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35642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44364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43963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60033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73597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77941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74618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65720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2094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43695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57859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50126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49404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45453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47879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53959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56236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61012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65771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93773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07054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03961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3155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86964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4670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51260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46087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44332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4787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50874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6364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30335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2772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4322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359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39776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73187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39730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52389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56765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55833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64658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61798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58698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63876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61357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60401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64817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65617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50937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51057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48365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45107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41540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39436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37521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44226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53689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50455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47059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40696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33612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31373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30522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29005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39232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51480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49583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40188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46491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46282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34825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28186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28184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34831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34086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44829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54921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56639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56913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51966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52500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45542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44537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34440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31569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26637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28787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35497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47348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52218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50433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36546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28042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28321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33092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34055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6033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206575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03684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96218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203095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209858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208636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04537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200145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00890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95243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204065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03426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96649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86530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82403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84348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77950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77357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83501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91635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94183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201326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209766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98553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89780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86177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95663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201473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207700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209621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205287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98284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90504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81744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77042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79755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81859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86315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89869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95072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200026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07839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02690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08845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07437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212124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12377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20461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24476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31285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30907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41204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42566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46866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43453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37911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34071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34610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32181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30481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24012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12758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6825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5823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1962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04509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01959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07681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10867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15031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22968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31191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36409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42482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45112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51580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53855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65738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93081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81565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91120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74472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2173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65333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11345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75332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25303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65740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46755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54569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54569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54569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52909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52909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52909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52909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52909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52909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70644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70644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70644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70644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70644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70644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72694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72694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82440" y="5824728"/>
            <a:ext cx="47762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2440" y="5641848"/>
            <a:ext cx="4776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13.27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92980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92980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713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713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3055366"/>
            <a:ext cx="10765231" cy="1659636"/>
            <a:chOff x="452628" y="30553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3055366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3055366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8326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794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983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851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7150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8613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7150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8613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7150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8613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8613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65960"/>
            <a:ext cx="11451031" cy="10894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3.03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45184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43355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965960"/>
            <a:ext cx="11451031" cy="33159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9.21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778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778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83258"/>
                  </a:moveTo>
                  <a:lnTo>
                    <a:pt x="0" y="21404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13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14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15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16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108960"/>
            <a:ext cx="4480560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3.41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68722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68722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68722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8722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Dieciocho capítulos en dos columnas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292608" cy="29260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292608" cy="29260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292608" cy="29260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05456" y="2880360"/>
            <a:ext cx="292608" cy="29260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50008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3127248" y="2880360"/>
            <a:ext cx="292608" cy="29260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971800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40080" y="3630168"/>
            <a:ext cx="292608" cy="29260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84632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261872" y="3630168"/>
            <a:ext cx="292608" cy="29260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106424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883664" y="3630168"/>
            <a:ext cx="292608" cy="29260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728216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505456" y="3630168"/>
            <a:ext cx="292608" cy="292608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2350008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3127248" y="3630168"/>
            <a:ext cx="292608" cy="29260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971800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40080" y="4379976"/>
            <a:ext cx="292608" cy="292608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484632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1261872" y="4379976"/>
            <a:ext cx="292608" cy="292608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1106424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1883664" y="4379976"/>
            <a:ext cx="292608" cy="29260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1728216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2505456" y="4379976"/>
            <a:ext cx="292608" cy="29260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2350008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3127248" y="4379976"/>
            <a:ext cx="292608" cy="29260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2971800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640080" y="5129784"/>
            <a:ext cx="292608" cy="29260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484632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1261872" y="5129784"/>
            <a:ext cx="292608" cy="29260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1106424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1883664" y="5129784"/>
            <a:ext cx="292608" cy="29260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1728216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3441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0" y="13487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32120" y="17337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8928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40680" y="18973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2120" y="22823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24414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40680" y="24460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2120" y="28309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29900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40680" y="29946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32120" y="337962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353872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40680" y="354330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32120" y="392826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0873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40680" y="40919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32120" y="44769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46360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40680" y="46405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32120" y="50255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51846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0" y="51892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32120" y="55741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57332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0680" y="57378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12150" y="13441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97950" y="13487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289390" y="17337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512150" y="18928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97950" y="18973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289390" y="22823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12150" y="24414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7950" y="24460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89390" y="28309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512150" y="29900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97950" y="29946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la calidad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89390" y="337962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12150" y="353872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97950" y="354330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financieros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289390" y="392826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512150" y="40873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7950" y="40919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 universitario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289390" y="44769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12150" y="46360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97950" y="46405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Responsabilidad social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390" y="50255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512150" y="51846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197950" y="51892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Seguimiento a egresados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289390" y="55741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512150" y="57332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197950" y="57378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editorial: índice largo, 18 capítulos (el motor usa p_slide_indice sobre el layout «Indice» con focos)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 de capítulos, 19.60 x 14.35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capítulos con letra más grande y más aire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10769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23560" y="213741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5000" y="267096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3921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0" y="286893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5000" y="340248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57073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0" y="360045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15000" y="413400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430225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23560" y="433197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715000" y="486552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503377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23560" y="506349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y recomendaciones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editorial: índice corto, 5 capítulos (el motor usa p_slide_indice sobre el layout «Indice» con focos)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 de capítulos, 19.60 x 14.35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capítulos, dos de ellos con apartados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12161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0" y="12252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32120" y="1609344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169164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0680" y="1700784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4068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43600" y="206654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40680" y="23591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3600" y="2359152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32120" y="267004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27523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40680" y="276148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32120" y="31455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278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0" y="323697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40680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43600" y="3602736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440680" y="38953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389534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0680" y="41879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43600" y="4187952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32120" y="449884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45811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0680" y="459028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32120" y="49743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50566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0680" y="506577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editorial: subíndices en dos capítulos (el motor usa p_slide_indice sobre el layout «Indice» con focos)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con subíndices, 19.60 x 14.35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capítulos con sus apartados numerados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12161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0" y="12252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40680" y="155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43600" y="15540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0680" y="177268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177268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0680" y="199131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43600" y="199131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32120" y="226521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34751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40680" y="235665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40680" y="2685427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3600" y="2685427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40680" y="2904051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43600" y="2904051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32120" y="317795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602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440680" y="32693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40680" y="35981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43600" y="35981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40680" y="381678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381678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32120" y="4090693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172989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40680" y="4182133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0" y="4510901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3600" y="4510901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0680" y="472952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4729526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2120" y="5003431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5085727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40680" y="5094871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40680" y="542363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2363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40680" y="56422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943600" y="56422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32120" y="591616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599846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440680" y="600760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editorial: subíndices en todos los capítulos (el motor usa p_slide_indice sobre el layout «Indice» con focos)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con subíndices, 19.60 x 14.35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43193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2777267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3611341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5508" y="4445415"/>
            <a:ext cx="389077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65904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65904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90347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08" y="259842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329336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398830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468325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14928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614928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3892296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3892296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337560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337560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50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88734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88734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12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8259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25996" y="2121408"/>
            <a:ext cx="41258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88379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12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25996" y="2542032"/>
            <a:ext cx="384126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03840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25996" y="2962656"/>
            <a:ext cx="369899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6157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812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298765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50225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25996" y="3803904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96610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812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25996" y="4224528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96610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12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25996" y="4645152"/>
            <a:ext cx="213403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9661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25996" y="5065776"/>
            <a:ext cx="18495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207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25996" y="5486400"/>
            <a:ext cx="1280423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142995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12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25996" y="5907024"/>
            <a:ext cx="569077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1649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25996" y="2057400"/>
            <a:ext cx="44558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5996" y="1874520"/>
            <a:ext cx="44558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12.38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25996" y="5843016"/>
            <a:ext cx="44558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25996" y="5660136"/>
            <a:ext cx="44558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12.38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018788" y="196596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018788" y="178308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1,15 x 0,5 in, 14.61 x 8.89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019976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3576152"/>
            <a:ext cx="389077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337560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2699004"/>
            <a:ext cx="389077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37560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520440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60720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312152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95032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5840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08720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1125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94136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445160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7560" y="426872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6631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461260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5508" y="3156204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5508" y="3851148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5508" y="4546092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35508" y="5241036"/>
            <a:ext cx="389077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971544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971544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1728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135" y="2404872"/>
            <a:ext cx="6805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135" y="2374011"/>
            <a:ext cx="6768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03010" y="2404872"/>
            <a:ext cx="457256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03010" y="2374011"/>
            <a:ext cx="4568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71920" y="2404872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71920" y="2374011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48718" y="2404872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48718" y="2374011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603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48917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56916" y="2946654"/>
            <a:ext cx="51131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90704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64573" y="2946654"/>
            <a:ext cx="152662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64573" y="2915793"/>
            <a:ext cx="1522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87542" y="2946654"/>
            <a:ext cx="288037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87542" y="2915793"/>
            <a:ext cx="2876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4263" y="2946654"/>
            <a:ext cx="161123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4263" y="2915793"/>
            <a:ext cx="1607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1842" y="2946654"/>
            <a:ext cx="194601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71842" y="2915793"/>
            <a:ext cx="19460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550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56916" y="4768596"/>
            <a:ext cx="585757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6916" y="4738878"/>
            <a:ext cx="58539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10832" y="4768596"/>
            <a:ext cx="3292828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10832" y="4738878"/>
            <a:ext cx="32928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5129784"/>
            <a:ext cx="649784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756916" y="5100066"/>
            <a:ext cx="6494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251104" y="5129784"/>
            <a:ext cx="265255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51104" y="5100066"/>
            <a:ext cx="265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550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56916" y="5490972"/>
            <a:ext cx="805279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56916" y="5461254"/>
            <a:ext cx="8049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806050" y="5490972"/>
            <a:ext cx="1097609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06050" y="5461254"/>
            <a:ext cx="10976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29832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12712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756916" y="2194560"/>
            <a:ext cx="84609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756916" y="2011680"/>
            <a:ext cx="8460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23.50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43479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43479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756916" y="4649724"/>
            <a:ext cx="91467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56916" y="4466844"/>
            <a:ext cx="9146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25.41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29832" y="580644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29832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56916" y="2404872"/>
            <a:ext cx="34209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60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95354" y="2404872"/>
            <a:ext cx="144201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95354" y="2374011"/>
            <a:ext cx="1438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3714" y="2404872"/>
            <a:ext cx="440334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3714" y="2374011"/>
            <a:ext cx="4399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33405" y="2404872"/>
            <a:ext cx="211889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405" y="2374011"/>
            <a:ext cx="21152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8640" y="2404872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776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50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56916" y="2946654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10744" y="2946654"/>
            <a:ext cx="118819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10744" y="2915793"/>
            <a:ext cx="11845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95276" y="2946654"/>
            <a:ext cx="465717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195276" y="2915793"/>
            <a:ext cx="4653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48795" y="2946654"/>
            <a:ext cx="22035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48795" y="2915793"/>
            <a:ext cx="21998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8640" y="2946654"/>
            <a:ext cx="16921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834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9122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776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511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550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756916" y="4860036"/>
            <a:ext cx="42670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48400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79963" y="4860036"/>
            <a:ext cx="12727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79963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9105" y="4860036"/>
            <a:ext cx="372647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49105" y="4829175"/>
            <a:ext cx="37228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71920" y="4860036"/>
            <a:ext cx="17804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71920" y="4829175"/>
            <a:ext cx="177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718" y="4860036"/>
            <a:ext cx="126914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48718" y="4829175"/>
            <a:ext cx="12691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550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756916" y="5401818"/>
            <a:ext cx="25748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010744" y="5401818"/>
            <a:ext cx="101897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010744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26057" y="5401818"/>
            <a:ext cx="414952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26057" y="5370957"/>
            <a:ext cx="41458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71920" y="5401818"/>
            <a:ext cx="20342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71920" y="5370957"/>
            <a:ext cx="20306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2546" y="5401818"/>
            <a:ext cx="101531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02546" y="5370957"/>
            <a:ext cx="10153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834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9122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43479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26359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74159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57039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27471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310351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2099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4979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4095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975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756916" y="2194560"/>
            <a:ext cx="84609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756916" y="2011680"/>
            <a:ext cx="8460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23.50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43479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43479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756916" y="4649724"/>
            <a:ext cx="846094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756916" y="4466844"/>
            <a:ext cx="8460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23.50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143479" y="58064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43479" y="56235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635508" y="2011680"/>
            <a:ext cx="8229600" cy="3931920"/>
            <a:chOff x="63550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89291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61526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33762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05998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78234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50470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22706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94942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67178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39414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811650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97329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74156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41800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314036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86272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58508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35335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607571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79807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52043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24279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09260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1496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53732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25967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98203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0439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42675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614911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87147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54792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10526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63550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550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550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971544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31664" y="5824728"/>
            <a:ext cx="548944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31664" y="5641848"/>
            <a:ext cx="54894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15.25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50280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50280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508760"/>
            <a:ext cx="11451031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31.81 x 11.18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2026-10-07T16:25:42Z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