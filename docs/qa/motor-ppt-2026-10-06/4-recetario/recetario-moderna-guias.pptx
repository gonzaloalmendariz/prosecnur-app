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7056c1a971facc1e725f4ab289d8a274841c30d6.png"/>
<Relationship Id="rId4" Type="http://schemas.openxmlformats.org/officeDocument/2006/relationships/image" Target="../media/1a7d8429748f60cbf0cd533e96ee95f29797c3e1.png"/>
<Relationship Id="rId5" Type="http://schemas.openxmlformats.org/officeDocument/2006/relationships/image" Target="../media/1c19063f7a97ae3dc8c987b9ecd5d177dd22b63a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7056c1a971facc1e725f4ab289d8a274841c30d6.png"/>
<Relationship Id="rId4" Type="http://schemas.openxmlformats.org/officeDocument/2006/relationships/image" Target="../media/1a7d8429748f60cbf0cd533e96ee95f29797c3e1.png"/>
<Relationship Id="rId5" Type="http://schemas.openxmlformats.org/officeDocument/2006/relationships/image" Target="../media/1c19063f7a97ae3dc8c987b9ecd5d177dd22b63a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7056c1a971facc1e725f4ab289d8a274841c30d6.png"/>
<Relationship Id="rId4" Type="http://schemas.openxmlformats.org/officeDocument/2006/relationships/image" Target="../media/1a7d8429748f60cbf0cd533e96ee95f29797c3e1.png"/>
<Relationship Id="rId5" Type="http://schemas.openxmlformats.org/officeDocument/2006/relationships/image" Target="../media/1c19063f7a97ae3dc8c987b9ecd5d177dd22b63a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7056c1a971facc1e725f4ab289d8a274841c30d6.png"/>
<Relationship Id="rId4" Type="http://schemas.openxmlformats.org/officeDocument/2006/relationships/image" Target="../media/1a7d8429748f60cbf0cd533e96ee95f29797c3e1.png"/>
<Relationship Id="rId5" Type="http://schemas.openxmlformats.org/officeDocument/2006/relationships/image" Target="../media/1c19063f7a97ae3dc8c987b9ecd5d177dd22b63a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 y de cierre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subcapítulos, y su cierre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31.81 x 12.88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2619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58385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64231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64231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72613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72613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0681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35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8425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78425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14552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14552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93904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93904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33584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46463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6308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39071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97740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96489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96489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19065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319065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12610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39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76785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23253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6131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299716" y="2926080"/>
            <a:ext cx="464515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299716" y="2743200"/>
            <a:ext cx="46451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12.90 x 5.03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4108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64108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371600"/>
            <a:ext cx="11451031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31.81 x 12.45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0"/>
            <a:ext cx="11451031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31.81 x 6.86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143000"/>
            <a:ext cx="11451031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9601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31.81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71600"/>
            <a:ext cx="11451031" cy="4206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en filas con ícono, 31.81 x 11.68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5502" y="4800600"/>
            <a:ext cx="75839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5502" y="4617720"/>
            <a:ext cx="7583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21.07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2880360"/>
            <a:ext cx="1108527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8388" y="269748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barra, llave y columna Top Two Box, 30.79 x 5.59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87268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87268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87268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287268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2057400"/>
            <a:ext cx="471967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874520"/>
            <a:ext cx="47196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13.11 x 2.51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08112" y="2011680"/>
            <a:ext cx="307375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208112" y="182880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4.57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208276" y="4251960"/>
            <a:ext cx="307375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208276" y="406908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5.49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589624" y="4663440"/>
            <a:ext cx="5176876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589624" y="4480560"/>
            <a:ext cx="5176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14.38 x 3.43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44068" y="3840480"/>
            <a:ext cx="339029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3657600"/>
            <a:ext cx="33902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partida, 9.42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324246" y="2286000"/>
            <a:ext cx="2018690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24246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5.61 x 9.53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857" y="2286000"/>
            <a:ext cx="1150010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857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3.19 x 10.06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659636" y="2423160"/>
            <a:ext cx="1744370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65963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4.85 x 3.81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18606" y="2423160"/>
            <a:ext cx="1424330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1860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3.96 x 7.62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0377" y="2423160"/>
            <a:ext cx="156149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20377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4.34 x 10.97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84216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484216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52828" y="3898392"/>
            <a:ext cx="8142732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052828" y="3715512"/>
            <a:ext cx="8142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22.62 x 1.83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157984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57984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815084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815084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1579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579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915654"/>
            <a:ext cx="5486400" cy="30449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73277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8.46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15084" y="523495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815084" y="505207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15084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815084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815084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p_tabla + p_puntos_comparativos (hoy p_radar)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553212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645920"/>
            <a:ext cx="5532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15.37 x 10.92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41948" y="2468880"/>
            <a:ext cx="52788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41948" y="2286000"/>
            <a:ext cx="5278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tira de puntos, eje 80 a 100, 14.66 x 9.14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37760" y="178308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37760" y="160020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7760" y="402336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37760" y="384048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27443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27443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09172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09172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54207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54207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0933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38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0013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14589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89246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89246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8497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8497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7742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7742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97218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0096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9188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025396" y="2971800"/>
            <a:ext cx="510235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025396" y="2788920"/>
            <a:ext cx="5102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14.17 x 6.35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83396" y="2468880"/>
            <a:ext cx="3020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8.39 x 7.11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88236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88236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42352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842352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63040"/>
            <a:ext cx="11451031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31.81 x 1.91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385316" y="3017520"/>
            <a:ext cx="39424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385316" y="2834640"/>
            <a:ext cx="39424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10.95 x 7.62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11032" y="3017520"/>
            <a:ext cx="25708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711032" y="28346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7.62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0139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60139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13213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56434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00900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0829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02068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21024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21024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3849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206752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900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0829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02068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91156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16192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16192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17070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93809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02068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91156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89545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89545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2971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2971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434864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477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02068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391156" y="1874520"/>
            <a:ext cx="491947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391156" y="1691640"/>
            <a:ext cx="4919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13.67 x 10.67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60520" y="2103120"/>
            <a:ext cx="7011619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60520" y="1920240"/>
            <a:ext cx="70116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19.48 x 2.51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88236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888236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88236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236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74770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874770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313432"/>
            <a:ext cx="257666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340864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313432"/>
            <a:ext cx="479476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340864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313432"/>
            <a:ext cx="133086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340864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36003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971800"/>
            <a:ext cx="1600694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999232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971800"/>
            <a:ext cx="302028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999232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971800"/>
            <a:ext cx="168941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999232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971800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999232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2844" y="4370832"/>
            <a:ext cx="2754109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2844" y="4398264"/>
            <a:ext cx="27504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53296" y="4370832"/>
            <a:ext cx="390752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296" y="4398264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7162" y="4370832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57162" y="4398264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086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1512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7251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4257" y="5029200"/>
            <a:ext cx="54138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43079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31980" y="5029200"/>
            <a:ext cx="4036577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31980" y="5056632"/>
            <a:ext cx="4032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64900" y="5029200"/>
            <a:ext cx="287151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4900" y="5056632"/>
            <a:ext cx="2867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32754" y="5029200"/>
            <a:ext cx="1165066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732754" y="5056632"/>
            <a:ext cx="1165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4340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7219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025396" y="2103120"/>
            <a:ext cx="887242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192024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24.65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025396" y="4160520"/>
            <a:ext cx="887242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397764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24.65 x 3.66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1143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76056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6056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07508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07508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7921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074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3621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5311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58600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4245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87348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8020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2541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19188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39089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10182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0182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75604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75604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3861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9971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2595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6914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74636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3219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05318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8020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2541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9188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39760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060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21536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21536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53531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3531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6638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0052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293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36706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18020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541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19188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5866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86088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86088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84760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84760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505590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479347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93184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0497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8020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2541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219188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671316" y="2057400"/>
            <a:ext cx="345643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71316" y="1874520"/>
            <a:ext cx="3456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9.60 x 10.36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59636" y="2194560"/>
            <a:ext cx="4289908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59636" y="2011680"/>
            <a:ext cx="42899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11.92 x 2.16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85668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85668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659636" y="4206240"/>
            <a:ext cx="366811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59636" y="4023360"/>
            <a:ext cx="36681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10.19 x 4.57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2472" y="2194560"/>
            <a:ext cx="2479396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802472" y="201168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10.36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39796" y="2240280"/>
            <a:ext cx="2387956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39796" y="20574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9.65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06744" y="2057400"/>
            <a:ext cx="476539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406744" y="1874520"/>
            <a:ext cx="4765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13.24 x 2.51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79512" y="3931920"/>
            <a:ext cx="3302356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979512" y="374904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5.08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110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267712"/>
            <a:ext cx="257666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267712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267712"/>
            <a:ext cx="479476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267712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3600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871216"/>
            <a:ext cx="1600694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87121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871216"/>
            <a:ext cx="302028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871216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871216"/>
            <a:ext cx="168941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871216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25396" y="2057400"/>
            <a:ext cx="8872423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25396" y="187452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24.65 x 3.35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751076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751076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11.66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05192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705192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11.66 x 3.81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025396" y="2011680"/>
            <a:ext cx="330235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182880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9.17 x 3.20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93912" y="2011680"/>
            <a:ext cx="23879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893912" y="18288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4.27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025396" y="4489704"/>
            <a:ext cx="33023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025396" y="4306824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4.27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406744" y="458114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06744" y="439826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2926080"/>
            <a:ext cx="5359756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274320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3.23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90992" y="2743200"/>
            <a:ext cx="2890876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390992" y="2560320"/>
            <a:ext cx="2890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8.03 x 8.33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3108" y="1463040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93108" y="1280160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3108" y="2999232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293108" y="2816352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3108" y="4535424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93108" y="4352544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2103120"/>
            <a:ext cx="5359756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2024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2.66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3792" y="2011680"/>
            <a:ext cx="334807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3792" y="1828800"/>
            <a:ext cx="33480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9.30 x 3.20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85716" y="4343400"/>
            <a:ext cx="441015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85716" y="4160520"/>
            <a:ext cx="44101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12.25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89176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4628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076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24628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38476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24628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4108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463040"/>
            <a:ext cx="11451031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31.81 x 8.89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64592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607308" y="2011680"/>
            <a:ext cx="321091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607308" y="1828800"/>
            <a:ext cx="3210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8.92 x 2.51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180076" y="3931920"/>
            <a:ext cx="1747876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180076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4.86 x 4.47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351112" y="2057400"/>
            <a:ext cx="1930756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51112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5.36 x 10.06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39155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39155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330489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0489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4512564"/>
            <a:ext cx="535975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4329684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476592" y="4421124"/>
            <a:ext cx="3805276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76592" y="4238244"/>
            <a:ext cx="380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10.57 x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827166" y="2011680"/>
            <a:ext cx="151577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27166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4.21 x 3.66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537497" y="2011680"/>
            <a:ext cx="1744370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37497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4.85 x 3.20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025396" y="4617720"/>
            <a:ext cx="137861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025396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3.83 x 3.66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391558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391558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330489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330489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39155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39155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30489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0489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79676" y="3474720"/>
            <a:ext cx="3969868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79676" y="3291840"/>
            <a:ext cx="39698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11.03 x 5.59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454832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454832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11032" y="3474720"/>
            <a:ext cx="2570836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11032" y="32918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7.14 x 6.40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1268" y="2423160"/>
            <a:ext cx="10353751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24028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28.76 x 8.64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 CON LEYENDA DE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p_pie con leyenda de cifras (el motor hoy dibuja la leyenda estándar a la derecha o abajo)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67028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9908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49908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68930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68930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87468" y="1783080"/>
            <a:ext cx="601035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87468" y="1600200"/>
            <a:ext cx="6010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16.70 x 11.28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41948" y="1828800"/>
            <a:ext cx="48216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41948" y="1645920"/>
            <a:ext cx="48216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13.39 x 11.73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1691640"/>
            <a:ext cx="495879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23076" y="1508760"/>
            <a:ext cx="49587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13.77 x 11.73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514600"/>
            <a:ext cx="1035375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1268" y="233172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28.76 x 8.38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89988" y="1828800"/>
            <a:ext cx="8159191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189988" y="16459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22.66 x 10.59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686656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686656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464308" y="1828800"/>
            <a:ext cx="7793431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64308" y="16459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21.65 x 10.34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05046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05046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47188" y="2194560"/>
            <a:ext cx="83420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647188" y="2011680"/>
            <a:ext cx="83420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23.17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54246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54246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95828" y="2194560"/>
            <a:ext cx="65132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95828" y="201168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18.09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015586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15586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78708" y="2057400"/>
            <a:ext cx="523311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78708" y="1874520"/>
            <a:ext cx="5233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14.54 x 10.08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" y="1600200"/>
            <a:ext cx="11085271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" y="141732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30.79 x 11.94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82826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82826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95828" y="2194560"/>
            <a:ext cx="74276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95828" y="2011680"/>
            <a:ext cx="7427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20.63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57192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657192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70094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70094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104388" y="2286000"/>
            <a:ext cx="8799271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3104388" y="2103120"/>
            <a:ext cx="8799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24.44 x 7.24 cm</a:t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367374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6367374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390388" y="2194560"/>
            <a:ext cx="6421831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390388" y="2011680"/>
            <a:ext cx="6421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17.84 x 9.58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3610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37608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99160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4560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672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32122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5224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29221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634586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634586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287268" y="2194560"/>
            <a:ext cx="541599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87268" y="2011680"/>
            <a:ext cx="5415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con guías cada 25 %, 15.04 x 10.08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6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7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7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8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9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40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1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2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3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4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5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6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7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9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1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3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5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p_dim_radar(inicio_eje_pct = 80)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32430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32430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18388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18388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p_nube_palabras con frases de dos y de tres palabras (ilustrativa)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452464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452464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980676" y="2103120"/>
            <a:ext cx="1301191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980676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8.53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980676" y="5175504"/>
            <a:ext cx="1301191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980676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2.44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31.81 x 12.88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DISTRITOS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572000" cy="4224528"/>
            <a:chOff x="726948" y="1508760"/>
            <a:chExt cx="4572000" cy="4224528"/>
          </a:xfrm>
        </p:grpSpPr>
        <p:sp>
          <p:nvSpPr>
            <p:cNvPr id="6" name="pg3"/>
            <p:cNvSpPr/>
            <p:nvPr/>
          </p:nvSpPr>
          <p:spPr>
            <a:xfrm>
              <a:off x="199051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87734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5021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99616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82253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00792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74567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69623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61070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46896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32311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17659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34311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2053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10719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6648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54591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30120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1432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1098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085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19919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38034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133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73982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87432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24452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4626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00035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50143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3117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02646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31472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42954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6052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56016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4687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2485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46112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66401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55484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01617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09353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64392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59661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74453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51830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47716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70675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77586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93827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8004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6466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74392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7995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89680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732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39028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13348" y="150876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13348" y="192024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13348" y="226771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13348" y="261518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13348" y="296265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39028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3348" y="374904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213348" y="416052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13348" y="450799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13348" y="485546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13348" y="520293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overview): distritos del estudio por grupo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8276" y="5806440"/>
            <a:ext cx="41493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38276" y="5623560"/>
            <a:ext cx="41493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11.53 x 0.76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26948" y="1508760"/>
            <a:ext cx="457200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26948" y="1325880"/>
            <a:ext cx="4572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Lima y Callao completos, 12.70 x 11.73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5852160" cy="4224528"/>
            <a:chOff x="452628" y="1508760"/>
            <a:chExt cx="5852160" cy="4224528"/>
          </a:xfrm>
        </p:grpSpPr>
        <p:sp>
          <p:nvSpPr>
            <p:cNvPr id="6" name="pg3"/>
            <p:cNvSpPr/>
            <p:nvPr/>
          </p:nvSpPr>
          <p:spPr>
            <a:xfrm>
              <a:off x="2794778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149411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952509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312986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146473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267840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006244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129057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006646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094336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68431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88987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080407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524813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95364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31638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04140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60861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980793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46874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95344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148442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8608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585974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49887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34032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731484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35475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652322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893149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67735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509486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253898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823026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858000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720133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74950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878378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371160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274415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699453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753155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115628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716904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774104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889111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904980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3072247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880444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977885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925581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943482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652122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3161415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3112927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986209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3030220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948235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796264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706594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587388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262180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609124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130941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1912221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277696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166285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1900383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462538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511891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287361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171339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1992563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020509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1914901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005226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162667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303586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514970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048001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3460028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388908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3380845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3281020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3244428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421727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492517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899237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3319802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3096605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774387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619982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2585579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421446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2566416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684360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802001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819013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638004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489446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527654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369088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2393454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2394485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281511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197989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299971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104773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317086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522902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509479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429360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94694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90259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234354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965363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097836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138460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082161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378836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227275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11473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24902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38449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052061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95193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360003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328261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10977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763127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719671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793920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893425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76400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1931141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187806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060900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035665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989193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231137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365244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350199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67798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18393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445193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492677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92285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691534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526536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90468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76031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571868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945350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854737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63186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46196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182419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94802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825444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717041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704632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572861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020914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236340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095771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112687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943226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74657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729518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56177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218282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466978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402483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594212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101467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729568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734605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717498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889578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72628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42102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49685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399005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245077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36724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048549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899618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751406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551049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443734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114047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236727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282788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1769165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1858319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82338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190005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2610196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2687911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1805414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6" name=""/>
          <p:cNvSpPr>
            <a:spLocks noGrp="1"/>
          </p:cNvSpPr>
          <p:nvPr>
            </p:nvPr>
        </p:nvSpPr>
        <p:spPr>
          <a:xfrm>
            <a:off x="1681480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1791208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3147568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3257296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6705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7036308" y="1508760"/>
            <a:ext cx="48673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7036308" y="2075688"/>
            <a:ext cx="48673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7036308" y="233172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7036308" y="2743200"/>
            <a:ext cx="48673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44868" y="2971800"/>
            <a:ext cx="495879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944868" y="384048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44868" y="451104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zonas aplicadas en el distrito</a:t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1681480" y="5806440"/>
            <a:ext cx="3394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1681480" y="5623560"/>
            <a:ext cx="3394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9.43 x 0.76 cm</a:t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452628" y="1508760"/>
            <a:ext cx="58521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452628" y="132588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 con sus zonas, 16.26 x 11.73 cm</a:t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7036308" y="1508760"/>
            <a:ext cx="486735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7036308" y="1325880"/>
            <a:ext cx="4867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13.52 x 2.92 cm</a:t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6766560" cy="4224528"/>
            <a:chOff x="452628" y="1508760"/>
            <a:chExt cx="6766560" cy="4224528"/>
          </a:xfrm>
        </p:grpSpPr>
        <p:sp>
          <p:nvSpPr>
            <p:cNvPr id="6" name="pg3"/>
            <p:cNvSpPr/>
            <p:nvPr/>
          </p:nvSpPr>
          <p:spPr>
            <a:xfrm>
              <a:off x="3690233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130440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30440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130440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365042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326552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266713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31211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514939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628724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681922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536888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510154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65417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49651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15041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70812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70500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82723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315396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9772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414516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6157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9348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360494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27170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38772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226064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286059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363745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81528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414047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477896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245771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16304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470572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446428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495894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64614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339765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18054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244351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399782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299334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312351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395395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404227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56200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442474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31422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289136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334788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350344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427034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482501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551054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496571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420781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463476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260387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193996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198930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143889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59796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284558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311489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340247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363104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175457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3777838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3832285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3652196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3887714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3657303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3719759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3646052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032280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125610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166417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216372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101141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208319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283653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342484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387506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275660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287531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346287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172928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115351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310130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370228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041165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3984989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914528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3796914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3819469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3591260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3609668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3625084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640910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3664163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696512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580230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551481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269583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28710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4198605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4403906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3999027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3541258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3964101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4015431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563673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578350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744712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4038464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981610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933079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774667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755522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902750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846411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819743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830834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3735471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3765719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4310994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3599642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3977120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4366264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4438534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4470028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4511116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4556276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4624864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4696707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4391621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4324956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4283588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4431544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4019544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4082504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4145335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4077255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45339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84155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91647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249730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84561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126260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112138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889531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257986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16641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957439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018547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75069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148948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201020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254894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248938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125038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305397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947151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690335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154142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19278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078083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155023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053176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150579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221908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208318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251453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299990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334447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188545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146100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97959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67615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989871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001697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965575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891778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984245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962630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022001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4903077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5019516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4935099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4896522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4952559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4792328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4842549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4961581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4713149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4839834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4729051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4787959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4809255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5046240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5061094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4992146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4857579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5086946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5009882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5034360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4805567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4648343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5100309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5356156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5023200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5046301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5086985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5111011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5208111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5089650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5512164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5218305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5309202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5256831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5429596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5290546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5339306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5308605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5371210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5324856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5404920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5218531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5236950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5396669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5445507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5495910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5534270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5355141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5429991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5465924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5001024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5251329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5401629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573973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573920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848988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890468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284800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21722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014059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2565907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2770139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2779184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2865142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2830110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681899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2656883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2589181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2601291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2710090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2648029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703348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643368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704517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759628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778612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99999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45901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801679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803401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602845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337024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70668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664280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638416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511129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451999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458514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513050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056029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61788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216314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209765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020057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621957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369288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558565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639287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711279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649438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696027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130440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130440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130440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130440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130440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130440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136310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223669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249961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285672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130440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130440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130440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130440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130440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130440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130440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135339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445561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660485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130440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130440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187839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850775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332667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520346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832744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869335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012012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187705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09036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947325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645131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2130440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49061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208576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25893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396544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473315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04103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58826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95559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31187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83545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21791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43684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05514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143972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2861435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2592205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2456879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2508265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2549731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2603629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2714014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2765673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2135383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2130440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2130440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2130440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2130440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2177902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2463535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2130440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2130440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2154131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2130440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2200207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2138628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2133054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2149594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2130440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2152638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2131407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2177274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2130440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2130440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2130440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2130440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2136072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2471290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502815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531577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564339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452662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39676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2563814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2467226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2492522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2321628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2325804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2419372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2455155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2251504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359374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2262672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2325682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2414532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2459992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2497386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2584522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2519527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2551208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2282588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2584805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2585210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2666664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2130440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2130440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2130440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2130440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2130440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2158722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2454046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2503807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2452321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2505688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2555021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2607966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2594399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2689264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2779821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2307307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2261343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2352823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2176071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2131898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2237090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2280928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2303761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2400621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2449527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2483139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2593682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2508034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2528107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2616824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2652188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2671963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2669335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2697404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2701701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2727978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2762202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2792074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2827576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2776783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2484473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554748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2513165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2594837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2631020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2748139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2422109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2216792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94071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137462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99531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80864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149739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065831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040897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183661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113997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156206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84194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051425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107571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952095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022453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171996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945184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072448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2996857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104917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033923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2966071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004229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415083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2981359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063738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217555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196587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044447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200068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135037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094573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189824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58508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528865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216802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290886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368596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401289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48579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499385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60693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493470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208372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207544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260274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890448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942170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993361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044327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095616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016524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963856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910047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869084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760949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835332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857300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909661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922073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957946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996821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3005871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3044548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3053498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3091893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3119620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3105928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3385112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3328513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3275661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3290234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3185171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3158443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3214713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3455455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3490462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3347203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3293051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3214971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3407039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914865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969728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3034171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3089866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3147029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3205446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91815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857841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3080305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3231171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516889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3434848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3406510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3349872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3425344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3320625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3381984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835259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3125897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3137329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3179565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3143158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3337344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3461011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887686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953819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3330856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3400411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3126820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3532012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3529375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3840646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3957986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4129098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3977992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3864174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3786202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3897844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3799806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3817715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3742956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3644106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3632890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3635979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3834782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3927966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4002956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3971831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3934282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3892384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3858828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3594882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511745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4528521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4549557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4597685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4588165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2567259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2477919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2782137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2588692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2626831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2691170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2777719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011856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440166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424632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02811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584704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4107445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4226810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4036537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4366449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4341677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4150138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4508203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902020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936097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985667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4083739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4131216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249003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282757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232243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310969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028269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2865430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2827632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2777210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2890714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2863737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2912071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2958913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2787876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2940039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113055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166359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102095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154991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065958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166716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3008807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3371113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3178688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3640385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3757854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3810697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3928232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3716666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3742410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3774372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3666528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3723320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3784055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3842437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3737964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3816596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3853716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3896950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023248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058668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085763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690286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386284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3499137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3973267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3692819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2740846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3084147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3133576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3377138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3503972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296921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15877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3717985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3952464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664742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066914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143504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3700738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3744886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3588406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3565252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3616362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3556002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3880440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3790958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100275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67121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46509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170824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031476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56524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4182549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389266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253677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356107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433886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4311605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4429293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4439145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4518674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4456693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4582578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4324765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4363638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4281544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4352818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574871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604904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590899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4285278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4238688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4178106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4131844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4080590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983188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956985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4034985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913217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4198712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999352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4144040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4090109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928746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4037848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4029031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952537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629996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3610543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602573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4112349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995537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4068365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4252623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4172795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582289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633066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837954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895288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726890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4183027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988864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4067719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4190265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4470674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4395933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4687848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4646318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4667614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4883064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4888962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5097228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5160131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4270628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4212982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4485010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4608943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4756618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4597253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4476914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4472008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4705973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4638615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4788176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4247932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4216037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4515718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4492743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4616116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4609124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4823377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4765875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4712417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4638091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4336407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4443874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4535177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2130440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2130440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2147839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2386258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2416616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2413188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2229735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2180241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2282964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2261674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2228816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2293066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2350694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2130440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2163114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2130440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2130440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2130440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2130440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2131994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2198056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2280336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2327997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2363264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2344432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2255111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2312912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2203659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2247492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2297306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2400092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2346366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2397651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2429668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2447740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2436321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2526864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2566154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2603352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2631902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2660194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2688091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2742953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2678576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2717250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2751568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2786297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2822383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2463119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2232861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2677687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2460030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2490095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2590135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2581502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2641523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2609727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2663711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2733749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2734133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2771299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2808276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612568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732235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792845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3805174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849146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987226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4048823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116799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172636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4222589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909953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5194809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806534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853975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909510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661237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695016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56901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4164454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4258753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136968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179135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229916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284382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333078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391641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092118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042803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2130440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2463482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2487310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2552399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2541263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2231799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2344136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2393673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2446108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2130440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2130440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2135866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2186803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2240331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2339297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2412084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2442938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2464471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2500415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2553029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2616743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2696907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2787695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2879438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2946857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2827604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150420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069521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202675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524382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2308574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2250068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2518872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2650076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2706580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2761592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2819077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2561725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2527575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2500873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2679453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2734663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2928633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2986283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019952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2291225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2577675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2617882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577525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524843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510422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52883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2771786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2860585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2811002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2757974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2705029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2666406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2660719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2942053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50338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067692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111781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080167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2996257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4068393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4070400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4018915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917780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982916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894005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865437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775232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983928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958168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981251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961286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924020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00807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940809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779515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771880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35245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4092199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4430461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4555610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96324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4022403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4336106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775810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51867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5409113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5081857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5184977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5457786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4841229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5169785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5094932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937710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5012522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5250345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5197764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767066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5218967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4801848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4693021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4743339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4799006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5521136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5154119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5113412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5064744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993339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4932972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4891635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4754574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4793682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4920527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704733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4691742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4779322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5424243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5532818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367187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419195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459613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4301154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298892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4316066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502019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4541744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4589740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4658117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4638023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4554739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4505388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4478707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4438424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4391025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4348341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4270597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4255179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4203308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4219477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4458671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4402028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4143382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942801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4671177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4322445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4333235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4333239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4666077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2130440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2130440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4657088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922961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2130440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5179759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608435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2130440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2575805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2874556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4642312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2676091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2130440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2139066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2239173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2130440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2130440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130440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2130440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9" name=""/>
          <p:cNvSpPr>
            <a:spLocks noGrp="1"/>
          </p:cNvSpPr>
          <p:nvPr>
            </p:nvPr>
        </p:nvSpPr>
        <p:spPr>
          <a:xfrm>
            <a:off x="105638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1166114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281457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2924302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502996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5139690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5849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950708" y="1508760"/>
            <a:ext cx="39529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950708" y="2075688"/>
            <a:ext cx="39529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950708" y="233172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7950708" y="2743200"/>
            <a:ext cx="3952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7859268" y="2926080"/>
            <a:ext cx="404439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study_blocks): manzanas aplicadas dentro de sus zonas</a:t>
            </a:r>
          </a:p>
        </p:txBody>
      </p:sp>
      <p:sp>
        <p:nvSpPr>
          <p:cNvPr id="10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3" name=""/>
          <p:cNvSpPr>
            <a:spLocks noGrp="1"/>
          </p:cNvSpPr>
          <p:nvPr>
            </p:nvPr>
        </p:nvSpPr>
        <p:spPr>
          <a:xfrm>
            <a:off x="1056386" y="5806440"/>
            <a:ext cx="55590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4" name=""/>
          <p:cNvSpPr>
            <a:spLocks noGrp="1"/>
          </p:cNvSpPr>
          <p:nvPr>
            </p:nvPr>
        </p:nvSpPr>
        <p:spPr>
          <a:xfrm>
            <a:off x="1056386" y="5623560"/>
            <a:ext cx="55590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15.44 x 0.76 cm</a:t>
            </a:r>
          </a:p>
        </p:txBody>
      </p:sp>
      <p:sp>
        <p:nvSpPr>
          <p:cNvPr id="1065" name=""/>
          <p:cNvSpPr>
            <a:spLocks noGrp="1"/>
          </p:cNvSpPr>
          <p:nvPr>
            </p:nvPr>
        </p:nvSpPr>
        <p:spPr>
          <a:xfrm>
            <a:off x="452628" y="1508760"/>
            <a:ext cx="67665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6" name=""/>
          <p:cNvSpPr>
            <a:spLocks noGrp="1"/>
          </p:cNvSpPr>
          <p:nvPr>
            </p:nvPr>
        </p:nvSpPr>
        <p:spPr>
          <a:xfrm>
            <a:off x="452628" y="132588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del racimo, 18.80 x 11.73 cm</a:t>
            </a:r>
          </a:p>
        </p:txBody>
      </p:sp>
      <p:sp>
        <p:nvSpPr>
          <p:cNvPr id="1067" name=""/>
          <p:cNvSpPr>
            <a:spLocks noGrp="1"/>
          </p:cNvSpPr>
          <p:nvPr>
            </p:nvPr>
        </p:nvSpPr>
        <p:spPr>
          <a:xfrm>
            <a:off x="7950708" y="1508760"/>
            <a:ext cx="395295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8" name=""/>
          <p:cNvSpPr>
            <a:spLocks noGrp="1"/>
          </p:cNvSpPr>
          <p:nvPr>
            </p:nvPr>
        </p:nvSpPr>
        <p:spPr>
          <a:xfrm>
            <a:off x="7950708" y="1325880"/>
            <a:ext cx="39529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10.98 x 2.92 cm</a:t>
            </a:r>
          </a:p>
        </p:txBody>
      </p:sp>
      <p:sp>
        <p:nvSpPr>
          <p:cNvPr id="10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DOS GRUPOS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199 zonas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057400"/>
            <a:ext cx="5451196" cy="3630168"/>
            <a:chOff x="452628" y="2057400"/>
            <a:chExt cx="5451196" cy="3630168"/>
          </a:xfrm>
        </p:grpSpPr>
        <p:sp>
          <p:nvSpPr>
            <p:cNvPr id="8" name="pg3"/>
            <p:cNvSpPr/>
            <p:nvPr/>
          </p:nvSpPr>
          <p:spPr>
            <a:xfrm>
              <a:off x="2985694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4"/>
            <p:cNvSpPr/>
            <p:nvPr/>
          </p:nvSpPr>
          <p:spPr>
            <a:xfrm>
              <a:off x="3298285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5"/>
            <p:cNvSpPr/>
            <p:nvPr/>
          </p:nvSpPr>
          <p:spPr>
            <a:xfrm>
              <a:off x="3124726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6"/>
            <p:cNvSpPr/>
            <p:nvPr/>
          </p:nvSpPr>
          <p:spPr>
            <a:xfrm>
              <a:off x="2561020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7"/>
            <p:cNvSpPr/>
            <p:nvPr/>
          </p:nvSpPr>
          <p:spPr>
            <a:xfrm>
              <a:off x="2414247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8"/>
            <p:cNvSpPr/>
            <p:nvPr/>
          </p:nvSpPr>
          <p:spPr>
            <a:xfrm>
              <a:off x="2521226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9"/>
            <p:cNvSpPr/>
            <p:nvPr/>
          </p:nvSpPr>
          <p:spPr>
            <a:xfrm>
              <a:off x="2290642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0"/>
            <p:cNvSpPr/>
            <p:nvPr/>
          </p:nvSpPr>
          <p:spPr>
            <a:xfrm>
              <a:off x="2398896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1"/>
            <p:cNvSpPr/>
            <p:nvPr/>
          </p:nvSpPr>
          <p:spPr>
            <a:xfrm>
              <a:off x="2290997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2"/>
            <p:cNvSpPr/>
            <p:nvPr/>
          </p:nvSpPr>
          <p:spPr>
            <a:xfrm>
              <a:off x="2368291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3"/>
            <p:cNvSpPr/>
            <p:nvPr/>
          </p:nvSpPr>
          <p:spPr>
            <a:xfrm>
              <a:off x="2433601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4"/>
            <p:cNvSpPr/>
            <p:nvPr/>
          </p:nvSpPr>
          <p:spPr>
            <a:xfrm>
              <a:off x="2275431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5"/>
            <p:cNvSpPr/>
            <p:nvPr/>
          </p:nvSpPr>
          <p:spPr>
            <a:xfrm>
              <a:off x="2356013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6"/>
            <p:cNvSpPr/>
            <p:nvPr/>
          </p:nvSpPr>
          <p:spPr>
            <a:xfrm>
              <a:off x="2747734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7"/>
            <p:cNvSpPr/>
            <p:nvPr/>
          </p:nvSpPr>
          <p:spPr>
            <a:xfrm>
              <a:off x="2809921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18"/>
            <p:cNvSpPr/>
            <p:nvPr/>
          </p:nvSpPr>
          <p:spPr>
            <a:xfrm>
              <a:off x="2489315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19"/>
            <p:cNvSpPr/>
            <p:nvPr/>
          </p:nvSpPr>
          <p:spPr>
            <a:xfrm>
              <a:off x="2553222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0"/>
            <p:cNvSpPr/>
            <p:nvPr/>
          </p:nvSpPr>
          <p:spPr>
            <a:xfrm>
              <a:off x="2426929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1"/>
            <p:cNvSpPr/>
            <p:nvPr/>
          </p:nvSpPr>
          <p:spPr>
            <a:xfrm>
              <a:off x="2268208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2"/>
            <p:cNvSpPr/>
            <p:nvPr/>
          </p:nvSpPr>
          <p:spPr>
            <a:xfrm>
              <a:off x="2943469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3"/>
            <p:cNvSpPr/>
            <p:nvPr/>
          </p:nvSpPr>
          <p:spPr>
            <a:xfrm>
              <a:off x="3603207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4"/>
            <p:cNvSpPr/>
            <p:nvPr/>
          </p:nvSpPr>
          <p:spPr>
            <a:xfrm>
              <a:off x="3297431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5"/>
            <p:cNvSpPr/>
            <p:nvPr/>
          </p:nvSpPr>
          <p:spPr>
            <a:xfrm>
              <a:off x="2698193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6"/>
            <p:cNvSpPr/>
            <p:nvPr/>
          </p:nvSpPr>
          <p:spPr>
            <a:xfrm>
              <a:off x="2801644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7"/>
            <p:cNvSpPr/>
            <p:nvPr/>
          </p:nvSpPr>
          <p:spPr>
            <a:xfrm>
              <a:off x="2505401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28"/>
            <p:cNvSpPr/>
            <p:nvPr/>
          </p:nvSpPr>
          <p:spPr>
            <a:xfrm>
              <a:off x="2579570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29"/>
            <p:cNvSpPr/>
            <p:nvPr/>
          </p:nvSpPr>
          <p:spPr>
            <a:xfrm>
              <a:off x="2929903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0"/>
            <p:cNvSpPr/>
            <p:nvPr/>
          </p:nvSpPr>
          <p:spPr>
            <a:xfrm>
              <a:off x="2580842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1"/>
            <p:cNvSpPr/>
            <p:nvPr/>
          </p:nvSpPr>
          <p:spPr>
            <a:xfrm>
              <a:off x="2860127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2"/>
            <p:cNvSpPr/>
            <p:nvPr/>
          </p:nvSpPr>
          <p:spPr>
            <a:xfrm>
              <a:off x="3072403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3"/>
            <p:cNvSpPr/>
            <p:nvPr/>
          </p:nvSpPr>
          <p:spPr>
            <a:xfrm>
              <a:off x="2521133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4"/>
            <p:cNvSpPr/>
            <p:nvPr/>
          </p:nvSpPr>
          <p:spPr>
            <a:xfrm>
              <a:off x="2734224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5"/>
            <p:cNvSpPr/>
            <p:nvPr/>
          </p:nvSpPr>
          <p:spPr>
            <a:xfrm>
              <a:off x="3390384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6"/>
            <p:cNvSpPr/>
            <p:nvPr/>
          </p:nvSpPr>
          <p:spPr>
            <a:xfrm>
              <a:off x="3010594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7"/>
            <p:cNvSpPr/>
            <p:nvPr/>
          </p:nvSpPr>
          <p:spPr>
            <a:xfrm>
              <a:off x="3041421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38"/>
            <p:cNvSpPr/>
            <p:nvPr/>
          </p:nvSpPr>
          <p:spPr>
            <a:xfrm>
              <a:off x="2919898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39"/>
            <p:cNvSpPr/>
            <p:nvPr/>
          </p:nvSpPr>
          <p:spPr>
            <a:xfrm>
              <a:off x="2791927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0"/>
            <p:cNvSpPr/>
            <p:nvPr/>
          </p:nvSpPr>
          <p:spPr>
            <a:xfrm>
              <a:off x="3059383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1"/>
            <p:cNvSpPr/>
            <p:nvPr/>
          </p:nvSpPr>
          <p:spPr>
            <a:xfrm>
              <a:off x="2612297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2"/>
            <p:cNvSpPr/>
            <p:nvPr/>
          </p:nvSpPr>
          <p:spPr>
            <a:xfrm>
              <a:off x="3408470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3"/>
            <p:cNvSpPr/>
            <p:nvPr/>
          </p:nvSpPr>
          <p:spPr>
            <a:xfrm>
              <a:off x="2901670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4"/>
            <p:cNvSpPr/>
            <p:nvPr/>
          </p:nvSpPr>
          <p:spPr>
            <a:xfrm>
              <a:off x="2949006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5"/>
            <p:cNvSpPr/>
            <p:nvPr/>
          </p:nvSpPr>
          <p:spPr>
            <a:xfrm>
              <a:off x="3268507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6"/>
            <p:cNvSpPr/>
            <p:nvPr/>
          </p:nvSpPr>
          <p:spPr>
            <a:xfrm>
              <a:off x="2917052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7"/>
            <p:cNvSpPr/>
            <p:nvPr/>
          </p:nvSpPr>
          <p:spPr>
            <a:xfrm>
              <a:off x="2967471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48"/>
            <p:cNvSpPr/>
            <p:nvPr/>
          </p:nvSpPr>
          <p:spPr>
            <a:xfrm>
              <a:off x="3068844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49"/>
            <p:cNvSpPr/>
            <p:nvPr/>
          </p:nvSpPr>
          <p:spPr>
            <a:xfrm>
              <a:off x="3082831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0"/>
            <p:cNvSpPr/>
            <p:nvPr/>
          </p:nvSpPr>
          <p:spPr>
            <a:xfrm>
              <a:off x="3230268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1"/>
            <p:cNvSpPr/>
            <p:nvPr/>
          </p:nvSpPr>
          <p:spPr>
            <a:xfrm>
              <a:off x="3061204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2"/>
            <p:cNvSpPr/>
            <p:nvPr/>
          </p:nvSpPr>
          <p:spPr>
            <a:xfrm>
              <a:off x="3147093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3"/>
            <p:cNvSpPr/>
            <p:nvPr/>
          </p:nvSpPr>
          <p:spPr>
            <a:xfrm>
              <a:off x="3100990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4"/>
            <p:cNvSpPr/>
            <p:nvPr/>
          </p:nvSpPr>
          <p:spPr>
            <a:xfrm>
              <a:off x="3116769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5"/>
            <p:cNvSpPr/>
            <p:nvPr/>
          </p:nvSpPr>
          <p:spPr>
            <a:xfrm>
              <a:off x="2860044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6"/>
            <p:cNvSpPr/>
            <p:nvPr/>
          </p:nvSpPr>
          <p:spPr>
            <a:xfrm>
              <a:off x="3308866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7"/>
            <p:cNvSpPr/>
            <p:nvPr/>
          </p:nvSpPr>
          <p:spPr>
            <a:xfrm>
              <a:off x="3266126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58"/>
            <p:cNvSpPr/>
            <p:nvPr/>
          </p:nvSpPr>
          <p:spPr>
            <a:xfrm>
              <a:off x="3154431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59"/>
            <p:cNvSpPr/>
            <p:nvPr/>
          </p:nvSpPr>
          <p:spPr>
            <a:xfrm>
              <a:off x="3193224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0"/>
            <p:cNvSpPr/>
            <p:nvPr/>
          </p:nvSpPr>
          <p:spPr>
            <a:xfrm>
              <a:off x="3120958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1"/>
            <p:cNvSpPr/>
            <p:nvPr/>
          </p:nvSpPr>
          <p:spPr>
            <a:xfrm>
              <a:off x="2987004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2"/>
            <p:cNvSpPr/>
            <p:nvPr/>
          </p:nvSpPr>
          <p:spPr>
            <a:xfrm>
              <a:off x="2907964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3"/>
            <p:cNvSpPr/>
            <p:nvPr/>
          </p:nvSpPr>
          <p:spPr>
            <a:xfrm>
              <a:off x="2802891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4"/>
            <p:cNvSpPr/>
            <p:nvPr/>
          </p:nvSpPr>
          <p:spPr>
            <a:xfrm>
              <a:off x="2516237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5"/>
            <p:cNvSpPr/>
            <p:nvPr/>
          </p:nvSpPr>
          <p:spPr>
            <a:xfrm>
              <a:off x="2822049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6"/>
            <p:cNvSpPr/>
            <p:nvPr/>
          </p:nvSpPr>
          <p:spPr>
            <a:xfrm>
              <a:off x="2400556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7"/>
            <p:cNvSpPr/>
            <p:nvPr/>
          </p:nvSpPr>
          <p:spPr>
            <a:xfrm>
              <a:off x="2207766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68"/>
            <p:cNvSpPr/>
            <p:nvPr/>
          </p:nvSpPr>
          <p:spPr>
            <a:xfrm>
              <a:off x="2529913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69"/>
            <p:cNvSpPr/>
            <p:nvPr/>
          </p:nvSpPr>
          <p:spPr>
            <a:xfrm>
              <a:off x="2431710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0"/>
            <p:cNvSpPr/>
            <p:nvPr/>
          </p:nvSpPr>
          <p:spPr>
            <a:xfrm>
              <a:off x="2197331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1"/>
            <p:cNvSpPr/>
            <p:nvPr/>
          </p:nvSpPr>
          <p:spPr>
            <a:xfrm>
              <a:off x="2692841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2"/>
            <p:cNvSpPr/>
            <p:nvPr/>
          </p:nvSpPr>
          <p:spPr>
            <a:xfrm>
              <a:off x="2736344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3"/>
            <p:cNvSpPr/>
            <p:nvPr/>
          </p:nvSpPr>
          <p:spPr>
            <a:xfrm>
              <a:off x="2538432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4"/>
            <p:cNvSpPr/>
            <p:nvPr/>
          </p:nvSpPr>
          <p:spPr>
            <a:xfrm>
              <a:off x="2436165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5"/>
            <p:cNvSpPr/>
            <p:nvPr/>
          </p:nvSpPr>
          <p:spPr>
            <a:xfrm>
              <a:off x="2278583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6"/>
            <p:cNvSpPr/>
            <p:nvPr/>
          </p:nvSpPr>
          <p:spPr>
            <a:xfrm>
              <a:off x="2303216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7"/>
            <p:cNvSpPr/>
            <p:nvPr/>
          </p:nvSpPr>
          <p:spPr>
            <a:xfrm>
              <a:off x="2210128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78"/>
            <p:cNvSpPr/>
            <p:nvPr/>
          </p:nvSpPr>
          <p:spPr>
            <a:xfrm>
              <a:off x="2289745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79"/>
            <p:cNvSpPr/>
            <p:nvPr/>
          </p:nvSpPr>
          <p:spPr>
            <a:xfrm>
              <a:off x="2428521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0"/>
            <p:cNvSpPr/>
            <p:nvPr/>
          </p:nvSpPr>
          <p:spPr>
            <a:xfrm>
              <a:off x="2552734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1"/>
            <p:cNvSpPr/>
            <p:nvPr/>
          </p:nvSpPr>
          <p:spPr>
            <a:xfrm>
              <a:off x="2739057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2"/>
            <p:cNvSpPr/>
            <p:nvPr/>
          </p:nvSpPr>
          <p:spPr>
            <a:xfrm>
              <a:off x="2327449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3"/>
            <p:cNvSpPr/>
            <p:nvPr/>
          </p:nvSpPr>
          <p:spPr>
            <a:xfrm>
              <a:off x="3572078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4"/>
            <p:cNvSpPr/>
            <p:nvPr/>
          </p:nvSpPr>
          <p:spPr>
            <a:xfrm>
              <a:off x="3509389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5"/>
            <p:cNvSpPr/>
            <p:nvPr/>
          </p:nvSpPr>
          <p:spPr>
            <a:xfrm>
              <a:off x="3502282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6"/>
            <p:cNvSpPr/>
            <p:nvPr/>
          </p:nvSpPr>
          <p:spPr>
            <a:xfrm>
              <a:off x="3414291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7"/>
            <p:cNvSpPr/>
            <p:nvPr/>
          </p:nvSpPr>
          <p:spPr>
            <a:xfrm>
              <a:off x="3382037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88"/>
            <p:cNvSpPr/>
            <p:nvPr/>
          </p:nvSpPr>
          <p:spPr>
            <a:xfrm>
              <a:off x="2656869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89"/>
            <p:cNvSpPr/>
            <p:nvPr/>
          </p:nvSpPr>
          <p:spPr>
            <a:xfrm>
              <a:off x="2719267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0"/>
            <p:cNvSpPr/>
            <p:nvPr/>
          </p:nvSpPr>
          <p:spPr>
            <a:xfrm>
              <a:off x="3077769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1"/>
            <p:cNvSpPr/>
            <p:nvPr/>
          </p:nvSpPr>
          <p:spPr>
            <a:xfrm>
              <a:off x="3448476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2"/>
            <p:cNvSpPr/>
            <p:nvPr/>
          </p:nvSpPr>
          <p:spPr>
            <a:xfrm>
              <a:off x="3251739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3"/>
            <p:cNvSpPr/>
            <p:nvPr/>
          </p:nvSpPr>
          <p:spPr>
            <a:xfrm>
              <a:off x="2967721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4"/>
            <p:cNvSpPr/>
            <p:nvPr/>
          </p:nvSpPr>
          <p:spPr>
            <a:xfrm>
              <a:off x="2831620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5"/>
            <p:cNvSpPr/>
            <p:nvPr/>
          </p:nvSpPr>
          <p:spPr>
            <a:xfrm>
              <a:off x="2801296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6"/>
            <p:cNvSpPr/>
            <p:nvPr/>
          </p:nvSpPr>
          <p:spPr>
            <a:xfrm>
              <a:off x="2656621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7"/>
            <p:cNvSpPr/>
            <p:nvPr/>
          </p:nvSpPr>
          <p:spPr>
            <a:xfrm>
              <a:off x="2784405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98"/>
            <p:cNvSpPr/>
            <p:nvPr/>
          </p:nvSpPr>
          <p:spPr>
            <a:xfrm>
              <a:off x="2888366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99"/>
            <p:cNvSpPr/>
            <p:nvPr/>
          </p:nvSpPr>
          <p:spPr>
            <a:xfrm>
              <a:off x="2992139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0"/>
            <p:cNvSpPr/>
            <p:nvPr/>
          </p:nvSpPr>
          <p:spPr>
            <a:xfrm>
              <a:off x="3007056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1"/>
            <p:cNvSpPr/>
            <p:nvPr/>
          </p:nvSpPr>
          <p:spPr>
            <a:xfrm>
              <a:off x="2847506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2"/>
            <p:cNvSpPr/>
            <p:nvPr/>
          </p:nvSpPr>
          <p:spPr>
            <a:xfrm>
              <a:off x="2716560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3"/>
            <p:cNvSpPr/>
            <p:nvPr/>
          </p:nvSpPr>
          <p:spPr>
            <a:xfrm>
              <a:off x="2750238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4"/>
            <p:cNvSpPr/>
            <p:nvPr/>
          </p:nvSpPr>
          <p:spPr>
            <a:xfrm>
              <a:off x="2610471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5"/>
            <p:cNvSpPr/>
            <p:nvPr/>
          </p:nvSpPr>
          <p:spPr>
            <a:xfrm>
              <a:off x="2631948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6"/>
            <p:cNvSpPr/>
            <p:nvPr/>
          </p:nvSpPr>
          <p:spPr>
            <a:xfrm>
              <a:off x="2632857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7"/>
            <p:cNvSpPr/>
            <p:nvPr/>
          </p:nvSpPr>
          <p:spPr>
            <a:xfrm>
              <a:off x="2533275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08"/>
            <p:cNvSpPr/>
            <p:nvPr/>
          </p:nvSpPr>
          <p:spPr>
            <a:xfrm>
              <a:off x="2459655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09"/>
            <p:cNvSpPr/>
            <p:nvPr/>
          </p:nvSpPr>
          <p:spPr>
            <a:xfrm>
              <a:off x="2549548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0"/>
            <p:cNvSpPr/>
            <p:nvPr/>
          </p:nvSpPr>
          <p:spPr>
            <a:xfrm>
              <a:off x="2377491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1"/>
            <p:cNvSpPr/>
            <p:nvPr/>
          </p:nvSpPr>
          <p:spPr>
            <a:xfrm>
              <a:off x="2564681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2"/>
            <p:cNvSpPr/>
            <p:nvPr/>
          </p:nvSpPr>
          <p:spPr>
            <a:xfrm>
              <a:off x="2746050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3"/>
            <p:cNvSpPr/>
            <p:nvPr/>
          </p:nvSpPr>
          <p:spPr>
            <a:xfrm>
              <a:off x="2734218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4"/>
            <p:cNvSpPr/>
            <p:nvPr/>
          </p:nvSpPr>
          <p:spPr>
            <a:xfrm>
              <a:off x="2663597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5"/>
            <p:cNvSpPr/>
            <p:nvPr/>
          </p:nvSpPr>
          <p:spPr>
            <a:xfrm>
              <a:off x="2809331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6"/>
            <p:cNvSpPr/>
            <p:nvPr/>
          </p:nvSpPr>
          <p:spPr>
            <a:xfrm>
              <a:off x="3158001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7"/>
            <p:cNvSpPr/>
            <p:nvPr/>
          </p:nvSpPr>
          <p:spPr>
            <a:xfrm>
              <a:off x="3373157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18"/>
            <p:cNvSpPr/>
            <p:nvPr/>
          </p:nvSpPr>
          <p:spPr>
            <a:xfrm>
              <a:off x="3136056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19"/>
            <p:cNvSpPr/>
            <p:nvPr/>
          </p:nvSpPr>
          <p:spPr>
            <a:xfrm>
              <a:off x="3252824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0"/>
            <p:cNvSpPr/>
            <p:nvPr/>
          </p:nvSpPr>
          <p:spPr>
            <a:xfrm>
              <a:off x="3288632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1"/>
            <p:cNvSpPr/>
            <p:nvPr/>
          </p:nvSpPr>
          <p:spPr>
            <a:xfrm>
              <a:off x="3239008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2"/>
            <p:cNvSpPr/>
            <p:nvPr/>
          </p:nvSpPr>
          <p:spPr>
            <a:xfrm>
              <a:off x="3500511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3"/>
            <p:cNvSpPr/>
            <p:nvPr/>
          </p:nvSpPr>
          <p:spPr>
            <a:xfrm>
              <a:off x="3366918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4"/>
            <p:cNvSpPr/>
            <p:nvPr/>
          </p:nvSpPr>
          <p:spPr>
            <a:xfrm>
              <a:off x="3264844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5"/>
            <p:cNvSpPr/>
            <p:nvPr/>
          </p:nvSpPr>
          <p:spPr>
            <a:xfrm>
              <a:off x="3188536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6"/>
            <p:cNvSpPr/>
            <p:nvPr/>
          </p:nvSpPr>
          <p:spPr>
            <a:xfrm>
              <a:off x="3200478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7"/>
            <p:cNvSpPr/>
            <p:nvPr/>
          </p:nvSpPr>
          <p:spPr>
            <a:xfrm>
              <a:off x="3212560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28"/>
            <p:cNvSpPr/>
            <p:nvPr/>
          </p:nvSpPr>
          <p:spPr>
            <a:xfrm>
              <a:off x="3074205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29"/>
            <p:cNvSpPr/>
            <p:nvPr/>
          </p:nvSpPr>
          <p:spPr>
            <a:xfrm>
              <a:off x="2602462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0"/>
            <p:cNvSpPr/>
            <p:nvPr/>
          </p:nvSpPr>
          <p:spPr>
            <a:xfrm>
              <a:off x="2574484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1"/>
            <p:cNvSpPr/>
            <p:nvPr/>
          </p:nvSpPr>
          <p:spPr>
            <a:xfrm>
              <a:off x="2735538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2"/>
            <p:cNvSpPr/>
            <p:nvPr/>
          </p:nvSpPr>
          <p:spPr>
            <a:xfrm>
              <a:off x="2957795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3"/>
            <p:cNvSpPr/>
            <p:nvPr/>
          </p:nvSpPr>
          <p:spPr>
            <a:xfrm>
              <a:off x="2919491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4"/>
            <p:cNvSpPr/>
            <p:nvPr/>
          </p:nvSpPr>
          <p:spPr>
            <a:xfrm>
              <a:off x="2984938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5"/>
            <p:cNvSpPr/>
            <p:nvPr/>
          </p:nvSpPr>
          <p:spPr>
            <a:xfrm>
              <a:off x="3072647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6"/>
            <p:cNvSpPr/>
            <p:nvPr/>
          </p:nvSpPr>
          <p:spPr>
            <a:xfrm>
              <a:off x="2705061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7"/>
            <p:cNvSpPr/>
            <p:nvPr/>
          </p:nvSpPr>
          <p:spPr>
            <a:xfrm>
              <a:off x="2224442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38"/>
            <p:cNvSpPr/>
            <p:nvPr/>
          </p:nvSpPr>
          <p:spPr>
            <a:xfrm>
              <a:off x="2450680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39"/>
            <p:cNvSpPr/>
            <p:nvPr/>
          </p:nvSpPr>
          <p:spPr>
            <a:xfrm>
              <a:off x="2338819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0"/>
            <p:cNvSpPr/>
            <p:nvPr/>
          </p:nvSpPr>
          <p:spPr>
            <a:xfrm>
              <a:off x="3198023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1"/>
            <p:cNvSpPr/>
            <p:nvPr/>
          </p:nvSpPr>
          <p:spPr>
            <a:xfrm>
              <a:off x="3157061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2"/>
            <p:cNvSpPr/>
            <p:nvPr/>
          </p:nvSpPr>
          <p:spPr>
            <a:xfrm>
              <a:off x="3370322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3"/>
            <p:cNvSpPr/>
            <p:nvPr/>
          </p:nvSpPr>
          <p:spPr>
            <a:xfrm>
              <a:off x="3488531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4"/>
            <p:cNvSpPr/>
            <p:nvPr/>
          </p:nvSpPr>
          <p:spPr>
            <a:xfrm>
              <a:off x="3475269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5"/>
            <p:cNvSpPr/>
            <p:nvPr/>
          </p:nvSpPr>
          <p:spPr>
            <a:xfrm>
              <a:off x="3402637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6"/>
            <p:cNvSpPr/>
            <p:nvPr/>
          </p:nvSpPr>
          <p:spPr>
            <a:xfrm>
              <a:off x="3447234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7"/>
            <p:cNvSpPr/>
            <p:nvPr/>
          </p:nvSpPr>
          <p:spPr>
            <a:xfrm>
              <a:off x="3559002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48"/>
            <p:cNvSpPr/>
            <p:nvPr/>
          </p:nvSpPr>
          <p:spPr>
            <a:xfrm>
              <a:off x="3600856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49"/>
            <p:cNvSpPr/>
            <p:nvPr/>
          </p:nvSpPr>
          <p:spPr>
            <a:xfrm>
              <a:off x="3688656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0"/>
            <p:cNvSpPr/>
            <p:nvPr/>
          </p:nvSpPr>
          <p:spPr>
            <a:xfrm>
              <a:off x="3776138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1"/>
            <p:cNvSpPr/>
            <p:nvPr/>
          </p:nvSpPr>
          <p:spPr>
            <a:xfrm>
              <a:off x="3630701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2"/>
            <p:cNvSpPr/>
            <p:nvPr/>
          </p:nvSpPr>
          <p:spPr>
            <a:xfrm>
              <a:off x="3775199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3"/>
            <p:cNvSpPr/>
            <p:nvPr/>
          </p:nvSpPr>
          <p:spPr>
            <a:xfrm>
              <a:off x="3938763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4"/>
            <p:cNvSpPr/>
            <p:nvPr/>
          </p:nvSpPr>
          <p:spPr>
            <a:xfrm>
              <a:off x="3670659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5"/>
            <p:cNvSpPr/>
            <p:nvPr/>
          </p:nvSpPr>
          <p:spPr>
            <a:xfrm>
              <a:off x="3999864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6"/>
            <p:cNvSpPr/>
            <p:nvPr/>
          </p:nvSpPr>
          <p:spPr>
            <a:xfrm>
              <a:off x="3919993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7"/>
            <p:cNvSpPr/>
            <p:nvPr/>
          </p:nvSpPr>
          <p:spPr>
            <a:xfrm>
              <a:off x="3222282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58"/>
            <p:cNvSpPr/>
            <p:nvPr/>
          </p:nvSpPr>
          <p:spPr>
            <a:xfrm>
              <a:off x="3912465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59"/>
            <p:cNvSpPr/>
            <p:nvPr/>
          </p:nvSpPr>
          <p:spPr>
            <a:xfrm>
              <a:off x="3327380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0"/>
            <p:cNvSpPr/>
            <p:nvPr/>
          </p:nvSpPr>
          <p:spPr>
            <a:xfrm>
              <a:off x="3250150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1"/>
            <p:cNvSpPr/>
            <p:nvPr/>
          </p:nvSpPr>
          <p:spPr>
            <a:xfrm>
              <a:off x="3012724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2"/>
            <p:cNvSpPr/>
            <p:nvPr/>
          </p:nvSpPr>
          <p:spPr>
            <a:xfrm>
              <a:off x="2917173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3"/>
            <p:cNvSpPr/>
            <p:nvPr/>
          </p:nvSpPr>
          <p:spPr>
            <a:xfrm>
              <a:off x="2906235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4"/>
            <p:cNvSpPr/>
            <p:nvPr/>
          </p:nvSpPr>
          <p:spPr>
            <a:xfrm>
              <a:off x="2790086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5"/>
            <p:cNvSpPr/>
            <p:nvPr/>
          </p:nvSpPr>
          <p:spPr>
            <a:xfrm>
              <a:off x="2303573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6"/>
            <p:cNvSpPr/>
            <p:nvPr/>
          </p:nvSpPr>
          <p:spPr>
            <a:xfrm>
              <a:off x="2493460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7"/>
            <p:cNvSpPr/>
            <p:nvPr/>
          </p:nvSpPr>
          <p:spPr>
            <a:xfrm>
              <a:off x="2369556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68"/>
            <p:cNvSpPr/>
            <p:nvPr/>
          </p:nvSpPr>
          <p:spPr>
            <a:xfrm>
              <a:off x="2384466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69"/>
            <p:cNvSpPr/>
            <p:nvPr/>
          </p:nvSpPr>
          <p:spPr>
            <a:xfrm>
              <a:off x="3116544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0"/>
            <p:cNvSpPr/>
            <p:nvPr/>
          </p:nvSpPr>
          <p:spPr>
            <a:xfrm>
              <a:off x="3232393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1"/>
            <p:cNvSpPr/>
            <p:nvPr/>
          </p:nvSpPr>
          <p:spPr>
            <a:xfrm>
              <a:off x="2928170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2"/>
            <p:cNvSpPr/>
            <p:nvPr/>
          </p:nvSpPr>
          <p:spPr>
            <a:xfrm>
              <a:off x="3568683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3"/>
            <p:cNvSpPr/>
            <p:nvPr/>
          </p:nvSpPr>
          <p:spPr>
            <a:xfrm>
              <a:off x="3358991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4"/>
            <p:cNvSpPr/>
            <p:nvPr/>
          </p:nvSpPr>
          <p:spPr>
            <a:xfrm>
              <a:off x="2696755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5"/>
            <p:cNvSpPr/>
            <p:nvPr/>
          </p:nvSpPr>
          <p:spPr>
            <a:xfrm>
              <a:off x="2639907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6"/>
            <p:cNvSpPr/>
            <p:nvPr/>
          </p:nvSpPr>
          <p:spPr>
            <a:xfrm>
              <a:off x="2808906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7"/>
            <p:cNvSpPr/>
            <p:nvPr/>
          </p:nvSpPr>
          <p:spPr>
            <a:xfrm>
              <a:off x="3256024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78"/>
            <p:cNvSpPr/>
            <p:nvPr/>
          </p:nvSpPr>
          <p:spPr>
            <a:xfrm>
              <a:off x="3809664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79"/>
            <p:cNvSpPr/>
            <p:nvPr/>
          </p:nvSpPr>
          <p:spPr>
            <a:xfrm>
              <a:off x="3814103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0"/>
            <p:cNvSpPr/>
            <p:nvPr/>
          </p:nvSpPr>
          <p:spPr>
            <a:xfrm>
              <a:off x="3799024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1"/>
            <p:cNvSpPr/>
            <p:nvPr/>
          </p:nvSpPr>
          <p:spPr>
            <a:xfrm>
              <a:off x="3950703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2"/>
            <p:cNvSpPr/>
            <p:nvPr/>
          </p:nvSpPr>
          <p:spPr>
            <a:xfrm>
              <a:off x="3318750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3"/>
            <p:cNvSpPr/>
            <p:nvPr/>
          </p:nvSpPr>
          <p:spPr>
            <a:xfrm>
              <a:off x="3203698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4"/>
            <p:cNvSpPr/>
            <p:nvPr/>
          </p:nvSpPr>
          <p:spPr>
            <a:xfrm>
              <a:off x="3474816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5"/>
            <p:cNvSpPr/>
            <p:nvPr/>
          </p:nvSpPr>
          <p:spPr>
            <a:xfrm>
              <a:off x="3518289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6"/>
            <p:cNvSpPr/>
            <p:nvPr/>
          </p:nvSpPr>
          <p:spPr>
            <a:xfrm>
              <a:off x="3382609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7"/>
            <p:cNvSpPr/>
            <p:nvPr/>
          </p:nvSpPr>
          <p:spPr>
            <a:xfrm>
              <a:off x="3375246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88"/>
            <p:cNvSpPr/>
            <p:nvPr/>
          </p:nvSpPr>
          <p:spPr>
            <a:xfrm>
              <a:off x="3209500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89"/>
            <p:cNvSpPr/>
            <p:nvPr/>
          </p:nvSpPr>
          <p:spPr>
            <a:xfrm>
              <a:off x="3078105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0"/>
            <p:cNvSpPr/>
            <p:nvPr/>
          </p:nvSpPr>
          <p:spPr>
            <a:xfrm>
              <a:off x="2947464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1"/>
            <p:cNvSpPr/>
            <p:nvPr/>
          </p:nvSpPr>
          <p:spPr>
            <a:xfrm>
              <a:off x="2770860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2"/>
            <p:cNvSpPr/>
            <p:nvPr/>
          </p:nvSpPr>
          <p:spPr>
            <a:xfrm>
              <a:off x="2676267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3"/>
            <p:cNvSpPr/>
            <p:nvPr/>
          </p:nvSpPr>
          <p:spPr>
            <a:xfrm>
              <a:off x="2385665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4"/>
            <p:cNvSpPr/>
            <p:nvPr/>
          </p:nvSpPr>
          <p:spPr>
            <a:xfrm>
              <a:off x="3375249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5"/>
            <p:cNvSpPr/>
            <p:nvPr/>
          </p:nvSpPr>
          <p:spPr>
            <a:xfrm>
              <a:off x="3415850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6"/>
            <p:cNvSpPr/>
            <p:nvPr/>
          </p:nvSpPr>
          <p:spPr>
            <a:xfrm>
              <a:off x="2081669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7"/>
            <p:cNvSpPr/>
            <p:nvPr/>
          </p:nvSpPr>
          <p:spPr>
            <a:xfrm>
              <a:off x="2160254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198"/>
            <p:cNvSpPr/>
            <p:nvPr/>
          </p:nvSpPr>
          <p:spPr>
            <a:xfrm>
              <a:off x="3151019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199"/>
            <p:cNvSpPr/>
            <p:nvPr/>
          </p:nvSpPr>
          <p:spPr>
            <a:xfrm>
              <a:off x="2452618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0"/>
            <p:cNvSpPr/>
            <p:nvPr/>
          </p:nvSpPr>
          <p:spPr>
            <a:xfrm>
              <a:off x="2822995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1"/>
            <p:cNvSpPr/>
            <p:nvPr/>
          </p:nvSpPr>
          <p:spPr>
            <a:xfrm>
              <a:off x="2891497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7" name=""/>
          <p:cNvSpPr>
            <a:spLocks noGrp="1"/>
          </p:cNvSpPr>
          <p:nvPr>
            </p:nvPr>
        </p:nvSpPr>
        <p:spPr>
          <a:xfrm>
            <a:off x="6178144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67 zonas</a:t>
            </a:r>
          </a:p>
        </p:txBody>
      </p:sp>
      <p:grpSp xmlns:pic="http://schemas.openxmlformats.org/drawingml/2006/picture">
        <p:nvGrpSpPr>
          <p:cNvPr id="210" name=""/>
          <p:cNvGrpSpPr/>
          <p:nvPr/>
        </p:nvGrpSpPr>
        <p:grpSpPr>
          <a:xfrm>
            <a:off x="6452464" y="2057400"/>
            <a:ext cx="5451196" cy="3630168"/>
            <a:chOff x="6452464" y="2057400"/>
            <a:chExt cx="5451196" cy="3630168"/>
          </a:xfrm>
        </p:grpSpPr>
        <p:sp>
          <p:nvSpPr>
            <p:cNvPr id="211" name="pg3"/>
            <p:cNvSpPr/>
            <p:nvPr/>
          </p:nvSpPr>
          <p:spPr>
            <a:xfrm>
              <a:off x="9183088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4"/>
            <p:cNvSpPr/>
            <p:nvPr/>
          </p:nvSpPr>
          <p:spPr>
            <a:xfrm>
              <a:off x="8766493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5"/>
            <p:cNvSpPr/>
            <p:nvPr/>
          </p:nvSpPr>
          <p:spPr>
            <a:xfrm>
              <a:off x="8691943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6"/>
            <p:cNvSpPr/>
            <p:nvPr/>
          </p:nvSpPr>
          <p:spPr>
            <a:xfrm>
              <a:off x="8607447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7"/>
            <p:cNvSpPr/>
            <p:nvPr/>
          </p:nvSpPr>
          <p:spPr>
            <a:xfrm>
              <a:off x="8534414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8"/>
            <p:cNvSpPr/>
            <p:nvPr/>
          </p:nvSpPr>
          <p:spPr>
            <a:xfrm>
              <a:off x="8452059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9"/>
            <p:cNvSpPr/>
            <p:nvPr/>
          </p:nvSpPr>
          <p:spPr>
            <a:xfrm>
              <a:off x="7469072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0"/>
            <p:cNvSpPr/>
            <p:nvPr/>
          </p:nvSpPr>
          <p:spPr>
            <a:xfrm>
              <a:off x="7753615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1"/>
            <p:cNvSpPr/>
            <p:nvPr/>
          </p:nvSpPr>
          <p:spPr>
            <a:xfrm>
              <a:off x="8654385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2"/>
            <p:cNvSpPr/>
            <p:nvPr/>
          </p:nvSpPr>
          <p:spPr>
            <a:xfrm>
              <a:off x="8912029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3"/>
            <p:cNvSpPr/>
            <p:nvPr/>
          </p:nvSpPr>
          <p:spPr>
            <a:xfrm>
              <a:off x="9202669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4"/>
            <p:cNvSpPr/>
            <p:nvPr/>
          </p:nvSpPr>
          <p:spPr>
            <a:xfrm>
              <a:off x="9022150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5"/>
            <p:cNvSpPr/>
            <p:nvPr/>
          </p:nvSpPr>
          <p:spPr>
            <a:xfrm>
              <a:off x="8897974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16"/>
            <p:cNvSpPr/>
            <p:nvPr/>
          </p:nvSpPr>
          <p:spPr>
            <a:xfrm>
              <a:off x="8219953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17"/>
            <p:cNvSpPr/>
            <p:nvPr/>
          </p:nvSpPr>
          <p:spPr>
            <a:xfrm>
              <a:off x="7530394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18"/>
            <p:cNvSpPr/>
            <p:nvPr/>
          </p:nvSpPr>
          <p:spPr>
            <a:xfrm>
              <a:off x="8359925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19"/>
            <p:cNvSpPr/>
            <p:nvPr/>
          </p:nvSpPr>
          <p:spPr>
            <a:xfrm>
              <a:off x="8796403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0"/>
            <p:cNvSpPr/>
            <p:nvPr/>
          </p:nvSpPr>
          <p:spPr>
            <a:xfrm>
              <a:off x="8992610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1"/>
            <p:cNvSpPr/>
            <p:nvPr/>
          </p:nvSpPr>
          <p:spPr>
            <a:xfrm>
              <a:off x="9404951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"/>
            <p:cNvSpPr/>
            <p:nvPr/>
          </p:nvSpPr>
          <p:spPr>
            <a:xfrm>
              <a:off x="8811874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"/>
            <p:cNvSpPr/>
            <p:nvPr/>
          </p:nvSpPr>
          <p:spPr>
            <a:xfrm>
              <a:off x="9266927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4"/>
            <p:cNvSpPr/>
            <p:nvPr/>
          </p:nvSpPr>
          <p:spPr>
            <a:xfrm>
              <a:off x="9104719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5"/>
            <p:cNvSpPr/>
            <p:nvPr/>
          </p:nvSpPr>
          <p:spPr>
            <a:xfrm>
              <a:off x="9067242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6"/>
            <p:cNvSpPr/>
            <p:nvPr/>
          </p:nvSpPr>
          <p:spPr>
            <a:xfrm>
              <a:off x="9301603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7"/>
            <p:cNvSpPr/>
            <p:nvPr/>
          </p:nvSpPr>
          <p:spPr>
            <a:xfrm>
              <a:off x="9102573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8"/>
            <p:cNvSpPr/>
            <p:nvPr/>
          </p:nvSpPr>
          <p:spPr>
            <a:xfrm>
              <a:off x="8891656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9"/>
            <p:cNvSpPr/>
            <p:nvPr/>
          </p:nvSpPr>
          <p:spPr>
            <a:xfrm>
              <a:off x="8739399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0"/>
            <p:cNvSpPr/>
            <p:nvPr/>
          </p:nvSpPr>
          <p:spPr>
            <a:xfrm>
              <a:off x="8725581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1"/>
            <p:cNvSpPr/>
            <p:nvPr/>
          </p:nvSpPr>
          <p:spPr>
            <a:xfrm>
              <a:off x="9335494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2"/>
            <p:cNvSpPr/>
            <p:nvPr/>
          </p:nvSpPr>
          <p:spPr>
            <a:xfrm>
              <a:off x="9498407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3"/>
            <p:cNvSpPr/>
            <p:nvPr/>
          </p:nvSpPr>
          <p:spPr>
            <a:xfrm>
              <a:off x="9530372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4"/>
            <p:cNvSpPr/>
            <p:nvPr/>
          </p:nvSpPr>
          <p:spPr>
            <a:xfrm>
              <a:off x="9945819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5"/>
            <p:cNvSpPr/>
            <p:nvPr/>
          </p:nvSpPr>
          <p:spPr>
            <a:xfrm>
              <a:off x="9978125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36"/>
            <p:cNvSpPr/>
            <p:nvPr/>
          </p:nvSpPr>
          <p:spPr>
            <a:xfrm>
              <a:off x="10519085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37"/>
            <p:cNvSpPr/>
            <p:nvPr/>
          </p:nvSpPr>
          <p:spPr>
            <a:xfrm>
              <a:off x="10246828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38"/>
            <p:cNvSpPr/>
            <p:nvPr/>
          </p:nvSpPr>
          <p:spPr>
            <a:xfrm>
              <a:off x="9588397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39"/>
            <p:cNvSpPr/>
            <p:nvPr/>
          </p:nvSpPr>
          <p:spPr>
            <a:xfrm>
              <a:off x="9389456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0"/>
            <p:cNvSpPr/>
            <p:nvPr/>
          </p:nvSpPr>
          <p:spPr>
            <a:xfrm>
              <a:off x="9749833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1"/>
            <p:cNvSpPr/>
            <p:nvPr/>
          </p:nvSpPr>
          <p:spPr>
            <a:xfrm>
              <a:off x="9765954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2"/>
            <p:cNvSpPr/>
            <p:nvPr/>
          </p:nvSpPr>
          <p:spPr>
            <a:xfrm>
              <a:off x="9590220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3"/>
            <p:cNvSpPr/>
            <p:nvPr/>
          </p:nvSpPr>
          <p:spPr>
            <a:xfrm>
              <a:off x="7668207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4"/>
            <p:cNvSpPr/>
            <p:nvPr/>
          </p:nvSpPr>
          <p:spPr>
            <a:xfrm>
              <a:off x="8164580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5"/>
            <p:cNvSpPr/>
            <p:nvPr/>
          </p:nvSpPr>
          <p:spPr>
            <a:xfrm>
              <a:off x="8608506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46"/>
            <p:cNvSpPr/>
            <p:nvPr/>
          </p:nvSpPr>
          <p:spPr>
            <a:xfrm>
              <a:off x="7522280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47"/>
            <p:cNvSpPr/>
            <p:nvPr/>
          </p:nvSpPr>
          <p:spPr>
            <a:xfrm>
              <a:off x="8438357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48"/>
            <p:cNvSpPr/>
            <p:nvPr/>
          </p:nvSpPr>
          <p:spPr>
            <a:xfrm>
              <a:off x="8584470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49"/>
            <p:cNvSpPr/>
            <p:nvPr/>
          </p:nvSpPr>
          <p:spPr>
            <a:xfrm>
              <a:off x="9255736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0"/>
            <p:cNvSpPr/>
            <p:nvPr/>
          </p:nvSpPr>
          <p:spPr>
            <a:xfrm>
              <a:off x="8838547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1"/>
            <p:cNvSpPr/>
            <p:nvPr/>
          </p:nvSpPr>
          <p:spPr>
            <a:xfrm>
              <a:off x="10303758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2"/>
            <p:cNvSpPr/>
            <p:nvPr/>
          </p:nvSpPr>
          <p:spPr>
            <a:xfrm>
              <a:off x="10449444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3"/>
            <p:cNvSpPr/>
            <p:nvPr/>
          </p:nvSpPr>
          <p:spPr>
            <a:xfrm>
              <a:off x="10017647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4"/>
            <p:cNvSpPr/>
            <p:nvPr/>
          </p:nvSpPr>
          <p:spPr>
            <a:xfrm>
              <a:off x="10066619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5"/>
            <p:cNvSpPr/>
            <p:nvPr/>
          </p:nvSpPr>
          <p:spPr>
            <a:xfrm>
              <a:off x="10089155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56"/>
            <p:cNvSpPr/>
            <p:nvPr/>
          </p:nvSpPr>
          <p:spPr>
            <a:xfrm>
              <a:off x="8924833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57"/>
            <p:cNvSpPr/>
            <p:nvPr/>
          </p:nvSpPr>
          <p:spPr>
            <a:xfrm>
              <a:off x="8385278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58"/>
            <p:cNvSpPr/>
            <p:nvPr/>
          </p:nvSpPr>
          <p:spPr>
            <a:xfrm>
              <a:off x="9701467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59"/>
            <p:cNvSpPr/>
            <p:nvPr/>
          </p:nvSpPr>
          <p:spPr>
            <a:xfrm>
              <a:off x="9617691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0"/>
            <p:cNvSpPr/>
            <p:nvPr/>
          </p:nvSpPr>
          <p:spPr>
            <a:xfrm>
              <a:off x="9652278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1"/>
            <p:cNvSpPr/>
            <p:nvPr/>
          </p:nvSpPr>
          <p:spPr>
            <a:xfrm>
              <a:off x="9280419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2"/>
            <p:cNvSpPr/>
            <p:nvPr/>
          </p:nvSpPr>
          <p:spPr>
            <a:xfrm>
              <a:off x="10404076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3"/>
            <p:cNvSpPr/>
            <p:nvPr/>
          </p:nvSpPr>
          <p:spPr>
            <a:xfrm>
              <a:off x="8548648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4"/>
            <p:cNvSpPr/>
            <p:nvPr/>
          </p:nvSpPr>
          <p:spPr>
            <a:xfrm>
              <a:off x="9685577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5"/>
            <p:cNvSpPr/>
            <p:nvPr/>
          </p:nvSpPr>
          <p:spPr>
            <a:xfrm>
              <a:off x="7904567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66"/>
            <p:cNvSpPr/>
            <p:nvPr/>
          </p:nvSpPr>
          <p:spPr>
            <a:xfrm>
              <a:off x="10108938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67"/>
            <p:cNvSpPr/>
            <p:nvPr/>
          </p:nvSpPr>
          <p:spPr>
            <a:xfrm>
              <a:off x="7588138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68"/>
            <p:cNvSpPr/>
            <p:nvPr/>
          </p:nvSpPr>
          <p:spPr>
            <a:xfrm>
              <a:off x="10133854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69"/>
            <p:cNvSpPr/>
            <p:nvPr/>
          </p:nvSpPr>
          <p:spPr>
            <a:xfrm>
              <a:off x="9945435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8" name=""/>
          <p:cNvSpPr>
            <a:spLocks noGrp="1"/>
          </p:cNvSpPr>
          <p:nvPr>
            </p:nvPr>
        </p:nvSpPr>
        <p:spPr>
          <a:xfrm>
            <a:off x="2966822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3076550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360010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469738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7803998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7913726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comparison_mode = paired_district): zonas aplicadas por grupo</a:t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2966822" y="5779008"/>
            <a:ext cx="6422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2966822" y="5596128"/>
            <a:ext cx="6422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452628" y="2057400"/>
            <a:ext cx="1145103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452628" y="18745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distritos, un color por grupo, 31.81 x 10.08 cm</a:t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(Top Two Box de egresados frente a empleadores) + tabla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33570" y="5824728"/>
            <a:ext cx="4473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33570" y="5641848"/>
            <a:ext cx="4473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12.43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110228" y="2011680"/>
            <a:ext cx="512064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110228" y="1828800"/>
            <a:ext cx="5120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dumbbell, eje 70 a 100 %, 14.22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puntos por actor en cada opción (dot plot), ordenado por el promedio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424428" y="1920240"/>
            <a:ext cx="676656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424428" y="173736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actor, eje 0 a 75 %, 18.80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67986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67986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890900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12638" y="4651502"/>
            <a:ext cx="4883490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12638" y="4797806"/>
            <a:ext cx="4879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92471" y="4651502"/>
            <a:ext cx="3109006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92471" y="4797806"/>
            <a:ext cx="31053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89259" y="47978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abajo): p_slide_2_graficos_vertical con dicotómica + subpregunta y cuña que une el segmento «Sí» con su desglose (H50)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965960"/>
            <a:ext cx="11451031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31.81 x 2.85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025396" y="4454906"/>
            <a:ext cx="8872423" cy="868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272026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24.65 x 2.41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965960"/>
            <a:ext cx="11451031" cy="325247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desglose conectado: el segmento «Sí» se abre en su subpregunta, 31.81 x 9.03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al costado): dicotómica + p_barras_agrupadas ordinal y cuña desde el segmento «Sí» (H50, H51)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108960"/>
            <a:ext cx="4480560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2926080"/>
            <a:ext cx="4480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12.45 x 3.23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2286000"/>
            <a:ext cx="2570836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11032" y="210312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10.67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SOBRE VARIAS CATEGORÍAS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y relación del trabajo con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situación laboral actual?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8356" y="2286000"/>
            <a:ext cx="161160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96539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Independiente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8356" y="2889504"/>
            <a:ext cx="55786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42796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13760"/>
            <a:ext cx="228600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 e independiente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48356" y="3493008"/>
            <a:ext cx="24794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2872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Busca empleo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8356" y="4096512"/>
            <a:ext cx="46488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349819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trabaja ni busca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8356" y="4700016"/>
            <a:ext cx="21694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1879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45763" y="228600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45763" y="3802075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7086" y="2286000"/>
            <a:ext cx="20117" cy="15361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7086" y="3044038"/>
            <a:ext cx="10524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916936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carrera?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3154680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139 que trabajan, en cualquiera de las tres modalidades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602736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40619" y="3602736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951986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(113)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155201" y="3951986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59245" y="4244594"/>
            <a:ext cx="1044414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4244594"/>
            <a:ext cx="4456159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139 que trabajan. La llave agrupa las tres respuestas que la habilitan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conectado): p_barras_agrupadas + llave sobre las categorías que habilitan la subpregunta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8356" y="2148840"/>
            <a:ext cx="2479396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8356" y="196596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0.91 cm, 6.89 x 8.38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3602736"/>
            <a:ext cx="5496916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3419856"/>
            <a:ext cx="5496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15.27 x 2.85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llave abraza las tres categorías que habilitan la subpregunta, 31.81 x 10.67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406744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38428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237484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237484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11934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11934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2418334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2418334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050034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050034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01362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1362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69339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79433" y="5239512"/>
            <a:ext cx="29922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74999" y="5239512"/>
            <a:ext cx="1350125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74999" y="5257800"/>
            <a:ext cx="13464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321467" y="5239512"/>
            <a:ext cx="1547169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321467" y="5257800"/>
            <a:ext cx="1543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64979" y="5239512"/>
            <a:ext cx="328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6411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3984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1730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27216" y="5166360"/>
            <a:ext cx="2400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74608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7591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5166360"/>
            <a:ext cx="9330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665476" y="2240280"/>
            <a:ext cx="2662276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665476" y="2057400"/>
            <a:ext cx="2662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7.40 x 9.91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802472" y="2057400"/>
            <a:ext cx="247939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802472" y="187452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5.49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13752" y="5029200"/>
            <a:ext cx="3284068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13752" y="4846320"/>
            <a:ext cx="32840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9.12 x 1.78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4588" y="2377440"/>
            <a:ext cx="573603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04588" y="2194560"/>
            <a:ext cx="5736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15.93 x 11.28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600200"/>
            <a:ext cx="114510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31.81 x 11.73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2057400"/>
            <a:ext cx="4684471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1874520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10.52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7396" y="5843016"/>
            <a:ext cx="4684471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97396" y="5660136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1.17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matriz de conteos con total por año (heatmap), en vez de columnas de 9 colores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8748" y="1965960"/>
            <a:ext cx="4114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698748" y="1783080"/>
            <a:ext cx="4114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conteos, celda 0,9 x 0,5 in, 11.43 x 8.89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699004"/>
            <a:ext cx="5486400" cy="1478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251612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4.11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15084" y="445160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15084" y="426872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596134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596134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013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0512" y="2404872"/>
            <a:ext cx="66956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0512" y="2374011"/>
            <a:ext cx="6659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06414" y="2404872"/>
            <a:ext cx="449850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06414" y="2374011"/>
            <a:ext cx="44948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01257" y="2404872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1257" y="2374011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49252" y="2404872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49252" y="2374011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1787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46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0308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03709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73463" y="2946654"/>
            <a:ext cx="1501939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3463" y="2915793"/>
            <a:ext cx="14982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71744" y="2946654"/>
            <a:ext cx="283374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1744" y="2915793"/>
            <a:ext cx="28300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01830" y="2946654"/>
            <a:ext cx="158517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01830" y="2915793"/>
            <a:ext cx="15815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83349" y="2946654"/>
            <a:ext cx="191447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83349" y="2915793"/>
            <a:ext cx="1914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2194560"/>
            <a:ext cx="832378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201168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23.12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574036" y="4649724"/>
            <a:ext cx="93296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574036" y="4466844"/>
            <a:ext cx="9329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25.92 x 3.01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765646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765646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366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04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987" y="2404872"/>
            <a:ext cx="141870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06987" y="2374011"/>
            <a:ext cx="14150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22030" y="2404872"/>
            <a:ext cx="433202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22030" y="2374011"/>
            <a:ext cx="43283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398" y="2404872"/>
            <a:ext cx="208460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50398" y="2374011"/>
            <a:ext cx="20809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1344" y="2404872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909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331720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23749" y="2946654"/>
            <a:ext cx="116898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23749" y="2915793"/>
            <a:ext cx="11653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89079" y="2946654"/>
            <a:ext cx="4581738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89079" y="2915793"/>
            <a:ext cx="4578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67160" y="2946654"/>
            <a:ext cx="216784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67160" y="2915793"/>
            <a:ext cx="2164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31344" y="2946654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3406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062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80909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88091" y="2873502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1984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62091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990225" y="4860036"/>
            <a:ext cx="125222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0225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8793" y="4860036"/>
            <a:ext cx="36661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38793" y="4829175"/>
            <a:ext cx="36624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01257" y="4860036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01257" y="4829175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49252" y="4860036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49252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23749" y="5401818"/>
            <a:ext cx="100251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23749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22603" y="5401818"/>
            <a:ext cx="408231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22603" y="5370957"/>
            <a:ext cx="40786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01257" y="5401818"/>
            <a:ext cx="200136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01257" y="5370957"/>
            <a:ext cx="19977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98965" y="5401818"/>
            <a:ext cx="998854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98965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3406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62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574036" y="2194560"/>
            <a:ext cx="832378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574036" y="201168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23.12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574036" y="4649724"/>
            <a:ext cx="832378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574036" y="4466844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23.12 x 3.01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201264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201264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310384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310384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(brazo de intervención frente a comparación)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31460" y="5824728"/>
            <a:ext cx="4689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31460" y="5641848"/>
            <a:ext cx="4689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13.03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33188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3188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 por indicador, 15.24 x 9.65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76010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76010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0308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0308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87268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18388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8388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874520"/>
            <a:ext cx="11451031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6916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31.81 x 4.83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508760"/>
            <a:ext cx="1145103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31.81 x 8.38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737360"/>
            <a:ext cx="35122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5448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9.76 x 2.92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2038" y="1691640"/>
            <a:ext cx="3512210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22038" y="150876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9.76 x 3.30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623365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23365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94102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794102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05849" y="4069080"/>
            <a:ext cx="25978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05849" y="3886200"/>
            <a:ext cx="25978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7.22 x 2.92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31.81 x 12.88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275588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31.81 x 10.67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00606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91449" y="2211019"/>
            <a:ext cx="122927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96027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06086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43830" y="2505456"/>
            <a:ext cx="158049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243830" y="2624328"/>
            <a:ext cx="105366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31.81 x 12.88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37360"/>
            <a:ext cx="111192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47434" y="1737360"/>
            <a:ext cx="206500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2731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2046427"/>
            <a:ext cx="111192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8141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1471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0927" y="2322576"/>
            <a:ext cx="158846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10927" y="2441448"/>
            <a:ext cx="1111926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2788920"/>
            <a:ext cx="31769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3201" y="2788920"/>
            <a:ext cx="79423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47434" y="2788920"/>
            <a:ext cx="1270772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8206" y="2788920"/>
            <a:ext cx="794233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0679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9678" y="2240280"/>
            <a:ext cx="4002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89972" y="2240280"/>
            <a:ext cx="93401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8853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78853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50176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50176" y="2367382"/>
            <a:ext cx="28681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298" y="1783080"/>
            <a:ext cx="127077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32298" y="1901952"/>
            <a:ext cx="88954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32298" y="2148840"/>
            <a:ext cx="120088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298" y="2423160"/>
            <a:ext cx="8005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32298" y="2697480"/>
            <a:ext cx="100073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32298" y="2971800"/>
            <a:ext cx="533724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43849" y="1737360"/>
            <a:ext cx="150904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543849" y="2011680"/>
            <a:ext cx="794233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43849" y="2286000"/>
            <a:ext cx="47654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43849" y="2560320"/>
            <a:ext cx="6353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543849" y="2834640"/>
            <a:ext cx="31769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95853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5853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67176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67176" y="2074774"/>
            <a:ext cx="24637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40623" y="1856232"/>
            <a:ext cx="10166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40623" y="1975104"/>
            <a:ext cx="71163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40623" y="2176272"/>
            <a:ext cx="86412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504748" y="2176272"/>
            <a:ext cx="216031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118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1535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535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69529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69529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709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118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7819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nunca dentro del gráfico.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95209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IV.1: pregunta filtro, filtro al costado y llave sobre varias categorías. Una llave abre un solo nivel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llaves de dependencia (llave_h, llave_v)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1463040"/>
            <a:ext cx="11451031" cy="2057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 de la llave de dependencia, 31.81 x 5.71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31.81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508760"/>
            <a:ext cx="11451031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31.81 x 10.16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31.81 x 10.67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situaciones, de 5 a 13 capítulos, y el cierre que corresponde a cada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26364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ARCOS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263640" y="1965960"/>
            <a:ext cx="5548579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263640" y="2788920"/>
            <a:ext cx="554857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 PUCP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0" y="3429000"/>
            <a:ext cx="554857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0" y="370332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442862" y="3791102"/>
            <a:ext cx="190195" cy="190195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812280" y="373989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0" y="420624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42862" y="4294022"/>
            <a:ext cx="190195" cy="190195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812280" y="424281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55080" y="470916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442862" y="4796942"/>
            <a:ext cx="190195" cy="19019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6812280" y="474573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arcos (misma composición que el índice)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5080" y="1965960"/>
            <a:ext cx="5548579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5080" y="1783080"/>
            <a:ext cx="554857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composición a la izquierda, contacto a la derecha, 15.41 x 8.89 cm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26364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FACETAS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263640" y="1965960"/>
            <a:ext cx="5548579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263640" y="2788920"/>
            <a:ext cx="554857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 PUCP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0" y="3429000"/>
            <a:ext cx="554857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0" y="370332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442862" y="3791102"/>
            <a:ext cx="190195" cy="190195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812280" y="373989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0" y="420624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42862" y="4294022"/>
            <a:ext cx="190195" cy="190195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812280" y="424281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55080" y="470916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442862" y="4796942"/>
            <a:ext cx="190195" cy="19019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6812280" y="474573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facetas (misma composición que el índice)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5080" y="1965960"/>
            <a:ext cx="5548579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5080" y="1783080"/>
            <a:ext cx="554857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composición a la izquierda, contacto a la derecha, 15.41 x 8.89 cm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26364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CÍRCULOS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263640" y="1965960"/>
            <a:ext cx="5548579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263640" y="2788920"/>
            <a:ext cx="554857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 PUCP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0" y="3429000"/>
            <a:ext cx="554857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0" y="370332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442862" y="3791102"/>
            <a:ext cx="190195" cy="190195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812280" y="373989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0" y="420624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42862" y="4294022"/>
            <a:ext cx="190195" cy="190195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812280" y="424281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55080" y="470916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442862" y="4796942"/>
            <a:ext cx="190195" cy="19019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6812280" y="474573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círculos (misma composición que el índice)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5080" y="1965960"/>
            <a:ext cx="5548579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5080" y="1783080"/>
            <a:ext cx="554857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composición a la izquierda, contacto a la derecha, 15.41 x 8.89 cm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26364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BLOQUES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263640" y="1965960"/>
            <a:ext cx="5548579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263640" y="2788920"/>
            <a:ext cx="554857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 PUCP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0" y="3429000"/>
            <a:ext cx="554857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0" y="370332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442862" y="3791102"/>
            <a:ext cx="190195" cy="190195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812280" y="373989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0" y="420624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42862" y="4294022"/>
            <a:ext cx="190195" cy="190195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812280" y="424281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55080" y="470916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442862" y="4796942"/>
            <a:ext cx="190195" cy="19019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6812280" y="474573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bloques (misma composición que el índice)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5080" y="1965960"/>
            <a:ext cx="5548579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5080" y="1783080"/>
            <a:ext cx="554857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composición a la izquierda, contacto a la derecha, 15.41 x 8.89 cm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2026-10-08T07:12:02Z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