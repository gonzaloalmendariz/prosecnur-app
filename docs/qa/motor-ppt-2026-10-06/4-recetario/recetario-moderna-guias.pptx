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542e0c9f172247d9976c2f0df14dce70faad2f0a.png"/>
<Relationship Id="rId4" Type="http://schemas.openxmlformats.org/officeDocument/2006/relationships/image" Target="../media/c15a79dcee14ee045d20562a52b87392259faddc.png"/>
<Relationship Id="rId5" Type="http://schemas.openxmlformats.org/officeDocument/2006/relationships/image" Target="../media/ac7037a30f32d668b8b8a94e7176543d9d6e7646.png"/>
<Relationship Id="rId6" Type="http://schemas.openxmlformats.org/officeDocument/2006/relationships/image" Target="../media/13c5633ecd85d2ac757006838137cd2b9039bf2c.png"/>
<Relationship Id="rId7" Type="http://schemas.openxmlformats.org/officeDocument/2006/relationships/image" Target="../media/e8905be823c823ec917fd7f46a5bab87d03612cb.png"/>
<Relationship Id="rId8" Type="http://schemas.openxmlformats.org/officeDocument/2006/relationships/image" Target="../media/68ae2408cff7e53d4af84d68933b94854cc11dd7.png"/>
<Relationship Id="rId9" Type="http://schemas.openxmlformats.org/officeDocument/2006/relationships/image" Target="../media/337bd4b3d7db543095be45bc5ffffb0b4df939b7.png"/>
<Relationship Id="rId10" Type="http://schemas.openxmlformats.org/officeDocument/2006/relationships/image" Target="../media/ef83d74c8c3ae09e48316a488d9f6c339bee9c5e.png"/>
<Relationship Id="rId11" Type="http://schemas.openxmlformats.org/officeDocument/2006/relationships/image" Target="../media/eccd42f9c4aea8b7f68426a04279d5a39e4380b1.png"/>
<Relationship Id="rId12" Type="http://schemas.openxmlformats.org/officeDocument/2006/relationships/image" Target="../media/2d3d7eda594c226b853aebe3e4146c57e323481b.png"/>
<Relationship Id="rId13" Type="http://schemas.openxmlformats.org/officeDocument/2006/relationships/image" Target="../media/debebc3a45a45b9d5e92d4f9a0b8313b3af2aacc.png"/>
<Relationship Id="rId14" Type="http://schemas.openxmlformats.org/officeDocument/2006/relationships/image" Target="../media/8651319a18ed15617bc64881bbbdd1a6c3b547b0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4ce5d62d0a174538e206317f268720b84a66711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electrónico;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48056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897880" y="914400"/>
            <a:ext cx="36576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97880" y="1499616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6217920" y="145389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75120" y="146304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97880" y="176479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897880" y="1828800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217920" y="178308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79222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97880" y="209397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897880" y="2157984"/>
            <a:ext cx="219456" cy="219456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6217920" y="211226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75120" y="212140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97880" y="242316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897880" y="248716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17920" y="24414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75120" y="245059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97880" y="275234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897880" y="2816352"/>
            <a:ext cx="219456" cy="219456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217920" y="277063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75120" y="277977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7880" y="308152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5897880" y="3145536"/>
            <a:ext cx="219456" cy="219456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217920" y="309981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75120" y="310896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97880" y="341071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5897880" y="3474720"/>
            <a:ext cx="219456" cy="219456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217920" y="342900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5120" y="343814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7880" y="373989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897880" y="3803904"/>
            <a:ext cx="219456" cy="219456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6217920" y="375818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76732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406908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5897880" y="4133088"/>
            <a:ext cx="219456" cy="219456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6217920" y="408736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96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97880" y="4398264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5897880" y="4462272"/>
            <a:ext cx="219456" cy="219456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6217920" y="4416552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75120" y="4425696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97880" y="4727448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5897880" y="4791456"/>
            <a:ext cx="219456" cy="219456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6217920" y="47457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4754880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0" y="5056632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5897880" y="5120640"/>
            <a:ext cx="219456" cy="219456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6217920" y="507492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75120" y="5084064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897880" y="5385816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2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5897880" y="5449824"/>
            <a:ext cx="219456" cy="219456"/>
          </a:xfrm>
          <a:prstGeom prst="rect">
            <a:avLst/>
          </a:prstGeom>
        </p:spPr>
      </p:pic>
      <p:sp>
        <p:nvSpPr>
          <p:cNvPr id="53" name=""/>
          <p:cNvSpPr>
            <a:spLocks noGrp="1"/>
          </p:cNvSpPr>
          <p:nvPr>
            </p:nvPr>
        </p:nvSpPr>
        <p:spPr>
          <a:xfrm>
            <a:off x="6217920" y="540410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675120" y="5413248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897880" y="5715000"/>
            <a:ext cx="576072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1481328"/>
            <a:ext cx="5742432" cy="42793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97880" y="1298448"/>
            <a:ext cx="5742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entradas, 15.95 x 11.89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011680"/>
            <a:ext cx="502920" cy="502920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1617" y="213238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10996" y="2057400"/>
            <a:ext cx="3200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651760"/>
            <a:ext cx="3566160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Permite comparar de manera más rápida y eficiente los datos entre categorías o con mediciones de otros años.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4617720"/>
            <a:ext cx="50292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93876" y="4617720"/>
            <a:ext cx="5029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9387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71116" y="4617720"/>
            <a:ext cx="50292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7111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48356" y="4617720"/>
            <a:ext cx="50292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48356" y="4626864"/>
            <a:ext cx="50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5001768"/>
            <a:ext cx="1737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236" y="50017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72000" y="2788920"/>
            <a:ext cx="35113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25696" y="2971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19472" y="2788920"/>
            <a:ext cx="351130" cy="6400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73168" y="2971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66944" y="2788920"/>
            <a:ext cx="2435962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6944" y="2971800"/>
            <a:ext cx="2432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99248" y="2788920"/>
            <a:ext cx="3822192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99248" y="2971800"/>
            <a:ext cx="3822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66944" y="3611880"/>
            <a:ext cx="625449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66944" y="3502152"/>
            <a:ext cx="22860" cy="128016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98580" y="3502152"/>
            <a:ext cx="22860" cy="128016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82762" y="3630168"/>
            <a:ext cx="22860" cy="14630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2592" y="3840480"/>
            <a:ext cx="27432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142232"/>
            <a:ext cx="365760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72000" y="2788920"/>
            <a:ext cx="6949440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72000" y="260604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19.30 x 6.86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con decimales hay que redondearla para escribirla, y no existe forma de hacerlo que conserve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65833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100 %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79876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60574" y="269925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69925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1746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032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70168" y="4032504"/>
            <a:ext cx="55334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79476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9476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78710" y="2743200"/>
            <a:ext cx="164592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95830" y="322783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47474" y="3520440"/>
            <a:ext cx="237715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9476" y="3520440"/>
            <a:ext cx="1071655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476" y="3520440"/>
            <a:ext cx="3445154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3337560"/>
            <a:ext cx="344515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9.57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6636" y="1463040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16636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267987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dicotómica); partición «(cont.)»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dicotómica);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26706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267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0916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2088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1116" y="3898392"/>
            <a:ext cx="812444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1116" y="3715512"/>
            <a:ext cx="8124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22.57 x 1.83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7281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7281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764792"/>
            <a:ext cx="112299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764792"/>
            <a:ext cx="16876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764792"/>
            <a:ext cx="315426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764792"/>
            <a:ext cx="54320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00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472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386584"/>
            <a:ext cx="5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386584"/>
            <a:ext cx="16662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386584"/>
            <a:ext cx="2013527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386584"/>
            <a:ext cx="320858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386584"/>
            <a:ext cx="54321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13432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215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296265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264408"/>
            <a:ext cx="11229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3522" y="3264408"/>
            <a:ext cx="190488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4749" y="3264408"/>
            <a:ext cx="315426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264408"/>
            <a:ext cx="32592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3714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6593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886200"/>
            <a:ext cx="5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201" y="3886200"/>
            <a:ext cx="5797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3522" y="3886200"/>
            <a:ext cx="2176489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53" y="3886200"/>
            <a:ext cx="3099943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2638" y="3886200"/>
            <a:ext cx="10864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554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432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0875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6361" y="3813048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910056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81473" y="3822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94351" y="3593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44805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4895088"/>
            <a:ext cx="38390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35126" y="4895088"/>
            <a:ext cx="38390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5371" y="4895088"/>
            <a:ext cx="288266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394373" y="4895088"/>
            <a:ext cx="147031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61034" y="4895088"/>
            <a:ext cx="38024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10.79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337560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337560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4381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337560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842516"/>
            <a:ext cx="4055364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04342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916" y="3194304"/>
            <a:ext cx="4055364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0309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var);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337560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337560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33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262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87731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99897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95216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95216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77512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95216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77512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95216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77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95216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77512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769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695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var);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874520"/>
            <a:ext cx="5486400" cy="3127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6916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8.69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337560" y="527608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337560" y="509320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01952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01952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39572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596896"/>
            <a:ext cx="1307357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596896"/>
            <a:ext cx="4077717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596896"/>
            <a:ext cx="10864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32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94351" y="2304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090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291840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64608" y="3291840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3216" y="3291840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32278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9992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785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86784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986784"/>
            <a:ext cx="181417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675120" y="3986784"/>
            <a:ext cx="35698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9227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36941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4805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4681728"/>
            <a:ext cx="137525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26480" y="4681728"/>
            <a:ext cx="389900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021824" y="468172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26066" y="46177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38944" y="43891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var); partición «(cont.)»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337560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37560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764792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764792"/>
            <a:ext cx="35698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76479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007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4721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58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9736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459736"/>
            <a:ext cx="225308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459736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459736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3957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1671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3957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3808" y="21671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295351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154680"/>
            <a:ext cx="192389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75120" y="3154680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21824" y="3154680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3090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862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64845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849624"/>
            <a:ext cx="119871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49937" y="3849624"/>
            <a:ext cx="396907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915355" y="3849624"/>
            <a:ext cx="32592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4544568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5664" y="4544568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02368" y="4544568"/>
            <a:ext cx="43891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0383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39512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5239512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74336" y="5239512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75120" y="5239512"/>
            <a:ext cx="335036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21824" y="523951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398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5166360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37760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2606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var); partición «(cont.)»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11.38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337560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37560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70916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60236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8883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23276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5187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86316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14916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6023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8591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5372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01052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050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1618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5643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323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8671" y="2734056"/>
            <a:ext cx="5260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4997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8943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4997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42616" y="3282696"/>
            <a:ext cx="105210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32888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8943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4997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53535" y="3831336"/>
            <a:ext cx="184119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8943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4380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4997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9589" y="4379976"/>
            <a:ext cx="7890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8943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5915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9861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6562" y="4928616"/>
            <a:ext cx="7890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506834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32888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5915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562" y="5477256"/>
            <a:ext cx="5260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06834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32888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32888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0916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0236" y="2468880"/>
            <a:ext cx="5260543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60236" y="2286000"/>
            <a:ext cx="5260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14.61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MECÁNICA, EGRESADOS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61404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61404" y="2057400"/>
            <a:ext cx="46204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661404" y="1874520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661404" y="5843016"/>
            <a:ext cx="46204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661404" y="5660136"/>
            <a:ext cx="4620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12.83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9108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83688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83688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528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531360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823968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823968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257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3.49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91640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91640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33204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609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6609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283196" y="15544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215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68678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;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6751" y="585216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436751" y="566928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52360" y="210312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45237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33058" y="2744978"/>
            <a:ext cx="2282342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744978"/>
            <a:ext cx="2476195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3814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60520" y="210312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192024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23644" y="2606040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23311" y="2606040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82107" y="25420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94986" y="23134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526280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9029" y="4526280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9966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62845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034979" y="17830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60804" y="2295144"/>
            <a:ext cx="19079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47945" y="2295144"/>
            <a:ext cx="271720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1491" y="2295144"/>
            <a:ext cx="505646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301" y="2295144"/>
            <a:ext cx="1403558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948888" y="22311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61767" y="20025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0804" y="2953512"/>
            <a:ext cx="56508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22227" y="2953512"/>
            <a:ext cx="16879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06497" y="2953512"/>
            <a:ext cx="318505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287896" y="2953512"/>
            <a:ext cx="178149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65737" y="2953512"/>
            <a:ext cx="215212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34979" y="384048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352544"/>
            <a:ext cx="19079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7945" y="4352544"/>
            <a:ext cx="290434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48632" y="4352544"/>
            <a:ext cx="4120762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65737" y="4352544"/>
            <a:ext cx="215212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948888" y="4288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61767" y="4059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010912"/>
            <a:ext cx="2872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44351" y="5010912"/>
            <a:ext cx="57075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11445" y="5010912"/>
            <a:ext cx="425686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4652" y="5010912"/>
            <a:ext cx="302816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989155" y="5010912"/>
            <a:ext cx="122870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97091" y="4946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09970" y="4718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25.99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00316" y="173736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244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207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7111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71706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63296" y="5925312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63296" y="5742432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9534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1628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1888" y="2406650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022" y="2699258"/>
            <a:ext cx="175930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99258"/>
            <a:ext cx="299923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362102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2057400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1874520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034979" y="1737360"/>
            <a:ext cx="10515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60804" y="2231136"/>
            <a:ext cx="190799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47945" y="2231136"/>
            <a:ext cx="2717204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1491" y="2231136"/>
            <a:ext cx="5056467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301" y="2231136"/>
            <a:ext cx="1403558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948888" y="21671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61767" y="19385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0804" y="2834640"/>
            <a:ext cx="565081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22227" y="2834640"/>
            <a:ext cx="168792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06497" y="2834640"/>
            <a:ext cx="3185056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287896" y="2834640"/>
            <a:ext cx="1781498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65737" y="2834640"/>
            <a:ext cx="215212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86484" y="4434840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81632" y="4434840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818954" y="43708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832" y="41422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25.99 x 3.35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306803" y="3291840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306803" y="3108960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50256" y="6099048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50256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174650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224528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4224528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4448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16288" y="4581144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01888" y="4930394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84230" y="5223002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5223002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24448" y="4581144"/>
            <a:ext cx="4754880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324448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2.65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95848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14884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38658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402330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09062" y="3402330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17903" y="3694938"/>
            <a:ext cx="261218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694938"/>
            <a:ext cx="2833524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61608" y="214884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238658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8696" y="2990088"/>
            <a:ext cx="242869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73964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08696" y="3739896"/>
            <a:ext cx="26546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99889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16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08696" y="4489704"/>
            <a:ext cx="4518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712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616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8696" y="5239512"/>
            <a:ext cx="1129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5823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2926080"/>
            <a:ext cx="5442052" cy="12260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2743200"/>
            <a:ext cx="5442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15.12 x 3.41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08696" y="2743200"/>
            <a:ext cx="29731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08696" y="2560320"/>
            <a:ext cx="2973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8.26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2851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28516" y="1780540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1780540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579" y="2073148"/>
            <a:ext cx="43540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28516" y="2073148"/>
            <a:ext cx="3424721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7706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2851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28516" y="3316732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16088" y="3316732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8810" y="3609340"/>
            <a:ext cx="53648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28516" y="3609340"/>
            <a:ext cx="241395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0682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12851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28516" y="4852924"/>
            <a:ext cx="388757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16088" y="4852924"/>
            <a:ext cx="388757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48156" y="5145532"/>
            <a:ext cx="155503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28516" y="5145532"/>
            <a:ext cx="76232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28516" y="1463040"/>
            <a:ext cx="777514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28516" y="1280160"/>
            <a:ext cx="77751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21.60 x 2.51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28516" y="2999232"/>
            <a:ext cx="777514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2816352"/>
            <a:ext cx="77751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21.60 x 2.51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28516" y="4535424"/>
            <a:ext cx="7775143" cy="9027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128516" y="4352544"/>
            <a:ext cx="77751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21.60 x 2.51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95848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50876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174650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484120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09062" y="2484120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16529" y="2776728"/>
            <a:ext cx="2013559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776728"/>
            <a:ext cx="3432150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61608" y="1508760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746504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51496" y="2084832"/>
            <a:ext cx="797175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85247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51496" y="2468880"/>
            <a:ext cx="30628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0903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160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51496" y="2852928"/>
            <a:ext cx="335653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3724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078224"/>
            <a:ext cx="116156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2103120"/>
            <a:ext cx="5442052" cy="1021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1920240"/>
            <a:ext cx="5442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15.12 x 2.84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51496" y="2011680"/>
            <a:ext cx="343037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51496" y="1828800"/>
            <a:ext cx="34303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9.53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42716" y="174650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04408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42716" y="2360930"/>
            <a:ext cx="201236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55082" y="2360930"/>
            <a:ext cx="201236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35576" y="2653538"/>
            <a:ext cx="1931871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2653538"/>
            <a:ext cx="20965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366674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78928" y="1746504"/>
            <a:ext cx="40247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442716" y="2011680"/>
            <a:ext cx="4024732" cy="95275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442716" y="182880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11.18 x 2.65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95848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963924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201668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6704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830064"/>
            <a:ext cx="27210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09062" y="4830064"/>
            <a:ext cx="27210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66826" y="5122672"/>
            <a:ext cx="16326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22672"/>
            <a:ext cx="52824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1608" y="3963924"/>
            <a:ext cx="544205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61608" y="4201668"/>
            <a:ext cx="544205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6160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94296" y="4471416"/>
            <a:ext cx="24358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74454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160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94296" y="4773168"/>
            <a:ext cx="24358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74454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6160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94296" y="5074920"/>
            <a:ext cx="85253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83409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6160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94296" y="5376672"/>
            <a:ext cx="34710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01918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6160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94296" y="5678424"/>
            <a:ext cx="127880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09678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81830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275625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4512564"/>
            <a:ext cx="5442052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4329684"/>
            <a:ext cx="5442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15.12 x 2.46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4296" y="4421124"/>
            <a:ext cx="388757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94296" y="4238244"/>
            <a:ext cx="3887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10.80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174650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81830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75625" y="4352544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205740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81830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275625" y="4663440"/>
            <a:ext cx="3628034" cy="8844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2.46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15084" y="3634740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86204" y="3634740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21240" y="35707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34118" y="33421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83596" y="5143500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19935" y="50794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32814" y="48508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3209544"/>
            <a:ext cx="5579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11.26 x 5.59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95574" y="5486400"/>
            <a:ext cx="109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95574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41236" y="50749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841236" y="4892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306803" y="6071616"/>
            <a:ext cx="757809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306803" y="5888736"/>
            <a:ext cx="75780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21.05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(LOLLIPOP)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BOX PLOT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36237" y="5916168"/>
            <a:ext cx="310210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36237" y="5733288"/>
            <a:ext cx="310210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8.62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54322" y="5916168"/>
            <a:ext cx="34488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4322" y="5733288"/>
            <a:ext cx="34488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9.58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684203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69308" y="5870448"/>
            <a:ext cx="488188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69308" y="5687568"/>
            <a:ext cx="4881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13.56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85080" y="5870448"/>
            <a:ext cx="299313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85080" y="5687568"/>
            <a:ext cx="29931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8.31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8"/>
            <p:cNvSpPr/>
            <p:nvPr/>
          </p:nvSpPr>
          <p:spPr>
            <a:xfrm>
              <a:off x="3350444" y="326097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3350444" y="288690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3350444" y="251283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3350444" y="2138759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" name="pg12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2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3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48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1028" y="5870448"/>
            <a:ext cx="33690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1028" y="5687568"/>
            <a:ext cx="33690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9.36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5366" y="5870448"/>
            <a:ext cx="46040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5366" y="5687568"/>
            <a:ext cx="46040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12.79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18288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DE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4086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14086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8"/>
            <p:cNvSpPr/>
            <p:nvPr/>
          </p:nvSpPr>
          <p:spPr>
            <a:xfrm>
              <a:off x="4177394" y="327344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177394" y="28661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4177394" y="2458799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177394" y="205147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" name="pg12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2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3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4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5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7" name="tx44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8" name="tx45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9" name="tx46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</p:grpSp>
      <p:sp>
        <p:nvSpPr>
          <p:cNvPr id="50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dos formas casi se superponen: 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740914" y="5870448"/>
            <a:ext cx="27752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40914" y="5687568"/>
            <a:ext cx="2775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FODA DIMENSIONAL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p_dim_foda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cuadrantes por umbral de Top Two Box, 32.27 x 12.88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Este gráfico lo dibuja el motor con el contexto que arman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: distritos, zonas y manzanas visitadas. El ejemplo usa la semilla de prueba del motor.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56235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56235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379476"/>
            <a:ext cx="950976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746504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3112008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0916" y="3313176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0916" y="3368040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02436" y="4733544"/>
            <a:ext cx="10424160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4934712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4989576"/>
            <a:ext cx="50292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(bullets)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62356" y="1508760"/>
            <a:ext cx="1106424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62356" y="1325880"/>
            <a:ext cx="11064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viñetas, 30.73 x 11.18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2026-10-07T06:44:55Z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