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46424" y="2414016"/>
            <a:ext cx="914400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46424" y="2231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en columna, del alto del gráfico vecino, 2.54 x 9.96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2472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2472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933956" y="2011680"/>
            <a:ext cx="8963863" cy="17007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0.66 cm, 24.90 x 4.72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211934" y="37947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211934" y="36118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2148840"/>
            <a:ext cx="354269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35426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9.84 x 2.32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13806" y="2057400"/>
            <a:ext cx="171389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1380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4.76 x 3.81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42297" y="2057400"/>
            <a:ext cx="1439570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42297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4.00 x 5.08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