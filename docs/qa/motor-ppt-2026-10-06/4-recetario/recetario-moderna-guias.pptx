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4ce5d62d0a174538e206317f268720b84a66711.pn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954cca477b152034cfdabb07ffc4dd94d521f0a.png"/>
<Relationship Id="rId3" Type="http://schemas.openxmlformats.org/officeDocument/2006/relationships/image" Target="../media/b0624f93f0901ddded26fc8da982b3bbf66f4aa7.png"/>
<Relationship Id="rId4" Type="http://schemas.openxmlformats.org/officeDocument/2006/relationships/image" Target="../media/ed4cd6ec0008d21f45440c848224b9461fc805e5.png"/>
<Relationship Id="rId5" Type="http://schemas.openxmlformats.org/officeDocument/2006/relationships/image" Target="../media/ca8bd58405fd0087bdf0c3f2adee47896839ca3e.png"/>
<Relationship Id="rId6" Type="http://schemas.openxmlformats.org/officeDocument/2006/relationships/image" Target="../media/f6ae817ceb53b2408d151dfb4d5c71efdae8c03f.png"/>
<Relationship Id="rId7" Type="http://schemas.openxmlformats.org/officeDocument/2006/relationships/image" Target="../media/d3d99fd3adf75ab4de86bcd84ee9b158c322781d.png"/>
<Relationship Id="rId8" Type="http://schemas.openxmlformats.org/officeDocument/2006/relationships/image" Target="../media/04d5d77166bbfc6ce9d0f4c047b57a59ad05d21d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d3d99fd3adf75ab4de86bcd84ee9b158c322781d.png"/>
<Relationship Id="rId4" Type="http://schemas.openxmlformats.org/officeDocument/2006/relationships/image" Target="../media/a0cf76381dc6fa4c50b1db4bf890bdac7b48c2c0.png"/>
<Relationship Id="rId5" Type="http://schemas.openxmlformats.org/officeDocument/2006/relationships/image" Target="../media/cbbe9d8ced73a1133d9140399c2352b2461b68c3.png"/>
<Relationship Id="rId6" Type="http://schemas.openxmlformats.org/officeDocument/2006/relationships/image" Target="../media/2e5e36aa83b093ce26b497db723ac79ce498bc29.png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d3d99fd3adf75ab4de86bcd84ee9b158c322781d.png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f6ae817ceb53b2408d151dfb4d5c71efdae8c03f.png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57cabe8cc1d118e3c6b0e1443bc64016d6a0d70e.png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2d27c48fd6fe3ff3e6903bbf43be41e8023bba2.png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0624f93f0901ddded26fc8da982b3bbf66f4aa7.png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01474620e88e595b96cb5c4f90103b0919749a0f.png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e5e0dc72d1f55815e18598c50df3ecdd5ac3eb5.png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95fd53925d5cf9f778d009a308927cb132bbbf9.png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c19063f7a97ae3dc8c987b9ecd5d177dd22b63a.png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3feb657ef01a9ce117ddb336cc0cc9a66c4db272.png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b727daf392051df84107483f35098386abfb0e05.png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86000"/>
            <a:ext cx="9784080" cy="9144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Identidad visual de los informes cuantitativos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Reglas, informe tipo, catálogo de láminas y escenarios, con el motor PPT de Prosecnur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8862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moderna, octubre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641348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41348" y="174650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41348" y="2056094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38390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41348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41348" y="2421854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41348" y="27314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137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41348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41348" y="30972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641348" y="34067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90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41348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641348" y="37725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41348" y="408214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16443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41348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41348" y="444790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641348" y="4757493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39789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41348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1348" y="5123253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641348" y="5432842"/>
            <a:ext cx="1026231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515138"/>
            <a:ext cx="822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641348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 y de cierre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641348" y="5798602"/>
            <a:ext cx="10079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subcapítulos, y cuatro alternativas de cierre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31.81 x 12.88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Tamaños, márgenes, colores, texto y rotulado, medidos en los informes entregados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1988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09828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716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2619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58385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64231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64231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72613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72613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48095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40681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053560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09828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299716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8425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578425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414552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414552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93904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93904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76483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33584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146463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36308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828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99716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39071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97740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96489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96489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19065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319065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12610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363907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076785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23253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6131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3836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7096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036824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04284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14012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65572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7530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12660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42238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9828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5780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25780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25780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25780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25780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5780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990533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990533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87668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7668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5780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5780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5780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5780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499348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499348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10828" y="14630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499348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499348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10828" y="21031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499348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499348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910828" y="274320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499348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499348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10828" y="338328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49934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49934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10828" y="402336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499348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499348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10828" y="466344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499348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499348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910828" y="5303520"/>
            <a:ext cx="2992831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299716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299716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64108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64108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371600"/>
          <a:ext cx="11451031" cy="4480560"/>
        </p:xfrm>
        <a:graphic>
          <a:graphicData uri="http://schemas.openxmlformats.org/drawingml/2006/table">
            <a:tbl>
              <a:tblPr/>
              <a:tblGrid>
                <a:gridCol w="2744462"/>
                <a:gridCol w="5299651"/>
                <a:gridCol w="340691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Antetítulo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gris, sobre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gris, debajo del nombre del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1371600"/>
            <a:ext cx="11451031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31.81 x 12.45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06100" y="1644823"/>
            <a:ext cx="5542069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6100" y="2307946"/>
            <a:ext cx="6412577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06100" y="4724888"/>
            <a:ext cx="6412577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6100" y="4975799"/>
            <a:ext cx="6412577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2442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2442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02442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02442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2442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2442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02442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2442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02442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442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2442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2442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02442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2442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5020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5020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15020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15020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15020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115020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15020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15020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115020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15020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15020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115020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115020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15020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32505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32505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188537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523208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26865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32505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32505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88537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0368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4025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32505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32505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88537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797528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01185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94177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94177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50209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4688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8345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9796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9796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57217" y="1408176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57217" y="2121408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057217" y="2834640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057217" y="3547872"/>
            <a:ext cx="3846442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057217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057217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41265" y="4261104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1.3 cm a cada lado, igual en todas las láminas.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57217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57217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441265" y="4974336"/>
            <a:ext cx="346239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0690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87068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4134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1508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7578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55948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1022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90388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44668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0690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87068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41348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0690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68196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52247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683764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804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9332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75361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4900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6918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30468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8474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690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687068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64134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21508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7578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5948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10228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545336"/>
            <a:ext cx="152118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2984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2128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32128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2128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2128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5396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23412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14852" y="1792224"/>
            <a:ext cx="58948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4852" y="1975104"/>
            <a:ext cx="5423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4852" y="2157984"/>
            <a:ext cx="5717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4852" y="2340864"/>
            <a:ext cx="35368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96941" y="1545336"/>
            <a:ext cx="1393166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03956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03956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38164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66180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557620" y="160020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57620" y="168088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57620" y="176156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557620" y="184224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66180" y="2057400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246724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46724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280931" y="1417320"/>
            <a:ext cx="2622728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8947" y="1545336"/>
            <a:ext cx="2366696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08947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00387" y="2560320"/>
            <a:ext cx="2238680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00387" y="2641002"/>
            <a:ext cx="2059585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00387" y="2721685"/>
            <a:ext cx="2171519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00387" y="2802367"/>
            <a:ext cx="134320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189491" y="3090672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89491" y="3364992"/>
            <a:ext cx="2805608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3796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87668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87668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899148" y="4114800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7668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87668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99148" y="4544568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87668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87668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99148" y="4974336"/>
            <a:ext cx="5004511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0"/>
            <a:ext cx="11451031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2344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31.81 x 6.86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96646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24078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16956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1228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56148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79492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92908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72000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92908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17820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1228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1228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1228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1228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4078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508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08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508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508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149340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49340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08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08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496916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96916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05676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05676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9724" y="1463040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389724" y="1737360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05676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05676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89724" y="2167128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89724" y="2441448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05676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05676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89724" y="2871216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389724" y="3145536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005676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005676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389724" y="3575304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389724" y="3849624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05676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05676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389724" y="4279392"/>
            <a:ext cx="45139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89724" y="4553712"/>
            <a:ext cx="4513936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aparece en las encuestas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400800" y="137160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dibuja en el informe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9164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96596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0370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4144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67919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201168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479792" y="201168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79792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558784" y="201168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58784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37776" y="201168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637776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6768" y="201168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6768" y="237744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05409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1638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43814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67588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91363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15137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0800" y="348386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0800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479792" y="348386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479792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8784" y="348386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58784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37776" y="348386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7776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716768" y="348386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6768" y="384962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63600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9103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1480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538581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0800" y="495604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0800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79792" y="495604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9792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558784" y="495604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58784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37776" y="495604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637776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6768" y="495604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716768" y="532180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824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400800" y="595274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42253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040729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2040729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2040729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8655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92040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3776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98634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10928" y="1967577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418320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0836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967577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876327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2874803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74336" y="2874803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4336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552944" y="2874803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552944" y="2938811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552" y="2874803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8655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92040" y="2801651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10328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80930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2801651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710401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370887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919472" y="3708877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3708877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3772885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78624" y="3708877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8624" y="377288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4608" y="3635725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9628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01768" y="3635725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30952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4544475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754880" y="4542951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606959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0800" y="4542951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00800" y="4606959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02368" y="4542951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12096" y="4542951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66960" y="4542951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5174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90304" y="4469799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9769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3404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10928" y="4469799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04120" y="4469799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88720" y="2267712"/>
            <a:ext cx="9784080" cy="13716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25196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4681728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 de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114300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8691" y="127906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1184148" y="1216152"/>
            <a:ext cx="54864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 del estudio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03120"/>
            <a:ext cx="1145103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propósitos de la carrera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Contabilidad,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egreso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su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dimensiones relevantes para la acreditación</a:t>
            </a:r>
            <a:r>
              <a:rPr cap="none" sz="2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a partir de la opinión de seis actores de la comunidad universitaria y su entorno.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2976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43484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consultados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2341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1259479" y="5028103"/>
            <a:ext cx="294803" cy="294803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03192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3167985" y="5028103"/>
            <a:ext cx="294803" cy="294803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361133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4042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076490" y="5028103"/>
            <a:ext cx="294803" cy="294803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4269638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48932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984995" y="5028103"/>
            <a:ext cx="294803" cy="294803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57437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893500" y="5028103"/>
            <a:ext cx="294803" cy="294803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8086649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Comité Consultivo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943" y="4892040"/>
            <a:ext cx="566928" cy="56692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10802005" y="5028103"/>
            <a:ext cx="294803" cy="294803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9995154" y="5532120"/>
            <a:ext cx="190850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143000"/>
            <a:ext cx="11451031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9601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31.81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86484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62356" y="169621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275588" y="1659636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Tipo y 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1463040"/>
            <a:ext cx="843351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cuantitativa mediante encuestas telefónicas y por correo electrónico. Encuesta vía correo a docentes y administrativos, y aplicación presencial en aulas a estudiantes. Plataforma: Survey Monkey.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95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73452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62356" y="2583180"/>
            <a:ext cx="219456" cy="219456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2546604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70148" y="2449068"/>
            <a:ext cx="843351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Estudiantes, docentes, egresados(as) y personal administrativo de la carrera de Contabilidad de la PUCP.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200400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62356" y="3310128"/>
            <a:ext cx="219456" cy="219456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275588" y="3273552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70148" y="3275076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probabilístico por conveniencia, con intención censal.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490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87368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2356" y="4197096"/>
            <a:ext cx="219456" cy="219456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275588" y="4160520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470148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38828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70148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 de respuesta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8526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7206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78526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 de respuesta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86904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55584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egresados(as)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686904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 de respuesta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95281" y="3822192"/>
            <a:ext cx="9144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663961" y="3995928"/>
            <a:ext cx="119397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95281" y="4352544"/>
            <a:ext cx="210837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 de respuesta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8646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74336"/>
            <a:ext cx="438912" cy="438912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562356" y="5084064"/>
            <a:ext cx="219456" cy="219456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1275588" y="5047488"/>
            <a:ext cx="21031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70148" y="5049012"/>
            <a:ext cx="8433511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Del 25 de mayo al 22 de julio de 2026.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71600"/>
            <a:ext cx="11451031" cy="4206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1887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en filas con ícono, 31.81 x 11.68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0993831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la suma de los dos valores superiores de la escala. Resume en una cifra el acuerdo de cada grupo y permite compararlo entre actores y con mediciones de otros años.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18388" y="3657600"/>
            <a:ext cx="410566" cy="7315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1802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25296" y="3657600"/>
            <a:ext cx="410566" cy="7315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08710" y="38862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632204" y="3657600"/>
            <a:ext cx="2852014" cy="7315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32204" y="3886200"/>
            <a:ext cx="28483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0560" y="3657600"/>
            <a:ext cx="4475988" cy="7315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0560" y="3886200"/>
            <a:ext cx="4475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32204" y="3364992"/>
            <a:ext cx="7324344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32204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33688" y="3364992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82946" y="3200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65576" y="288036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dos valores superiores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276588" y="3200400"/>
            <a:ext cx="26270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76588" y="3547872"/>
            <a:ext cx="2627071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76588" y="4297680"/>
            <a:ext cx="2627071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5502" y="486460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205230" y="4800600"/>
            <a:ext cx="228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  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7590" y="486460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87318" y="4800600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 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72278" y="486460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2006" y="4800600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25666" y="486460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35394" y="4800600"/>
            <a:ext cx="202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 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95502" y="4800600"/>
            <a:ext cx="75839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5502" y="4617720"/>
            <a:ext cx="7583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21.07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8388" y="2880360"/>
            <a:ext cx="11085271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8388" y="269748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ejemplo: barra, llave y columna Top Two Box, 30.79 x 5.59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77316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87268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87268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LEER ESTE INFORME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332988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8726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6028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259068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21334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22108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7638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5148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39428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02468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030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1334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7638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02468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1334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7638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139428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602468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890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030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4194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1334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04988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7638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139428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8726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97890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030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4194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1334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04988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7638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39428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602468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5660136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87268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287268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Docentes, estudiantes, egresados y administrativos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70926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12466" y="2359025"/>
            <a:ext cx="235983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859" y="2651633"/>
            <a:ext cx="2265444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51633"/>
            <a:ext cx="2457889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2464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08112" y="2089404"/>
            <a:ext cx="25108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5544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464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8112" y="2500884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112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52464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08112" y="2912364"/>
            <a:ext cx="4671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824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52464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08112" y="3323844"/>
            <a:ext cx="1167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36147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08276" y="4288536"/>
            <a:ext cx="1698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943782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08276" y="4617720"/>
            <a:ext cx="14375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82408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08276" y="4946904"/>
            <a:ext cx="261373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58590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208276" y="5276088"/>
            <a:ext cx="248305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27903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208276" y="5605272"/>
            <a:ext cx="27444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89277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08276" y="5934456"/>
            <a:ext cx="222167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66529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52464" y="3794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52464" y="4032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617056" y="5580453"/>
            <a:ext cx="376542" cy="31742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98184" y="533356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9818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48462" y="4839789"/>
            <a:ext cx="376542" cy="105809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29590" y="459290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2959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79868" y="4663440"/>
            <a:ext cx="376542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60996" y="441655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360996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11274" y="4769249"/>
            <a:ext cx="376542" cy="112863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92403" y="4522361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9240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42681" y="5016137"/>
            <a:ext cx="376542" cy="881743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23809" y="4769249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23809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774087" y="5545183"/>
            <a:ext cx="376542" cy="352697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655215" y="5298295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655215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05493" y="5439374"/>
            <a:ext cx="376542" cy="45850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86621" y="5192486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86621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36900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518028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518028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068306" y="5721531"/>
            <a:ext cx="376542" cy="17634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49434" y="547464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9434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99712" y="5792071"/>
            <a:ext cx="376542" cy="10580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380840" y="554518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380840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31119" y="5862610"/>
            <a:ext cx="376542" cy="3527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812247" y="5615722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812247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62525" y="5756801"/>
            <a:ext cx="376542" cy="141079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243653" y="5509913"/>
            <a:ext cx="61428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243653" y="5916168"/>
            <a:ext cx="61428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035538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3611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2057400"/>
            <a:ext cx="471967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874520"/>
            <a:ext cx="47196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13.11 x 2.51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08112" y="2011680"/>
            <a:ext cx="307375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208112" y="182880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4.57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208276" y="4251960"/>
            <a:ext cx="307375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208276" y="4069080"/>
            <a:ext cx="30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8.54 x 5.49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589624" y="4663440"/>
            <a:ext cx="5176876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589624" y="4480560"/>
            <a:ext cx="5176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14.38 x 3.43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406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88438" y="3108960"/>
            <a:ext cx="16459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05558" y="3547872"/>
            <a:ext cx="18288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5058" y="3840480"/>
            <a:ext cx="2339300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4068" y="3840480"/>
            <a:ext cx="1054648" cy="6400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91558" y="1508760"/>
            <a:ext cx="357317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91558" y="1947672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24246" y="25008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87307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1558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24246" y="3186684"/>
            <a:ext cx="1264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87307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91558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24246" y="3872484"/>
            <a:ext cx="4426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3518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1558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24246" y="4558284"/>
            <a:ext cx="18024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63225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24246" y="5244084"/>
            <a:ext cx="6640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2486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30489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31857" y="2459736"/>
            <a:ext cx="9551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63949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330489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857" y="3063240"/>
            <a:ext cx="102679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195228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31857" y="3666744"/>
            <a:ext cx="6686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7043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30489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31857" y="4270248"/>
            <a:ext cx="42982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598254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30489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857" y="4873752"/>
            <a:ext cx="11939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87828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330489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31857" y="5477256"/>
            <a:ext cx="477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6191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867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147609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44068" y="3840480"/>
            <a:ext cx="339029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3657600"/>
            <a:ext cx="339029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partida, 9.42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324246" y="2286000"/>
            <a:ext cx="2018690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24246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5.61 x 9.53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857" y="2286000"/>
            <a:ext cx="1150010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857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3.19 x 10.06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59636" y="2903220"/>
            <a:ext cx="1082312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852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628900"/>
            <a:ext cx="137268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068901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59636" y="3589020"/>
            <a:ext cx="15574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3686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9636" y="3314700"/>
            <a:ext cx="126709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63309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8606" y="2903220"/>
            <a:ext cx="127172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6906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8606" y="2628900"/>
            <a:ext cx="116349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8674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8606" y="3589020"/>
            <a:ext cx="110937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64558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8606" y="3314700"/>
            <a:ext cx="127172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26906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91558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918606" y="4274820"/>
            <a:ext cx="18940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44588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18606" y="4000500"/>
            <a:ext cx="21646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7164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91558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18606" y="4960620"/>
            <a:ext cx="13529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090472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18606" y="4686300"/>
            <a:ext cx="541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09298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192024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30489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20377" y="2889504"/>
            <a:ext cx="1077327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34280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20377" y="2615184"/>
            <a:ext cx="82383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580791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30489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20377" y="3547872"/>
            <a:ext cx="139418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1141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20377" y="3273552"/>
            <a:ext cx="69709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54047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30489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20377" y="4206240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580791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20377" y="3931920"/>
            <a:ext cx="126744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24396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0489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720377" y="4864608"/>
            <a:ext cx="88721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644163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720377" y="4590288"/>
            <a:ext cx="120407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961024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30489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720377" y="5522976"/>
            <a:ext cx="82383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80791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0377" y="5248656"/>
            <a:ext cx="133081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087768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720377" y="6181344"/>
            <a:ext cx="1330816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087768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720377" y="5907024"/>
            <a:ext cx="107732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834280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208678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47609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48421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93944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315304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25032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659636" y="2423160"/>
            <a:ext cx="1744370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65963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4.85 x 3.81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18606" y="2423160"/>
            <a:ext cx="1424330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18606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3.96 x 7.62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720377" y="2423160"/>
            <a:ext cx="1561490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720377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4.34 x 10.97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84216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484216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 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31206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640934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46394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256122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31206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31206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145792"/>
            <a:ext cx="11085271" cy="701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4300728"/>
            <a:ext cx="15544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52828" y="3898392"/>
            <a:ext cx="168157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17328" y="3898392"/>
            <a:ext cx="85907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99577" y="3898392"/>
            <a:ext cx="3375900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299577" y="4090416"/>
            <a:ext cx="33722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71820" y="3898392"/>
            <a:ext cx="4362898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71820" y="4090416"/>
            <a:ext cx="4359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31060" y="3898392"/>
            <a:ext cx="164500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2959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4247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52966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58453" y="3825240"/>
            <a:ext cx="29724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26309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07824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5832" y="3825240"/>
            <a:ext cx="2747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57984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67712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74972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84700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04560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14288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92848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402576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355836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65564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52828" y="3898392"/>
            <a:ext cx="8142732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052828" y="3715512"/>
            <a:ext cx="8142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22.62 x 1.83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157984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57984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 DE GOBIERNO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626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32369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46557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291840" y="38587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26080" y="408736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86765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509625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485851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424160" y="515112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815084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4812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132072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241800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661660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771388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49948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59676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012936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122664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815084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1815084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312545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3053813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1579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2677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749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847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045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1142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2928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4025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558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4655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1579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579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842516"/>
            <a:ext cx="4073652" cy="1082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218944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301240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68112" y="2218944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301240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57232" y="2218944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729216" y="23012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00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249326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434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19430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372612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34549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3372612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345490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52160" y="337261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85216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46720" y="3372612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46720" y="345490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543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364693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0309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149852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089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70154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15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50417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1565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193022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75316" y="2193022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5316" y="2275318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95753" y="2193022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95753" y="2275318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12480" y="2193022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12480" y="2275318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17473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46734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31407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95244"/>
            <a:ext cx="4073652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3273552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355848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68112" y="3273552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65392" y="3273552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653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59952" y="3273552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59952" y="3355848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32552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354787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44881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076714"/>
            <a:ext cx="4073652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435408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624963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35126" y="435408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135126" y="443637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41" y="435408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21541" y="443637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688203" y="435408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58286" y="443637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068448" y="435408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68448" y="443637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33579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62840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15084" y="529896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24812" y="523495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32072" y="529896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41800" y="523495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61660" y="529896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71388" y="523495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49948" y="529896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676" y="523495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12936" y="529896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122664" y="523495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915654"/>
            <a:ext cx="5486400" cy="30449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73277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8.46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15084" y="523495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815084" y="505207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96596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94576" y="195681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94576" y="196596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0" y="2651760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60904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58579" y="2651760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58579" y="2660904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2638" y="2651760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1473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2578608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4670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334670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43216" y="334670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43216" y="335584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4258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7136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404164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405079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675120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675120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736592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745736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26480" y="4736592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26480" y="4745736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21824" y="4736592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26066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1508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924812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13207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41800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6166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71388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94994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59676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293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12266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15084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5664" y="1819656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55664" y="182880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209544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21868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75120" y="320954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675120" y="321868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21824" y="320954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26066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04488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913632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3904488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3913632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3904488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4599432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60857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55664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55664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02368" y="4599432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701784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29437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4608" y="529437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74336" y="529437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74336" y="530352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398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19472" y="522122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37760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81508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924812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13207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241800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66166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71388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94994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59676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01293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12266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815084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815084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 por competencia y actor. Ordenadas de mayor a menor</a:t>
            </a:r>
          </a:p>
        </p:txBody>
      </p:sp>
      <p:graphicFrame>
        <p:nvGraphicFramePr>
          <p:cNvPr id="6" name=""/>
          <p:cNvGraphicFramePr>
            <a:graphicFrameLocks noGrp="true"/>
          </p:cNvGraphicFramePr>
          <p:nvPr/>
        </p:nvGraphicFramePr>
        <p:xfrm rot="0">
          <a:off x="452628" y="1828800"/>
          <a:ext cx="5532120" cy="3931920"/>
        </p:xfrm>
        <a:graphic>
          <a:graphicData uri="http://schemas.openxmlformats.org/drawingml/2006/table">
            <a:tbl>
              <a:tblPr/>
              <a:tblGrid>
                <a:gridCol w="2377440"/>
                <a:gridCol w="1005840"/>
                <a:gridCol w="1097280"/>
                <a:gridCol w="1051560"/>
              </a:tblGrid>
              <a:tr h="64008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109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2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  <a:br>
                        <a:rPr cap="none" sz="11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</a:br>
                      <a:r>
                        <a:rPr cap="none" sz="1000" i="0" b="0" u="none" strike="noStrike">
                          <a:solidFill>
                            <a:srgbClr val="8A93A8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161 respuestas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4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7" name=""/>
          <p:cNvSpPr>
            <a:spLocks noGrp="1"/>
          </p:cNvSpPr>
          <p:nvPr>
            </p:nvPr>
        </p:nvSpPr>
        <p:spPr>
          <a:xfrm>
            <a:off x="6441948" y="1883664"/>
            <a:ext cx="182880" cy="182880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67054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4988" y="1883664"/>
            <a:ext cx="182880" cy="182880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13358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368028" y="188366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96628" y="1819656"/>
            <a:ext cx="1188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41948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67628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61656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487336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81364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80704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01071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751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720779" y="2468880"/>
            <a:ext cx="5486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446459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65013" y="27340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83168" y="25694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55285" y="25694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083168" y="27066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7130" y="3282696"/>
            <a:ext cx="105576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7402" y="31821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55285" y="31821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083168" y="318211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45305" y="3831336"/>
            <a:ext cx="184759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55285" y="37307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235577" y="37307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083168" y="37307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73188" y="437997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55285" y="427939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291343" y="427939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763460" y="427939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09247" y="4928616"/>
            <a:ext cx="791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99519" y="482803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027402" y="482803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91343" y="482803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09247" y="5477256"/>
            <a:ext cx="52788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499519" y="531266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027402" y="531266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27402" y="54498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p_tabla + p_puntos_comparativos (hoy p_radar)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553212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645920"/>
            <a:ext cx="5532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15.37 x 10.92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41948" y="2468880"/>
            <a:ext cx="5278831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41948" y="2286000"/>
            <a:ext cx="5278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tira de puntos, eje 80 a 100, 14.66 x 9.14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5072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89560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37760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78308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776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20710" y="221170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64341" y="2504313"/>
            <a:ext cx="139318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37760" y="2504313"/>
            <a:ext cx="683023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191000"/>
            <a:ext cx="4206240" cy="944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5135880"/>
            <a:ext cx="42062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40619" y="4023360"/>
            <a:ext cx="1463040" cy="4457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3776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420710" y="4451985"/>
            <a:ext cx="348295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694682" y="4744593"/>
            <a:ext cx="208977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37760" y="4744593"/>
            <a:ext cx="67605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(dicotómica)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37760" y="178308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37760" y="160020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37760" y="4023360"/>
            <a:ext cx="6965899" cy="117843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37760" y="3840480"/>
            <a:ext cx="69658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19.35 x 3.27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27443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127443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09172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09172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54207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54207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70933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783812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180013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014589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89246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89246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8497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8497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7742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7742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97218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0096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219188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2356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06751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16479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173474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83202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98897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08625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99020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508748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682228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025396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025396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883396" y="2651760"/>
            <a:ext cx="3020263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883396" y="2468880"/>
            <a:ext cx="3020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8.39 x 7.11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lámina, dos lecturas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487168"/>
            <a:ext cx="398373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560320"/>
            <a:ext cx="3980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68317" y="2487168"/>
            <a:ext cx="81226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3444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39816" y="2414016"/>
            <a:ext cx="691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7208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888236" y="3310128"/>
            <a:ext cx="313086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3383280"/>
            <a:ext cx="31272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15443" y="3310128"/>
            <a:ext cx="93410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15443" y="3383280"/>
            <a:ext cx="93410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88236" y="4133088"/>
            <a:ext cx="317147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88236" y="4206240"/>
            <a:ext cx="3167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6056" y="4133088"/>
            <a:ext cx="893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56056" y="4206240"/>
            <a:ext cx="8934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88236" y="4956048"/>
            <a:ext cx="378067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88236" y="5029200"/>
            <a:ext cx="3777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665252" y="4956048"/>
            <a:ext cx="28429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01911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4790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150876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42352" y="2487168"/>
            <a:ext cx="37400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842352" y="2560320"/>
            <a:ext cx="37364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578755" y="2487168"/>
            <a:ext cx="32490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421167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42352" y="3310128"/>
            <a:ext cx="3252704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842352" y="3383280"/>
            <a:ext cx="32490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1398" y="3310128"/>
            <a:ext cx="81226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091398" y="3383280"/>
            <a:ext cx="81226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42352" y="4133088"/>
            <a:ext cx="329331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42352" y="4206240"/>
            <a:ext cx="32896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32011" y="4133088"/>
            <a:ext cx="77164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132011" y="4206240"/>
            <a:ext cx="771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42352" y="4956048"/>
            <a:ext cx="4064965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42352" y="5029200"/>
            <a:ext cx="40613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8144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88236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88236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42352" y="2240280"/>
            <a:ext cx="4061308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842352" y="2057400"/>
            <a:ext cx="40613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11.28 x 9.14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NARRATIVA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463040"/>
            <a:ext cx="1124986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85316" y="316382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68912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85316" y="3712464"/>
            <a:ext cx="24702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68912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5316" y="4261104"/>
            <a:ext cx="8645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286461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85316" y="4809744"/>
            <a:ext cx="3520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41924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85316" y="5358384"/>
            <a:ext cx="129685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18746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4231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6609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11032" y="3118104"/>
            <a:ext cx="2135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61132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11032" y="357530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042997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06744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11032" y="4032504"/>
            <a:ext cx="149467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24227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11032" y="4489704"/>
            <a:ext cx="96086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846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11032" y="4946904"/>
            <a:ext cx="2669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14513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11032" y="5404104"/>
            <a:ext cx="10676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54370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8144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63040"/>
            <a:ext cx="11451031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31.81 x 1.91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385316" y="3017520"/>
            <a:ext cx="39424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385316" y="2834640"/>
            <a:ext cx="39424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10.95 x 7.62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11032" y="3017520"/>
            <a:ext cx="2570836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711032" y="28346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7.62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127748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391156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391156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0139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60139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13213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56434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00900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908292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402068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91156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391156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21024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21024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13849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206752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00900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08292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02068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391156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391156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16192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16192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17070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93809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02068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91156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89545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89545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2971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2971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434864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47743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02068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62356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752471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62199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64914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74642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36057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785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581900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691628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391156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391156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837944"/>
            <a:ext cx="7680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IZQUIERDA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3796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0" y="1792224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709099" y="210312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6052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6330" y="2404745"/>
            <a:ext cx="350581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06562" y="2697353"/>
            <a:ext cx="3365577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60520" y="2697353"/>
            <a:ext cx="364970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3465576"/>
            <a:ext cx="774313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60520" y="2103120"/>
            <a:ext cx="7011619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60520" y="1920240"/>
            <a:ext cx="70116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19.48 x 2.51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CON TEXTO A LA DERECHA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88236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8236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187903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246699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06740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14132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74720"/>
            <a:ext cx="7863840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888236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88236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23621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14558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206740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914132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874770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84498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89958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686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88236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888236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88236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236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874770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874770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GRÁFICOS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3134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313432"/>
            <a:ext cx="2576660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340864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313432"/>
            <a:ext cx="479476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340864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313432"/>
            <a:ext cx="133086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340864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971800"/>
            <a:ext cx="536003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971800"/>
            <a:ext cx="1600694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999232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971800"/>
            <a:ext cx="3020281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999232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971800"/>
            <a:ext cx="168941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999232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971800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999232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5204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25396" y="4370832"/>
            <a:ext cx="181106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202844" y="4370832"/>
            <a:ext cx="2754109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02844" y="4398264"/>
            <a:ext cx="27504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53296" y="4370832"/>
            <a:ext cx="390752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53296" y="4398264"/>
            <a:ext cx="39038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7162" y="4370832"/>
            <a:ext cx="2040657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57162" y="4398264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08634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21512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029200"/>
            <a:ext cx="27251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294257" y="5029200"/>
            <a:ext cx="54138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243079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31980" y="5029200"/>
            <a:ext cx="4036577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31980" y="5056632"/>
            <a:ext cx="4032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64900" y="5029200"/>
            <a:ext cx="2871512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4900" y="5056632"/>
            <a:ext cx="2867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32754" y="5029200"/>
            <a:ext cx="1165066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732754" y="5056632"/>
            <a:ext cx="11650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54340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7219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025396" y="21031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19202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025396" y="4160520"/>
            <a:ext cx="8872423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025396" y="397764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24.65 x 3.66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PRINCIPAL Y GRÁFICO DE APOYO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44868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71316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1143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776056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6056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07508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07508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57921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0074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13621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53113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758600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4245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87348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18020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25412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19188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71316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739089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010182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010182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975604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75604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3861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9971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412595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869149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874636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33219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05318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8020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25412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9188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671316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739760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0608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321536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321536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53531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3531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6638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700052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41293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36706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18020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5412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19188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71316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58662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086088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86088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84760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984760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505590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479347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93184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104979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8020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25412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219188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2356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06751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16479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73474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3202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398897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08625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399020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508748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671316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671316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52628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DOS APILADOS Y UNO ALTO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59636" y="2400300"/>
            <a:ext cx="1333529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659636" y="2491740"/>
            <a:ext cx="13298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989507" y="2400300"/>
            <a:ext cx="2960036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89507" y="2491740"/>
            <a:ext cx="2960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5668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5396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900856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10584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47472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6576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8953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659636" y="4242816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604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59636" y="4572000"/>
            <a:ext cx="22983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926044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659636" y="4901184"/>
            <a:ext cx="80441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00623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659636" y="5230368"/>
            <a:ext cx="3275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71315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659636" y="5559552"/>
            <a:ext cx="12066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02829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2377440"/>
            <a:ext cx="2059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497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2999232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052794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802472" y="3621024"/>
            <a:ext cx="14415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8055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802472" y="4242816"/>
            <a:ext cx="92668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765732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802472" y="4864608"/>
            <a:ext cx="25741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6460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06744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802472" y="5486400"/>
            <a:ext cx="10296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942013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659636" y="2194560"/>
            <a:ext cx="4289908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659636" y="2011680"/>
            <a:ext cx="428990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11.92 x 2.16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85668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85668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659636" y="4206240"/>
            <a:ext cx="3668116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659636" y="4023360"/>
            <a:ext cx="36681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10.19 x 4.57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2472" y="2194560"/>
            <a:ext cx="2479396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802472" y="201168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10.36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ALTO Y DOS APILADOS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39796" y="2546604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08475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39796" y="34152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073286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39796" y="428396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073286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39796" y="515264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73286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9099" y="205740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89441" y="2359025"/>
            <a:ext cx="238269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08943" y="2651633"/>
            <a:ext cx="1763196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2651633"/>
            <a:ext cx="300585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20040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3832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62102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79512" y="4032504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64619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979512" y="4489704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557366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79512" y="4946904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887245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79512" y="5404104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289317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39796" y="2240280"/>
            <a:ext cx="2387956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39796" y="20574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9.65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06744" y="2057400"/>
            <a:ext cx="476539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406744" y="1874520"/>
            <a:ext cx="4765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13.24 x 2.51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79512" y="3931920"/>
            <a:ext cx="3302356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979512" y="374904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5.08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GRÁFICOS: UNO ANCHO ARRIBA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25396" y="2267712"/>
            <a:ext cx="18110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02844" y="2267712"/>
            <a:ext cx="257666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202844" y="2267712"/>
            <a:ext cx="25730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5847" y="2267712"/>
            <a:ext cx="479476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5847" y="2267712"/>
            <a:ext cx="47911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66956" y="2267712"/>
            <a:ext cx="13308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08634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821512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025396" y="2871216"/>
            <a:ext cx="536003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1529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57741" y="2871216"/>
            <a:ext cx="1600694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57741" y="2871216"/>
            <a:ext cx="1597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54778" y="2871216"/>
            <a:ext cx="3020281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54778" y="2871216"/>
            <a:ext cx="30166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71401" y="2871216"/>
            <a:ext cx="1689418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171401" y="2871216"/>
            <a:ext cx="1685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57162" y="2871216"/>
            <a:ext cx="2040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84048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51076" y="4471416"/>
            <a:ext cx="41181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51076" y="4434840"/>
            <a:ext cx="41144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865574" y="4471416"/>
            <a:ext cx="83969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902073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839816" y="4398264"/>
            <a:ext cx="6774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47208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751076" y="4928616"/>
            <a:ext cx="32364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751076" y="4892040"/>
            <a:ext cx="3232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3896" y="4928616"/>
            <a:ext cx="96564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83896" y="4892040"/>
            <a:ext cx="96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51076" y="5385816"/>
            <a:ext cx="327846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751076" y="5349240"/>
            <a:ext cx="32748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5881" y="5385816"/>
            <a:ext cx="92366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25881" y="5349240"/>
            <a:ext cx="923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3840480"/>
            <a:ext cx="5496916" cy="47548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6744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705192" y="4434840"/>
            <a:ext cx="38662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705192" y="4434840"/>
            <a:ext cx="386259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567782" y="4434840"/>
            <a:ext cx="33587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15680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05192" y="4892040"/>
            <a:ext cx="336243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705192" y="4892040"/>
            <a:ext cx="33587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063966" y="4892040"/>
            <a:ext cx="8396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406744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705192" y="5349240"/>
            <a:ext cx="34044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05192" y="5349240"/>
            <a:ext cx="34007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105950" y="5349240"/>
            <a:ext cx="7977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25396" y="2057400"/>
            <a:ext cx="8872423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25396" y="1874520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24.65 x 3.35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751076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751076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11.66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705192" y="4297680"/>
            <a:ext cx="4198468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705192" y="4114800"/>
            <a:ext cx="41984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11.66 x 3.81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25396" y="2084832"/>
            <a:ext cx="76742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2939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5396" y="2468880"/>
            <a:ext cx="294853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10504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025396" y="2852928"/>
            <a:ext cx="32312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8509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93912" y="2075688"/>
            <a:ext cx="21321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06259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3912" y="2459736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740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93912" y="2843784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2740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3912" y="3227832"/>
            <a:ext cx="9691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27401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4553712"/>
            <a:ext cx="29485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0504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025396" y="4937760"/>
            <a:ext cx="154127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603250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025396" y="5321808"/>
            <a:ext cx="87115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93312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25396" y="5705856"/>
            <a:ext cx="127323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335202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98584" y="458114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84184" y="488276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66526" y="5175377"/>
            <a:ext cx="95098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5175377"/>
            <a:ext cx="4663440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025396" y="2011680"/>
            <a:ext cx="330235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1828800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9.17 x 3.20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93912" y="2011680"/>
            <a:ext cx="23879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893912" y="1828800"/>
            <a:ext cx="238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6.63 x 4.27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025396" y="4489704"/>
            <a:ext cx="3302356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025396" y="4306824"/>
            <a:ext cx="3302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9.17 x 4.27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406744" y="458114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406744" y="439826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perfil de cada público en una sola mirada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DOS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2057400"/>
            <a:ext cx="7315" cy="39044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333883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39701" y="3631438"/>
            <a:ext cx="2572683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631438"/>
            <a:ext cx="279073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214884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238658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90992" y="2990088"/>
            <a:ext cx="236146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89035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90992" y="3739896"/>
            <a:ext cx="258113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0870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90992" y="4489704"/>
            <a:ext cx="43934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66910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43904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90992" y="5239512"/>
            <a:ext cx="10983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3740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2926080"/>
            <a:ext cx="5359756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274320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3.23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390992" y="2743200"/>
            <a:ext cx="2890876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390992" y="2560320"/>
            <a:ext cx="28908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8.03 x 8.33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TIRA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93108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93108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98384" y="1732915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41751" y="2025523"/>
            <a:ext cx="426190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93108" y="2025523"/>
            <a:ext cx="3352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706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82696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293108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93108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98384" y="3269107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652379" y="3561715"/>
            <a:ext cx="5251280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93108" y="3561715"/>
            <a:ext cx="236292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306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818888"/>
            <a:ext cx="35661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93108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93108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98384" y="4805299"/>
            <a:ext cx="380527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751448" y="5097907"/>
            <a:ext cx="15221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293108" y="5097907"/>
            <a:ext cx="746199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293108" y="1463040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93108" y="1280160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93108" y="2999232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293108" y="2816352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93108" y="4535424"/>
            <a:ext cx="7610551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93108" y="4352544"/>
            <a:ext cx="76105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21.14 x 2.38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CORONA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78144" y="1508760"/>
            <a:ext cx="7315" cy="1965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49344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32506" y="2420620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829274" y="2713228"/>
            <a:ext cx="1983110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713228"/>
            <a:ext cx="3380304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43904" y="1508760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43904" y="1746504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43904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933792" y="2084832"/>
            <a:ext cx="77805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4841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543904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33792" y="2468880"/>
            <a:ext cx="29893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5972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3904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33792" y="2852928"/>
            <a:ext cx="32760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97968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657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84048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07822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38628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4407408"/>
            <a:ext cx="39376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559927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738628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791456"/>
            <a:ext cx="20583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80601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738628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85716" y="5175504"/>
            <a:ext cx="116339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785684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85716" y="5559552"/>
            <a:ext cx="1700342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2634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2103120"/>
            <a:ext cx="5359756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920240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2.66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33792" y="2011680"/>
            <a:ext cx="3348076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33792" y="1828800"/>
            <a:ext cx="33480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9.30 x 3.20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85716" y="4343400"/>
            <a:ext cx="4410151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85716" y="4160520"/>
            <a:ext cx="44101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12.25 x 4.27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64108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64108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64108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9176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789176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4628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4628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436108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436108" y="2103120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94076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076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24628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24628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36108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436108" y="2816352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38476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38476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4628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24628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436108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36108" y="3529584"/>
            <a:ext cx="646755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2062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3891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64108" y="4754880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64108" y="5138928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4108" y="5522976"/>
            <a:ext cx="11039551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64108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64108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 Y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80644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0644" y="1874520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0644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0644" y="2368296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0644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80644" y="2862072"/>
            <a:ext cx="61856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363805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55245" y="1591056"/>
            <a:ext cx="1492095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80644" y="3291840"/>
            <a:ext cx="71000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80644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8333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95568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55245" y="3291840"/>
            <a:ext cx="1492095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552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4002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55245" y="3319272"/>
            <a:ext cx="149209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5396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52341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523412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312310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101209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01209" y="1837944"/>
            <a:ext cx="697459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523412" y="1975104"/>
            <a:ext cx="236669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523412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61624" y="2066544"/>
            <a:ext cx="1128484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523412" y="3291840"/>
            <a:ext cx="236669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3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8279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23412" y="3319272"/>
            <a:ext cx="2366696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303956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03956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38164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66180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79462" y="1591056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092745" y="1591056"/>
            <a:ext cx="740131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165897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897" y="2020824"/>
            <a:ext cx="593827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66180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79462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745" y="2377440"/>
            <a:ext cx="740131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092745" y="3291840"/>
            <a:ext cx="740131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092745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2556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2273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46724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46724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80931" y="1463040"/>
            <a:ext cx="2622728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08947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408947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628871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20311" y="1591056"/>
            <a:ext cx="1055332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08947" y="3291840"/>
            <a:ext cx="1183348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40894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58498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360541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20311" y="3291840"/>
            <a:ext cx="105533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72031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07897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189491" y="3611880"/>
            <a:ext cx="280560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189491" y="3904488"/>
            <a:ext cx="2805608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49377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463040"/>
            <a:ext cx="11451031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31.81 x 8.89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GRÁFICOS Y CIFRAS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64592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21284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46888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39699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07308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607308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07308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55184" y="2011680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07308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12766" y="2313305"/>
            <a:ext cx="1605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76984" y="2605913"/>
            <a:ext cx="1541239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07308" y="2605913"/>
            <a:ext cx="167333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7308" y="3291840"/>
            <a:ext cx="394243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07308" y="342900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07308" y="366674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07308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80076" y="4005072"/>
            <a:ext cx="14277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644438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07308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80076" y="4407408"/>
            <a:ext cx="15606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77255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607308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80076" y="4809744"/>
            <a:ext cx="26563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482287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607308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80076" y="5212080"/>
            <a:ext cx="66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283061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60056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61224" y="1508760"/>
            <a:ext cx="394243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61224" y="1746504"/>
            <a:ext cx="39424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61224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351112" y="2231136"/>
            <a:ext cx="106716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54857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961224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351112" y="2834640"/>
            <a:ext cx="90298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90677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961224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51112" y="3438144"/>
            <a:ext cx="164179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29487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61224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351112" y="4041648"/>
            <a:ext cx="15597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47397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61224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51112" y="4645152"/>
            <a:ext cx="17238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111577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961224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51112" y="5248656"/>
            <a:ext cx="139552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83217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64592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6304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607308" y="2011680"/>
            <a:ext cx="3210916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607308" y="1828800"/>
            <a:ext cx="3210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8.92 x 2.51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180076" y="3931920"/>
            <a:ext cx="1747876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180076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4.86 x 4.47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351112" y="2057400"/>
            <a:ext cx="1930756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351112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5.36 x 10.06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CINCO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024823" y="2619883"/>
            <a:ext cx="200097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157585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016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39155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814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499241" y="2619883"/>
            <a:ext cx="246548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391558" y="2619883"/>
            <a:ext cx="111134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176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048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0489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17074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832196" y="261988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261988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7810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8144" y="3963924"/>
            <a:ext cx="7315" cy="2180844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349344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32506" y="4782439"/>
            <a:ext cx="267987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51591" y="5075047"/>
            <a:ext cx="1607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075047"/>
            <a:ext cx="520262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3904" y="3963924"/>
            <a:ext cx="5359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43904" y="4201668"/>
            <a:ext cx="535975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egresados titulados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43904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76592" y="4471416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51593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43904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76592" y="4773168"/>
            <a:ext cx="238426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751593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43904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76592" y="5074920"/>
            <a:ext cx="83449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347658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43904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476592" y="5376672"/>
            <a:ext cx="339756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10735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43904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76592" y="5678424"/>
            <a:ext cx="1251735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64903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39155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39155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330489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0489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4512564"/>
            <a:ext cx="5359756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4329684"/>
            <a:ext cx="5359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14.89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476592" y="4421124"/>
            <a:ext cx="3805276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476592" y="4238244"/>
            <a:ext cx="3805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10.57 x 4.19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50876"/>
            <a:ext cx="274320" cy="2743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07492" y="205740"/>
            <a:ext cx="164592" cy="164592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81838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POBLACIÓN: SEIS GRÁFICOS</a:t>
            </a:r>
          </a:p>
        </p:txBody>
      </p:sp>
      <p:sp>
        <p:nvSpPr>
          <p:cNvPr id="6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2758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239213" y="232727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03725" y="2619883"/>
            <a:ext cx="13220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619883"/>
            <a:ext cx="225475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91558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91558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91558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27166" y="2075688"/>
            <a:ext cx="135336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17109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391558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27166" y="2404872"/>
            <a:ext cx="707442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71184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391558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27166" y="2734056"/>
            <a:ext cx="39985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3601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91558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27166" y="3063240"/>
            <a:ext cx="584408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48151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0489" y="150876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30489" y="174650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0489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37497" y="2093976"/>
            <a:ext cx="40537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97944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30489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37497" y="2478024"/>
            <a:ext cx="155747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13154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30489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537497" y="2862072"/>
            <a:ext cx="17068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4475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025396" y="4681728"/>
            <a:ext cx="123090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2874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25396" y="5010912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117922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025396" y="5340096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117922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5669280"/>
            <a:ext cx="55950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17922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91558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391558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91558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016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391558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17814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3265" y="5225923"/>
            <a:ext cx="7146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1558" y="5225923"/>
            <a:ext cx="3505365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330489" y="4114800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330489" y="4352544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33048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330489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17074" y="4933315"/>
            <a:ext cx="1786585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617806" y="5225923"/>
            <a:ext cx="28585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30489" y="5225923"/>
            <a:ext cx="32909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7033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205740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87452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827166" y="2011680"/>
            <a:ext cx="151577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27166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4.21 x 3.66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537497" y="2011680"/>
            <a:ext cx="1744370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537497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4.85 x 3.20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025396" y="4617720"/>
            <a:ext cx="1378610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025396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3.83 x 3.66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391558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391558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8330489" y="4663440"/>
            <a:ext cx="3573170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8330489" y="44805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9.93 x 2.32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DE CIFRAS Y DOS GRÁFICOS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8678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391558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391558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91558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47609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0489" y="1463040"/>
            <a:ext cx="357317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30489" y="2029968"/>
            <a:ext cx="35731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30489" y="2286000"/>
            <a:ext cx="357317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7889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979676" y="3671316"/>
            <a:ext cx="3894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79676" y="3634740"/>
            <a:ext cx="3890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70146" y="3671316"/>
            <a:ext cx="79397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04359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39816" y="3598164"/>
            <a:ext cx="7002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47208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79676" y="4174236"/>
            <a:ext cx="306045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79676" y="4137660"/>
            <a:ext cx="30567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36474" y="4174236"/>
            <a:ext cx="913070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36474" y="4137660"/>
            <a:ext cx="913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79676" y="4677156"/>
            <a:ext cx="310015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979676" y="4640580"/>
            <a:ext cx="30964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76173" y="4677156"/>
            <a:ext cx="87337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76173" y="4640580"/>
            <a:ext cx="8733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79676" y="5180076"/>
            <a:ext cx="369563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979676" y="5143500"/>
            <a:ext cx="36919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71653" y="5180076"/>
            <a:ext cx="27789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05112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7990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454832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64560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070020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79748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297180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06744" y="320954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167 respuestas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11032" y="3557016"/>
            <a:ext cx="2135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61132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3941064"/>
            <a:ext cx="229538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042997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711032" y="4325112"/>
            <a:ext cx="149467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42279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1032" y="4709160"/>
            <a:ext cx="96086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08468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711032" y="5093208"/>
            <a:ext cx="266906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14513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711032" y="5477256"/>
            <a:ext cx="10676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854370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391558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391558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330489" y="1463040"/>
            <a:ext cx="357317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0489" y="1280160"/>
            <a:ext cx="357317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9.93 x 2.92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979676" y="3474720"/>
            <a:ext cx="3969868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979676" y="3291840"/>
            <a:ext cx="39698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11.03 x 5.59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454832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3454832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11032" y="3474720"/>
            <a:ext cx="2570836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711032" y="329184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7.14 x 6.40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III.3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constructor del motor, con su mejor uso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CATEGÓRICAS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380906" y="3782489"/>
            <a:ext cx="966350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6586" y="339844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5146" y="316069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06531" y="4051663"/>
            <a:ext cx="966350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32211" y="366761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40771" y="342987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32156" y="2840380"/>
            <a:ext cx="966350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57836" y="245633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66396" y="221858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57781" y="2974967"/>
            <a:ext cx="966350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83461" y="2590919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92021" y="2353175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3406" y="2705793"/>
            <a:ext cx="966350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09086" y="232174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917646" y="208400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09032" y="3244141"/>
            <a:ext cx="966350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34712" y="2860093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3272" y="2622349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1268" y="2423160"/>
            <a:ext cx="10353751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24028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28.76 x 8.64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TORTA CON LEYENDA DE CIFRAS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367028" y="1737360"/>
            <a:ext cx="4023360" cy="4023360"/>
            <a:chOff x="1367028" y="1737360"/>
            <a:chExt cx="4023360" cy="4023360"/>
          </a:xfrm>
        </p:grpSpPr>
        <p:sp>
          <p:nvSpPr>
            <p:cNvPr id="6" name="rc3"/>
            <p:cNvSpPr/>
            <p:nvPr/>
          </p:nvSpPr>
          <p:spPr>
            <a:xfrm>
              <a:off x="1367028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378708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769495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tx6"/>
            <p:cNvSpPr/>
            <p:nvPr/>
          </p:nvSpPr>
          <p:spPr>
            <a:xfrm>
              <a:off x="3866306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535249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11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367028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 DE DONA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1549908" y="1828800"/>
            <a:ext cx="3657600" cy="3657600"/>
            <a:chOff x="1549908" y="1828800"/>
            <a:chExt cx="3657600" cy="3657600"/>
          </a:xfrm>
        </p:grpSpPr>
        <p:sp>
          <p:nvSpPr>
            <p:cNvPr id="6" name="rc3"/>
            <p:cNvSpPr/>
            <p:nvPr/>
          </p:nvSpPr>
          <p:spPr>
            <a:xfrm>
              <a:off x="1549908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915736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1927204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1549908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549908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68930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78658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84118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3846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549908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549908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68930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68930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DIVERGENTES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93031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96151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4068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4778" y="1938528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55167" y="1993392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02882" y="1938528"/>
            <a:ext cx="343814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13271" y="1993392"/>
            <a:ext cx="3617366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37369" y="193852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3970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915136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1286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60807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4068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044778" y="2615184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955167" y="2670048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744261" y="2615184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90862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22028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02882" y="2615184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13271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20126" y="2615184"/>
            <a:ext cx="172090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230514" y="2670048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1235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060290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44068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44261" y="3291840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654650" y="3346704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602882" y="3291840"/>
            <a:ext cx="3137626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13271" y="3346704"/>
            <a:ext cx="33168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36851" y="3291840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83452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4619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1235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60290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4068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044778" y="3968496"/>
            <a:ext cx="56176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955167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86674" y="3968496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97063" y="4023360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602882" y="3968496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13271" y="4023360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395106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2703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4068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744261" y="4645152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54650" y="4700016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186157" y="4645152"/>
            <a:ext cx="56176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96546" y="4700016"/>
            <a:ext cx="740984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602882" y="4645152"/>
            <a:ext cx="172090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513271" y="4700016"/>
            <a:ext cx="1900123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39510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186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44068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744261" y="5321808"/>
            <a:ext cx="862279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54650" y="5376672"/>
            <a:ext cx="104150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43743" y="5321808"/>
            <a:ext cx="30417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90344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32151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602882" y="5321808"/>
            <a:ext cx="11627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513271" y="5376672"/>
            <a:ext cx="13420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2022" y="5321808"/>
            <a:ext cx="30417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908623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639789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37520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9772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599225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887468" y="1783080"/>
            <a:ext cx="601035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887468" y="1600200"/>
            <a:ext cx="6010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16.70 x 11.28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CON PUNTOS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762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49158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77483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65636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38204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41948" y="2029054"/>
            <a:ext cx="4660910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1011418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230874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41948" y="2451506"/>
            <a:ext cx="4339468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689976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9432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41948" y="2873959"/>
            <a:ext cx="417874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529255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748711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41948" y="3296412"/>
            <a:ext cx="337514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725650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45106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41948" y="3718865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61324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80780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41948" y="4141318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61324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80780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41948" y="4563770"/>
            <a:ext cx="24108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1324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980780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41948" y="4986223"/>
            <a:ext cx="2089374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39882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9338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41948" y="5408676"/>
            <a:ext cx="1446489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96997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16453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41948" y="5831129"/>
            <a:ext cx="64288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93392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212848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1280160"/>
            <a:ext cx="48216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441948" y="1828800"/>
            <a:ext cx="48216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441948" y="1645920"/>
            <a:ext cx="48216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13.39 x 11.73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RANKING EN BARRAS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41948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23076" y="1771906"/>
            <a:ext cx="442749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87144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23076" y="2194359"/>
            <a:ext cx="412214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48180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3076" y="2616812"/>
            <a:ext cx="3969476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29128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039264"/>
            <a:ext cx="3206115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65767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461717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64973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3884170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4973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3076" y="4306623"/>
            <a:ext cx="2290082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4973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3076" y="4729076"/>
            <a:ext cx="1984738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44390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3076" y="5151528"/>
            <a:ext cx="137404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33701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3076" y="5573981"/>
            <a:ext cx="610689" cy="261921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70341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1691640"/>
            <a:ext cx="495879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323076" y="1508760"/>
            <a:ext cx="49587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13.77 x 11.73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 NUMÉRICO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09828" y="5532120"/>
            <a:ext cx="1053663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09828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80906" y="3246120"/>
            <a:ext cx="966350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6586" y="2862072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5146" y="2624328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51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06531" y="3014579"/>
            <a:ext cx="966350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2211" y="2630531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40771" y="2392787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4077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32156" y="3116132"/>
            <a:ext cx="966350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57836" y="273208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66396" y="249434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6639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57781" y="3034982"/>
            <a:ext cx="966350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83461" y="2650934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192021" y="2413190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92021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3406" y="2887133"/>
            <a:ext cx="966350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09086" y="2503085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917646" y="2265341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17646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09032" y="2896126"/>
            <a:ext cx="966350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34712" y="2512078"/>
            <a:ext cx="151499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43272" y="2274334"/>
            <a:ext cx="16978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43272" y="5623560"/>
            <a:ext cx="16978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1268" y="2514600"/>
            <a:ext cx="1035375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1268" y="2331720"/>
            <a:ext cx="103537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28.76 x 8.38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CAJA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189988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1566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6705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73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441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698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11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468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29825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2393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7531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099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52383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57806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2944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5512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0651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13219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8358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0926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064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8632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18998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189988" y="213923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184502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7166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189988" y="197178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64805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0037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8521" y="2774747"/>
            <a:ext cx="2719730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57303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9276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67054" y="2607297"/>
            <a:ext cx="9713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341871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578521" y="3410255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573035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5699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8521" y="3242805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759071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34169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645636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8521" y="4045763"/>
            <a:ext cx="2331197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573035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04232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67054" y="3878313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47604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5710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22702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578521" y="4681271"/>
            <a:ext cx="354536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573035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18397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67054" y="4513821"/>
            <a:ext cx="1262732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341871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753900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22702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355587" y="5316779"/>
            <a:ext cx="1942665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350100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9276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355587" y="5149329"/>
            <a:ext cx="777066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30404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645636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686656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96384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041744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151472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189988" y="1828800"/>
            <a:ext cx="8159191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189988" y="1645920"/>
            <a:ext cx="81591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22.66 x 10.59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686656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686656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Y RANGO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6430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998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1376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394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6321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8889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1266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3834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6211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8779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1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7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6102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8670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1047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3615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5992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8560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0938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3506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58834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8451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08287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3396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6430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022994" y="2266569"/>
            <a:ext cx="5715183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520074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9304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86945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83870" y="3196971"/>
            <a:ext cx="2727701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80950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66435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5084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373542" y="4127373"/>
            <a:ext cx="337715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7062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05559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889528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893104" y="5057775"/>
            <a:ext cx="441627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0184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364245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8745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05046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614774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2334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22062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464308" y="1828800"/>
            <a:ext cx="7793431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64308" y="1645920"/>
            <a:ext cx="77934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21.65 x 10.34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05046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05046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COMPARATIVOS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64718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2714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3156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9955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8401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6397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5243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3239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20845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000805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654528" y="2608783"/>
            <a:ext cx="100104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544800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545848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820168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49856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151906" y="3459175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2703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42178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47234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817023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18748" y="4309567"/>
            <a:ext cx="50052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9544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09020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14076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83864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21369" y="5159959"/>
            <a:ext cx="116789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1641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16697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454246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63974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53834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63562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47188" y="2194560"/>
            <a:ext cx="83420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647188" y="2011680"/>
            <a:ext cx="83420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23.17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54246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454246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BRECHA ENTRE DOS PÚBLICOS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241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041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524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324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807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607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778127" y="2459736"/>
            <a:ext cx="1628318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659255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87573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71037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3455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06445" y="3026664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287573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8900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222364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01773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80781" y="3593592"/>
            <a:ext cx="325664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1909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87573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71037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7610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03791" y="4160520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636246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984919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299119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19710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755118" y="4727448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87573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36246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50446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71037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03791" y="5294376"/>
            <a:ext cx="651327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36246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84919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99119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9710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1558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2531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46897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7870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95828" y="2194560"/>
            <a:ext cx="65132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95828" y="2011680"/>
            <a:ext cx="6513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18.09 x 9.45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015586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15586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(USO EXCEPCIONAL)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378708" y="5687568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92908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78708" y="4477512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92908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78708" y="3267456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78708" y="2057400"/>
            <a:ext cx="5233111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92908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78708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921508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92908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 rot="590313">
            <a:off x="3339652" y="2613889"/>
            <a:ext cx="5311223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59836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1388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 rot="1183084">
            <a:off x="3215728" y="3944950"/>
            <a:ext cx="5559072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961388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78708" y="2057400"/>
            <a:ext cx="523311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378708" y="1874520"/>
            <a:ext cx="52331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14.54 x 10.08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TEMPORAL CON VARIAS MEDICIONES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1085271" cy="4297680"/>
            <a:chOff x="818388" y="1600200"/>
            <a:chExt cx="11085271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95557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298418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641261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984103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2326946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9"/>
            <p:cNvSpPr/>
            <p:nvPr/>
          </p:nvSpPr>
          <p:spPr>
            <a:xfrm>
              <a:off x="887977" y="1669789"/>
              <a:ext cx="10946093" cy="0"/>
            </a:xfrm>
            <a:custGeom>
              <a:avLst/>
              <a:pathLst>
                <a:path w="10946093" h="0">
                  <a:moveTo>
                    <a:pt x="0" y="0"/>
                  </a:moveTo>
                  <a:lnTo>
                    <a:pt x="10946093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0"/>
            <p:cNvSpPr/>
            <p:nvPr/>
          </p:nvSpPr>
          <p:spPr>
            <a:xfrm>
              <a:off x="1047310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47310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47310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47310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47310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047310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976678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20" name="pl17"/>
            <p:cNvSpPr/>
            <p:nvPr/>
          </p:nvSpPr>
          <p:spPr>
            <a:xfrm>
              <a:off x="2225832" y="1801220"/>
              <a:ext cx="7297395" cy="985736"/>
            </a:xfrm>
            <a:custGeom>
              <a:avLst/>
              <a:pathLst>
                <a:path w="7297395" h="985736">
                  <a:moveTo>
                    <a:pt x="0" y="657157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18"/>
            <p:cNvSpPr/>
            <p:nvPr/>
          </p:nvSpPr>
          <p:spPr>
            <a:xfrm>
              <a:off x="2225832" y="2721240"/>
              <a:ext cx="7297395" cy="2037188"/>
            </a:xfrm>
            <a:custGeom>
              <a:avLst/>
              <a:pathLst>
                <a:path w="7297395" h="2037188">
                  <a:moveTo>
                    <a:pt x="0" y="854304"/>
                  </a:moveTo>
                  <a:lnTo>
                    <a:pt x="2432465" y="328578"/>
                  </a:lnTo>
                  <a:lnTo>
                    <a:pt x="4864930" y="0"/>
                  </a:lnTo>
                  <a:lnTo>
                    <a:pt x="7297395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2163550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4596015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7028480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9460946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2163550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596015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7028480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9460946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7"/>
            <p:cNvSpPr/>
            <p:nvPr/>
          </p:nvSpPr>
          <p:spPr>
            <a:xfrm>
              <a:off x="207332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4505786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6938251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9370716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2073321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4505786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938251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370716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9912422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9912422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204219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447465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2" name="tx39"/>
            <p:cNvSpPr/>
            <p:nvPr/>
          </p:nvSpPr>
          <p:spPr>
            <a:xfrm>
              <a:off x="6907121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3" name="tx40"/>
            <p:cNvSpPr/>
            <p:nvPr/>
          </p:nvSpPr>
          <p:spPr>
            <a:xfrm>
              <a:off x="933958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" y="1600200"/>
            <a:ext cx="11085271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8388" y="1417320"/>
            <a:ext cx="11085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30.79 x 11.94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CON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91640"/>
            <a:ext cx="6035040" cy="4114800"/>
            <a:chOff x="452628" y="1691640"/>
            <a:chExt cx="6035040" cy="4114800"/>
          </a:xfrm>
        </p:grpSpPr>
        <p:sp>
          <p:nvSpPr>
            <p:cNvPr id="6" name="rc3"/>
            <p:cNvSpPr/>
            <p:nvPr/>
          </p:nvSpPr>
          <p:spPr>
            <a:xfrm>
              <a:off x="452628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3193906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2917664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2641422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2365180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696670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586173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75676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1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2"/>
            <p:cNvSpPr/>
            <p:nvPr/>
          </p:nvSpPr>
          <p:spPr>
            <a:xfrm>
              <a:off x="4317100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3"/>
            <p:cNvSpPr/>
            <p:nvPr/>
          </p:nvSpPr>
          <p:spPr>
            <a:xfrm>
              <a:off x="4096107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4"/>
            <p:cNvSpPr/>
            <p:nvPr/>
          </p:nvSpPr>
          <p:spPr>
            <a:xfrm>
              <a:off x="3433126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5"/>
            <p:cNvSpPr/>
            <p:nvPr/>
          </p:nvSpPr>
          <p:spPr>
            <a:xfrm>
              <a:off x="2659649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6"/>
            <p:cNvSpPr/>
            <p:nvPr/>
          </p:nvSpPr>
          <p:spPr>
            <a:xfrm>
              <a:off x="2770145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3433126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040858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3433126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549152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2659649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3433126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4427597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5"/>
            <p:cNvSpPr/>
            <p:nvPr/>
          </p:nvSpPr>
          <p:spPr>
            <a:xfrm>
              <a:off x="4206603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6"/>
            <p:cNvSpPr/>
            <p:nvPr/>
          </p:nvSpPr>
          <p:spPr>
            <a:xfrm>
              <a:off x="3433126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7"/>
            <p:cNvSpPr/>
            <p:nvPr/>
          </p:nvSpPr>
          <p:spPr>
            <a:xfrm>
              <a:off x="2438655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8"/>
            <p:cNvSpPr/>
            <p:nvPr/>
          </p:nvSpPr>
          <p:spPr>
            <a:xfrm>
              <a:off x="2604400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29"/>
            <p:cNvSpPr/>
            <p:nvPr/>
          </p:nvSpPr>
          <p:spPr>
            <a:xfrm>
              <a:off x="2746024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796109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4796109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3144102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1314469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88883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8" name="pg35"/>
            <p:cNvSpPr/>
            <p:nvPr/>
          </p:nvSpPr>
          <p:spPr>
            <a:xfrm>
              <a:off x="3634421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6"/>
            <p:cNvSpPr/>
            <p:nvPr/>
          </p:nvSpPr>
          <p:spPr>
            <a:xfrm>
              <a:off x="3643565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0" name="pg37"/>
            <p:cNvSpPr/>
            <p:nvPr/>
          </p:nvSpPr>
          <p:spPr>
            <a:xfrm>
              <a:off x="3773175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38"/>
            <p:cNvSpPr/>
            <p:nvPr/>
          </p:nvSpPr>
          <p:spPr>
            <a:xfrm>
              <a:off x="3782319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2" name="pg39"/>
            <p:cNvSpPr/>
            <p:nvPr/>
          </p:nvSpPr>
          <p:spPr>
            <a:xfrm>
              <a:off x="3911930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0"/>
            <p:cNvSpPr/>
            <p:nvPr/>
          </p:nvSpPr>
          <p:spPr>
            <a:xfrm>
              <a:off x="3921074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4" name="pg41"/>
            <p:cNvSpPr/>
            <p:nvPr/>
          </p:nvSpPr>
          <p:spPr>
            <a:xfrm>
              <a:off x="4050685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tx42"/>
            <p:cNvSpPr/>
            <p:nvPr/>
          </p:nvSpPr>
          <p:spPr>
            <a:xfrm>
              <a:off x="4059829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178282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92554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1871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02844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0700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6730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2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82826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82826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EN LUGAR DEL RADAR: PUNTOS POR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9582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7578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5274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3270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0966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8962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6658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4654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95828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7965" y="246705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1004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028237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71004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63612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95198" y="3033979"/>
            <a:ext cx="1485534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5470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28237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71004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63612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281047" y="3600907"/>
            <a:ext cx="2599685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28237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171319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71004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063612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023814" y="4167835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28237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56853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14086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20845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52431" y="4734763"/>
            <a:ext cx="1114151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2703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85470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656853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49461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52431" y="5301691"/>
            <a:ext cx="742767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42703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85470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85470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578078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657192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66920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10580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20308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05268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1499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195828" y="2194560"/>
            <a:ext cx="7427671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95828" y="2011680"/>
            <a:ext cx="74276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20.63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657192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657192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III.4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Requieren las dimensiones calculadas en Analítica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DIMENSIÓN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0438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08208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08208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5978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5978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37478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37478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5175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15175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9287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9287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970569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970569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948266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948266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25962" y="1755648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925962" y="1984248"/>
            <a:ext cx="977697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082085" y="1499616"/>
            <a:ext cx="195539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37478" y="1499616"/>
            <a:ext cx="5866181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104388" y="25831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100373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08208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08208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7807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05978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05978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55766" y="2304288"/>
            <a:ext cx="941121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37478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37478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3463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15175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5175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1116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287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287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88857" y="230428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970569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970569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66554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48266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48266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44250" y="230428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925962" y="244602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925962" y="272034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22676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04388" y="345186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10037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08208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08208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07807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5978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05978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55766" y="3172968"/>
            <a:ext cx="941121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37478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7478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33463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015175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15175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01116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9287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287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88857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970569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70569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554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948266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948266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44250" y="317296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925962" y="331470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25962" y="358902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122676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04388" y="432054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0037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8208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08208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07807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05978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05978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055766" y="4041648"/>
            <a:ext cx="941121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037478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037478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033463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015175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015175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01116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99287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799287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88857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8970569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8970569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66554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948266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48266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44250" y="4041648"/>
            <a:ext cx="941121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925962" y="4183380"/>
            <a:ext cx="97769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925962" y="4457700"/>
            <a:ext cx="977697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072941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028334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178654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446114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7104482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7762850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8421218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079586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612607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678444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744281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81011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87595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4179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5270094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5270094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3104388" y="2286000"/>
            <a:ext cx="8799271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3104388" y="2103120"/>
            <a:ext cx="87992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24.44 x 7.24 cm</a:t>
            </a:r>
          </a:p>
        </p:txBody>
      </p:sp>
      <p:sp>
        <p:nvSpPr>
          <p:cNvPr id="1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39038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530998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671609" y="1874520"/>
            <a:ext cx="21406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9788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38628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40867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49286" y="221284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530998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89897" y="2212848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71609" y="221409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738628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40867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9038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549286" y="2526238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30998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89897" y="252623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1609" y="252748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38628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0867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9038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549286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530998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89897" y="2839628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671609" y="2840875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38628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408676" y="315301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39038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49286" y="3153017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530998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89897" y="315301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71609" y="315426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38628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0867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39038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9286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0998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89897" y="346640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71609" y="346765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76150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89788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38628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40867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9038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49286" y="377979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30998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89897" y="377979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71609" y="378104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074899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89788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38628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9038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49286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530998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89897" y="409318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671609" y="409443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738628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08676" y="4406577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9038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49286" y="4406577"/>
            <a:ext cx="2104034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30998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689897" y="440657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671609" y="4407824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738628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40867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9038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49286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0998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689897" y="4719967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671609" y="472121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738628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408676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9038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549286" y="5033356"/>
            <a:ext cx="2104034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0998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689897" y="5033356"/>
            <a:ext cx="2104034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71609" y="503460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738628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40867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39038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49286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7530998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689897" y="5346746"/>
            <a:ext cx="2104034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671609" y="5347993"/>
            <a:ext cx="21406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5641848"/>
            <a:ext cx="1135959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275934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43394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01762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860130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518498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76866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22335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88172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54009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91984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98568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5151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367374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6367374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390388" y="2194560"/>
            <a:ext cx="6421831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5390388" y="2011680"/>
            <a:ext cx="64218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17.84 x 9.58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COMPARATIVO DE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634586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44314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8774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8502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3610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37608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99160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34560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479548"/>
            <a:ext cx="511269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7268" y="2845308"/>
            <a:ext cx="5264343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3689604"/>
            <a:ext cx="53076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287268" y="4055364"/>
            <a:ext cx="5199352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899660"/>
            <a:ext cx="522101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87268" y="5265420"/>
            <a:ext cx="528600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672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32122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5224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29221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634586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634586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287268" y="2194560"/>
            <a:ext cx="541599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87268" y="2011680"/>
            <a:ext cx="541599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15.04 x 10.08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89611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 POR DIMENSIONES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827532"/>
            <a:ext cx="95097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6" name=""/>
          <p:cNvGrpSpPr/>
          <p:nvPr/>
        </p:nvGrpSpPr>
        <p:grpSpPr>
          <a:xfrm>
            <a:off x="818388" y="1554480"/>
            <a:ext cx="6949440" cy="4480560"/>
            <a:chOff x="818388" y="1554480"/>
            <a:chExt cx="6949440" cy="4480560"/>
          </a:xfrm>
        </p:grpSpPr>
        <p:sp>
          <p:nvSpPr>
            <p:cNvPr id="7" name="rc3"/>
            <p:cNvSpPr/>
            <p:nvPr/>
          </p:nvSpPr>
          <p:spPr>
            <a:xfrm>
              <a:off x="887882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8" name="pl4"/>
            <p:cNvSpPr/>
            <p:nvPr/>
          </p:nvSpPr>
          <p:spPr>
            <a:xfrm>
              <a:off x="3889930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5"/>
            <p:cNvSpPr/>
            <p:nvPr/>
          </p:nvSpPr>
          <p:spPr>
            <a:xfrm>
              <a:off x="3486752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6"/>
            <p:cNvSpPr/>
            <p:nvPr/>
          </p:nvSpPr>
          <p:spPr>
            <a:xfrm>
              <a:off x="3083574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7"/>
            <p:cNvSpPr/>
            <p:nvPr/>
          </p:nvSpPr>
          <p:spPr>
            <a:xfrm>
              <a:off x="2680397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8"/>
            <p:cNvSpPr/>
            <p:nvPr/>
          </p:nvSpPr>
          <p:spPr>
            <a:xfrm>
              <a:off x="2680397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9"/>
            <p:cNvSpPr/>
            <p:nvPr/>
          </p:nvSpPr>
          <p:spPr>
            <a:xfrm>
              <a:off x="2841668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0"/>
            <p:cNvSpPr/>
            <p:nvPr/>
          </p:nvSpPr>
          <p:spPr>
            <a:xfrm>
              <a:off x="4258796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1"/>
            <p:cNvSpPr/>
            <p:nvPr/>
          </p:nvSpPr>
          <p:spPr>
            <a:xfrm>
              <a:off x="4743271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2"/>
            <p:cNvSpPr/>
            <p:nvPr/>
          </p:nvSpPr>
          <p:spPr>
            <a:xfrm>
              <a:off x="5370340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3"/>
            <p:cNvSpPr/>
            <p:nvPr/>
          </p:nvSpPr>
          <p:spPr>
            <a:xfrm>
              <a:off x="5307058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4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5"/>
            <p:cNvSpPr/>
            <p:nvPr/>
          </p:nvSpPr>
          <p:spPr>
            <a:xfrm>
              <a:off x="4671919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6"/>
            <p:cNvSpPr/>
            <p:nvPr/>
          </p:nvSpPr>
          <p:spPr>
            <a:xfrm>
              <a:off x="3799771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7"/>
            <p:cNvSpPr/>
            <p:nvPr/>
          </p:nvSpPr>
          <p:spPr>
            <a:xfrm>
              <a:off x="3704694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8"/>
            <p:cNvSpPr/>
            <p:nvPr/>
          </p:nvSpPr>
          <p:spPr>
            <a:xfrm>
              <a:off x="2646085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19"/>
            <p:cNvSpPr/>
            <p:nvPr/>
          </p:nvSpPr>
          <p:spPr>
            <a:xfrm>
              <a:off x="3295458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0"/>
            <p:cNvSpPr/>
            <p:nvPr/>
          </p:nvSpPr>
          <p:spPr>
            <a:xfrm>
              <a:off x="3377933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1"/>
            <p:cNvSpPr/>
            <p:nvPr/>
          </p:nvSpPr>
          <p:spPr>
            <a:xfrm>
              <a:off x="4258796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2"/>
            <p:cNvSpPr/>
            <p:nvPr/>
          </p:nvSpPr>
          <p:spPr>
            <a:xfrm>
              <a:off x="4963487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3"/>
            <p:cNvSpPr/>
            <p:nvPr/>
          </p:nvSpPr>
          <p:spPr>
            <a:xfrm>
              <a:off x="5444443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4"/>
            <p:cNvSpPr/>
            <p:nvPr/>
          </p:nvSpPr>
          <p:spPr>
            <a:xfrm>
              <a:off x="5710236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5"/>
            <p:cNvSpPr/>
            <p:nvPr/>
          </p:nvSpPr>
          <p:spPr>
            <a:xfrm>
              <a:off x="536700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6"/>
            <p:cNvSpPr/>
            <p:nvPr/>
          </p:nvSpPr>
          <p:spPr>
            <a:xfrm>
              <a:off x="4626016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7"/>
            <p:cNvSpPr/>
            <p:nvPr/>
          </p:nvSpPr>
          <p:spPr>
            <a:xfrm>
              <a:off x="3845673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28"/>
            <p:cNvSpPr/>
            <p:nvPr/>
          </p:nvSpPr>
          <p:spPr>
            <a:xfrm>
              <a:off x="3150591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29"/>
            <p:cNvSpPr/>
            <p:nvPr/>
          </p:nvSpPr>
          <p:spPr>
            <a:xfrm>
              <a:off x="2807357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0"/>
            <p:cNvSpPr/>
            <p:nvPr/>
          </p:nvSpPr>
          <p:spPr>
            <a:xfrm>
              <a:off x="3073149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1"/>
            <p:cNvSpPr/>
            <p:nvPr/>
          </p:nvSpPr>
          <p:spPr>
            <a:xfrm>
              <a:off x="3466019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2"/>
            <p:cNvSpPr/>
            <p:nvPr/>
          </p:nvSpPr>
          <p:spPr>
            <a:xfrm>
              <a:off x="3629328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7" name="tx33"/>
            <p:cNvSpPr/>
            <p:nvPr/>
          </p:nvSpPr>
          <p:spPr>
            <a:xfrm>
              <a:off x="5332526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8" name="tx34"/>
            <p:cNvSpPr/>
            <p:nvPr/>
          </p:nvSpPr>
          <p:spPr>
            <a:xfrm>
              <a:off x="6041936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9" name="tx35"/>
            <p:cNvSpPr/>
            <p:nvPr/>
          </p:nvSpPr>
          <p:spPr>
            <a:xfrm>
              <a:off x="6196106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40" name="tx36"/>
            <p:cNvSpPr/>
            <p:nvPr/>
          </p:nvSpPr>
          <p:spPr>
            <a:xfrm>
              <a:off x="5746087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41" name="tx37"/>
            <p:cNvSpPr/>
            <p:nvPr/>
          </p:nvSpPr>
          <p:spPr>
            <a:xfrm>
              <a:off x="4834757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2" name="tx38"/>
            <p:cNvSpPr/>
            <p:nvPr/>
          </p:nvSpPr>
          <p:spPr>
            <a:xfrm>
              <a:off x="2245726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3" name="tx39"/>
            <p:cNvSpPr/>
            <p:nvPr/>
          </p:nvSpPr>
          <p:spPr>
            <a:xfrm>
              <a:off x="1450563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4" name="tx40"/>
            <p:cNvSpPr/>
            <p:nvPr/>
          </p:nvSpPr>
          <p:spPr>
            <a:xfrm>
              <a:off x="1187038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5" name="tx41"/>
            <p:cNvSpPr/>
            <p:nvPr/>
          </p:nvSpPr>
          <p:spPr>
            <a:xfrm>
              <a:off x="774359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6" name="tx42"/>
            <p:cNvSpPr/>
            <p:nvPr/>
          </p:nvSpPr>
          <p:spPr>
            <a:xfrm>
              <a:off x="2034725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7" name="pg43"/>
            <p:cNvSpPr/>
            <p:nvPr/>
          </p:nvSpPr>
          <p:spPr>
            <a:xfrm>
              <a:off x="4435801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4"/>
            <p:cNvSpPr/>
            <p:nvPr/>
          </p:nvSpPr>
          <p:spPr>
            <a:xfrm>
              <a:off x="4444945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9" name="pg45"/>
            <p:cNvSpPr/>
            <p:nvPr/>
          </p:nvSpPr>
          <p:spPr>
            <a:xfrm>
              <a:off x="4545909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6"/>
            <p:cNvSpPr/>
            <p:nvPr/>
          </p:nvSpPr>
          <p:spPr>
            <a:xfrm>
              <a:off x="4555053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51" name="pg47"/>
            <p:cNvSpPr/>
            <p:nvPr/>
          </p:nvSpPr>
          <p:spPr>
            <a:xfrm>
              <a:off x="4656017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48"/>
            <p:cNvSpPr/>
            <p:nvPr/>
          </p:nvSpPr>
          <p:spPr>
            <a:xfrm>
              <a:off x="4665161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3" name="pg49"/>
            <p:cNvSpPr/>
            <p:nvPr/>
          </p:nvSpPr>
          <p:spPr>
            <a:xfrm>
              <a:off x="4766125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tx50"/>
            <p:cNvSpPr/>
            <p:nvPr/>
          </p:nvSpPr>
          <p:spPr>
            <a:xfrm>
              <a:off x="4775269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5" name=""/>
          <p:cNvSpPr>
            <a:spLocks noGrp="1"/>
          </p:cNvSpPr>
          <p:nvPr>
            </p:nvPr>
        </p:nvSpPr>
        <p:spPr>
          <a:xfrm>
            <a:off x="293243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42158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3661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46346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32430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32430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18388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18388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PALABRAS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600200"/>
            <a:ext cx="6766560" cy="4297680"/>
            <a:chOff x="452628" y="1600200"/>
            <a:chExt cx="6766560" cy="4297680"/>
          </a:xfrm>
        </p:grpSpPr>
        <p:sp>
          <p:nvSpPr>
            <p:cNvPr id="6" name="rc3"/>
            <p:cNvSpPr/>
            <p:nvPr/>
          </p:nvSpPr>
          <p:spPr>
            <a:xfrm>
              <a:off x="452628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7" name="tx4"/>
            <p:cNvSpPr/>
            <p:nvPr/>
          </p:nvSpPr>
          <p:spPr>
            <a:xfrm>
              <a:off x="3044613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8" name="tx5"/>
            <p:cNvSpPr/>
            <p:nvPr/>
          </p:nvSpPr>
          <p:spPr>
            <a:xfrm>
              <a:off x="3528538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9" name="tx6"/>
            <p:cNvSpPr/>
            <p:nvPr/>
          </p:nvSpPr>
          <p:spPr>
            <a:xfrm>
              <a:off x="2841319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0" name="tx7"/>
            <p:cNvSpPr/>
            <p:nvPr/>
          </p:nvSpPr>
          <p:spPr>
            <a:xfrm>
              <a:off x="2724192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1" name="tx8"/>
            <p:cNvSpPr/>
            <p:nvPr/>
          </p:nvSpPr>
          <p:spPr>
            <a:xfrm>
              <a:off x="1954575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2" name="tx9"/>
            <p:cNvSpPr/>
            <p:nvPr/>
          </p:nvSpPr>
          <p:spPr>
            <a:xfrm>
              <a:off x="4435572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924316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4807436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3723863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4875053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2513856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293113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4819461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1886334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553910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5379459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2842584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1881899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4045512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5405087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1080333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1233734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2593214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5843279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5086144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5827388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1499648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1764094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1890968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2295836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98080" y="1746504"/>
            <a:ext cx="4405579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 respuestas abiertas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frases repetidas por dos personas o más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148840"/>
            <a:ext cx="5451196" cy="3904488"/>
            <a:chOff x="452628" y="2148840"/>
            <a:chExt cx="5451196" cy="3904488"/>
          </a:xfrm>
        </p:grpSpPr>
        <p:sp>
          <p:nvSpPr>
            <p:cNvPr id="8" name="rc3"/>
            <p:cNvSpPr/>
            <p:nvPr/>
          </p:nvSpPr>
          <p:spPr>
            <a:xfrm>
              <a:off x="452628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" name="tx4"/>
            <p:cNvSpPr/>
            <p:nvPr/>
          </p:nvSpPr>
          <p:spPr>
            <a:xfrm>
              <a:off x="871854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10" name="tx5"/>
            <p:cNvSpPr/>
            <p:nvPr/>
          </p:nvSpPr>
          <p:spPr>
            <a:xfrm>
              <a:off x="3660943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1" name="tx6"/>
            <p:cNvSpPr/>
            <p:nvPr/>
          </p:nvSpPr>
          <p:spPr>
            <a:xfrm>
              <a:off x="1465965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12" name="tx7"/>
            <p:cNvSpPr/>
            <p:nvPr/>
          </p:nvSpPr>
          <p:spPr>
            <a:xfrm>
              <a:off x="3611744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3" name="tx8"/>
            <p:cNvSpPr/>
            <p:nvPr/>
          </p:nvSpPr>
          <p:spPr>
            <a:xfrm>
              <a:off x="1188494" y="4270388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4" name="tx9"/>
            <p:cNvSpPr/>
            <p:nvPr/>
          </p:nvSpPr>
          <p:spPr>
            <a:xfrm>
              <a:off x="2457819" y="4270388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5" name="tx10"/>
            <p:cNvSpPr/>
            <p:nvPr/>
          </p:nvSpPr>
          <p:spPr>
            <a:xfrm>
              <a:off x="1246061" y="4663628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6" name="tx11"/>
            <p:cNvSpPr/>
            <p:nvPr/>
          </p:nvSpPr>
          <p:spPr>
            <a:xfrm>
              <a:off x="3280031" y="4659965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7" name="tx12"/>
            <p:cNvSpPr/>
            <p:nvPr/>
          </p:nvSpPr>
          <p:spPr>
            <a:xfrm>
              <a:off x="2057480" y="3036379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8" name="tx13"/>
            <p:cNvSpPr/>
            <p:nvPr/>
          </p:nvSpPr>
          <p:spPr>
            <a:xfrm>
              <a:off x="3791673" y="3092349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9" name="tx14"/>
            <p:cNvSpPr/>
            <p:nvPr/>
          </p:nvSpPr>
          <p:spPr>
            <a:xfrm>
              <a:off x="2934624" y="4921972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0" name="tx15"/>
            <p:cNvSpPr/>
            <p:nvPr/>
          </p:nvSpPr>
          <p:spPr>
            <a:xfrm>
              <a:off x="3766657" y="4921972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21" name="tx16"/>
            <p:cNvSpPr/>
            <p:nvPr/>
          </p:nvSpPr>
          <p:spPr>
            <a:xfrm>
              <a:off x="2706981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2" name="tx17"/>
            <p:cNvSpPr/>
            <p:nvPr/>
          </p:nvSpPr>
          <p:spPr>
            <a:xfrm>
              <a:off x="3552358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3" name="tx18"/>
            <p:cNvSpPr/>
            <p:nvPr/>
          </p:nvSpPr>
          <p:spPr>
            <a:xfrm>
              <a:off x="1752947" y="5132183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4" name="tx19"/>
            <p:cNvSpPr/>
            <p:nvPr/>
          </p:nvSpPr>
          <p:spPr>
            <a:xfrm>
              <a:off x="3126904" y="5129282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5" name="tx20"/>
            <p:cNvSpPr/>
            <p:nvPr/>
          </p:nvSpPr>
          <p:spPr>
            <a:xfrm>
              <a:off x="2008153" y="2713331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6" name="tx21"/>
            <p:cNvSpPr/>
            <p:nvPr/>
          </p:nvSpPr>
          <p:spPr>
            <a:xfrm>
              <a:off x="2919211" y="2716232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7" name="tx22"/>
            <p:cNvSpPr/>
            <p:nvPr/>
          </p:nvSpPr>
          <p:spPr>
            <a:xfrm>
              <a:off x="1742565" y="5013363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8" name="tx23"/>
            <p:cNvSpPr/>
            <p:nvPr/>
          </p:nvSpPr>
          <p:spPr>
            <a:xfrm>
              <a:off x="2217029" y="4954948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9" name="tx24"/>
            <p:cNvSpPr/>
            <p:nvPr/>
          </p:nvSpPr>
          <p:spPr>
            <a:xfrm>
              <a:off x="1153978" y="3382041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30" name="tx25"/>
            <p:cNvSpPr/>
            <p:nvPr/>
          </p:nvSpPr>
          <p:spPr>
            <a:xfrm>
              <a:off x="1611327" y="3353763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31" name="tx26"/>
            <p:cNvSpPr/>
            <p:nvPr/>
          </p:nvSpPr>
          <p:spPr>
            <a:xfrm>
              <a:off x="4523813" y="4610506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2" name="tx27"/>
            <p:cNvSpPr/>
            <p:nvPr/>
          </p:nvSpPr>
          <p:spPr>
            <a:xfrm>
              <a:off x="5065919" y="4582229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3" name="tx28"/>
            <p:cNvSpPr/>
            <p:nvPr/>
          </p:nvSpPr>
          <p:spPr>
            <a:xfrm>
              <a:off x="4367222" y="4772948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4" name="tx29"/>
            <p:cNvSpPr/>
            <p:nvPr/>
          </p:nvSpPr>
          <p:spPr>
            <a:xfrm>
              <a:off x="4909328" y="4744671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5" name="tx30"/>
            <p:cNvSpPr/>
            <p:nvPr/>
          </p:nvSpPr>
          <p:spPr>
            <a:xfrm>
              <a:off x="4639449" y="4374776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6" name="tx31"/>
            <p:cNvSpPr/>
            <p:nvPr/>
          </p:nvSpPr>
          <p:spPr>
            <a:xfrm>
              <a:off x="5300097" y="43444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7" name="tx32"/>
            <p:cNvSpPr/>
            <p:nvPr/>
          </p:nvSpPr>
          <p:spPr>
            <a:xfrm>
              <a:off x="2386476" y="5395160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8" name="tx33"/>
            <p:cNvSpPr/>
            <p:nvPr/>
          </p:nvSpPr>
          <p:spPr>
            <a:xfrm>
              <a:off x="3241866" y="5395160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9" name="tx34"/>
            <p:cNvSpPr/>
            <p:nvPr/>
          </p:nvSpPr>
          <p:spPr>
            <a:xfrm>
              <a:off x="1147402" y="2926056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40" name="tx35"/>
            <p:cNvSpPr/>
            <p:nvPr/>
          </p:nvSpPr>
          <p:spPr>
            <a:xfrm>
              <a:off x="1825017" y="2926056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41" name="tx36"/>
            <p:cNvSpPr/>
            <p:nvPr/>
          </p:nvSpPr>
          <p:spPr>
            <a:xfrm>
              <a:off x="643215" y="3192807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42" name="tx37"/>
            <p:cNvSpPr/>
            <p:nvPr/>
          </p:nvSpPr>
          <p:spPr>
            <a:xfrm>
              <a:off x="1193433" y="3192807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3" name="tx38"/>
            <p:cNvSpPr/>
            <p:nvPr/>
          </p:nvSpPr>
          <p:spPr>
            <a:xfrm>
              <a:off x="2698842" y="2521894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4" name="tx39"/>
            <p:cNvSpPr/>
            <p:nvPr/>
          </p:nvSpPr>
          <p:spPr>
            <a:xfrm>
              <a:off x="3410464" y="2521894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5" name="tx40"/>
            <p:cNvSpPr/>
            <p:nvPr/>
          </p:nvSpPr>
          <p:spPr>
            <a:xfrm>
              <a:off x="1974569" y="5609529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6" name="tx41"/>
            <p:cNvSpPr/>
            <p:nvPr/>
          </p:nvSpPr>
          <p:spPr>
            <a:xfrm>
              <a:off x="2745276" y="5635797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7" name="tx42"/>
            <p:cNvSpPr/>
            <p:nvPr/>
          </p:nvSpPr>
          <p:spPr>
            <a:xfrm>
              <a:off x="4247968" y="5152027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8" name="tx43"/>
            <p:cNvSpPr/>
            <p:nvPr/>
          </p:nvSpPr>
          <p:spPr>
            <a:xfrm>
              <a:off x="4824081" y="5121889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9" name=""/>
          <p:cNvSpPr>
            <a:spLocks noGrp="1"/>
          </p:cNvSpPr>
          <p:nvPr>
            </p:nvPr>
        </p:nvSpPr>
        <p:spPr>
          <a:xfrm>
            <a:off x="617814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frases repetidas por dos personas o más</a:t>
            </a:r>
          </a:p>
        </p:txBody>
      </p:sp>
      <p:grpSp xmlns:pic="http://schemas.openxmlformats.org/drawingml/2006/picture">
        <p:nvGrpSpPr>
          <p:cNvPr id="52" name=""/>
          <p:cNvGrpSpPr/>
          <p:nvPr/>
        </p:nvGrpSpPr>
        <p:grpSpPr>
          <a:xfrm>
            <a:off x="6452464" y="2148840"/>
            <a:ext cx="5451196" cy="3904488"/>
            <a:chOff x="6452464" y="2148840"/>
            <a:chExt cx="5451196" cy="3904488"/>
          </a:xfrm>
        </p:grpSpPr>
        <p:sp>
          <p:nvSpPr>
            <p:cNvPr id="53" name="rc3"/>
            <p:cNvSpPr/>
            <p:nvPr/>
          </p:nvSpPr>
          <p:spPr>
            <a:xfrm>
              <a:off x="6452463" y="2148840"/>
              <a:ext cx="5451195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4" name="tx4"/>
            <p:cNvSpPr/>
            <p:nvPr/>
          </p:nvSpPr>
          <p:spPr>
            <a:xfrm>
              <a:off x="6623426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5" name="tx5"/>
            <p:cNvSpPr/>
            <p:nvPr/>
          </p:nvSpPr>
          <p:spPr>
            <a:xfrm>
              <a:off x="8570842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6" name="tx6"/>
            <p:cNvSpPr/>
            <p:nvPr/>
          </p:nvSpPr>
          <p:spPr>
            <a:xfrm>
              <a:off x="9304813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7" name="tx7"/>
            <p:cNvSpPr/>
            <p:nvPr/>
          </p:nvSpPr>
          <p:spPr>
            <a:xfrm>
              <a:off x="7383894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8" name="tx8"/>
            <p:cNvSpPr/>
            <p:nvPr/>
          </p:nvSpPr>
          <p:spPr>
            <a:xfrm>
              <a:off x="8286110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9" name="tx9"/>
            <p:cNvSpPr/>
            <p:nvPr/>
          </p:nvSpPr>
          <p:spPr>
            <a:xfrm>
              <a:off x="8844732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60" name="tx10"/>
            <p:cNvSpPr/>
            <p:nvPr/>
          </p:nvSpPr>
          <p:spPr>
            <a:xfrm>
              <a:off x="7952744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61" name="tx11"/>
            <p:cNvSpPr/>
            <p:nvPr/>
          </p:nvSpPr>
          <p:spPr>
            <a:xfrm>
              <a:off x="9544654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62" name="tx12"/>
            <p:cNvSpPr/>
            <p:nvPr/>
          </p:nvSpPr>
          <p:spPr>
            <a:xfrm>
              <a:off x="9906517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63" name="tx13"/>
            <p:cNvSpPr/>
            <p:nvPr/>
          </p:nvSpPr>
          <p:spPr>
            <a:xfrm>
              <a:off x="7560076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4" name="tx14"/>
            <p:cNvSpPr/>
            <p:nvPr/>
          </p:nvSpPr>
          <p:spPr>
            <a:xfrm>
              <a:off x="8765261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5" name="tx15"/>
            <p:cNvSpPr/>
            <p:nvPr/>
          </p:nvSpPr>
          <p:spPr>
            <a:xfrm>
              <a:off x="907154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6" name="tx16"/>
            <p:cNvSpPr/>
            <p:nvPr/>
          </p:nvSpPr>
          <p:spPr>
            <a:xfrm>
              <a:off x="8449349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7" name="tx17"/>
            <p:cNvSpPr/>
            <p:nvPr/>
          </p:nvSpPr>
          <p:spPr>
            <a:xfrm>
              <a:off x="9081807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8" name="tx18"/>
            <p:cNvSpPr/>
            <p:nvPr/>
          </p:nvSpPr>
          <p:spPr>
            <a:xfrm>
              <a:off x="9338696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9" name="tx19"/>
            <p:cNvSpPr/>
            <p:nvPr/>
          </p:nvSpPr>
          <p:spPr>
            <a:xfrm>
              <a:off x="8082131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70" name="tx20"/>
            <p:cNvSpPr/>
            <p:nvPr/>
          </p:nvSpPr>
          <p:spPr>
            <a:xfrm>
              <a:off x="8714589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71" name="tx21"/>
            <p:cNvSpPr/>
            <p:nvPr/>
          </p:nvSpPr>
          <p:spPr>
            <a:xfrm>
              <a:off x="8872595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72" name="tx22"/>
            <p:cNvSpPr/>
            <p:nvPr/>
          </p:nvSpPr>
          <p:spPr>
            <a:xfrm>
              <a:off x="8400830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73" name="tx23"/>
            <p:cNvSpPr/>
            <p:nvPr/>
          </p:nvSpPr>
          <p:spPr>
            <a:xfrm>
              <a:off x="9309885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4" name="tx24"/>
            <p:cNvSpPr/>
            <p:nvPr/>
          </p:nvSpPr>
          <p:spPr>
            <a:xfrm>
              <a:off x="9566775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5" name="tx25"/>
            <p:cNvSpPr/>
            <p:nvPr/>
          </p:nvSpPr>
          <p:spPr>
            <a:xfrm>
              <a:off x="7902773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6" name="tx26"/>
            <p:cNvSpPr/>
            <p:nvPr/>
          </p:nvSpPr>
          <p:spPr>
            <a:xfrm>
              <a:off x="8584369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7" name="tx27"/>
            <p:cNvSpPr/>
            <p:nvPr/>
          </p:nvSpPr>
          <p:spPr>
            <a:xfrm>
              <a:off x="8841259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8" name="tx28"/>
            <p:cNvSpPr/>
            <p:nvPr/>
          </p:nvSpPr>
          <p:spPr>
            <a:xfrm>
              <a:off x="9668720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9" name="tx29"/>
            <p:cNvSpPr/>
            <p:nvPr/>
          </p:nvSpPr>
          <p:spPr>
            <a:xfrm>
              <a:off x="10034217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80" name="tx30"/>
            <p:cNvSpPr/>
            <p:nvPr/>
          </p:nvSpPr>
          <p:spPr>
            <a:xfrm>
              <a:off x="10291107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452464" y="2148840"/>
            <a:ext cx="5451196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452464" y="1965960"/>
            <a:ext cx="54511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15.14 x 10.85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ABIERTA: FRASES Y TEMAS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66751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que lo mencionan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4310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678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8170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71176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6118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71176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118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1001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6118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0827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9290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2432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290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8434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7482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69290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784348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274820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9290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784348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008568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69290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84348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09813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69290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784348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09813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9290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84348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03231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69290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84348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03231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4628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956048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24628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116068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606540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024628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16068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959929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024628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44391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024628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116068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2885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024628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116068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885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024628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116068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28854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24628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116068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28854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338060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9228" y="1508760"/>
            <a:ext cx="43644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539228" y="1746504"/>
            <a:ext cx="43644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quienes respondieron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539228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980676" y="2203704"/>
            <a:ext cx="11829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200153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539228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80676" y="2642616"/>
            <a:ext cx="874318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1570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539228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80676" y="3081528"/>
            <a:ext cx="771457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788709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539228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80676" y="3520440"/>
            <a:ext cx="642881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660133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39228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980676" y="3959352"/>
            <a:ext cx="540020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557272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539228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980676" y="4398264"/>
            <a:ext cx="43715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0454411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539228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80676" y="4837176"/>
            <a:ext cx="385729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4029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539228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80676" y="5276088"/>
            <a:ext cx="7714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094398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539228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980676" y="5715000"/>
            <a:ext cx="128576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145828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9980676" y="2103120"/>
            <a:ext cx="1301191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980676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8.53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980676" y="5175504"/>
            <a:ext cx="1301191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980676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3.61 x 2.44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31.81 x 12.88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DISTRITOS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726948" y="1508760"/>
            <a:ext cx="4572000" cy="4224528"/>
            <a:chOff x="726948" y="1508760"/>
            <a:chExt cx="4572000" cy="4224528"/>
          </a:xfrm>
        </p:grpSpPr>
        <p:sp>
          <p:nvSpPr>
            <p:cNvPr id="6" name="pg3"/>
            <p:cNvSpPr/>
            <p:nvPr/>
          </p:nvSpPr>
          <p:spPr>
            <a:xfrm>
              <a:off x="1990518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1877343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50213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1996168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1822532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007923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1745670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1696235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610705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468963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323119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176593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3343111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20531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3107192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66486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545917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301204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14326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10987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0851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199191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380345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1333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739827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874326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244525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46265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3000350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3501438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31176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026467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314726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3429542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60526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3560167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46873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324851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461126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664013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554847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016170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093534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643920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3596617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1744530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518306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477164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706750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775867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6" name=""/>
          <p:cNvSpPr>
            <a:spLocks noGrp="1"/>
          </p:cNvSpPr>
          <p:nvPr>
            </p:nvPr>
        </p:nvSpPr>
        <p:spPr>
          <a:xfrm>
            <a:off x="93827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8004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6466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74392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7995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789680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732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39028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13348" y="150876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13348" y="192024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13348" y="226771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213348" y="261518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13348" y="296265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939028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13348" y="3749040"/>
            <a:ext cx="569031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213348" y="4160520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213348" y="4507992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213348" y="4855464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213348" y="5202936"/>
            <a:ext cx="569031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8276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38276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26948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26948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ZONAS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5852160" cy="4224528"/>
            <a:chOff x="452628" y="1508760"/>
            <a:chExt cx="5852160" cy="4224528"/>
          </a:xfrm>
        </p:grpSpPr>
        <p:sp>
          <p:nvSpPr>
            <p:cNvPr id="6" name="pg3"/>
            <p:cNvSpPr/>
            <p:nvPr/>
          </p:nvSpPr>
          <p:spPr>
            <a:xfrm>
              <a:off x="2794778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3149411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952509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312986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146473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267840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006244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129057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006646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094336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168431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1988987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080407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524813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95364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231638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04140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160861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1980793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746874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3495344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3148442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8608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585974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249887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34032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731484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335475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652322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893149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267735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509486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3253898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823026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858000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720133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574950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878378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371160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3274415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699453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753155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3115628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716904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774104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889111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904980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3072247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880444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977885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925581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943482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652122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3161415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3112927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986209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3030220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948235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796264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706594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587388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262180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609124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130941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1912221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277696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166285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1900383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462538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2511891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2287361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2171339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1992563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2020509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1914901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2005226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2162667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2303586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2514970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2048001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3460028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3388908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3380845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3281020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3244428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2421727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2492517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2899237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3319802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3096605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2774387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2619982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2585579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2421446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2566416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2684360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2802001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2819013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2638004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2489446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2527654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2369088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2393454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2394485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2281511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2197989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2299971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2104773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2317086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2522902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2509479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2429360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2594694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2990259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234354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2965363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3097836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138460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082161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378836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227275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111473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024902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038449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052061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2895193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2360003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2328261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2510977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2763127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2719671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2793920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2893425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2476400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1931141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2187806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2060900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3035665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2989193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3231137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3365244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3350199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3267798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3318393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3445193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492677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3592285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691534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526536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690468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876031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571868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3945350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854737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63186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3846196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182419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94802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2825444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2717041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2704632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2572861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2020914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2236340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095771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112687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2943226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74657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2729518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456177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218282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2466978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2402483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2594212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101467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729568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734605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717498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889578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72628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42102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3349685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399005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3245077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3236724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3048549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899618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2751406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2551049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2443734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2114047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3236727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3282788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1769165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1858319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2982338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2190005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2610196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2687911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1805414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6" name=""/>
          <p:cNvSpPr>
            <a:spLocks noGrp="1"/>
          </p:cNvSpPr>
          <p:nvPr>
            </p:nvPr>
        </p:nvSpPr>
        <p:spPr>
          <a:xfrm>
            <a:off x="1681480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1791208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3147568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3257296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6705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7036308" y="1508760"/>
            <a:ext cx="48673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7036308" y="2075688"/>
            <a:ext cx="48673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7036308" y="2331720"/>
            <a:ext cx="48673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7036308" y="2743200"/>
            <a:ext cx="48673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944868" y="2971800"/>
            <a:ext cx="4958791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6944868" y="384048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6944868" y="4511040"/>
            <a:ext cx="4958791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1681480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1681480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452628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452628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7036308" y="1508760"/>
            <a:ext cx="48673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7036308" y="1325880"/>
            <a:ext cx="48673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13.52 x 2.92 cm</a:t>
            </a:r>
          </a:p>
        </p:txBody>
      </p:sp>
      <p:sp>
        <p:nvSpPr>
          <p:cNvPr id="2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MANZANAS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1508760"/>
            <a:ext cx="6766560" cy="4224528"/>
            <a:chOff x="452628" y="1508760"/>
            <a:chExt cx="6766560" cy="4224528"/>
          </a:xfrm>
        </p:grpSpPr>
        <p:sp>
          <p:nvSpPr>
            <p:cNvPr id="6" name="pg3"/>
            <p:cNvSpPr/>
            <p:nvPr/>
          </p:nvSpPr>
          <p:spPr>
            <a:xfrm>
              <a:off x="3690233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4"/>
            <p:cNvSpPr/>
            <p:nvPr/>
          </p:nvSpPr>
          <p:spPr>
            <a:xfrm>
              <a:off x="2130440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5"/>
            <p:cNvSpPr/>
            <p:nvPr/>
          </p:nvSpPr>
          <p:spPr>
            <a:xfrm>
              <a:off x="2130440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6"/>
            <p:cNvSpPr/>
            <p:nvPr/>
          </p:nvSpPr>
          <p:spPr>
            <a:xfrm>
              <a:off x="2130440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7"/>
            <p:cNvSpPr/>
            <p:nvPr/>
          </p:nvSpPr>
          <p:spPr>
            <a:xfrm>
              <a:off x="2365042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8"/>
            <p:cNvSpPr/>
            <p:nvPr/>
          </p:nvSpPr>
          <p:spPr>
            <a:xfrm>
              <a:off x="2326552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9"/>
            <p:cNvSpPr/>
            <p:nvPr/>
          </p:nvSpPr>
          <p:spPr>
            <a:xfrm>
              <a:off x="2266713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0"/>
            <p:cNvSpPr/>
            <p:nvPr/>
          </p:nvSpPr>
          <p:spPr>
            <a:xfrm>
              <a:off x="2431211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1"/>
            <p:cNvSpPr/>
            <p:nvPr/>
          </p:nvSpPr>
          <p:spPr>
            <a:xfrm>
              <a:off x="2514939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2"/>
            <p:cNvSpPr/>
            <p:nvPr/>
          </p:nvSpPr>
          <p:spPr>
            <a:xfrm>
              <a:off x="2628724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3"/>
            <p:cNvSpPr/>
            <p:nvPr/>
          </p:nvSpPr>
          <p:spPr>
            <a:xfrm>
              <a:off x="2681922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4"/>
            <p:cNvSpPr/>
            <p:nvPr/>
          </p:nvSpPr>
          <p:spPr>
            <a:xfrm>
              <a:off x="2536888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5"/>
            <p:cNvSpPr/>
            <p:nvPr/>
          </p:nvSpPr>
          <p:spPr>
            <a:xfrm>
              <a:off x="2510154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6"/>
            <p:cNvSpPr/>
            <p:nvPr/>
          </p:nvSpPr>
          <p:spPr>
            <a:xfrm>
              <a:off x="2465417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7"/>
            <p:cNvSpPr/>
            <p:nvPr/>
          </p:nvSpPr>
          <p:spPr>
            <a:xfrm>
              <a:off x="2549651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8"/>
            <p:cNvSpPr/>
            <p:nvPr/>
          </p:nvSpPr>
          <p:spPr>
            <a:xfrm>
              <a:off x="2415041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9"/>
            <p:cNvSpPr/>
            <p:nvPr/>
          </p:nvSpPr>
          <p:spPr>
            <a:xfrm>
              <a:off x="2370812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0"/>
            <p:cNvSpPr/>
            <p:nvPr/>
          </p:nvSpPr>
          <p:spPr>
            <a:xfrm>
              <a:off x="2770500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1"/>
            <p:cNvSpPr/>
            <p:nvPr/>
          </p:nvSpPr>
          <p:spPr>
            <a:xfrm>
              <a:off x="2382723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2"/>
            <p:cNvSpPr/>
            <p:nvPr/>
          </p:nvSpPr>
          <p:spPr>
            <a:xfrm>
              <a:off x="2315396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3"/>
            <p:cNvSpPr/>
            <p:nvPr/>
          </p:nvSpPr>
          <p:spPr>
            <a:xfrm>
              <a:off x="2449772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4"/>
            <p:cNvSpPr/>
            <p:nvPr/>
          </p:nvSpPr>
          <p:spPr>
            <a:xfrm>
              <a:off x="2414516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5"/>
            <p:cNvSpPr/>
            <p:nvPr/>
          </p:nvSpPr>
          <p:spPr>
            <a:xfrm>
              <a:off x="2466157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6"/>
            <p:cNvSpPr/>
            <p:nvPr/>
          </p:nvSpPr>
          <p:spPr>
            <a:xfrm>
              <a:off x="2209348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7"/>
            <p:cNvSpPr/>
            <p:nvPr/>
          </p:nvSpPr>
          <p:spPr>
            <a:xfrm>
              <a:off x="2360494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8"/>
            <p:cNvSpPr/>
            <p:nvPr/>
          </p:nvSpPr>
          <p:spPr>
            <a:xfrm>
              <a:off x="2327170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9"/>
            <p:cNvSpPr/>
            <p:nvPr/>
          </p:nvSpPr>
          <p:spPr>
            <a:xfrm>
              <a:off x="2438772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0"/>
            <p:cNvSpPr/>
            <p:nvPr/>
          </p:nvSpPr>
          <p:spPr>
            <a:xfrm>
              <a:off x="2226064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1"/>
            <p:cNvSpPr/>
            <p:nvPr/>
          </p:nvSpPr>
          <p:spPr>
            <a:xfrm>
              <a:off x="2286059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2"/>
            <p:cNvSpPr/>
            <p:nvPr/>
          </p:nvSpPr>
          <p:spPr>
            <a:xfrm>
              <a:off x="2363745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3"/>
            <p:cNvSpPr/>
            <p:nvPr/>
          </p:nvSpPr>
          <p:spPr>
            <a:xfrm>
              <a:off x="2481528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4"/>
            <p:cNvSpPr/>
            <p:nvPr/>
          </p:nvSpPr>
          <p:spPr>
            <a:xfrm>
              <a:off x="2414047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5"/>
            <p:cNvSpPr/>
            <p:nvPr/>
          </p:nvSpPr>
          <p:spPr>
            <a:xfrm>
              <a:off x="2477896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6"/>
            <p:cNvSpPr/>
            <p:nvPr/>
          </p:nvSpPr>
          <p:spPr>
            <a:xfrm>
              <a:off x="2245771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7"/>
            <p:cNvSpPr/>
            <p:nvPr/>
          </p:nvSpPr>
          <p:spPr>
            <a:xfrm>
              <a:off x="2316304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8"/>
            <p:cNvSpPr/>
            <p:nvPr/>
          </p:nvSpPr>
          <p:spPr>
            <a:xfrm>
              <a:off x="2470572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9"/>
            <p:cNvSpPr/>
            <p:nvPr/>
          </p:nvSpPr>
          <p:spPr>
            <a:xfrm>
              <a:off x="2446428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0"/>
            <p:cNvSpPr/>
            <p:nvPr/>
          </p:nvSpPr>
          <p:spPr>
            <a:xfrm>
              <a:off x="2495894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1"/>
            <p:cNvSpPr/>
            <p:nvPr/>
          </p:nvSpPr>
          <p:spPr>
            <a:xfrm>
              <a:off x="2264614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2"/>
            <p:cNvSpPr/>
            <p:nvPr/>
          </p:nvSpPr>
          <p:spPr>
            <a:xfrm>
              <a:off x="2339765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3"/>
            <p:cNvSpPr/>
            <p:nvPr/>
          </p:nvSpPr>
          <p:spPr>
            <a:xfrm>
              <a:off x="2318054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4"/>
            <p:cNvSpPr/>
            <p:nvPr/>
          </p:nvSpPr>
          <p:spPr>
            <a:xfrm>
              <a:off x="2244351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5"/>
            <p:cNvSpPr/>
            <p:nvPr/>
          </p:nvSpPr>
          <p:spPr>
            <a:xfrm>
              <a:off x="2399782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6"/>
            <p:cNvSpPr/>
            <p:nvPr/>
          </p:nvSpPr>
          <p:spPr>
            <a:xfrm>
              <a:off x="2299334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7"/>
            <p:cNvSpPr/>
            <p:nvPr/>
          </p:nvSpPr>
          <p:spPr>
            <a:xfrm>
              <a:off x="2312351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8"/>
            <p:cNvSpPr/>
            <p:nvPr/>
          </p:nvSpPr>
          <p:spPr>
            <a:xfrm>
              <a:off x="2395395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9"/>
            <p:cNvSpPr/>
            <p:nvPr/>
          </p:nvSpPr>
          <p:spPr>
            <a:xfrm>
              <a:off x="2404227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0"/>
            <p:cNvSpPr/>
            <p:nvPr/>
          </p:nvSpPr>
          <p:spPr>
            <a:xfrm>
              <a:off x="2256200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1"/>
            <p:cNvSpPr/>
            <p:nvPr/>
          </p:nvSpPr>
          <p:spPr>
            <a:xfrm>
              <a:off x="2442474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2"/>
            <p:cNvSpPr/>
            <p:nvPr/>
          </p:nvSpPr>
          <p:spPr>
            <a:xfrm>
              <a:off x="2531422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3"/>
            <p:cNvSpPr/>
            <p:nvPr/>
          </p:nvSpPr>
          <p:spPr>
            <a:xfrm>
              <a:off x="2289136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4"/>
            <p:cNvSpPr/>
            <p:nvPr/>
          </p:nvSpPr>
          <p:spPr>
            <a:xfrm>
              <a:off x="2334788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5"/>
            <p:cNvSpPr/>
            <p:nvPr/>
          </p:nvSpPr>
          <p:spPr>
            <a:xfrm>
              <a:off x="2350344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6"/>
            <p:cNvSpPr/>
            <p:nvPr/>
          </p:nvSpPr>
          <p:spPr>
            <a:xfrm>
              <a:off x="2427034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7"/>
            <p:cNvSpPr/>
            <p:nvPr/>
          </p:nvSpPr>
          <p:spPr>
            <a:xfrm>
              <a:off x="2482501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8"/>
            <p:cNvSpPr/>
            <p:nvPr/>
          </p:nvSpPr>
          <p:spPr>
            <a:xfrm>
              <a:off x="2551054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9"/>
            <p:cNvSpPr/>
            <p:nvPr/>
          </p:nvSpPr>
          <p:spPr>
            <a:xfrm>
              <a:off x="2496571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0"/>
            <p:cNvSpPr/>
            <p:nvPr/>
          </p:nvSpPr>
          <p:spPr>
            <a:xfrm>
              <a:off x="2420781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1"/>
            <p:cNvSpPr/>
            <p:nvPr/>
          </p:nvSpPr>
          <p:spPr>
            <a:xfrm>
              <a:off x="2463476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2"/>
            <p:cNvSpPr/>
            <p:nvPr/>
          </p:nvSpPr>
          <p:spPr>
            <a:xfrm>
              <a:off x="2260387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3"/>
            <p:cNvSpPr/>
            <p:nvPr/>
          </p:nvSpPr>
          <p:spPr>
            <a:xfrm>
              <a:off x="2193996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4"/>
            <p:cNvSpPr/>
            <p:nvPr/>
          </p:nvSpPr>
          <p:spPr>
            <a:xfrm>
              <a:off x="2198930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5"/>
            <p:cNvSpPr/>
            <p:nvPr/>
          </p:nvSpPr>
          <p:spPr>
            <a:xfrm>
              <a:off x="2143889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6"/>
            <p:cNvSpPr/>
            <p:nvPr/>
          </p:nvSpPr>
          <p:spPr>
            <a:xfrm>
              <a:off x="2359796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7"/>
            <p:cNvSpPr/>
            <p:nvPr/>
          </p:nvSpPr>
          <p:spPr>
            <a:xfrm>
              <a:off x="2284558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8"/>
            <p:cNvSpPr/>
            <p:nvPr/>
          </p:nvSpPr>
          <p:spPr>
            <a:xfrm>
              <a:off x="2311489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9"/>
            <p:cNvSpPr/>
            <p:nvPr/>
          </p:nvSpPr>
          <p:spPr>
            <a:xfrm>
              <a:off x="2340247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0"/>
            <p:cNvSpPr/>
            <p:nvPr/>
          </p:nvSpPr>
          <p:spPr>
            <a:xfrm>
              <a:off x="2363104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1"/>
            <p:cNvSpPr/>
            <p:nvPr/>
          </p:nvSpPr>
          <p:spPr>
            <a:xfrm>
              <a:off x="2175457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2"/>
            <p:cNvSpPr/>
            <p:nvPr/>
          </p:nvSpPr>
          <p:spPr>
            <a:xfrm>
              <a:off x="3777838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3"/>
            <p:cNvSpPr/>
            <p:nvPr/>
          </p:nvSpPr>
          <p:spPr>
            <a:xfrm>
              <a:off x="3832285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4"/>
            <p:cNvSpPr/>
            <p:nvPr/>
          </p:nvSpPr>
          <p:spPr>
            <a:xfrm>
              <a:off x="3652196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5"/>
            <p:cNvSpPr/>
            <p:nvPr/>
          </p:nvSpPr>
          <p:spPr>
            <a:xfrm>
              <a:off x="3887714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6"/>
            <p:cNvSpPr/>
            <p:nvPr/>
          </p:nvSpPr>
          <p:spPr>
            <a:xfrm>
              <a:off x="3657303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7"/>
            <p:cNvSpPr/>
            <p:nvPr/>
          </p:nvSpPr>
          <p:spPr>
            <a:xfrm>
              <a:off x="3719759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8"/>
            <p:cNvSpPr/>
            <p:nvPr/>
          </p:nvSpPr>
          <p:spPr>
            <a:xfrm>
              <a:off x="3646052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9"/>
            <p:cNvSpPr/>
            <p:nvPr/>
          </p:nvSpPr>
          <p:spPr>
            <a:xfrm>
              <a:off x="4032280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0"/>
            <p:cNvSpPr/>
            <p:nvPr/>
          </p:nvSpPr>
          <p:spPr>
            <a:xfrm>
              <a:off x="4125610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1"/>
            <p:cNvSpPr/>
            <p:nvPr/>
          </p:nvSpPr>
          <p:spPr>
            <a:xfrm>
              <a:off x="4166417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2"/>
            <p:cNvSpPr/>
            <p:nvPr/>
          </p:nvSpPr>
          <p:spPr>
            <a:xfrm>
              <a:off x="4216372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3"/>
            <p:cNvSpPr/>
            <p:nvPr/>
          </p:nvSpPr>
          <p:spPr>
            <a:xfrm>
              <a:off x="4101141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4"/>
            <p:cNvSpPr/>
            <p:nvPr/>
          </p:nvSpPr>
          <p:spPr>
            <a:xfrm>
              <a:off x="4208319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5"/>
            <p:cNvSpPr/>
            <p:nvPr/>
          </p:nvSpPr>
          <p:spPr>
            <a:xfrm>
              <a:off x="4283653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6"/>
            <p:cNvSpPr/>
            <p:nvPr/>
          </p:nvSpPr>
          <p:spPr>
            <a:xfrm>
              <a:off x="4342484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7"/>
            <p:cNvSpPr/>
            <p:nvPr/>
          </p:nvSpPr>
          <p:spPr>
            <a:xfrm>
              <a:off x="4387506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8"/>
            <p:cNvSpPr/>
            <p:nvPr/>
          </p:nvSpPr>
          <p:spPr>
            <a:xfrm>
              <a:off x="4275660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9"/>
            <p:cNvSpPr/>
            <p:nvPr/>
          </p:nvSpPr>
          <p:spPr>
            <a:xfrm>
              <a:off x="4287531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0"/>
            <p:cNvSpPr/>
            <p:nvPr/>
          </p:nvSpPr>
          <p:spPr>
            <a:xfrm>
              <a:off x="4346287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1"/>
            <p:cNvSpPr/>
            <p:nvPr/>
          </p:nvSpPr>
          <p:spPr>
            <a:xfrm>
              <a:off x="4172928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2"/>
            <p:cNvSpPr/>
            <p:nvPr/>
          </p:nvSpPr>
          <p:spPr>
            <a:xfrm>
              <a:off x="4115351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3"/>
            <p:cNvSpPr/>
            <p:nvPr/>
          </p:nvSpPr>
          <p:spPr>
            <a:xfrm>
              <a:off x="4310130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4"/>
            <p:cNvSpPr/>
            <p:nvPr/>
          </p:nvSpPr>
          <p:spPr>
            <a:xfrm>
              <a:off x="4370228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5"/>
            <p:cNvSpPr/>
            <p:nvPr/>
          </p:nvSpPr>
          <p:spPr>
            <a:xfrm>
              <a:off x="4041165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6"/>
            <p:cNvSpPr/>
            <p:nvPr/>
          </p:nvSpPr>
          <p:spPr>
            <a:xfrm>
              <a:off x="3984989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7"/>
            <p:cNvSpPr/>
            <p:nvPr/>
          </p:nvSpPr>
          <p:spPr>
            <a:xfrm>
              <a:off x="3914528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8"/>
            <p:cNvSpPr/>
            <p:nvPr/>
          </p:nvSpPr>
          <p:spPr>
            <a:xfrm>
              <a:off x="3796914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9"/>
            <p:cNvSpPr/>
            <p:nvPr/>
          </p:nvSpPr>
          <p:spPr>
            <a:xfrm>
              <a:off x="3819469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0"/>
            <p:cNvSpPr/>
            <p:nvPr/>
          </p:nvSpPr>
          <p:spPr>
            <a:xfrm>
              <a:off x="3591260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1"/>
            <p:cNvSpPr/>
            <p:nvPr/>
          </p:nvSpPr>
          <p:spPr>
            <a:xfrm>
              <a:off x="3609668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2"/>
            <p:cNvSpPr/>
            <p:nvPr/>
          </p:nvSpPr>
          <p:spPr>
            <a:xfrm>
              <a:off x="3625084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3"/>
            <p:cNvSpPr/>
            <p:nvPr/>
          </p:nvSpPr>
          <p:spPr>
            <a:xfrm>
              <a:off x="3640910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4"/>
            <p:cNvSpPr/>
            <p:nvPr/>
          </p:nvSpPr>
          <p:spPr>
            <a:xfrm>
              <a:off x="3664163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5"/>
            <p:cNvSpPr/>
            <p:nvPr/>
          </p:nvSpPr>
          <p:spPr>
            <a:xfrm>
              <a:off x="3696512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6"/>
            <p:cNvSpPr/>
            <p:nvPr/>
          </p:nvSpPr>
          <p:spPr>
            <a:xfrm>
              <a:off x="3580230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7"/>
            <p:cNvSpPr/>
            <p:nvPr/>
          </p:nvSpPr>
          <p:spPr>
            <a:xfrm>
              <a:off x="3551481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8"/>
            <p:cNvSpPr/>
            <p:nvPr/>
          </p:nvSpPr>
          <p:spPr>
            <a:xfrm>
              <a:off x="4269583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9"/>
            <p:cNvSpPr/>
            <p:nvPr/>
          </p:nvSpPr>
          <p:spPr>
            <a:xfrm>
              <a:off x="4228710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0"/>
            <p:cNvSpPr/>
            <p:nvPr/>
          </p:nvSpPr>
          <p:spPr>
            <a:xfrm>
              <a:off x="4198605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1"/>
            <p:cNvSpPr/>
            <p:nvPr/>
          </p:nvSpPr>
          <p:spPr>
            <a:xfrm>
              <a:off x="4403906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2"/>
            <p:cNvSpPr/>
            <p:nvPr/>
          </p:nvSpPr>
          <p:spPr>
            <a:xfrm>
              <a:off x="3999027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3"/>
            <p:cNvSpPr/>
            <p:nvPr/>
          </p:nvSpPr>
          <p:spPr>
            <a:xfrm>
              <a:off x="3541258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4"/>
            <p:cNvSpPr/>
            <p:nvPr/>
          </p:nvSpPr>
          <p:spPr>
            <a:xfrm>
              <a:off x="3964101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5"/>
            <p:cNvSpPr/>
            <p:nvPr/>
          </p:nvSpPr>
          <p:spPr>
            <a:xfrm>
              <a:off x="4015431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6"/>
            <p:cNvSpPr/>
            <p:nvPr/>
          </p:nvSpPr>
          <p:spPr>
            <a:xfrm>
              <a:off x="3563673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7"/>
            <p:cNvSpPr/>
            <p:nvPr/>
          </p:nvSpPr>
          <p:spPr>
            <a:xfrm>
              <a:off x="3578350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8"/>
            <p:cNvSpPr/>
            <p:nvPr/>
          </p:nvSpPr>
          <p:spPr>
            <a:xfrm>
              <a:off x="3744712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9"/>
            <p:cNvSpPr/>
            <p:nvPr/>
          </p:nvSpPr>
          <p:spPr>
            <a:xfrm>
              <a:off x="4038464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0"/>
            <p:cNvSpPr/>
            <p:nvPr/>
          </p:nvSpPr>
          <p:spPr>
            <a:xfrm>
              <a:off x="3981610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1"/>
            <p:cNvSpPr/>
            <p:nvPr/>
          </p:nvSpPr>
          <p:spPr>
            <a:xfrm>
              <a:off x="3933079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2"/>
            <p:cNvSpPr/>
            <p:nvPr/>
          </p:nvSpPr>
          <p:spPr>
            <a:xfrm>
              <a:off x="3774667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3"/>
            <p:cNvSpPr/>
            <p:nvPr/>
          </p:nvSpPr>
          <p:spPr>
            <a:xfrm>
              <a:off x="3755522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4"/>
            <p:cNvSpPr/>
            <p:nvPr/>
          </p:nvSpPr>
          <p:spPr>
            <a:xfrm>
              <a:off x="3902750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5"/>
            <p:cNvSpPr/>
            <p:nvPr/>
          </p:nvSpPr>
          <p:spPr>
            <a:xfrm>
              <a:off x="3846411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6"/>
            <p:cNvSpPr/>
            <p:nvPr/>
          </p:nvSpPr>
          <p:spPr>
            <a:xfrm>
              <a:off x="3819743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7"/>
            <p:cNvSpPr/>
            <p:nvPr/>
          </p:nvSpPr>
          <p:spPr>
            <a:xfrm>
              <a:off x="3830834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8"/>
            <p:cNvSpPr/>
            <p:nvPr/>
          </p:nvSpPr>
          <p:spPr>
            <a:xfrm>
              <a:off x="3735471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9"/>
            <p:cNvSpPr/>
            <p:nvPr/>
          </p:nvSpPr>
          <p:spPr>
            <a:xfrm>
              <a:off x="3765719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0"/>
            <p:cNvSpPr/>
            <p:nvPr/>
          </p:nvSpPr>
          <p:spPr>
            <a:xfrm>
              <a:off x="4310994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1"/>
            <p:cNvSpPr/>
            <p:nvPr/>
          </p:nvSpPr>
          <p:spPr>
            <a:xfrm>
              <a:off x="3599642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2"/>
            <p:cNvSpPr/>
            <p:nvPr/>
          </p:nvSpPr>
          <p:spPr>
            <a:xfrm>
              <a:off x="3977120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3"/>
            <p:cNvSpPr/>
            <p:nvPr/>
          </p:nvSpPr>
          <p:spPr>
            <a:xfrm>
              <a:off x="4366264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4"/>
            <p:cNvSpPr/>
            <p:nvPr/>
          </p:nvSpPr>
          <p:spPr>
            <a:xfrm>
              <a:off x="4438534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5"/>
            <p:cNvSpPr/>
            <p:nvPr/>
          </p:nvSpPr>
          <p:spPr>
            <a:xfrm>
              <a:off x="4470028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6"/>
            <p:cNvSpPr/>
            <p:nvPr/>
          </p:nvSpPr>
          <p:spPr>
            <a:xfrm>
              <a:off x="4511116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7"/>
            <p:cNvSpPr/>
            <p:nvPr/>
          </p:nvSpPr>
          <p:spPr>
            <a:xfrm>
              <a:off x="4556276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8"/>
            <p:cNvSpPr/>
            <p:nvPr/>
          </p:nvSpPr>
          <p:spPr>
            <a:xfrm>
              <a:off x="4624864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9"/>
            <p:cNvSpPr/>
            <p:nvPr/>
          </p:nvSpPr>
          <p:spPr>
            <a:xfrm>
              <a:off x="4696707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0"/>
            <p:cNvSpPr/>
            <p:nvPr/>
          </p:nvSpPr>
          <p:spPr>
            <a:xfrm>
              <a:off x="4391621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1"/>
            <p:cNvSpPr/>
            <p:nvPr/>
          </p:nvSpPr>
          <p:spPr>
            <a:xfrm>
              <a:off x="4324956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2"/>
            <p:cNvSpPr/>
            <p:nvPr/>
          </p:nvSpPr>
          <p:spPr>
            <a:xfrm>
              <a:off x="4283588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3"/>
            <p:cNvSpPr/>
            <p:nvPr/>
          </p:nvSpPr>
          <p:spPr>
            <a:xfrm>
              <a:off x="4431544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4"/>
            <p:cNvSpPr/>
            <p:nvPr/>
          </p:nvSpPr>
          <p:spPr>
            <a:xfrm>
              <a:off x="4019544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5"/>
            <p:cNvSpPr/>
            <p:nvPr/>
          </p:nvSpPr>
          <p:spPr>
            <a:xfrm>
              <a:off x="4082504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6"/>
            <p:cNvSpPr/>
            <p:nvPr/>
          </p:nvSpPr>
          <p:spPr>
            <a:xfrm>
              <a:off x="4145335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7"/>
            <p:cNvSpPr/>
            <p:nvPr/>
          </p:nvSpPr>
          <p:spPr>
            <a:xfrm>
              <a:off x="4077255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8"/>
            <p:cNvSpPr/>
            <p:nvPr/>
          </p:nvSpPr>
          <p:spPr>
            <a:xfrm>
              <a:off x="3245339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9"/>
            <p:cNvSpPr/>
            <p:nvPr/>
          </p:nvSpPr>
          <p:spPr>
            <a:xfrm>
              <a:off x="2984155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0"/>
            <p:cNvSpPr/>
            <p:nvPr/>
          </p:nvSpPr>
          <p:spPr>
            <a:xfrm>
              <a:off x="3191647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1"/>
            <p:cNvSpPr/>
            <p:nvPr/>
          </p:nvSpPr>
          <p:spPr>
            <a:xfrm>
              <a:off x="3249730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2"/>
            <p:cNvSpPr/>
            <p:nvPr/>
          </p:nvSpPr>
          <p:spPr>
            <a:xfrm>
              <a:off x="3084561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3"/>
            <p:cNvSpPr/>
            <p:nvPr/>
          </p:nvSpPr>
          <p:spPr>
            <a:xfrm>
              <a:off x="3126260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4"/>
            <p:cNvSpPr/>
            <p:nvPr/>
          </p:nvSpPr>
          <p:spPr>
            <a:xfrm>
              <a:off x="3112138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5"/>
            <p:cNvSpPr/>
            <p:nvPr/>
          </p:nvSpPr>
          <p:spPr>
            <a:xfrm>
              <a:off x="2889531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6"/>
            <p:cNvSpPr/>
            <p:nvPr/>
          </p:nvSpPr>
          <p:spPr>
            <a:xfrm>
              <a:off x="3257986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7"/>
            <p:cNvSpPr/>
            <p:nvPr/>
          </p:nvSpPr>
          <p:spPr>
            <a:xfrm>
              <a:off x="3016641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8"/>
            <p:cNvSpPr/>
            <p:nvPr/>
          </p:nvSpPr>
          <p:spPr>
            <a:xfrm>
              <a:off x="2957439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9"/>
            <p:cNvSpPr/>
            <p:nvPr/>
          </p:nvSpPr>
          <p:spPr>
            <a:xfrm>
              <a:off x="3018547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0"/>
            <p:cNvSpPr/>
            <p:nvPr/>
          </p:nvSpPr>
          <p:spPr>
            <a:xfrm>
              <a:off x="3075069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1"/>
            <p:cNvSpPr/>
            <p:nvPr/>
          </p:nvSpPr>
          <p:spPr>
            <a:xfrm>
              <a:off x="3148948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2"/>
            <p:cNvSpPr/>
            <p:nvPr/>
          </p:nvSpPr>
          <p:spPr>
            <a:xfrm>
              <a:off x="3201020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3"/>
            <p:cNvSpPr/>
            <p:nvPr/>
          </p:nvSpPr>
          <p:spPr>
            <a:xfrm>
              <a:off x="3254894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4"/>
            <p:cNvSpPr/>
            <p:nvPr/>
          </p:nvSpPr>
          <p:spPr>
            <a:xfrm>
              <a:off x="3248938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5"/>
            <p:cNvSpPr/>
            <p:nvPr/>
          </p:nvSpPr>
          <p:spPr>
            <a:xfrm>
              <a:off x="3125038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6"/>
            <p:cNvSpPr/>
            <p:nvPr/>
          </p:nvSpPr>
          <p:spPr>
            <a:xfrm>
              <a:off x="3305397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7"/>
            <p:cNvSpPr/>
            <p:nvPr/>
          </p:nvSpPr>
          <p:spPr>
            <a:xfrm>
              <a:off x="2947151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8"/>
            <p:cNvSpPr/>
            <p:nvPr/>
          </p:nvSpPr>
          <p:spPr>
            <a:xfrm>
              <a:off x="2690335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9"/>
            <p:cNvSpPr/>
            <p:nvPr/>
          </p:nvSpPr>
          <p:spPr>
            <a:xfrm>
              <a:off x="3154142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0"/>
            <p:cNvSpPr/>
            <p:nvPr/>
          </p:nvSpPr>
          <p:spPr>
            <a:xfrm>
              <a:off x="3019278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1"/>
            <p:cNvSpPr/>
            <p:nvPr/>
          </p:nvSpPr>
          <p:spPr>
            <a:xfrm>
              <a:off x="3078083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2"/>
            <p:cNvSpPr/>
            <p:nvPr/>
          </p:nvSpPr>
          <p:spPr>
            <a:xfrm>
              <a:off x="3155023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3"/>
            <p:cNvSpPr/>
            <p:nvPr/>
          </p:nvSpPr>
          <p:spPr>
            <a:xfrm>
              <a:off x="3053176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4"/>
            <p:cNvSpPr/>
            <p:nvPr/>
          </p:nvSpPr>
          <p:spPr>
            <a:xfrm>
              <a:off x="3150579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5"/>
            <p:cNvSpPr/>
            <p:nvPr/>
          </p:nvSpPr>
          <p:spPr>
            <a:xfrm>
              <a:off x="3221908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6"/>
            <p:cNvSpPr/>
            <p:nvPr/>
          </p:nvSpPr>
          <p:spPr>
            <a:xfrm>
              <a:off x="3208318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7"/>
            <p:cNvSpPr/>
            <p:nvPr/>
          </p:nvSpPr>
          <p:spPr>
            <a:xfrm>
              <a:off x="3251453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8"/>
            <p:cNvSpPr/>
            <p:nvPr/>
          </p:nvSpPr>
          <p:spPr>
            <a:xfrm>
              <a:off x="3299990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9"/>
            <p:cNvSpPr/>
            <p:nvPr/>
          </p:nvSpPr>
          <p:spPr>
            <a:xfrm>
              <a:off x="3334447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0"/>
            <p:cNvSpPr/>
            <p:nvPr/>
          </p:nvSpPr>
          <p:spPr>
            <a:xfrm>
              <a:off x="3188545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1"/>
            <p:cNvSpPr/>
            <p:nvPr/>
          </p:nvSpPr>
          <p:spPr>
            <a:xfrm>
              <a:off x="3146100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2"/>
            <p:cNvSpPr/>
            <p:nvPr/>
          </p:nvSpPr>
          <p:spPr>
            <a:xfrm>
              <a:off x="3197959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3"/>
            <p:cNvSpPr/>
            <p:nvPr/>
          </p:nvSpPr>
          <p:spPr>
            <a:xfrm>
              <a:off x="3067615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4"/>
            <p:cNvSpPr/>
            <p:nvPr/>
          </p:nvSpPr>
          <p:spPr>
            <a:xfrm>
              <a:off x="2989871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5"/>
            <p:cNvSpPr/>
            <p:nvPr/>
          </p:nvSpPr>
          <p:spPr>
            <a:xfrm>
              <a:off x="3001697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6"/>
            <p:cNvSpPr/>
            <p:nvPr/>
          </p:nvSpPr>
          <p:spPr>
            <a:xfrm>
              <a:off x="2965575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7"/>
            <p:cNvSpPr/>
            <p:nvPr/>
          </p:nvSpPr>
          <p:spPr>
            <a:xfrm>
              <a:off x="2891778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8"/>
            <p:cNvSpPr/>
            <p:nvPr/>
          </p:nvSpPr>
          <p:spPr>
            <a:xfrm>
              <a:off x="2984245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9"/>
            <p:cNvSpPr/>
            <p:nvPr/>
          </p:nvSpPr>
          <p:spPr>
            <a:xfrm>
              <a:off x="2962630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0"/>
            <p:cNvSpPr/>
            <p:nvPr/>
          </p:nvSpPr>
          <p:spPr>
            <a:xfrm>
              <a:off x="3022001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1"/>
            <p:cNvSpPr/>
            <p:nvPr/>
          </p:nvSpPr>
          <p:spPr>
            <a:xfrm>
              <a:off x="4903077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2"/>
            <p:cNvSpPr/>
            <p:nvPr/>
          </p:nvSpPr>
          <p:spPr>
            <a:xfrm>
              <a:off x="5019516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3"/>
            <p:cNvSpPr/>
            <p:nvPr/>
          </p:nvSpPr>
          <p:spPr>
            <a:xfrm>
              <a:off x="4935099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4"/>
            <p:cNvSpPr/>
            <p:nvPr/>
          </p:nvSpPr>
          <p:spPr>
            <a:xfrm>
              <a:off x="4896522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5"/>
            <p:cNvSpPr/>
            <p:nvPr/>
          </p:nvSpPr>
          <p:spPr>
            <a:xfrm>
              <a:off x="4952559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6"/>
            <p:cNvSpPr/>
            <p:nvPr/>
          </p:nvSpPr>
          <p:spPr>
            <a:xfrm>
              <a:off x="4792328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7"/>
            <p:cNvSpPr/>
            <p:nvPr/>
          </p:nvSpPr>
          <p:spPr>
            <a:xfrm>
              <a:off x="4842549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8"/>
            <p:cNvSpPr/>
            <p:nvPr/>
          </p:nvSpPr>
          <p:spPr>
            <a:xfrm>
              <a:off x="4961581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9"/>
            <p:cNvSpPr/>
            <p:nvPr/>
          </p:nvSpPr>
          <p:spPr>
            <a:xfrm>
              <a:off x="4713149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0"/>
            <p:cNvSpPr/>
            <p:nvPr/>
          </p:nvSpPr>
          <p:spPr>
            <a:xfrm>
              <a:off x="4839834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1"/>
            <p:cNvSpPr/>
            <p:nvPr/>
          </p:nvSpPr>
          <p:spPr>
            <a:xfrm>
              <a:off x="4729051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2"/>
            <p:cNvSpPr/>
            <p:nvPr/>
          </p:nvSpPr>
          <p:spPr>
            <a:xfrm>
              <a:off x="4787959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3"/>
            <p:cNvSpPr/>
            <p:nvPr/>
          </p:nvSpPr>
          <p:spPr>
            <a:xfrm>
              <a:off x="4809255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4"/>
            <p:cNvSpPr/>
            <p:nvPr/>
          </p:nvSpPr>
          <p:spPr>
            <a:xfrm>
              <a:off x="5046240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5"/>
            <p:cNvSpPr/>
            <p:nvPr/>
          </p:nvSpPr>
          <p:spPr>
            <a:xfrm>
              <a:off x="5061094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6"/>
            <p:cNvSpPr/>
            <p:nvPr/>
          </p:nvSpPr>
          <p:spPr>
            <a:xfrm>
              <a:off x="4992146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7"/>
            <p:cNvSpPr/>
            <p:nvPr/>
          </p:nvSpPr>
          <p:spPr>
            <a:xfrm>
              <a:off x="4857579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08"/>
            <p:cNvSpPr/>
            <p:nvPr/>
          </p:nvSpPr>
          <p:spPr>
            <a:xfrm>
              <a:off x="5086946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09"/>
            <p:cNvSpPr/>
            <p:nvPr/>
          </p:nvSpPr>
          <p:spPr>
            <a:xfrm>
              <a:off x="5009882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0"/>
            <p:cNvSpPr/>
            <p:nvPr/>
          </p:nvSpPr>
          <p:spPr>
            <a:xfrm>
              <a:off x="5034360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1"/>
            <p:cNvSpPr/>
            <p:nvPr/>
          </p:nvSpPr>
          <p:spPr>
            <a:xfrm>
              <a:off x="4805567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2"/>
            <p:cNvSpPr/>
            <p:nvPr/>
          </p:nvSpPr>
          <p:spPr>
            <a:xfrm>
              <a:off x="4648343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3"/>
            <p:cNvSpPr/>
            <p:nvPr/>
          </p:nvSpPr>
          <p:spPr>
            <a:xfrm>
              <a:off x="5100309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4"/>
            <p:cNvSpPr/>
            <p:nvPr/>
          </p:nvSpPr>
          <p:spPr>
            <a:xfrm>
              <a:off x="5356156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5"/>
            <p:cNvSpPr/>
            <p:nvPr/>
          </p:nvSpPr>
          <p:spPr>
            <a:xfrm>
              <a:off x="5023200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6"/>
            <p:cNvSpPr/>
            <p:nvPr/>
          </p:nvSpPr>
          <p:spPr>
            <a:xfrm>
              <a:off x="5046301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7"/>
            <p:cNvSpPr/>
            <p:nvPr/>
          </p:nvSpPr>
          <p:spPr>
            <a:xfrm>
              <a:off x="5086985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18"/>
            <p:cNvSpPr/>
            <p:nvPr/>
          </p:nvSpPr>
          <p:spPr>
            <a:xfrm>
              <a:off x="5111011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19"/>
            <p:cNvSpPr/>
            <p:nvPr/>
          </p:nvSpPr>
          <p:spPr>
            <a:xfrm>
              <a:off x="5208111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0"/>
            <p:cNvSpPr/>
            <p:nvPr/>
          </p:nvSpPr>
          <p:spPr>
            <a:xfrm>
              <a:off x="5089650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1"/>
            <p:cNvSpPr/>
            <p:nvPr/>
          </p:nvSpPr>
          <p:spPr>
            <a:xfrm>
              <a:off x="5512164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2"/>
            <p:cNvSpPr/>
            <p:nvPr/>
          </p:nvSpPr>
          <p:spPr>
            <a:xfrm>
              <a:off x="5218305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3"/>
            <p:cNvSpPr/>
            <p:nvPr/>
          </p:nvSpPr>
          <p:spPr>
            <a:xfrm>
              <a:off x="5309202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4"/>
            <p:cNvSpPr/>
            <p:nvPr/>
          </p:nvSpPr>
          <p:spPr>
            <a:xfrm>
              <a:off x="5256831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5"/>
            <p:cNvSpPr/>
            <p:nvPr/>
          </p:nvSpPr>
          <p:spPr>
            <a:xfrm>
              <a:off x="5429596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6"/>
            <p:cNvSpPr/>
            <p:nvPr/>
          </p:nvSpPr>
          <p:spPr>
            <a:xfrm>
              <a:off x="5290546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7"/>
            <p:cNvSpPr/>
            <p:nvPr/>
          </p:nvSpPr>
          <p:spPr>
            <a:xfrm>
              <a:off x="5339306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28"/>
            <p:cNvSpPr/>
            <p:nvPr/>
          </p:nvSpPr>
          <p:spPr>
            <a:xfrm>
              <a:off x="5308605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29"/>
            <p:cNvSpPr/>
            <p:nvPr/>
          </p:nvSpPr>
          <p:spPr>
            <a:xfrm>
              <a:off x="5371210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0"/>
            <p:cNvSpPr/>
            <p:nvPr/>
          </p:nvSpPr>
          <p:spPr>
            <a:xfrm>
              <a:off x="5324856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1"/>
            <p:cNvSpPr/>
            <p:nvPr/>
          </p:nvSpPr>
          <p:spPr>
            <a:xfrm>
              <a:off x="5404920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2"/>
            <p:cNvSpPr/>
            <p:nvPr/>
          </p:nvSpPr>
          <p:spPr>
            <a:xfrm>
              <a:off x="5218531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3"/>
            <p:cNvSpPr/>
            <p:nvPr/>
          </p:nvSpPr>
          <p:spPr>
            <a:xfrm>
              <a:off x="5236950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4"/>
            <p:cNvSpPr/>
            <p:nvPr/>
          </p:nvSpPr>
          <p:spPr>
            <a:xfrm>
              <a:off x="5396669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5"/>
            <p:cNvSpPr/>
            <p:nvPr/>
          </p:nvSpPr>
          <p:spPr>
            <a:xfrm>
              <a:off x="5445507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6"/>
            <p:cNvSpPr/>
            <p:nvPr/>
          </p:nvSpPr>
          <p:spPr>
            <a:xfrm>
              <a:off x="5495910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7"/>
            <p:cNvSpPr/>
            <p:nvPr/>
          </p:nvSpPr>
          <p:spPr>
            <a:xfrm>
              <a:off x="5534270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38"/>
            <p:cNvSpPr/>
            <p:nvPr/>
          </p:nvSpPr>
          <p:spPr>
            <a:xfrm>
              <a:off x="5355141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39"/>
            <p:cNvSpPr/>
            <p:nvPr/>
          </p:nvSpPr>
          <p:spPr>
            <a:xfrm>
              <a:off x="5429991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0"/>
            <p:cNvSpPr/>
            <p:nvPr/>
          </p:nvSpPr>
          <p:spPr>
            <a:xfrm>
              <a:off x="5465924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1"/>
            <p:cNvSpPr/>
            <p:nvPr/>
          </p:nvSpPr>
          <p:spPr>
            <a:xfrm>
              <a:off x="5001024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2"/>
            <p:cNvSpPr/>
            <p:nvPr/>
          </p:nvSpPr>
          <p:spPr>
            <a:xfrm>
              <a:off x="5251329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3"/>
            <p:cNvSpPr/>
            <p:nvPr/>
          </p:nvSpPr>
          <p:spPr>
            <a:xfrm>
              <a:off x="5401629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4"/>
            <p:cNvSpPr/>
            <p:nvPr/>
          </p:nvSpPr>
          <p:spPr>
            <a:xfrm>
              <a:off x="2573973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5"/>
            <p:cNvSpPr/>
            <p:nvPr/>
          </p:nvSpPr>
          <p:spPr>
            <a:xfrm>
              <a:off x="2573920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6"/>
            <p:cNvSpPr/>
            <p:nvPr/>
          </p:nvSpPr>
          <p:spPr>
            <a:xfrm>
              <a:off x="2848988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7"/>
            <p:cNvSpPr/>
            <p:nvPr/>
          </p:nvSpPr>
          <p:spPr>
            <a:xfrm>
              <a:off x="2890468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48"/>
            <p:cNvSpPr/>
            <p:nvPr/>
          </p:nvSpPr>
          <p:spPr>
            <a:xfrm>
              <a:off x="3284800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49"/>
            <p:cNvSpPr/>
            <p:nvPr/>
          </p:nvSpPr>
          <p:spPr>
            <a:xfrm>
              <a:off x="3021722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0"/>
            <p:cNvSpPr/>
            <p:nvPr/>
          </p:nvSpPr>
          <p:spPr>
            <a:xfrm>
              <a:off x="3014059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1"/>
            <p:cNvSpPr/>
            <p:nvPr/>
          </p:nvSpPr>
          <p:spPr>
            <a:xfrm>
              <a:off x="2565907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2"/>
            <p:cNvSpPr/>
            <p:nvPr/>
          </p:nvSpPr>
          <p:spPr>
            <a:xfrm>
              <a:off x="2770139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3"/>
            <p:cNvSpPr/>
            <p:nvPr/>
          </p:nvSpPr>
          <p:spPr>
            <a:xfrm>
              <a:off x="2779184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4"/>
            <p:cNvSpPr/>
            <p:nvPr/>
          </p:nvSpPr>
          <p:spPr>
            <a:xfrm>
              <a:off x="2865142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5"/>
            <p:cNvSpPr/>
            <p:nvPr/>
          </p:nvSpPr>
          <p:spPr>
            <a:xfrm>
              <a:off x="2830110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6"/>
            <p:cNvSpPr/>
            <p:nvPr/>
          </p:nvSpPr>
          <p:spPr>
            <a:xfrm>
              <a:off x="2681899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7"/>
            <p:cNvSpPr/>
            <p:nvPr/>
          </p:nvSpPr>
          <p:spPr>
            <a:xfrm>
              <a:off x="2656883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58"/>
            <p:cNvSpPr/>
            <p:nvPr/>
          </p:nvSpPr>
          <p:spPr>
            <a:xfrm>
              <a:off x="2589181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59"/>
            <p:cNvSpPr/>
            <p:nvPr/>
          </p:nvSpPr>
          <p:spPr>
            <a:xfrm>
              <a:off x="2601291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0"/>
            <p:cNvSpPr/>
            <p:nvPr/>
          </p:nvSpPr>
          <p:spPr>
            <a:xfrm>
              <a:off x="2710090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1"/>
            <p:cNvSpPr/>
            <p:nvPr/>
          </p:nvSpPr>
          <p:spPr>
            <a:xfrm>
              <a:off x="2648029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2"/>
            <p:cNvSpPr/>
            <p:nvPr/>
          </p:nvSpPr>
          <p:spPr>
            <a:xfrm>
              <a:off x="2703348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3"/>
            <p:cNvSpPr/>
            <p:nvPr/>
          </p:nvSpPr>
          <p:spPr>
            <a:xfrm>
              <a:off x="2643368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4"/>
            <p:cNvSpPr/>
            <p:nvPr/>
          </p:nvSpPr>
          <p:spPr>
            <a:xfrm>
              <a:off x="2704517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5"/>
            <p:cNvSpPr/>
            <p:nvPr/>
          </p:nvSpPr>
          <p:spPr>
            <a:xfrm>
              <a:off x="2759628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6"/>
            <p:cNvSpPr/>
            <p:nvPr/>
          </p:nvSpPr>
          <p:spPr>
            <a:xfrm>
              <a:off x="2778612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7"/>
            <p:cNvSpPr/>
            <p:nvPr/>
          </p:nvSpPr>
          <p:spPr>
            <a:xfrm>
              <a:off x="2799999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68"/>
            <p:cNvSpPr/>
            <p:nvPr/>
          </p:nvSpPr>
          <p:spPr>
            <a:xfrm>
              <a:off x="2745901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69"/>
            <p:cNvSpPr/>
            <p:nvPr/>
          </p:nvSpPr>
          <p:spPr>
            <a:xfrm>
              <a:off x="2801679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0"/>
            <p:cNvSpPr/>
            <p:nvPr/>
          </p:nvSpPr>
          <p:spPr>
            <a:xfrm>
              <a:off x="2803401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1"/>
            <p:cNvSpPr/>
            <p:nvPr/>
          </p:nvSpPr>
          <p:spPr>
            <a:xfrm>
              <a:off x="2602845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2"/>
            <p:cNvSpPr/>
            <p:nvPr/>
          </p:nvSpPr>
          <p:spPr>
            <a:xfrm>
              <a:off x="3337024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3"/>
            <p:cNvSpPr/>
            <p:nvPr/>
          </p:nvSpPr>
          <p:spPr>
            <a:xfrm>
              <a:off x="3370668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4"/>
            <p:cNvSpPr/>
            <p:nvPr/>
          </p:nvSpPr>
          <p:spPr>
            <a:xfrm>
              <a:off x="3664280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5"/>
            <p:cNvSpPr/>
            <p:nvPr/>
          </p:nvSpPr>
          <p:spPr>
            <a:xfrm>
              <a:off x="3638416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6"/>
            <p:cNvSpPr/>
            <p:nvPr/>
          </p:nvSpPr>
          <p:spPr>
            <a:xfrm>
              <a:off x="3511129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7"/>
            <p:cNvSpPr/>
            <p:nvPr/>
          </p:nvSpPr>
          <p:spPr>
            <a:xfrm>
              <a:off x="3451999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78"/>
            <p:cNvSpPr/>
            <p:nvPr/>
          </p:nvSpPr>
          <p:spPr>
            <a:xfrm>
              <a:off x="3458514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79"/>
            <p:cNvSpPr/>
            <p:nvPr/>
          </p:nvSpPr>
          <p:spPr>
            <a:xfrm>
              <a:off x="3513050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0"/>
            <p:cNvSpPr/>
            <p:nvPr/>
          </p:nvSpPr>
          <p:spPr>
            <a:xfrm>
              <a:off x="3056029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1"/>
            <p:cNvSpPr/>
            <p:nvPr/>
          </p:nvSpPr>
          <p:spPr>
            <a:xfrm>
              <a:off x="3061788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2"/>
            <p:cNvSpPr/>
            <p:nvPr/>
          </p:nvSpPr>
          <p:spPr>
            <a:xfrm>
              <a:off x="3216314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3"/>
            <p:cNvSpPr/>
            <p:nvPr/>
          </p:nvSpPr>
          <p:spPr>
            <a:xfrm>
              <a:off x="3209765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4"/>
            <p:cNvSpPr/>
            <p:nvPr/>
          </p:nvSpPr>
          <p:spPr>
            <a:xfrm>
              <a:off x="3020057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5"/>
            <p:cNvSpPr/>
            <p:nvPr/>
          </p:nvSpPr>
          <p:spPr>
            <a:xfrm>
              <a:off x="2621957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6"/>
            <p:cNvSpPr/>
            <p:nvPr/>
          </p:nvSpPr>
          <p:spPr>
            <a:xfrm>
              <a:off x="3369288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7"/>
            <p:cNvSpPr/>
            <p:nvPr/>
          </p:nvSpPr>
          <p:spPr>
            <a:xfrm>
              <a:off x="3558565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88"/>
            <p:cNvSpPr/>
            <p:nvPr/>
          </p:nvSpPr>
          <p:spPr>
            <a:xfrm>
              <a:off x="3639287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89"/>
            <p:cNvSpPr/>
            <p:nvPr/>
          </p:nvSpPr>
          <p:spPr>
            <a:xfrm>
              <a:off x="3711279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0"/>
            <p:cNvSpPr/>
            <p:nvPr/>
          </p:nvSpPr>
          <p:spPr>
            <a:xfrm>
              <a:off x="3649438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1"/>
            <p:cNvSpPr/>
            <p:nvPr/>
          </p:nvSpPr>
          <p:spPr>
            <a:xfrm>
              <a:off x="3696027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2"/>
            <p:cNvSpPr/>
            <p:nvPr/>
          </p:nvSpPr>
          <p:spPr>
            <a:xfrm>
              <a:off x="2130440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3"/>
            <p:cNvSpPr/>
            <p:nvPr/>
          </p:nvSpPr>
          <p:spPr>
            <a:xfrm>
              <a:off x="2130440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4"/>
            <p:cNvSpPr/>
            <p:nvPr/>
          </p:nvSpPr>
          <p:spPr>
            <a:xfrm>
              <a:off x="2130440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5"/>
            <p:cNvSpPr/>
            <p:nvPr/>
          </p:nvSpPr>
          <p:spPr>
            <a:xfrm>
              <a:off x="2130440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6"/>
            <p:cNvSpPr/>
            <p:nvPr/>
          </p:nvSpPr>
          <p:spPr>
            <a:xfrm>
              <a:off x="2130440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7"/>
            <p:cNvSpPr/>
            <p:nvPr/>
          </p:nvSpPr>
          <p:spPr>
            <a:xfrm>
              <a:off x="2130440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298"/>
            <p:cNvSpPr/>
            <p:nvPr/>
          </p:nvSpPr>
          <p:spPr>
            <a:xfrm>
              <a:off x="2136310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299"/>
            <p:cNvSpPr/>
            <p:nvPr/>
          </p:nvSpPr>
          <p:spPr>
            <a:xfrm>
              <a:off x="2223669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0"/>
            <p:cNvSpPr/>
            <p:nvPr/>
          </p:nvSpPr>
          <p:spPr>
            <a:xfrm>
              <a:off x="2249961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1"/>
            <p:cNvSpPr/>
            <p:nvPr/>
          </p:nvSpPr>
          <p:spPr>
            <a:xfrm>
              <a:off x="2285672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2"/>
            <p:cNvSpPr/>
            <p:nvPr/>
          </p:nvSpPr>
          <p:spPr>
            <a:xfrm>
              <a:off x="2130440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3"/>
            <p:cNvSpPr/>
            <p:nvPr/>
          </p:nvSpPr>
          <p:spPr>
            <a:xfrm>
              <a:off x="2130440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4"/>
            <p:cNvSpPr/>
            <p:nvPr/>
          </p:nvSpPr>
          <p:spPr>
            <a:xfrm>
              <a:off x="2130440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5"/>
            <p:cNvSpPr/>
            <p:nvPr/>
          </p:nvSpPr>
          <p:spPr>
            <a:xfrm>
              <a:off x="2130440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6"/>
            <p:cNvSpPr/>
            <p:nvPr/>
          </p:nvSpPr>
          <p:spPr>
            <a:xfrm>
              <a:off x="2130440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7"/>
            <p:cNvSpPr/>
            <p:nvPr/>
          </p:nvSpPr>
          <p:spPr>
            <a:xfrm>
              <a:off x="2130440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08"/>
            <p:cNvSpPr/>
            <p:nvPr/>
          </p:nvSpPr>
          <p:spPr>
            <a:xfrm>
              <a:off x="2130440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09"/>
            <p:cNvSpPr/>
            <p:nvPr/>
          </p:nvSpPr>
          <p:spPr>
            <a:xfrm>
              <a:off x="2135339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0"/>
            <p:cNvSpPr/>
            <p:nvPr/>
          </p:nvSpPr>
          <p:spPr>
            <a:xfrm>
              <a:off x="2445561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1"/>
            <p:cNvSpPr/>
            <p:nvPr/>
          </p:nvSpPr>
          <p:spPr>
            <a:xfrm>
              <a:off x="2660485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2"/>
            <p:cNvSpPr/>
            <p:nvPr/>
          </p:nvSpPr>
          <p:spPr>
            <a:xfrm>
              <a:off x="2130440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3"/>
            <p:cNvSpPr/>
            <p:nvPr/>
          </p:nvSpPr>
          <p:spPr>
            <a:xfrm>
              <a:off x="2130440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4"/>
            <p:cNvSpPr/>
            <p:nvPr/>
          </p:nvSpPr>
          <p:spPr>
            <a:xfrm>
              <a:off x="2187839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5"/>
            <p:cNvSpPr/>
            <p:nvPr/>
          </p:nvSpPr>
          <p:spPr>
            <a:xfrm>
              <a:off x="2850775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6"/>
            <p:cNvSpPr/>
            <p:nvPr/>
          </p:nvSpPr>
          <p:spPr>
            <a:xfrm>
              <a:off x="2332667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7"/>
            <p:cNvSpPr/>
            <p:nvPr/>
          </p:nvSpPr>
          <p:spPr>
            <a:xfrm>
              <a:off x="2520346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18"/>
            <p:cNvSpPr/>
            <p:nvPr/>
          </p:nvSpPr>
          <p:spPr>
            <a:xfrm>
              <a:off x="2832744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19"/>
            <p:cNvSpPr/>
            <p:nvPr/>
          </p:nvSpPr>
          <p:spPr>
            <a:xfrm>
              <a:off x="2869335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0"/>
            <p:cNvSpPr/>
            <p:nvPr/>
          </p:nvSpPr>
          <p:spPr>
            <a:xfrm>
              <a:off x="3012012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1"/>
            <p:cNvSpPr/>
            <p:nvPr/>
          </p:nvSpPr>
          <p:spPr>
            <a:xfrm>
              <a:off x="3187705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2"/>
            <p:cNvSpPr/>
            <p:nvPr/>
          </p:nvSpPr>
          <p:spPr>
            <a:xfrm>
              <a:off x="3209036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3"/>
            <p:cNvSpPr/>
            <p:nvPr/>
          </p:nvSpPr>
          <p:spPr>
            <a:xfrm>
              <a:off x="2947325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4"/>
            <p:cNvSpPr/>
            <p:nvPr/>
          </p:nvSpPr>
          <p:spPr>
            <a:xfrm>
              <a:off x="2645131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5"/>
            <p:cNvSpPr/>
            <p:nvPr/>
          </p:nvSpPr>
          <p:spPr>
            <a:xfrm>
              <a:off x="2130440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6"/>
            <p:cNvSpPr/>
            <p:nvPr/>
          </p:nvSpPr>
          <p:spPr>
            <a:xfrm>
              <a:off x="2949061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7"/>
            <p:cNvSpPr/>
            <p:nvPr/>
          </p:nvSpPr>
          <p:spPr>
            <a:xfrm>
              <a:off x="3208576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28"/>
            <p:cNvSpPr/>
            <p:nvPr/>
          </p:nvSpPr>
          <p:spPr>
            <a:xfrm>
              <a:off x="3525893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29"/>
            <p:cNvSpPr/>
            <p:nvPr/>
          </p:nvSpPr>
          <p:spPr>
            <a:xfrm>
              <a:off x="2396544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0"/>
            <p:cNvSpPr/>
            <p:nvPr/>
          </p:nvSpPr>
          <p:spPr>
            <a:xfrm>
              <a:off x="2473315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1"/>
            <p:cNvSpPr/>
            <p:nvPr/>
          </p:nvSpPr>
          <p:spPr>
            <a:xfrm>
              <a:off x="2604103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2"/>
            <p:cNvSpPr/>
            <p:nvPr/>
          </p:nvSpPr>
          <p:spPr>
            <a:xfrm>
              <a:off x="2558826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3"/>
            <p:cNvSpPr/>
            <p:nvPr/>
          </p:nvSpPr>
          <p:spPr>
            <a:xfrm>
              <a:off x="2595559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4"/>
            <p:cNvSpPr/>
            <p:nvPr/>
          </p:nvSpPr>
          <p:spPr>
            <a:xfrm>
              <a:off x="2631187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5"/>
            <p:cNvSpPr/>
            <p:nvPr/>
          </p:nvSpPr>
          <p:spPr>
            <a:xfrm>
              <a:off x="2683545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6"/>
            <p:cNvSpPr/>
            <p:nvPr/>
          </p:nvSpPr>
          <p:spPr>
            <a:xfrm>
              <a:off x="2721791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7"/>
            <p:cNvSpPr/>
            <p:nvPr/>
          </p:nvSpPr>
          <p:spPr>
            <a:xfrm>
              <a:off x="2843684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38"/>
            <p:cNvSpPr/>
            <p:nvPr/>
          </p:nvSpPr>
          <p:spPr>
            <a:xfrm>
              <a:off x="2905514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39"/>
            <p:cNvSpPr/>
            <p:nvPr/>
          </p:nvSpPr>
          <p:spPr>
            <a:xfrm>
              <a:off x="3143972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0"/>
            <p:cNvSpPr/>
            <p:nvPr/>
          </p:nvSpPr>
          <p:spPr>
            <a:xfrm>
              <a:off x="2861435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1"/>
            <p:cNvSpPr/>
            <p:nvPr/>
          </p:nvSpPr>
          <p:spPr>
            <a:xfrm>
              <a:off x="2592205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2"/>
            <p:cNvSpPr/>
            <p:nvPr/>
          </p:nvSpPr>
          <p:spPr>
            <a:xfrm>
              <a:off x="2456879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3"/>
            <p:cNvSpPr/>
            <p:nvPr/>
          </p:nvSpPr>
          <p:spPr>
            <a:xfrm>
              <a:off x="2508265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4"/>
            <p:cNvSpPr/>
            <p:nvPr/>
          </p:nvSpPr>
          <p:spPr>
            <a:xfrm>
              <a:off x="2549731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5"/>
            <p:cNvSpPr/>
            <p:nvPr/>
          </p:nvSpPr>
          <p:spPr>
            <a:xfrm>
              <a:off x="2603629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6"/>
            <p:cNvSpPr/>
            <p:nvPr/>
          </p:nvSpPr>
          <p:spPr>
            <a:xfrm>
              <a:off x="2714014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7"/>
            <p:cNvSpPr/>
            <p:nvPr/>
          </p:nvSpPr>
          <p:spPr>
            <a:xfrm>
              <a:off x="2765673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48"/>
            <p:cNvSpPr/>
            <p:nvPr/>
          </p:nvSpPr>
          <p:spPr>
            <a:xfrm>
              <a:off x="2135383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49"/>
            <p:cNvSpPr/>
            <p:nvPr/>
          </p:nvSpPr>
          <p:spPr>
            <a:xfrm>
              <a:off x="2130440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0"/>
            <p:cNvSpPr/>
            <p:nvPr/>
          </p:nvSpPr>
          <p:spPr>
            <a:xfrm>
              <a:off x="2130440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1"/>
            <p:cNvSpPr/>
            <p:nvPr/>
          </p:nvSpPr>
          <p:spPr>
            <a:xfrm>
              <a:off x="2130440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2"/>
            <p:cNvSpPr/>
            <p:nvPr/>
          </p:nvSpPr>
          <p:spPr>
            <a:xfrm>
              <a:off x="2130440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3"/>
            <p:cNvSpPr/>
            <p:nvPr/>
          </p:nvSpPr>
          <p:spPr>
            <a:xfrm>
              <a:off x="2177902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4"/>
            <p:cNvSpPr/>
            <p:nvPr/>
          </p:nvSpPr>
          <p:spPr>
            <a:xfrm>
              <a:off x="2463535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5"/>
            <p:cNvSpPr/>
            <p:nvPr/>
          </p:nvSpPr>
          <p:spPr>
            <a:xfrm>
              <a:off x="2130440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6"/>
            <p:cNvSpPr/>
            <p:nvPr/>
          </p:nvSpPr>
          <p:spPr>
            <a:xfrm>
              <a:off x="2130440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7"/>
            <p:cNvSpPr/>
            <p:nvPr/>
          </p:nvSpPr>
          <p:spPr>
            <a:xfrm>
              <a:off x="2154131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58"/>
            <p:cNvSpPr/>
            <p:nvPr/>
          </p:nvSpPr>
          <p:spPr>
            <a:xfrm>
              <a:off x="2130440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59"/>
            <p:cNvSpPr/>
            <p:nvPr/>
          </p:nvSpPr>
          <p:spPr>
            <a:xfrm>
              <a:off x="2200207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0"/>
            <p:cNvSpPr/>
            <p:nvPr/>
          </p:nvSpPr>
          <p:spPr>
            <a:xfrm>
              <a:off x="2138628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1"/>
            <p:cNvSpPr/>
            <p:nvPr/>
          </p:nvSpPr>
          <p:spPr>
            <a:xfrm>
              <a:off x="2133054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2"/>
            <p:cNvSpPr/>
            <p:nvPr/>
          </p:nvSpPr>
          <p:spPr>
            <a:xfrm>
              <a:off x="2149594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3"/>
            <p:cNvSpPr/>
            <p:nvPr/>
          </p:nvSpPr>
          <p:spPr>
            <a:xfrm>
              <a:off x="2130440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4"/>
            <p:cNvSpPr/>
            <p:nvPr/>
          </p:nvSpPr>
          <p:spPr>
            <a:xfrm>
              <a:off x="2152638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5"/>
            <p:cNvSpPr/>
            <p:nvPr/>
          </p:nvSpPr>
          <p:spPr>
            <a:xfrm>
              <a:off x="2131407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6"/>
            <p:cNvSpPr/>
            <p:nvPr/>
          </p:nvSpPr>
          <p:spPr>
            <a:xfrm>
              <a:off x="2177274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7"/>
            <p:cNvSpPr/>
            <p:nvPr/>
          </p:nvSpPr>
          <p:spPr>
            <a:xfrm>
              <a:off x="2130440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68"/>
            <p:cNvSpPr/>
            <p:nvPr/>
          </p:nvSpPr>
          <p:spPr>
            <a:xfrm>
              <a:off x="2130440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69"/>
            <p:cNvSpPr/>
            <p:nvPr/>
          </p:nvSpPr>
          <p:spPr>
            <a:xfrm>
              <a:off x="2130440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0"/>
            <p:cNvSpPr/>
            <p:nvPr/>
          </p:nvSpPr>
          <p:spPr>
            <a:xfrm>
              <a:off x="2130440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1"/>
            <p:cNvSpPr/>
            <p:nvPr/>
          </p:nvSpPr>
          <p:spPr>
            <a:xfrm>
              <a:off x="2136072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2"/>
            <p:cNvSpPr/>
            <p:nvPr/>
          </p:nvSpPr>
          <p:spPr>
            <a:xfrm>
              <a:off x="2471290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3"/>
            <p:cNvSpPr/>
            <p:nvPr/>
          </p:nvSpPr>
          <p:spPr>
            <a:xfrm>
              <a:off x="2502815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4"/>
            <p:cNvSpPr/>
            <p:nvPr/>
          </p:nvSpPr>
          <p:spPr>
            <a:xfrm>
              <a:off x="2531577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5"/>
            <p:cNvSpPr/>
            <p:nvPr/>
          </p:nvSpPr>
          <p:spPr>
            <a:xfrm>
              <a:off x="2564339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6"/>
            <p:cNvSpPr/>
            <p:nvPr/>
          </p:nvSpPr>
          <p:spPr>
            <a:xfrm>
              <a:off x="2452662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7"/>
            <p:cNvSpPr/>
            <p:nvPr/>
          </p:nvSpPr>
          <p:spPr>
            <a:xfrm>
              <a:off x="2539676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78"/>
            <p:cNvSpPr/>
            <p:nvPr/>
          </p:nvSpPr>
          <p:spPr>
            <a:xfrm>
              <a:off x="2563814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79"/>
            <p:cNvSpPr/>
            <p:nvPr/>
          </p:nvSpPr>
          <p:spPr>
            <a:xfrm>
              <a:off x="2467226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0"/>
            <p:cNvSpPr/>
            <p:nvPr/>
          </p:nvSpPr>
          <p:spPr>
            <a:xfrm>
              <a:off x="2492522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1"/>
            <p:cNvSpPr/>
            <p:nvPr/>
          </p:nvSpPr>
          <p:spPr>
            <a:xfrm>
              <a:off x="2321628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2"/>
            <p:cNvSpPr/>
            <p:nvPr/>
          </p:nvSpPr>
          <p:spPr>
            <a:xfrm>
              <a:off x="2325804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3"/>
            <p:cNvSpPr/>
            <p:nvPr/>
          </p:nvSpPr>
          <p:spPr>
            <a:xfrm>
              <a:off x="2419372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4"/>
            <p:cNvSpPr/>
            <p:nvPr/>
          </p:nvSpPr>
          <p:spPr>
            <a:xfrm>
              <a:off x="2455155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5"/>
            <p:cNvSpPr/>
            <p:nvPr/>
          </p:nvSpPr>
          <p:spPr>
            <a:xfrm>
              <a:off x="2251504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6"/>
            <p:cNvSpPr/>
            <p:nvPr/>
          </p:nvSpPr>
          <p:spPr>
            <a:xfrm>
              <a:off x="2359374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7"/>
            <p:cNvSpPr/>
            <p:nvPr/>
          </p:nvSpPr>
          <p:spPr>
            <a:xfrm>
              <a:off x="2262672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88"/>
            <p:cNvSpPr/>
            <p:nvPr/>
          </p:nvSpPr>
          <p:spPr>
            <a:xfrm>
              <a:off x="2325682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89"/>
            <p:cNvSpPr/>
            <p:nvPr/>
          </p:nvSpPr>
          <p:spPr>
            <a:xfrm>
              <a:off x="2414532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0"/>
            <p:cNvSpPr/>
            <p:nvPr/>
          </p:nvSpPr>
          <p:spPr>
            <a:xfrm>
              <a:off x="2459992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1"/>
            <p:cNvSpPr/>
            <p:nvPr/>
          </p:nvSpPr>
          <p:spPr>
            <a:xfrm>
              <a:off x="2497386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2"/>
            <p:cNvSpPr/>
            <p:nvPr/>
          </p:nvSpPr>
          <p:spPr>
            <a:xfrm>
              <a:off x="2584522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3"/>
            <p:cNvSpPr/>
            <p:nvPr/>
          </p:nvSpPr>
          <p:spPr>
            <a:xfrm>
              <a:off x="2519527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4"/>
            <p:cNvSpPr/>
            <p:nvPr/>
          </p:nvSpPr>
          <p:spPr>
            <a:xfrm>
              <a:off x="2551208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5"/>
            <p:cNvSpPr/>
            <p:nvPr/>
          </p:nvSpPr>
          <p:spPr>
            <a:xfrm>
              <a:off x="2282588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6"/>
            <p:cNvSpPr/>
            <p:nvPr/>
          </p:nvSpPr>
          <p:spPr>
            <a:xfrm>
              <a:off x="2584805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7"/>
            <p:cNvSpPr/>
            <p:nvPr/>
          </p:nvSpPr>
          <p:spPr>
            <a:xfrm>
              <a:off x="2585210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398"/>
            <p:cNvSpPr/>
            <p:nvPr/>
          </p:nvSpPr>
          <p:spPr>
            <a:xfrm>
              <a:off x="2666664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399"/>
            <p:cNvSpPr/>
            <p:nvPr/>
          </p:nvSpPr>
          <p:spPr>
            <a:xfrm>
              <a:off x="2130440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0"/>
            <p:cNvSpPr/>
            <p:nvPr/>
          </p:nvSpPr>
          <p:spPr>
            <a:xfrm>
              <a:off x="2130440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1"/>
            <p:cNvSpPr/>
            <p:nvPr/>
          </p:nvSpPr>
          <p:spPr>
            <a:xfrm>
              <a:off x="2130440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2"/>
            <p:cNvSpPr/>
            <p:nvPr/>
          </p:nvSpPr>
          <p:spPr>
            <a:xfrm>
              <a:off x="2130440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3"/>
            <p:cNvSpPr/>
            <p:nvPr/>
          </p:nvSpPr>
          <p:spPr>
            <a:xfrm>
              <a:off x="2130440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4"/>
            <p:cNvSpPr/>
            <p:nvPr/>
          </p:nvSpPr>
          <p:spPr>
            <a:xfrm>
              <a:off x="2158722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5"/>
            <p:cNvSpPr/>
            <p:nvPr/>
          </p:nvSpPr>
          <p:spPr>
            <a:xfrm>
              <a:off x="2454046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6"/>
            <p:cNvSpPr/>
            <p:nvPr/>
          </p:nvSpPr>
          <p:spPr>
            <a:xfrm>
              <a:off x="2503807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7"/>
            <p:cNvSpPr/>
            <p:nvPr/>
          </p:nvSpPr>
          <p:spPr>
            <a:xfrm>
              <a:off x="2452321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08"/>
            <p:cNvSpPr/>
            <p:nvPr/>
          </p:nvSpPr>
          <p:spPr>
            <a:xfrm>
              <a:off x="2505688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09"/>
            <p:cNvSpPr/>
            <p:nvPr/>
          </p:nvSpPr>
          <p:spPr>
            <a:xfrm>
              <a:off x="2555021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0"/>
            <p:cNvSpPr/>
            <p:nvPr/>
          </p:nvSpPr>
          <p:spPr>
            <a:xfrm>
              <a:off x="2607966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1"/>
            <p:cNvSpPr/>
            <p:nvPr/>
          </p:nvSpPr>
          <p:spPr>
            <a:xfrm>
              <a:off x="2594399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2"/>
            <p:cNvSpPr/>
            <p:nvPr/>
          </p:nvSpPr>
          <p:spPr>
            <a:xfrm>
              <a:off x="2689264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3"/>
            <p:cNvSpPr/>
            <p:nvPr/>
          </p:nvSpPr>
          <p:spPr>
            <a:xfrm>
              <a:off x="2779821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4"/>
            <p:cNvSpPr/>
            <p:nvPr/>
          </p:nvSpPr>
          <p:spPr>
            <a:xfrm>
              <a:off x="2307307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5"/>
            <p:cNvSpPr/>
            <p:nvPr/>
          </p:nvSpPr>
          <p:spPr>
            <a:xfrm>
              <a:off x="2261343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6"/>
            <p:cNvSpPr/>
            <p:nvPr/>
          </p:nvSpPr>
          <p:spPr>
            <a:xfrm>
              <a:off x="2352823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7"/>
            <p:cNvSpPr/>
            <p:nvPr/>
          </p:nvSpPr>
          <p:spPr>
            <a:xfrm>
              <a:off x="2176071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18"/>
            <p:cNvSpPr/>
            <p:nvPr/>
          </p:nvSpPr>
          <p:spPr>
            <a:xfrm>
              <a:off x="2131898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19"/>
            <p:cNvSpPr/>
            <p:nvPr/>
          </p:nvSpPr>
          <p:spPr>
            <a:xfrm>
              <a:off x="2237090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0"/>
            <p:cNvSpPr/>
            <p:nvPr/>
          </p:nvSpPr>
          <p:spPr>
            <a:xfrm>
              <a:off x="2280928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1"/>
            <p:cNvSpPr/>
            <p:nvPr/>
          </p:nvSpPr>
          <p:spPr>
            <a:xfrm>
              <a:off x="2303761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2"/>
            <p:cNvSpPr/>
            <p:nvPr/>
          </p:nvSpPr>
          <p:spPr>
            <a:xfrm>
              <a:off x="2400621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3"/>
            <p:cNvSpPr/>
            <p:nvPr/>
          </p:nvSpPr>
          <p:spPr>
            <a:xfrm>
              <a:off x="2449527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4"/>
            <p:cNvSpPr/>
            <p:nvPr/>
          </p:nvSpPr>
          <p:spPr>
            <a:xfrm>
              <a:off x="2483139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5"/>
            <p:cNvSpPr/>
            <p:nvPr/>
          </p:nvSpPr>
          <p:spPr>
            <a:xfrm>
              <a:off x="2593682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6"/>
            <p:cNvSpPr/>
            <p:nvPr/>
          </p:nvSpPr>
          <p:spPr>
            <a:xfrm>
              <a:off x="2508034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7"/>
            <p:cNvSpPr/>
            <p:nvPr/>
          </p:nvSpPr>
          <p:spPr>
            <a:xfrm>
              <a:off x="2528107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28"/>
            <p:cNvSpPr/>
            <p:nvPr/>
          </p:nvSpPr>
          <p:spPr>
            <a:xfrm>
              <a:off x="2616824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29"/>
            <p:cNvSpPr/>
            <p:nvPr/>
          </p:nvSpPr>
          <p:spPr>
            <a:xfrm>
              <a:off x="2652188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0"/>
            <p:cNvSpPr/>
            <p:nvPr/>
          </p:nvSpPr>
          <p:spPr>
            <a:xfrm>
              <a:off x="2671963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1"/>
            <p:cNvSpPr/>
            <p:nvPr/>
          </p:nvSpPr>
          <p:spPr>
            <a:xfrm>
              <a:off x="2669335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2"/>
            <p:cNvSpPr/>
            <p:nvPr/>
          </p:nvSpPr>
          <p:spPr>
            <a:xfrm>
              <a:off x="2697404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3"/>
            <p:cNvSpPr/>
            <p:nvPr/>
          </p:nvSpPr>
          <p:spPr>
            <a:xfrm>
              <a:off x="2701701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4"/>
            <p:cNvSpPr/>
            <p:nvPr/>
          </p:nvSpPr>
          <p:spPr>
            <a:xfrm>
              <a:off x="2727978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5"/>
            <p:cNvSpPr/>
            <p:nvPr/>
          </p:nvSpPr>
          <p:spPr>
            <a:xfrm>
              <a:off x="2762202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6"/>
            <p:cNvSpPr/>
            <p:nvPr/>
          </p:nvSpPr>
          <p:spPr>
            <a:xfrm>
              <a:off x="2792074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7"/>
            <p:cNvSpPr/>
            <p:nvPr/>
          </p:nvSpPr>
          <p:spPr>
            <a:xfrm>
              <a:off x="2827576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38"/>
            <p:cNvSpPr/>
            <p:nvPr/>
          </p:nvSpPr>
          <p:spPr>
            <a:xfrm>
              <a:off x="2776783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39"/>
            <p:cNvSpPr/>
            <p:nvPr/>
          </p:nvSpPr>
          <p:spPr>
            <a:xfrm>
              <a:off x="2484473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0"/>
            <p:cNvSpPr/>
            <p:nvPr/>
          </p:nvSpPr>
          <p:spPr>
            <a:xfrm>
              <a:off x="2554748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1"/>
            <p:cNvSpPr/>
            <p:nvPr/>
          </p:nvSpPr>
          <p:spPr>
            <a:xfrm>
              <a:off x="2513165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2"/>
            <p:cNvSpPr/>
            <p:nvPr/>
          </p:nvSpPr>
          <p:spPr>
            <a:xfrm>
              <a:off x="2594837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3"/>
            <p:cNvSpPr/>
            <p:nvPr/>
          </p:nvSpPr>
          <p:spPr>
            <a:xfrm>
              <a:off x="2631020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4"/>
            <p:cNvSpPr/>
            <p:nvPr/>
          </p:nvSpPr>
          <p:spPr>
            <a:xfrm>
              <a:off x="2748139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5"/>
            <p:cNvSpPr/>
            <p:nvPr/>
          </p:nvSpPr>
          <p:spPr>
            <a:xfrm>
              <a:off x="2422109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6"/>
            <p:cNvSpPr/>
            <p:nvPr/>
          </p:nvSpPr>
          <p:spPr>
            <a:xfrm>
              <a:off x="2216792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7"/>
            <p:cNvSpPr/>
            <p:nvPr/>
          </p:nvSpPr>
          <p:spPr>
            <a:xfrm>
              <a:off x="3194071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48"/>
            <p:cNvSpPr/>
            <p:nvPr/>
          </p:nvSpPr>
          <p:spPr>
            <a:xfrm>
              <a:off x="3137462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49"/>
            <p:cNvSpPr/>
            <p:nvPr/>
          </p:nvSpPr>
          <p:spPr>
            <a:xfrm>
              <a:off x="3099531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0"/>
            <p:cNvSpPr/>
            <p:nvPr/>
          </p:nvSpPr>
          <p:spPr>
            <a:xfrm>
              <a:off x="3180864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1"/>
            <p:cNvSpPr/>
            <p:nvPr/>
          </p:nvSpPr>
          <p:spPr>
            <a:xfrm>
              <a:off x="3149739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2"/>
            <p:cNvSpPr/>
            <p:nvPr/>
          </p:nvSpPr>
          <p:spPr>
            <a:xfrm>
              <a:off x="3065831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3"/>
            <p:cNvSpPr/>
            <p:nvPr/>
          </p:nvSpPr>
          <p:spPr>
            <a:xfrm>
              <a:off x="3040897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4"/>
            <p:cNvSpPr/>
            <p:nvPr/>
          </p:nvSpPr>
          <p:spPr>
            <a:xfrm>
              <a:off x="3183661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5"/>
            <p:cNvSpPr/>
            <p:nvPr/>
          </p:nvSpPr>
          <p:spPr>
            <a:xfrm>
              <a:off x="3113997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6"/>
            <p:cNvSpPr/>
            <p:nvPr/>
          </p:nvSpPr>
          <p:spPr>
            <a:xfrm>
              <a:off x="3156206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7"/>
            <p:cNvSpPr/>
            <p:nvPr/>
          </p:nvSpPr>
          <p:spPr>
            <a:xfrm>
              <a:off x="3184194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58"/>
            <p:cNvSpPr/>
            <p:nvPr/>
          </p:nvSpPr>
          <p:spPr>
            <a:xfrm>
              <a:off x="3051425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59"/>
            <p:cNvSpPr/>
            <p:nvPr/>
          </p:nvSpPr>
          <p:spPr>
            <a:xfrm>
              <a:off x="3107571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0"/>
            <p:cNvSpPr/>
            <p:nvPr/>
          </p:nvSpPr>
          <p:spPr>
            <a:xfrm>
              <a:off x="2952095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1"/>
            <p:cNvSpPr/>
            <p:nvPr/>
          </p:nvSpPr>
          <p:spPr>
            <a:xfrm>
              <a:off x="3022453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2"/>
            <p:cNvSpPr/>
            <p:nvPr/>
          </p:nvSpPr>
          <p:spPr>
            <a:xfrm>
              <a:off x="3171996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3"/>
            <p:cNvSpPr/>
            <p:nvPr/>
          </p:nvSpPr>
          <p:spPr>
            <a:xfrm>
              <a:off x="2945184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4"/>
            <p:cNvSpPr/>
            <p:nvPr/>
          </p:nvSpPr>
          <p:spPr>
            <a:xfrm>
              <a:off x="3072448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5"/>
            <p:cNvSpPr/>
            <p:nvPr/>
          </p:nvSpPr>
          <p:spPr>
            <a:xfrm>
              <a:off x="2996857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6"/>
            <p:cNvSpPr/>
            <p:nvPr/>
          </p:nvSpPr>
          <p:spPr>
            <a:xfrm>
              <a:off x="3104917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7"/>
            <p:cNvSpPr/>
            <p:nvPr/>
          </p:nvSpPr>
          <p:spPr>
            <a:xfrm>
              <a:off x="3033923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68"/>
            <p:cNvSpPr/>
            <p:nvPr/>
          </p:nvSpPr>
          <p:spPr>
            <a:xfrm>
              <a:off x="2966071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69"/>
            <p:cNvSpPr/>
            <p:nvPr/>
          </p:nvSpPr>
          <p:spPr>
            <a:xfrm>
              <a:off x="3004229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0"/>
            <p:cNvSpPr/>
            <p:nvPr/>
          </p:nvSpPr>
          <p:spPr>
            <a:xfrm>
              <a:off x="3415083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1"/>
            <p:cNvSpPr/>
            <p:nvPr/>
          </p:nvSpPr>
          <p:spPr>
            <a:xfrm>
              <a:off x="2981359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2"/>
            <p:cNvSpPr/>
            <p:nvPr/>
          </p:nvSpPr>
          <p:spPr>
            <a:xfrm>
              <a:off x="3063738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3"/>
            <p:cNvSpPr/>
            <p:nvPr/>
          </p:nvSpPr>
          <p:spPr>
            <a:xfrm>
              <a:off x="3217555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4"/>
            <p:cNvSpPr/>
            <p:nvPr/>
          </p:nvSpPr>
          <p:spPr>
            <a:xfrm>
              <a:off x="3196587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5"/>
            <p:cNvSpPr/>
            <p:nvPr/>
          </p:nvSpPr>
          <p:spPr>
            <a:xfrm>
              <a:off x="3044447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6"/>
            <p:cNvSpPr/>
            <p:nvPr/>
          </p:nvSpPr>
          <p:spPr>
            <a:xfrm>
              <a:off x="3200068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7"/>
            <p:cNvSpPr/>
            <p:nvPr/>
          </p:nvSpPr>
          <p:spPr>
            <a:xfrm>
              <a:off x="3135037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78"/>
            <p:cNvSpPr/>
            <p:nvPr/>
          </p:nvSpPr>
          <p:spPr>
            <a:xfrm>
              <a:off x="3094573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79"/>
            <p:cNvSpPr/>
            <p:nvPr/>
          </p:nvSpPr>
          <p:spPr>
            <a:xfrm>
              <a:off x="3189824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0"/>
            <p:cNvSpPr/>
            <p:nvPr/>
          </p:nvSpPr>
          <p:spPr>
            <a:xfrm>
              <a:off x="3258508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1"/>
            <p:cNvSpPr/>
            <p:nvPr/>
          </p:nvSpPr>
          <p:spPr>
            <a:xfrm>
              <a:off x="3528865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2"/>
            <p:cNvSpPr/>
            <p:nvPr/>
          </p:nvSpPr>
          <p:spPr>
            <a:xfrm>
              <a:off x="3216802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3"/>
            <p:cNvSpPr/>
            <p:nvPr/>
          </p:nvSpPr>
          <p:spPr>
            <a:xfrm>
              <a:off x="3290886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4"/>
            <p:cNvSpPr/>
            <p:nvPr/>
          </p:nvSpPr>
          <p:spPr>
            <a:xfrm>
              <a:off x="3368596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5"/>
            <p:cNvSpPr/>
            <p:nvPr/>
          </p:nvSpPr>
          <p:spPr>
            <a:xfrm>
              <a:off x="3401289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6"/>
            <p:cNvSpPr/>
            <p:nvPr/>
          </p:nvSpPr>
          <p:spPr>
            <a:xfrm>
              <a:off x="3448579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7"/>
            <p:cNvSpPr/>
            <p:nvPr/>
          </p:nvSpPr>
          <p:spPr>
            <a:xfrm>
              <a:off x="3499385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88"/>
            <p:cNvSpPr/>
            <p:nvPr/>
          </p:nvSpPr>
          <p:spPr>
            <a:xfrm>
              <a:off x="3560693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89"/>
            <p:cNvSpPr/>
            <p:nvPr/>
          </p:nvSpPr>
          <p:spPr>
            <a:xfrm>
              <a:off x="3493470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0"/>
            <p:cNvSpPr/>
            <p:nvPr/>
          </p:nvSpPr>
          <p:spPr>
            <a:xfrm>
              <a:off x="3208372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1"/>
            <p:cNvSpPr/>
            <p:nvPr/>
          </p:nvSpPr>
          <p:spPr>
            <a:xfrm>
              <a:off x="3207544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2"/>
            <p:cNvSpPr/>
            <p:nvPr/>
          </p:nvSpPr>
          <p:spPr>
            <a:xfrm>
              <a:off x="3260274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3"/>
            <p:cNvSpPr/>
            <p:nvPr/>
          </p:nvSpPr>
          <p:spPr>
            <a:xfrm>
              <a:off x="2890448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4"/>
            <p:cNvSpPr/>
            <p:nvPr/>
          </p:nvSpPr>
          <p:spPr>
            <a:xfrm>
              <a:off x="2942170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5"/>
            <p:cNvSpPr/>
            <p:nvPr/>
          </p:nvSpPr>
          <p:spPr>
            <a:xfrm>
              <a:off x="2993361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6"/>
            <p:cNvSpPr/>
            <p:nvPr/>
          </p:nvSpPr>
          <p:spPr>
            <a:xfrm>
              <a:off x="3044327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7"/>
            <p:cNvSpPr/>
            <p:nvPr/>
          </p:nvSpPr>
          <p:spPr>
            <a:xfrm>
              <a:off x="3095616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498"/>
            <p:cNvSpPr/>
            <p:nvPr/>
          </p:nvSpPr>
          <p:spPr>
            <a:xfrm>
              <a:off x="3016524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499"/>
            <p:cNvSpPr/>
            <p:nvPr/>
          </p:nvSpPr>
          <p:spPr>
            <a:xfrm>
              <a:off x="2963856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0"/>
            <p:cNvSpPr/>
            <p:nvPr/>
          </p:nvSpPr>
          <p:spPr>
            <a:xfrm>
              <a:off x="2910047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1"/>
            <p:cNvSpPr/>
            <p:nvPr/>
          </p:nvSpPr>
          <p:spPr>
            <a:xfrm>
              <a:off x="2869084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2"/>
            <p:cNvSpPr/>
            <p:nvPr/>
          </p:nvSpPr>
          <p:spPr>
            <a:xfrm>
              <a:off x="2760949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3"/>
            <p:cNvSpPr/>
            <p:nvPr/>
          </p:nvSpPr>
          <p:spPr>
            <a:xfrm>
              <a:off x="2835332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4"/>
            <p:cNvSpPr/>
            <p:nvPr/>
          </p:nvSpPr>
          <p:spPr>
            <a:xfrm>
              <a:off x="2857300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5"/>
            <p:cNvSpPr/>
            <p:nvPr/>
          </p:nvSpPr>
          <p:spPr>
            <a:xfrm>
              <a:off x="2909661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6"/>
            <p:cNvSpPr/>
            <p:nvPr/>
          </p:nvSpPr>
          <p:spPr>
            <a:xfrm>
              <a:off x="2922073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7"/>
            <p:cNvSpPr/>
            <p:nvPr/>
          </p:nvSpPr>
          <p:spPr>
            <a:xfrm>
              <a:off x="2957946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08"/>
            <p:cNvSpPr/>
            <p:nvPr/>
          </p:nvSpPr>
          <p:spPr>
            <a:xfrm>
              <a:off x="2996821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09"/>
            <p:cNvSpPr/>
            <p:nvPr/>
          </p:nvSpPr>
          <p:spPr>
            <a:xfrm>
              <a:off x="3005871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0"/>
            <p:cNvSpPr/>
            <p:nvPr/>
          </p:nvSpPr>
          <p:spPr>
            <a:xfrm>
              <a:off x="3044548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1"/>
            <p:cNvSpPr/>
            <p:nvPr/>
          </p:nvSpPr>
          <p:spPr>
            <a:xfrm>
              <a:off x="3053498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2"/>
            <p:cNvSpPr/>
            <p:nvPr/>
          </p:nvSpPr>
          <p:spPr>
            <a:xfrm>
              <a:off x="3091893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3"/>
            <p:cNvSpPr/>
            <p:nvPr/>
          </p:nvSpPr>
          <p:spPr>
            <a:xfrm>
              <a:off x="3119620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4"/>
            <p:cNvSpPr/>
            <p:nvPr/>
          </p:nvSpPr>
          <p:spPr>
            <a:xfrm>
              <a:off x="3105928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5"/>
            <p:cNvSpPr/>
            <p:nvPr/>
          </p:nvSpPr>
          <p:spPr>
            <a:xfrm>
              <a:off x="3385112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6"/>
            <p:cNvSpPr/>
            <p:nvPr/>
          </p:nvSpPr>
          <p:spPr>
            <a:xfrm>
              <a:off x="3328513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7"/>
            <p:cNvSpPr/>
            <p:nvPr/>
          </p:nvSpPr>
          <p:spPr>
            <a:xfrm>
              <a:off x="3275661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18"/>
            <p:cNvSpPr/>
            <p:nvPr/>
          </p:nvSpPr>
          <p:spPr>
            <a:xfrm>
              <a:off x="3290234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19"/>
            <p:cNvSpPr/>
            <p:nvPr/>
          </p:nvSpPr>
          <p:spPr>
            <a:xfrm>
              <a:off x="3185171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0"/>
            <p:cNvSpPr/>
            <p:nvPr/>
          </p:nvSpPr>
          <p:spPr>
            <a:xfrm>
              <a:off x="3158443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1"/>
            <p:cNvSpPr/>
            <p:nvPr/>
          </p:nvSpPr>
          <p:spPr>
            <a:xfrm>
              <a:off x="3214713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2"/>
            <p:cNvSpPr/>
            <p:nvPr/>
          </p:nvSpPr>
          <p:spPr>
            <a:xfrm>
              <a:off x="3455455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3"/>
            <p:cNvSpPr/>
            <p:nvPr/>
          </p:nvSpPr>
          <p:spPr>
            <a:xfrm>
              <a:off x="3490462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4"/>
            <p:cNvSpPr/>
            <p:nvPr/>
          </p:nvSpPr>
          <p:spPr>
            <a:xfrm>
              <a:off x="3347203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5"/>
            <p:cNvSpPr/>
            <p:nvPr/>
          </p:nvSpPr>
          <p:spPr>
            <a:xfrm>
              <a:off x="3293051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6"/>
            <p:cNvSpPr/>
            <p:nvPr/>
          </p:nvSpPr>
          <p:spPr>
            <a:xfrm>
              <a:off x="3214971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7"/>
            <p:cNvSpPr/>
            <p:nvPr/>
          </p:nvSpPr>
          <p:spPr>
            <a:xfrm>
              <a:off x="3407039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28"/>
            <p:cNvSpPr/>
            <p:nvPr/>
          </p:nvSpPr>
          <p:spPr>
            <a:xfrm>
              <a:off x="2914865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29"/>
            <p:cNvSpPr/>
            <p:nvPr/>
          </p:nvSpPr>
          <p:spPr>
            <a:xfrm>
              <a:off x="2969728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0"/>
            <p:cNvSpPr/>
            <p:nvPr/>
          </p:nvSpPr>
          <p:spPr>
            <a:xfrm>
              <a:off x="3034171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1"/>
            <p:cNvSpPr/>
            <p:nvPr/>
          </p:nvSpPr>
          <p:spPr>
            <a:xfrm>
              <a:off x="3089866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2"/>
            <p:cNvSpPr/>
            <p:nvPr/>
          </p:nvSpPr>
          <p:spPr>
            <a:xfrm>
              <a:off x="3147029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3"/>
            <p:cNvSpPr/>
            <p:nvPr/>
          </p:nvSpPr>
          <p:spPr>
            <a:xfrm>
              <a:off x="3205446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4"/>
            <p:cNvSpPr/>
            <p:nvPr/>
          </p:nvSpPr>
          <p:spPr>
            <a:xfrm>
              <a:off x="3191815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5"/>
            <p:cNvSpPr/>
            <p:nvPr/>
          </p:nvSpPr>
          <p:spPr>
            <a:xfrm>
              <a:off x="2857841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6"/>
            <p:cNvSpPr/>
            <p:nvPr/>
          </p:nvSpPr>
          <p:spPr>
            <a:xfrm>
              <a:off x="3080305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7"/>
            <p:cNvSpPr/>
            <p:nvPr/>
          </p:nvSpPr>
          <p:spPr>
            <a:xfrm>
              <a:off x="3231171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38"/>
            <p:cNvSpPr/>
            <p:nvPr/>
          </p:nvSpPr>
          <p:spPr>
            <a:xfrm>
              <a:off x="3516889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39"/>
            <p:cNvSpPr/>
            <p:nvPr/>
          </p:nvSpPr>
          <p:spPr>
            <a:xfrm>
              <a:off x="3434848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0"/>
            <p:cNvSpPr/>
            <p:nvPr/>
          </p:nvSpPr>
          <p:spPr>
            <a:xfrm>
              <a:off x="3406510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1"/>
            <p:cNvSpPr/>
            <p:nvPr/>
          </p:nvSpPr>
          <p:spPr>
            <a:xfrm>
              <a:off x="3349872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2"/>
            <p:cNvSpPr/>
            <p:nvPr/>
          </p:nvSpPr>
          <p:spPr>
            <a:xfrm>
              <a:off x="3425344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3"/>
            <p:cNvSpPr/>
            <p:nvPr/>
          </p:nvSpPr>
          <p:spPr>
            <a:xfrm>
              <a:off x="3320625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4"/>
            <p:cNvSpPr/>
            <p:nvPr/>
          </p:nvSpPr>
          <p:spPr>
            <a:xfrm>
              <a:off x="3381984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5"/>
            <p:cNvSpPr/>
            <p:nvPr/>
          </p:nvSpPr>
          <p:spPr>
            <a:xfrm>
              <a:off x="2835259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6"/>
            <p:cNvSpPr/>
            <p:nvPr/>
          </p:nvSpPr>
          <p:spPr>
            <a:xfrm>
              <a:off x="3125897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7"/>
            <p:cNvSpPr/>
            <p:nvPr/>
          </p:nvSpPr>
          <p:spPr>
            <a:xfrm>
              <a:off x="3137329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48"/>
            <p:cNvSpPr/>
            <p:nvPr/>
          </p:nvSpPr>
          <p:spPr>
            <a:xfrm>
              <a:off x="3179565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49"/>
            <p:cNvSpPr/>
            <p:nvPr/>
          </p:nvSpPr>
          <p:spPr>
            <a:xfrm>
              <a:off x="3143158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0"/>
            <p:cNvSpPr/>
            <p:nvPr/>
          </p:nvSpPr>
          <p:spPr>
            <a:xfrm>
              <a:off x="3337344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1"/>
            <p:cNvSpPr/>
            <p:nvPr/>
          </p:nvSpPr>
          <p:spPr>
            <a:xfrm>
              <a:off x="3461011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2"/>
            <p:cNvSpPr/>
            <p:nvPr/>
          </p:nvSpPr>
          <p:spPr>
            <a:xfrm>
              <a:off x="2887686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3"/>
            <p:cNvSpPr/>
            <p:nvPr/>
          </p:nvSpPr>
          <p:spPr>
            <a:xfrm>
              <a:off x="2953819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4"/>
            <p:cNvSpPr/>
            <p:nvPr/>
          </p:nvSpPr>
          <p:spPr>
            <a:xfrm>
              <a:off x="3330856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5"/>
            <p:cNvSpPr/>
            <p:nvPr/>
          </p:nvSpPr>
          <p:spPr>
            <a:xfrm>
              <a:off x="3400411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6"/>
            <p:cNvSpPr/>
            <p:nvPr/>
          </p:nvSpPr>
          <p:spPr>
            <a:xfrm>
              <a:off x="3126820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7"/>
            <p:cNvSpPr/>
            <p:nvPr/>
          </p:nvSpPr>
          <p:spPr>
            <a:xfrm>
              <a:off x="3532012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58"/>
            <p:cNvSpPr/>
            <p:nvPr/>
          </p:nvSpPr>
          <p:spPr>
            <a:xfrm>
              <a:off x="3529375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59"/>
            <p:cNvSpPr/>
            <p:nvPr/>
          </p:nvSpPr>
          <p:spPr>
            <a:xfrm>
              <a:off x="3840646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0"/>
            <p:cNvSpPr/>
            <p:nvPr/>
          </p:nvSpPr>
          <p:spPr>
            <a:xfrm>
              <a:off x="3957986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1"/>
            <p:cNvSpPr/>
            <p:nvPr/>
          </p:nvSpPr>
          <p:spPr>
            <a:xfrm>
              <a:off x="4129098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2"/>
            <p:cNvSpPr/>
            <p:nvPr/>
          </p:nvSpPr>
          <p:spPr>
            <a:xfrm>
              <a:off x="3977992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3"/>
            <p:cNvSpPr/>
            <p:nvPr/>
          </p:nvSpPr>
          <p:spPr>
            <a:xfrm>
              <a:off x="3864174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4"/>
            <p:cNvSpPr/>
            <p:nvPr/>
          </p:nvSpPr>
          <p:spPr>
            <a:xfrm>
              <a:off x="3786202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5"/>
            <p:cNvSpPr/>
            <p:nvPr/>
          </p:nvSpPr>
          <p:spPr>
            <a:xfrm>
              <a:off x="3897844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6"/>
            <p:cNvSpPr/>
            <p:nvPr/>
          </p:nvSpPr>
          <p:spPr>
            <a:xfrm>
              <a:off x="3799806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7"/>
            <p:cNvSpPr/>
            <p:nvPr/>
          </p:nvSpPr>
          <p:spPr>
            <a:xfrm>
              <a:off x="3817715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68"/>
            <p:cNvSpPr/>
            <p:nvPr/>
          </p:nvSpPr>
          <p:spPr>
            <a:xfrm>
              <a:off x="3742956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69"/>
            <p:cNvSpPr/>
            <p:nvPr/>
          </p:nvSpPr>
          <p:spPr>
            <a:xfrm>
              <a:off x="3644106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0"/>
            <p:cNvSpPr/>
            <p:nvPr/>
          </p:nvSpPr>
          <p:spPr>
            <a:xfrm>
              <a:off x="3632890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1"/>
            <p:cNvSpPr/>
            <p:nvPr/>
          </p:nvSpPr>
          <p:spPr>
            <a:xfrm>
              <a:off x="3635979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2"/>
            <p:cNvSpPr/>
            <p:nvPr/>
          </p:nvSpPr>
          <p:spPr>
            <a:xfrm>
              <a:off x="3834782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3"/>
            <p:cNvSpPr/>
            <p:nvPr/>
          </p:nvSpPr>
          <p:spPr>
            <a:xfrm>
              <a:off x="3927966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4"/>
            <p:cNvSpPr/>
            <p:nvPr/>
          </p:nvSpPr>
          <p:spPr>
            <a:xfrm>
              <a:off x="4002956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5"/>
            <p:cNvSpPr/>
            <p:nvPr/>
          </p:nvSpPr>
          <p:spPr>
            <a:xfrm>
              <a:off x="3971831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6"/>
            <p:cNvSpPr/>
            <p:nvPr/>
          </p:nvSpPr>
          <p:spPr>
            <a:xfrm>
              <a:off x="3934282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7"/>
            <p:cNvSpPr/>
            <p:nvPr/>
          </p:nvSpPr>
          <p:spPr>
            <a:xfrm>
              <a:off x="3892384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78"/>
            <p:cNvSpPr/>
            <p:nvPr/>
          </p:nvSpPr>
          <p:spPr>
            <a:xfrm>
              <a:off x="3858828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79"/>
            <p:cNvSpPr/>
            <p:nvPr/>
          </p:nvSpPr>
          <p:spPr>
            <a:xfrm>
              <a:off x="3594882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0"/>
            <p:cNvSpPr/>
            <p:nvPr/>
          </p:nvSpPr>
          <p:spPr>
            <a:xfrm>
              <a:off x="3511745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1"/>
            <p:cNvSpPr/>
            <p:nvPr/>
          </p:nvSpPr>
          <p:spPr>
            <a:xfrm>
              <a:off x="4528521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2"/>
            <p:cNvSpPr/>
            <p:nvPr/>
          </p:nvSpPr>
          <p:spPr>
            <a:xfrm>
              <a:off x="4549557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3"/>
            <p:cNvSpPr/>
            <p:nvPr/>
          </p:nvSpPr>
          <p:spPr>
            <a:xfrm>
              <a:off x="4597685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4"/>
            <p:cNvSpPr/>
            <p:nvPr/>
          </p:nvSpPr>
          <p:spPr>
            <a:xfrm>
              <a:off x="4588165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5"/>
            <p:cNvSpPr/>
            <p:nvPr/>
          </p:nvSpPr>
          <p:spPr>
            <a:xfrm>
              <a:off x="2567259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6"/>
            <p:cNvSpPr/>
            <p:nvPr/>
          </p:nvSpPr>
          <p:spPr>
            <a:xfrm>
              <a:off x="2477919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7"/>
            <p:cNvSpPr/>
            <p:nvPr/>
          </p:nvSpPr>
          <p:spPr>
            <a:xfrm>
              <a:off x="2782137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88"/>
            <p:cNvSpPr/>
            <p:nvPr/>
          </p:nvSpPr>
          <p:spPr>
            <a:xfrm>
              <a:off x="2588692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89"/>
            <p:cNvSpPr/>
            <p:nvPr/>
          </p:nvSpPr>
          <p:spPr>
            <a:xfrm>
              <a:off x="2626831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0"/>
            <p:cNvSpPr/>
            <p:nvPr/>
          </p:nvSpPr>
          <p:spPr>
            <a:xfrm>
              <a:off x="2691170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1"/>
            <p:cNvSpPr/>
            <p:nvPr/>
          </p:nvSpPr>
          <p:spPr>
            <a:xfrm>
              <a:off x="2777719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2"/>
            <p:cNvSpPr/>
            <p:nvPr/>
          </p:nvSpPr>
          <p:spPr>
            <a:xfrm>
              <a:off x="3011856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3"/>
            <p:cNvSpPr/>
            <p:nvPr/>
          </p:nvSpPr>
          <p:spPr>
            <a:xfrm>
              <a:off x="3440166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4"/>
            <p:cNvSpPr/>
            <p:nvPr/>
          </p:nvSpPr>
          <p:spPr>
            <a:xfrm>
              <a:off x="3424632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5"/>
            <p:cNvSpPr/>
            <p:nvPr/>
          </p:nvSpPr>
          <p:spPr>
            <a:xfrm>
              <a:off x="3602811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6"/>
            <p:cNvSpPr/>
            <p:nvPr/>
          </p:nvSpPr>
          <p:spPr>
            <a:xfrm>
              <a:off x="3584704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7"/>
            <p:cNvSpPr/>
            <p:nvPr/>
          </p:nvSpPr>
          <p:spPr>
            <a:xfrm>
              <a:off x="4107445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598"/>
            <p:cNvSpPr/>
            <p:nvPr/>
          </p:nvSpPr>
          <p:spPr>
            <a:xfrm>
              <a:off x="4226810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599"/>
            <p:cNvSpPr/>
            <p:nvPr/>
          </p:nvSpPr>
          <p:spPr>
            <a:xfrm>
              <a:off x="4036537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0"/>
            <p:cNvSpPr/>
            <p:nvPr/>
          </p:nvSpPr>
          <p:spPr>
            <a:xfrm>
              <a:off x="4366449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1"/>
            <p:cNvSpPr/>
            <p:nvPr/>
          </p:nvSpPr>
          <p:spPr>
            <a:xfrm>
              <a:off x="4341677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2"/>
            <p:cNvSpPr/>
            <p:nvPr/>
          </p:nvSpPr>
          <p:spPr>
            <a:xfrm>
              <a:off x="4150138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3"/>
            <p:cNvSpPr/>
            <p:nvPr/>
          </p:nvSpPr>
          <p:spPr>
            <a:xfrm>
              <a:off x="4508203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4"/>
            <p:cNvSpPr/>
            <p:nvPr/>
          </p:nvSpPr>
          <p:spPr>
            <a:xfrm>
              <a:off x="3902020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5"/>
            <p:cNvSpPr/>
            <p:nvPr/>
          </p:nvSpPr>
          <p:spPr>
            <a:xfrm>
              <a:off x="3936097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6"/>
            <p:cNvSpPr/>
            <p:nvPr/>
          </p:nvSpPr>
          <p:spPr>
            <a:xfrm>
              <a:off x="3985667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7"/>
            <p:cNvSpPr/>
            <p:nvPr/>
          </p:nvSpPr>
          <p:spPr>
            <a:xfrm>
              <a:off x="4083739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08"/>
            <p:cNvSpPr/>
            <p:nvPr/>
          </p:nvSpPr>
          <p:spPr>
            <a:xfrm>
              <a:off x="4131216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09"/>
            <p:cNvSpPr/>
            <p:nvPr/>
          </p:nvSpPr>
          <p:spPr>
            <a:xfrm>
              <a:off x="3249003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0"/>
            <p:cNvSpPr/>
            <p:nvPr/>
          </p:nvSpPr>
          <p:spPr>
            <a:xfrm>
              <a:off x="3282757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1"/>
            <p:cNvSpPr/>
            <p:nvPr/>
          </p:nvSpPr>
          <p:spPr>
            <a:xfrm>
              <a:off x="3232243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2"/>
            <p:cNvSpPr/>
            <p:nvPr/>
          </p:nvSpPr>
          <p:spPr>
            <a:xfrm>
              <a:off x="3310969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3"/>
            <p:cNvSpPr/>
            <p:nvPr/>
          </p:nvSpPr>
          <p:spPr>
            <a:xfrm>
              <a:off x="3028269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4"/>
            <p:cNvSpPr/>
            <p:nvPr/>
          </p:nvSpPr>
          <p:spPr>
            <a:xfrm>
              <a:off x="2865430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5"/>
            <p:cNvSpPr/>
            <p:nvPr/>
          </p:nvSpPr>
          <p:spPr>
            <a:xfrm>
              <a:off x="2827632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6"/>
            <p:cNvSpPr/>
            <p:nvPr/>
          </p:nvSpPr>
          <p:spPr>
            <a:xfrm>
              <a:off x="2777210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7"/>
            <p:cNvSpPr/>
            <p:nvPr/>
          </p:nvSpPr>
          <p:spPr>
            <a:xfrm>
              <a:off x="2890714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18"/>
            <p:cNvSpPr/>
            <p:nvPr/>
          </p:nvSpPr>
          <p:spPr>
            <a:xfrm>
              <a:off x="2863737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19"/>
            <p:cNvSpPr/>
            <p:nvPr/>
          </p:nvSpPr>
          <p:spPr>
            <a:xfrm>
              <a:off x="2912071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0"/>
            <p:cNvSpPr/>
            <p:nvPr/>
          </p:nvSpPr>
          <p:spPr>
            <a:xfrm>
              <a:off x="2958913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1"/>
            <p:cNvSpPr/>
            <p:nvPr/>
          </p:nvSpPr>
          <p:spPr>
            <a:xfrm>
              <a:off x="2787876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2"/>
            <p:cNvSpPr/>
            <p:nvPr/>
          </p:nvSpPr>
          <p:spPr>
            <a:xfrm>
              <a:off x="2940039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3"/>
            <p:cNvSpPr/>
            <p:nvPr/>
          </p:nvSpPr>
          <p:spPr>
            <a:xfrm>
              <a:off x="3113055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4"/>
            <p:cNvSpPr/>
            <p:nvPr/>
          </p:nvSpPr>
          <p:spPr>
            <a:xfrm>
              <a:off x="3166359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5"/>
            <p:cNvSpPr/>
            <p:nvPr/>
          </p:nvSpPr>
          <p:spPr>
            <a:xfrm>
              <a:off x="3102095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6"/>
            <p:cNvSpPr/>
            <p:nvPr/>
          </p:nvSpPr>
          <p:spPr>
            <a:xfrm>
              <a:off x="3154991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7"/>
            <p:cNvSpPr/>
            <p:nvPr/>
          </p:nvSpPr>
          <p:spPr>
            <a:xfrm>
              <a:off x="3065958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28"/>
            <p:cNvSpPr/>
            <p:nvPr/>
          </p:nvSpPr>
          <p:spPr>
            <a:xfrm>
              <a:off x="3166716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29"/>
            <p:cNvSpPr/>
            <p:nvPr/>
          </p:nvSpPr>
          <p:spPr>
            <a:xfrm>
              <a:off x="3008807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0"/>
            <p:cNvSpPr/>
            <p:nvPr/>
          </p:nvSpPr>
          <p:spPr>
            <a:xfrm>
              <a:off x="3371113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1"/>
            <p:cNvSpPr/>
            <p:nvPr/>
          </p:nvSpPr>
          <p:spPr>
            <a:xfrm>
              <a:off x="3178688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2"/>
            <p:cNvSpPr/>
            <p:nvPr/>
          </p:nvSpPr>
          <p:spPr>
            <a:xfrm>
              <a:off x="3640385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3"/>
            <p:cNvSpPr/>
            <p:nvPr/>
          </p:nvSpPr>
          <p:spPr>
            <a:xfrm>
              <a:off x="3757854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4"/>
            <p:cNvSpPr/>
            <p:nvPr/>
          </p:nvSpPr>
          <p:spPr>
            <a:xfrm>
              <a:off x="3810697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5"/>
            <p:cNvSpPr/>
            <p:nvPr/>
          </p:nvSpPr>
          <p:spPr>
            <a:xfrm>
              <a:off x="3928232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6"/>
            <p:cNvSpPr/>
            <p:nvPr/>
          </p:nvSpPr>
          <p:spPr>
            <a:xfrm>
              <a:off x="3716666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7"/>
            <p:cNvSpPr/>
            <p:nvPr/>
          </p:nvSpPr>
          <p:spPr>
            <a:xfrm>
              <a:off x="3742410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38"/>
            <p:cNvSpPr/>
            <p:nvPr/>
          </p:nvSpPr>
          <p:spPr>
            <a:xfrm>
              <a:off x="3774372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39"/>
            <p:cNvSpPr/>
            <p:nvPr/>
          </p:nvSpPr>
          <p:spPr>
            <a:xfrm>
              <a:off x="3666528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0"/>
            <p:cNvSpPr/>
            <p:nvPr/>
          </p:nvSpPr>
          <p:spPr>
            <a:xfrm>
              <a:off x="3723320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1"/>
            <p:cNvSpPr/>
            <p:nvPr/>
          </p:nvSpPr>
          <p:spPr>
            <a:xfrm>
              <a:off x="3784055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2"/>
            <p:cNvSpPr/>
            <p:nvPr/>
          </p:nvSpPr>
          <p:spPr>
            <a:xfrm>
              <a:off x="3842437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3"/>
            <p:cNvSpPr/>
            <p:nvPr/>
          </p:nvSpPr>
          <p:spPr>
            <a:xfrm>
              <a:off x="3737964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4"/>
            <p:cNvSpPr/>
            <p:nvPr/>
          </p:nvSpPr>
          <p:spPr>
            <a:xfrm>
              <a:off x="3816596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5"/>
            <p:cNvSpPr/>
            <p:nvPr/>
          </p:nvSpPr>
          <p:spPr>
            <a:xfrm>
              <a:off x="3853716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6"/>
            <p:cNvSpPr/>
            <p:nvPr/>
          </p:nvSpPr>
          <p:spPr>
            <a:xfrm>
              <a:off x="3896950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7"/>
            <p:cNvSpPr/>
            <p:nvPr/>
          </p:nvSpPr>
          <p:spPr>
            <a:xfrm>
              <a:off x="4023248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48"/>
            <p:cNvSpPr/>
            <p:nvPr/>
          </p:nvSpPr>
          <p:spPr>
            <a:xfrm>
              <a:off x="4058668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49"/>
            <p:cNvSpPr/>
            <p:nvPr/>
          </p:nvSpPr>
          <p:spPr>
            <a:xfrm>
              <a:off x="4085763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0"/>
            <p:cNvSpPr/>
            <p:nvPr/>
          </p:nvSpPr>
          <p:spPr>
            <a:xfrm>
              <a:off x="4690286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1"/>
            <p:cNvSpPr/>
            <p:nvPr/>
          </p:nvSpPr>
          <p:spPr>
            <a:xfrm>
              <a:off x="4386284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2"/>
            <p:cNvSpPr/>
            <p:nvPr/>
          </p:nvSpPr>
          <p:spPr>
            <a:xfrm>
              <a:off x="3499137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3"/>
            <p:cNvSpPr/>
            <p:nvPr/>
          </p:nvSpPr>
          <p:spPr>
            <a:xfrm>
              <a:off x="3973267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4"/>
            <p:cNvSpPr/>
            <p:nvPr/>
          </p:nvSpPr>
          <p:spPr>
            <a:xfrm>
              <a:off x="3692819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5"/>
            <p:cNvSpPr/>
            <p:nvPr/>
          </p:nvSpPr>
          <p:spPr>
            <a:xfrm>
              <a:off x="2740846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6"/>
            <p:cNvSpPr/>
            <p:nvPr/>
          </p:nvSpPr>
          <p:spPr>
            <a:xfrm>
              <a:off x="3084147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7"/>
            <p:cNvSpPr/>
            <p:nvPr/>
          </p:nvSpPr>
          <p:spPr>
            <a:xfrm>
              <a:off x="3133576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58"/>
            <p:cNvSpPr/>
            <p:nvPr/>
          </p:nvSpPr>
          <p:spPr>
            <a:xfrm>
              <a:off x="3377138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59"/>
            <p:cNvSpPr/>
            <p:nvPr/>
          </p:nvSpPr>
          <p:spPr>
            <a:xfrm>
              <a:off x="3503972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0"/>
            <p:cNvSpPr/>
            <p:nvPr/>
          </p:nvSpPr>
          <p:spPr>
            <a:xfrm>
              <a:off x="4296921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1"/>
            <p:cNvSpPr/>
            <p:nvPr/>
          </p:nvSpPr>
          <p:spPr>
            <a:xfrm>
              <a:off x="4315877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2"/>
            <p:cNvSpPr/>
            <p:nvPr/>
          </p:nvSpPr>
          <p:spPr>
            <a:xfrm>
              <a:off x="3717985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3"/>
            <p:cNvSpPr/>
            <p:nvPr/>
          </p:nvSpPr>
          <p:spPr>
            <a:xfrm>
              <a:off x="3952464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4"/>
            <p:cNvSpPr/>
            <p:nvPr/>
          </p:nvSpPr>
          <p:spPr>
            <a:xfrm>
              <a:off x="4664742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5"/>
            <p:cNvSpPr/>
            <p:nvPr/>
          </p:nvSpPr>
          <p:spPr>
            <a:xfrm>
              <a:off x="4066914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6"/>
            <p:cNvSpPr/>
            <p:nvPr/>
          </p:nvSpPr>
          <p:spPr>
            <a:xfrm>
              <a:off x="4143504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7"/>
            <p:cNvSpPr/>
            <p:nvPr/>
          </p:nvSpPr>
          <p:spPr>
            <a:xfrm>
              <a:off x="3700738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68"/>
            <p:cNvSpPr/>
            <p:nvPr/>
          </p:nvSpPr>
          <p:spPr>
            <a:xfrm>
              <a:off x="3744886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69"/>
            <p:cNvSpPr/>
            <p:nvPr/>
          </p:nvSpPr>
          <p:spPr>
            <a:xfrm>
              <a:off x="3588406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0"/>
            <p:cNvSpPr/>
            <p:nvPr/>
          </p:nvSpPr>
          <p:spPr>
            <a:xfrm>
              <a:off x="3565252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1"/>
            <p:cNvSpPr/>
            <p:nvPr/>
          </p:nvSpPr>
          <p:spPr>
            <a:xfrm>
              <a:off x="3616362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2"/>
            <p:cNvSpPr/>
            <p:nvPr/>
          </p:nvSpPr>
          <p:spPr>
            <a:xfrm>
              <a:off x="3556002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3"/>
            <p:cNvSpPr/>
            <p:nvPr/>
          </p:nvSpPr>
          <p:spPr>
            <a:xfrm>
              <a:off x="3880440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4"/>
            <p:cNvSpPr/>
            <p:nvPr/>
          </p:nvSpPr>
          <p:spPr>
            <a:xfrm>
              <a:off x="3790958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5"/>
            <p:cNvSpPr/>
            <p:nvPr/>
          </p:nvSpPr>
          <p:spPr>
            <a:xfrm>
              <a:off x="4100275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6"/>
            <p:cNvSpPr/>
            <p:nvPr/>
          </p:nvSpPr>
          <p:spPr>
            <a:xfrm>
              <a:off x="4167121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7"/>
            <p:cNvSpPr/>
            <p:nvPr/>
          </p:nvSpPr>
          <p:spPr>
            <a:xfrm>
              <a:off x="4146509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78"/>
            <p:cNvSpPr/>
            <p:nvPr/>
          </p:nvSpPr>
          <p:spPr>
            <a:xfrm>
              <a:off x="4170824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79"/>
            <p:cNvSpPr/>
            <p:nvPr/>
          </p:nvSpPr>
          <p:spPr>
            <a:xfrm>
              <a:off x="4031476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0"/>
            <p:cNvSpPr/>
            <p:nvPr/>
          </p:nvSpPr>
          <p:spPr>
            <a:xfrm>
              <a:off x="4156524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1"/>
            <p:cNvSpPr/>
            <p:nvPr/>
          </p:nvSpPr>
          <p:spPr>
            <a:xfrm>
              <a:off x="4182549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2"/>
            <p:cNvSpPr/>
            <p:nvPr/>
          </p:nvSpPr>
          <p:spPr>
            <a:xfrm>
              <a:off x="4389266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3"/>
            <p:cNvSpPr/>
            <p:nvPr/>
          </p:nvSpPr>
          <p:spPr>
            <a:xfrm>
              <a:off x="4253677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4"/>
            <p:cNvSpPr/>
            <p:nvPr/>
          </p:nvSpPr>
          <p:spPr>
            <a:xfrm>
              <a:off x="4356107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5"/>
            <p:cNvSpPr/>
            <p:nvPr/>
          </p:nvSpPr>
          <p:spPr>
            <a:xfrm>
              <a:off x="4433886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6"/>
            <p:cNvSpPr/>
            <p:nvPr/>
          </p:nvSpPr>
          <p:spPr>
            <a:xfrm>
              <a:off x="4311605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7"/>
            <p:cNvSpPr/>
            <p:nvPr/>
          </p:nvSpPr>
          <p:spPr>
            <a:xfrm>
              <a:off x="4429293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88"/>
            <p:cNvSpPr/>
            <p:nvPr/>
          </p:nvSpPr>
          <p:spPr>
            <a:xfrm>
              <a:off x="4439145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89"/>
            <p:cNvSpPr/>
            <p:nvPr/>
          </p:nvSpPr>
          <p:spPr>
            <a:xfrm>
              <a:off x="4518674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0"/>
            <p:cNvSpPr/>
            <p:nvPr/>
          </p:nvSpPr>
          <p:spPr>
            <a:xfrm>
              <a:off x="4456693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1"/>
            <p:cNvSpPr/>
            <p:nvPr/>
          </p:nvSpPr>
          <p:spPr>
            <a:xfrm>
              <a:off x="4582578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2"/>
            <p:cNvSpPr/>
            <p:nvPr/>
          </p:nvSpPr>
          <p:spPr>
            <a:xfrm>
              <a:off x="4324765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3"/>
            <p:cNvSpPr/>
            <p:nvPr/>
          </p:nvSpPr>
          <p:spPr>
            <a:xfrm>
              <a:off x="4363638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4"/>
            <p:cNvSpPr/>
            <p:nvPr/>
          </p:nvSpPr>
          <p:spPr>
            <a:xfrm>
              <a:off x="4281544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5"/>
            <p:cNvSpPr/>
            <p:nvPr/>
          </p:nvSpPr>
          <p:spPr>
            <a:xfrm>
              <a:off x="4352818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6"/>
            <p:cNvSpPr/>
            <p:nvPr/>
          </p:nvSpPr>
          <p:spPr>
            <a:xfrm>
              <a:off x="3574871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7"/>
            <p:cNvSpPr/>
            <p:nvPr/>
          </p:nvSpPr>
          <p:spPr>
            <a:xfrm>
              <a:off x="3604904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698"/>
            <p:cNvSpPr/>
            <p:nvPr/>
          </p:nvSpPr>
          <p:spPr>
            <a:xfrm>
              <a:off x="3590899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699"/>
            <p:cNvSpPr/>
            <p:nvPr/>
          </p:nvSpPr>
          <p:spPr>
            <a:xfrm>
              <a:off x="4285278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0"/>
            <p:cNvSpPr/>
            <p:nvPr/>
          </p:nvSpPr>
          <p:spPr>
            <a:xfrm>
              <a:off x="4238688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1"/>
            <p:cNvSpPr/>
            <p:nvPr/>
          </p:nvSpPr>
          <p:spPr>
            <a:xfrm>
              <a:off x="4178106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2"/>
            <p:cNvSpPr/>
            <p:nvPr/>
          </p:nvSpPr>
          <p:spPr>
            <a:xfrm>
              <a:off x="4131844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3"/>
            <p:cNvSpPr/>
            <p:nvPr/>
          </p:nvSpPr>
          <p:spPr>
            <a:xfrm>
              <a:off x="4080590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4"/>
            <p:cNvSpPr/>
            <p:nvPr/>
          </p:nvSpPr>
          <p:spPr>
            <a:xfrm>
              <a:off x="3983188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5"/>
            <p:cNvSpPr/>
            <p:nvPr/>
          </p:nvSpPr>
          <p:spPr>
            <a:xfrm>
              <a:off x="3956985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6"/>
            <p:cNvSpPr/>
            <p:nvPr/>
          </p:nvSpPr>
          <p:spPr>
            <a:xfrm>
              <a:off x="4034985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7"/>
            <p:cNvSpPr/>
            <p:nvPr/>
          </p:nvSpPr>
          <p:spPr>
            <a:xfrm>
              <a:off x="3913217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08"/>
            <p:cNvSpPr/>
            <p:nvPr/>
          </p:nvSpPr>
          <p:spPr>
            <a:xfrm>
              <a:off x="4198712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09"/>
            <p:cNvSpPr/>
            <p:nvPr/>
          </p:nvSpPr>
          <p:spPr>
            <a:xfrm>
              <a:off x="3999352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0"/>
            <p:cNvSpPr/>
            <p:nvPr/>
          </p:nvSpPr>
          <p:spPr>
            <a:xfrm>
              <a:off x="4144040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1"/>
            <p:cNvSpPr/>
            <p:nvPr/>
          </p:nvSpPr>
          <p:spPr>
            <a:xfrm>
              <a:off x="4090109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2"/>
            <p:cNvSpPr/>
            <p:nvPr/>
          </p:nvSpPr>
          <p:spPr>
            <a:xfrm>
              <a:off x="3928746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3"/>
            <p:cNvSpPr/>
            <p:nvPr/>
          </p:nvSpPr>
          <p:spPr>
            <a:xfrm>
              <a:off x="4037848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4"/>
            <p:cNvSpPr/>
            <p:nvPr/>
          </p:nvSpPr>
          <p:spPr>
            <a:xfrm>
              <a:off x="4029031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5"/>
            <p:cNvSpPr/>
            <p:nvPr/>
          </p:nvSpPr>
          <p:spPr>
            <a:xfrm>
              <a:off x="3952537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6"/>
            <p:cNvSpPr/>
            <p:nvPr/>
          </p:nvSpPr>
          <p:spPr>
            <a:xfrm>
              <a:off x="3629996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7"/>
            <p:cNvSpPr/>
            <p:nvPr/>
          </p:nvSpPr>
          <p:spPr>
            <a:xfrm>
              <a:off x="3610543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18"/>
            <p:cNvSpPr/>
            <p:nvPr/>
          </p:nvSpPr>
          <p:spPr>
            <a:xfrm>
              <a:off x="3602573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19"/>
            <p:cNvSpPr/>
            <p:nvPr/>
          </p:nvSpPr>
          <p:spPr>
            <a:xfrm>
              <a:off x="4112349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0"/>
            <p:cNvSpPr/>
            <p:nvPr/>
          </p:nvSpPr>
          <p:spPr>
            <a:xfrm>
              <a:off x="3995537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1"/>
            <p:cNvSpPr/>
            <p:nvPr/>
          </p:nvSpPr>
          <p:spPr>
            <a:xfrm>
              <a:off x="4068365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2"/>
            <p:cNvSpPr/>
            <p:nvPr/>
          </p:nvSpPr>
          <p:spPr>
            <a:xfrm>
              <a:off x="4252623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3"/>
            <p:cNvSpPr/>
            <p:nvPr/>
          </p:nvSpPr>
          <p:spPr>
            <a:xfrm>
              <a:off x="4172795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4"/>
            <p:cNvSpPr/>
            <p:nvPr/>
          </p:nvSpPr>
          <p:spPr>
            <a:xfrm>
              <a:off x="3582289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5"/>
            <p:cNvSpPr/>
            <p:nvPr/>
          </p:nvSpPr>
          <p:spPr>
            <a:xfrm>
              <a:off x="3633066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6"/>
            <p:cNvSpPr/>
            <p:nvPr/>
          </p:nvSpPr>
          <p:spPr>
            <a:xfrm>
              <a:off x="3837954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7"/>
            <p:cNvSpPr/>
            <p:nvPr/>
          </p:nvSpPr>
          <p:spPr>
            <a:xfrm>
              <a:off x="3895288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28"/>
            <p:cNvSpPr/>
            <p:nvPr/>
          </p:nvSpPr>
          <p:spPr>
            <a:xfrm>
              <a:off x="3726890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29"/>
            <p:cNvSpPr/>
            <p:nvPr/>
          </p:nvSpPr>
          <p:spPr>
            <a:xfrm>
              <a:off x="4183027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0"/>
            <p:cNvSpPr/>
            <p:nvPr/>
          </p:nvSpPr>
          <p:spPr>
            <a:xfrm>
              <a:off x="3988864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1"/>
            <p:cNvSpPr/>
            <p:nvPr/>
          </p:nvSpPr>
          <p:spPr>
            <a:xfrm>
              <a:off x="4067719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2"/>
            <p:cNvSpPr/>
            <p:nvPr/>
          </p:nvSpPr>
          <p:spPr>
            <a:xfrm>
              <a:off x="4190265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3"/>
            <p:cNvSpPr/>
            <p:nvPr/>
          </p:nvSpPr>
          <p:spPr>
            <a:xfrm>
              <a:off x="4470674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4"/>
            <p:cNvSpPr/>
            <p:nvPr/>
          </p:nvSpPr>
          <p:spPr>
            <a:xfrm>
              <a:off x="4395933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5"/>
            <p:cNvSpPr/>
            <p:nvPr/>
          </p:nvSpPr>
          <p:spPr>
            <a:xfrm>
              <a:off x="4687848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6"/>
            <p:cNvSpPr/>
            <p:nvPr/>
          </p:nvSpPr>
          <p:spPr>
            <a:xfrm>
              <a:off x="4646318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7"/>
            <p:cNvSpPr/>
            <p:nvPr/>
          </p:nvSpPr>
          <p:spPr>
            <a:xfrm>
              <a:off x="4667614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38"/>
            <p:cNvSpPr/>
            <p:nvPr/>
          </p:nvSpPr>
          <p:spPr>
            <a:xfrm>
              <a:off x="4883064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39"/>
            <p:cNvSpPr/>
            <p:nvPr/>
          </p:nvSpPr>
          <p:spPr>
            <a:xfrm>
              <a:off x="4888962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0"/>
            <p:cNvSpPr/>
            <p:nvPr/>
          </p:nvSpPr>
          <p:spPr>
            <a:xfrm>
              <a:off x="5097228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1"/>
            <p:cNvSpPr/>
            <p:nvPr/>
          </p:nvSpPr>
          <p:spPr>
            <a:xfrm>
              <a:off x="5160131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2"/>
            <p:cNvSpPr/>
            <p:nvPr/>
          </p:nvSpPr>
          <p:spPr>
            <a:xfrm>
              <a:off x="4270628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3"/>
            <p:cNvSpPr/>
            <p:nvPr/>
          </p:nvSpPr>
          <p:spPr>
            <a:xfrm>
              <a:off x="4212982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4"/>
            <p:cNvSpPr/>
            <p:nvPr/>
          </p:nvSpPr>
          <p:spPr>
            <a:xfrm>
              <a:off x="4485010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5"/>
            <p:cNvSpPr/>
            <p:nvPr/>
          </p:nvSpPr>
          <p:spPr>
            <a:xfrm>
              <a:off x="4608943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6"/>
            <p:cNvSpPr/>
            <p:nvPr/>
          </p:nvSpPr>
          <p:spPr>
            <a:xfrm>
              <a:off x="4756618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7"/>
            <p:cNvSpPr/>
            <p:nvPr/>
          </p:nvSpPr>
          <p:spPr>
            <a:xfrm>
              <a:off x="4597253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48"/>
            <p:cNvSpPr/>
            <p:nvPr/>
          </p:nvSpPr>
          <p:spPr>
            <a:xfrm>
              <a:off x="4476914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49"/>
            <p:cNvSpPr/>
            <p:nvPr/>
          </p:nvSpPr>
          <p:spPr>
            <a:xfrm>
              <a:off x="4472008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0"/>
            <p:cNvSpPr/>
            <p:nvPr/>
          </p:nvSpPr>
          <p:spPr>
            <a:xfrm>
              <a:off x="4705973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1"/>
            <p:cNvSpPr/>
            <p:nvPr/>
          </p:nvSpPr>
          <p:spPr>
            <a:xfrm>
              <a:off x="4638615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2"/>
            <p:cNvSpPr/>
            <p:nvPr/>
          </p:nvSpPr>
          <p:spPr>
            <a:xfrm>
              <a:off x="4788176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3"/>
            <p:cNvSpPr/>
            <p:nvPr/>
          </p:nvSpPr>
          <p:spPr>
            <a:xfrm>
              <a:off x="4247932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4"/>
            <p:cNvSpPr/>
            <p:nvPr/>
          </p:nvSpPr>
          <p:spPr>
            <a:xfrm>
              <a:off x="4216037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5"/>
            <p:cNvSpPr/>
            <p:nvPr/>
          </p:nvSpPr>
          <p:spPr>
            <a:xfrm>
              <a:off x="4515718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6"/>
            <p:cNvSpPr/>
            <p:nvPr/>
          </p:nvSpPr>
          <p:spPr>
            <a:xfrm>
              <a:off x="4492743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7"/>
            <p:cNvSpPr/>
            <p:nvPr/>
          </p:nvSpPr>
          <p:spPr>
            <a:xfrm>
              <a:off x="4616116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58"/>
            <p:cNvSpPr/>
            <p:nvPr/>
          </p:nvSpPr>
          <p:spPr>
            <a:xfrm>
              <a:off x="4609124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59"/>
            <p:cNvSpPr/>
            <p:nvPr/>
          </p:nvSpPr>
          <p:spPr>
            <a:xfrm>
              <a:off x="4823377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0"/>
            <p:cNvSpPr/>
            <p:nvPr/>
          </p:nvSpPr>
          <p:spPr>
            <a:xfrm>
              <a:off x="4765875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1"/>
            <p:cNvSpPr/>
            <p:nvPr/>
          </p:nvSpPr>
          <p:spPr>
            <a:xfrm>
              <a:off x="4712417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2"/>
            <p:cNvSpPr/>
            <p:nvPr/>
          </p:nvSpPr>
          <p:spPr>
            <a:xfrm>
              <a:off x="4638091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3"/>
            <p:cNvSpPr/>
            <p:nvPr/>
          </p:nvSpPr>
          <p:spPr>
            <a:xfrm>
              <a:off x="4336407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4"/>
            <p:cNvSpPr/>
            <p:nvPr/>
          </p:nvSpPr>
          <p:spPr>
            <a:xfrm>
              <a:off x="4443874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5"/>
            <p:cNvSpPr/>
            <p:nvPr/>
          </p:nvSpPr>
          <p:spPr>
            <a:xfrm>
              <a:off x="4535177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6"/>
            <p:cNvSpPr/>
            <p:nvPr/>
          </p:nvSpPr>
          <p:spPr>
            <a:xfrm>
              <a:off x="2130440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7"/>
            <p:cNvSpPr/>
            <p:nvPr/>
          </p:nvSpPr>
          <p:spPr>
            <a:xfrm>
              <a:off x="2130440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68"/>
            <p:cNvSpPr/>
            <p:nvPr/>
          </p:nvSpPr>
          <p:spPr>
            <a:xfrm>
              <a:off x="2147839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69"/>
            <p:cNvSpPr/>
            <p:nvPr/>
          </p:nvSpPr>
          <p:spPr>
            <a:xfrm>
              <a:off x="2386258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0"/>
            <p:cNvSpPr/>
            <p:nvPr/>
          </p:nvSpPr>
          <p:spPr>
            <a:xfrm>
              <a:off x="2416616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1"/>
            <p:cNvSpPr/>
            <p:nvPr/>
          </p:nvSpPr>
          <p:spPr>
            <a:xfrm>
              <a:off x="2413188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2"/>
            <p:cNvSpPr/>
            <p:nvPr/>
          </p:nvSpPr>
          <p:spPr>
            <a:xfrm>
              <a:off x="2229735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3"/>
            <p:cNvSpPr/>
            <p:nvPr/>
          </p:nvSpPr>
          <p:spPr>
            <a:xfrm>
              <a:off x="2180241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4"/>
            <p:cNvSpPr/>
            <p:nvPr/>
          </p:nvSpPr>
          <p:spPr>
            <a:xfrm>
              <a:off x="2282964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5"/>
            <p:cNvSpPr/>
            <p:nvPr/>
          </p:nvSpPr>
          <p:spPr>
            <a:xfrm>
              <a:off x="2261674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6"/>
            <p:cNvSpPr/>
            <p:nvPr/>
          </p:nvSpPr>
          <p:spPr>
            <a:xfrm>
              <a:off x="2228816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7"/>
            <p:cNvSpPr/>
            <p:nvPr/>
          </p:nvSpPr>
          <p:spPr>
            <a:xfrm>
              <a:off x="2293066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78"/>
            <p:cNvSpPr/>
            <p:nvPr/>
          </p:nvSpPr>
          <p:spPr>
            <a:xfrm>
              <a:off x="2350694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79"/>
            <p:cNvSpPr/>
            <p:nvPr/>
          </p:nvSpPr>
          <p:spPr>
            <a:xfrm>
              <a:off x="2130440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0"/>
            <p:cNvSpPr/>
            <p:nvPr/>
          </p:nvSpPr>
          <p:spPr>
            <a:xfrm>
              <a:off x="2163114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1"/>
            <p:cNvSpPr/>
            <p:nvPr/>
          </p:nvSpPr>
          <p:spPr>
            <a:xfrm>
              <a:off x="2130440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2"/>
            <p:cNvSpPr/>
            <p:nvPr/>
          </p:nvSpPr>
          <p:spPr>
            <a:xfrm>
              <a:off x="2130440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3"/>
            <p:cNvSpPr/>
            <p:nvPr/>
          </p:nvSpPr>
          <p:spPr>
            <a:xfrm>
              <a:off x="2130440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4"/>
            <p:cNvSpPr/>
            <p:nvPr/>
          </p:nvSpPr>
          <p:spPr>
            <a:xfrm>
              <a:off x="2130440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5"/>
            <p:cNvSpPr/>
            <p:nvPr/>
          </p:nvSpPr>
          <p:spPr>
            <a:xfrm>
              <a:off x="2131994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6"/>
            <p:cNvSpPr/>
            <p:nvPr/>
          </p:nvSpPr>
          <p:spPr>
            <a:xfrm>
              <a:off x="2198056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7"/>
            <p:cNvSpPr/>
            <p:nvPr/>
          </p:nvSpPr>
          <p:spPr>
            <a:xfrm>
              <a:off x="2280336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88"/>
            <p:cNvSpPr/>
            <p:nvPr/>
          </p:nvSpPr>
          <p:spPr>
            <a:xfrm>
              <a:off x="2327997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89"/>
            <p:cNvSpPr/>
            <p:nvPr/>
          </p:nvSpPr>
          <p:spPr>
            <a:xfrm>
              <a:off x="2363264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0"/>
            <p:cNvSpPr/>
            <p:nvPr/>
          </p:nvSpPr>
          <p:spPr>
            <a:xfrm>
              <a:off x="2344432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1"/>
            <p:cNvSpPr/>
            <p:nvPr/>
          </p:nvSpPr>
          <p:spPr>
            <a:xfrm>
              <a:off x="2255111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2"/>
            <p:cNvSpPr/>
            <p:nvPr/>
          </p:nvSpPr>
          <p:spPr>
            <a:xfrm>
              <a:off x="2312912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3"/>
            <p:cNvSpPr/>
            <p:nvPr/>
          </p:nvSpPr>
          <p:spPr>
            <a:xfrm>
              <a:off x="2203659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4"/>
            <p:cNvSpPr/>
            <p:nvPr/>
          </p:nvSpPr>
          <p:spPr>
            <a:xfrm>
              <a:off x="2247492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5"/>
            <p:cNvSpPr/>
            <p:nvPr/>
          </p:nvSpPr>
          <p:spPr>
            <a:xfrm>
              <a:off x="2297306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6"/>
            <p:cNvSpPr/>
            <p:nvPr/>
          </p:nvSpPr>
          <p:spPr>
            <a:xfrm>
              <a:off x="2400092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7"/>
            <p:cNvSpPr/>
            <p:nvPr/>
          </p:nvSpPr>
          <p:spPr>
            <a:xfrm>
              <a:off x="2346366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798"/>
            <p:cNvSpPr/>
            <p:nvPr/>
          </p:nvSpPr>
          <p:spPr>
            <a:xfrm>
              <a:off x="2397651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799"/>
            <p:cNvSpPr/>
            <p:nvPr/>
          </p:nvSpPr>
          <p:spPr>
            <a:xfrm>
              <a:off x="2429668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0"/>
            <p:cNvSpPr/>
            <p:nvPr/>
          </p:nvSpPr>
          <p:spPr>
            <a:xfrm>
              <a:off x="2447740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1"/>
            <p:cNvSpPr/>
            <p:nvPr/>
          </p:nvSpPr>
          <p:spPr>
            <a:xfrm>
              <a:off x="2436321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2"/>
            <p:cNvSpPr/>
            <p:nvPr/>
          </p:nvSpPr>
          <p:spPr>
            <a:xfrm>
              <a:off x="2526864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3"/>
            <p:cNvSpPr/>
            <p:nvPr/>
          </p:nvSpPr>
          <p:spPr>
            <a:xfrm>
              <a:off x="2566154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4"/>
            <p:cNvSpPr/>
            <p:nvPr/>
          </p:nvSpPr>
          <p:spPr>
            <a:xfrm>
              <a:off x="2603352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5"/>
            <p:cNvSpPr/>
            <p:nvPr/>
          </p:nvSpPr>
          <p:spPr>
            <a:xfrm>
              <a:off x="2631902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6"/>
            <p:cNvSpPr/>
            <p:nvPr/>
          </p:nvSpPr>
          <p:spPr>
            <a:xfrm>
              <a:off x="2660194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7"/>
            <p:cNvSpPr/>
            <p:nvPr/>
          </p:nvSpPr>
          <p:spPr>
            <a:xfrm>
              <a:off x="2688091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08"/>
            <p:cNvSpPr/>
            <p:nvPr/>
          </p:nvSpPr>
          <p:spPr>
            <a:xfrm>
              <a:off x="2742953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09"/>
            <p:cNvSpPr/>
            <p:nvPr/>
          </p:nvSpPr>
          <p:spPr>
            <a:xfrm>
              <a:off x="2678576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0"/>
            <p:cNvSpPr/>
            <p:nvPr/>
          </p:nvSpPr>
          <p:spPr>
            <a:xfrm>
              <a:off x="2717250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1"/>
            <p:cNvSpPr/>
            <p:nvPr/>
          </p:nvSpPr>
          <p:spPr>
            <a:xfrm>
              <a:off x="2751568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2"/>
            <p:cNvSpPr/>
            <p:nvPr/>
          </p:nvSpPr>
          <p:spPr>
            <a:xfrm>
              <a:off x="2786297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3"/>
            <p:cNvSpPr/>
            <p:nvPr/>
          </p:nvSpPr>
          <p:spPr>
            <a:xfrm>
              <a:off x="2822383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4"/>
            <p:cNvSpPr/>
            <p:nvPr/>
          </p:nvSpPr>
          <p:spPr>
            <a:xfrm>
              <a:off x="2463119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5"/>
            <p:cNvSpPr/>
            <p:nvPr/>
          </p:nvSpPr>
          <p:spPr>
            <a:xfrm>
              <a:off x="2232861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6"/>
            <p:cNvSpPr/>
            <p:nvPr/>
          </p:nvSpPr>
          <p:spPr>
            <a:xfrm>
              <a:off x="2677687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7"/>
            <p:cNvSpPr/>
            <p:nvPr/>
          </p:nvSpPr>
          <p:spPr>
            <a:xfrm>
              <a:off x="2460030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18"/>
            <p:cNvSpPr/>
            <p:nvPr/>
          </p:nvSpPr>
          <p:spPr>
            <a:xfrm>
              <a:off x="2490095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19"/>
            <p:cNvSpPr/>
            <p:nvPr/>
          </p:nvSpPr>
          <p:spPr>
            <a:xfrm>
              <a:off x="2590135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0"/>
            <p:cNvSpPr/>
            <p:nvPr/>
          </p:nvSpPr>
          <p:spPr>
            <a:xfrm>
              <a:off x="2581502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1"/>
            <p:cNvSpPr/>
            <p:nvPr/>
          </p:nvSpPr>
          <p:spPr>
            <a:xfrm>
              <a:off x="2641523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2"/>
            <p:cNvSpPr/>
            <p:nvPr/>
          </p:nvSpPr>
          <p:spPr>
            <a:xfrm>
              <a:off x="2609727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3"/>
            <p:cNvSpPr/>
            <p:nvPr/>
          </p:nvSpPr>
          <p:spPr>
            <a:xfrm>
              <a:off x="2663711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4"/>
            <p:cNvSpPr/>
            <p:nvPr/>
          </p:nvSpPr>
          <p:spPr>
            <a:xfrm>
              <a:off x="2733749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5"/>
            <p:cNvSpPr/>
            <p:nvPr/>
          </p:nvSpPr>
          <p:spPr>
            <a:xfrm>
              <a:off x="2734133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6"/>
            <p:cNvSpPr/>
            <p:nvPr/>
          </p:nvSpPr>
          <p:spPr>
            <a:xfrm>
              <a:off x="2771299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7"/>
            <p:cNvSpPr/>
            <p:nvPr/>
          </p:nvSpPr>
          <p:spPr>
            <a:xfrm>
              <a:off x="2808276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28"/>
            <p:cNvSpPr/>
            <p:nvPr/>
          </p:nvSpPr>
          <p:spPr>
            <a:xfrm>
              <a:off x="3612568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29"/>
            <p:cNvSpPr/>
            <p:nvPr/>
          </p:nvSpPr>
          <p:spPr>
            <a:xfrm>
              <a:off x="3732235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0"/>
            <p:cNvSpPr/>
            <p:nvPr/>
          </p:nvSpPr>
          <p:spPr>
            <a:xfrm>
              <a:off x="3792845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1"/>
            <p:cNvSpPr/>
            <p:nvPr/>
          </p:nvSpPr>
          <p:spPr>
            <a:xfrm>
              <a:off x="3805174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2"/>
            <p:cNvSpPr/>
            <p:nvPr/>
          </p:nvSpPr>
          <p:spPr>
            <a:xfrm>
              <a:off x="3849146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3"/>
            <p:cNvSpPr/>
            <p:nvPr/>
          </p:nvSpPr>
          <p:spPr>
            <a:xfrm>
              <a:off x="3987226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4"/>
            <p:cNvSpPr/>
            <p:nvPr/>
          </p:nvSpPr>
          <p:spPr>
            <a:xfrm>
              <a:off x="4048823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5"/>
            <p:cNvSpPr/>
            <p:nvPr/>
          </p:nvSpPr>
          <p:spPr>
            <a:xfrm>
              <a:off x="4116799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6"/>
            <p:cNvSpPr/>
            <p:nvPr/>
          </p:nvSpPr>
          <p:spPr>
            <a:xfrm>
              <a:off x="4172636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7"/>
            <p:cNvSpPr/>
            <p:nvPr/>
          </p:nvSpPr>
          <p:spPr>
            <a:xfrm>
              <a:off x="4222589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38"/>
            <p:cNvSpPr/>
            <p:nvPr/>
          </p:nvSpPr>
          <p:spPr>
            <a:xfrm>
              <a:off x="3909953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39"/>
            <p:cNvSpPr/>
            <p:nvPr/>
          </p:nvSpPr>
          <p:spPr>
            <a:xfrm>
              <a:off x="5194809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0"/>
            <p:cNvSpPr/>
            <p:nvPr/>
          </p:nvSpPr>
          <p:spPr>
            <a:xfrm>
              <a:off x="3806534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1"/>
            <p:cNvSpPr/>
            <p:nvPr/>
          </p:nvSpPr>
          <p:spPr>
            <a:xfrm>
              <a:off x="3853975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2"/>
            <p:cNvSpPr/>
            <p:nvPr/>
          </p:nvSpPr>
          <p:spPr>
            <a:xfrm>
              <a:off x="3909510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3"/>
            <p:cNvSpPr/>
            <p:nvPr/>
          </p:nvSpPr>
          <p:spPr>
            <a:xfrm>
              <a:off x="3661237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4"/>
            <p:cNvSpPr/>
            <p:nvPr/>
          </p:nvSpPr>
          <p:spPr>
            <a:xfrm>
              <a:off x="3695016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5"/>
            <p:cNvSpPr/>
            <p:nvPr/>
          </p:nvSpPr>
          <p:spPr>
            <a:xfrm>
              <a:off x="3756901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6"/>
            <p:cNvSpPr/>
            <p:nvPr/>
          </p:nvSpPr>
          <p:spPr>
            <a:xfrm>
              <a:off x="4164454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7"/>
            <p:cNvSpPr/>
            <p:nvPr/>
          </p:nvSpPr>
          <p:spPr>
            <a:xfrm>
              <a:off x="4258753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48"/>
            <p:cNvSpPr/>
            <p:nvPr/>
          </p:nvSpPr>
          <p:spPr>
            <a:xfrm>
              <a:off x="3136968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49"/>
            <p:cNvSpPr/>
            <p:nvPr/>
          </p:nvSpPr>
          <p:spPr>
            <a:xfrm>
              <a:off x="3179135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0"/>
            <p:cNvSpPr/>
            <p:nvPr/>
          </p:nvSpPr>
          <p:spPr>
            <a:xfrm>
              <a:off x="3229916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1"/>
            <p:cNvSpPr/>
            <p:nvPr/>
          </p:nvSpPr>
          <p:spPr>
            <a:xfrm>
              <a:off x="3284382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2"/>
            <p:cNvSpPr/>
            <p:nvPr/>
          </p:nvSpPr>
          <p:spPr>
            <a:xfrm>
              <a:off x="3333078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3"/>
            <p:cNvSpPr/>
            <p:nvPr/>
          </p:nvSpPr>
          <p:spPr>
            <a:xfrm>
              <a:off x="3391641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4"/>
            <p:cNvSpPr/>
            <p:nvPr/>
          </p:nvSpPr>
          <p:spPr>
            <a:xfrm>
              <a:off x="3092118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5"/>
            <p:cNvSpPr/>
            <p:nvPr/>
          </p:nvSpPr>
          <p:spPr>
            <a:xfrm>
              <a:off x="3042803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6"/>
            <p:cNvSpPr/>
            <p:nvPr/>
          </p:nvSpPr>
          <p:spPr>
            <a:xfrm>
              <a:off x="2130440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7"/>
            <p:cNvSpPr/>
            <p:nvPr/>
          </p:nvSpPr>
          <p:spPr>
            <a:xfrm>
              <a:off x="2463482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58"/>
            <p:cNvSpPr/>
            <p:nvPr/>
          </p:nvSpPr>
          <p:spPr>
            <a:xfrm>
              <a:off x="2487310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59"/>
            <p:cNvSpPr/>
            <p:nvPr/>
          </p:nvSpPr>
          <p:spPr>
            <a:xfrm>
              <a:off x="2552399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0"/>
            <p:cNvSpPr/>
            <p:nvPr/>
          </p:nvSpPr>
          <p:spPr>
            <a:xfrm>
              <a:off x="2541263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1"/>
            <p:cNvSpPr/>
            <p:nvPr/>
          </p:nvSpPr>
          <p:spPr>
            <a:xfrm>
              <a:off x="2231799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2"/>
            <p:cNvSpPr/>
            <p:nvPr/>
          </p:nvSpPr>
          <p:spPr>
            <a:xfrm>
              <a:off x="2344136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3"/>
            <p:cNvSpPr/>
            <p:nvPr/>
          </p:nvSpPr>
          <p:spPr>
            <a:xfrm>
              <a:off x="2393673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4"/>
            <p:cNvSpPr/>
            <p:nvPr/>
          </p:nvSpPr>
          <p:spPr>
            <a:xfrm>
              <a:off x="2446108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5"/>
            <p:cNvSpPr/>
            <p:nvPr/>
          </p:nvSpPr>
          <p:spPr>
            <a:xfrm>
              <a:off x="2130440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6"/>
            <p:cNvSpPr/>
            <p:nvPr/>
          </p:nvSpPr>
          <p:spPr>
            <a:xfrm>
              <a:off x="2130440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7"/>
            <p:cNvSpPr/>
            <p:nvPr/>
          </p:nvSpPr>
          <p:spPr>
            <a:xfrm>
              <a:off x="2135866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68"/>
            <p:cNvSpPr/>
            <p:nvPr/>
          </p:nvSpPr>
          <p:spPr>
            <a:xfrm>
              <a:off x="2186803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69"/>
            <p:cNvSpPr/>
            <p:nvPr/>
          </p:nvSpPr>
          <p:spPr>
            <a:xfrm>
              <a:off x="2240331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0"/>
            <p:cNvSpPr/>
            <p:nvPr/>
          </p:nvSpPr>
          <p:spPr>
            <a:xfrm>
              <a:off x="2339297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1"/>
            <p:cNvSpPr/>
            <p:nvPr/>
          </p:nvSpPr>
          <p:spPr>
            <a:xfrm>
              <a:off x="2412084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2"/>
            <p:cNvSpPr/>
            <p:nvPr/>
          </p:nvSpPr>
          <p:spPr>
            <a:xfrm>
              <a:off x="2442938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3"/>
            <p:cNvSpPr/>
            <p:nvPr/>
          </p:nvSpPr>
          <p:spPr>
            <a:xfrm>
              <a:off x="2464471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4"/>
            <p:cNvSpPr/>
            <p:nvPr/>
          </p:nvSpPr>
          <p:spPr>
            <a:xfrm>
              <a:off x="2500415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5"/>
            <p:cNvSpPr/>
            <p:nvPr/>
          </p:nvSpPr>
          <p:spPr>
            <a:xfrm>
              <a:off x="2553029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6"/>
            <p:cNvSpPr/>
            <p:nvPr/>
          </p:nvSpPr>
          <p:spPr>
            <a:xfrm>
              <a:off x="2616743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7"/>
            <p:cNvSpPr/>
            <p:nvPr/>
          </p:nvSpPr>
          <p:spPr>
            <a:xfrm>
              <a:off x="2696907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78"/>
            <p:cNvSpPr/>
            <p:nvPr/>
          </p:nvSpPr>
          <p:spPr>
            <a:xfrm>
              <a:off x="2787695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79"/>
            <p:cNvSpPr/>
            <p:nvPr/>
          </p:nvSpPr>
          <p:spPr>
            <a:xfrm>
              <a:off x="2879438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0"/>
            <p:cNvSpPr/>
            <p:nvPr/>
          </p:nvSpPr>
          <p:spPr>
            <a:xfrm>
              <a:off x="2946857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1"/>
            <p:cNvSpPr/>
            <p:nvPr/>
          </p:nvSpPr>
          <p:spPr>
            <a:xfrm>
              <a:off x="2827604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2"/>
            <p:cNvSpPr/>
            <p:nvPr/>
          </p:nvSpPr>
          <p:spPr>
            <a:xfrm>
              <a:off x="3150420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3"/>
            <p:cNvSpPr/>
            <p:nvPr/>
          </p:nvSpPr>
          <p:spPr>
            <a:xfrm>
              <a:off x="3069521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4"/>
            <p:cNvSpPr/>
            <p:nvPr/>
          </p:nvSpPr>
          <p:spPr>
            <a:xfrm>
              <a:off x="3202675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5"/>
            <p:cNvSpPr/>
            <p:nvPr/>
          </p:nvSpPr>
          <p:spPr>
            <a:xfrm>
              <a:off x="3524382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6"/>
            <p:cNvSpPr/>
            <p:nvPr/>
          </p:nvSpPr>
          <p:spPr>
            <a:xfrm>
              <a:off x="2308574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7"/>
            <p:cNvSpPr/>
            <p:nvPr/>
          </p:nvSpPr>
          <p:spPr>
            <a:xfrm>
              <a:off x="2250068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88"/>
            <p:cNvSpPr/>
            <p:nvPr/>
          </p:nvSpPr>
          <p:spPr>
            <a:xfrm>
              <a:off x="2518872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89"/>
            <p:cNvSpPr/>
            <p:nvPr/>
          </p:nvSpPr>
          <p:spPr>
            <a:xfrm>
              <a:off x="2650076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0"/>
            <p:cNvSpPr/>
            <p:nvPr/>
          </p:nvSpPr>
          <p:spPr>
            <a:xfrm>
              <a:off x="2706580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1"/>
            <p:cNvSpPr/>
            <p:nvPr/>
          </p:nvSpPr>
          <p:spPr>
            <a:xfrm>
              <a:off x="2761592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2"/>
            <p:cNvSpPr/>
            <p:nvPr/>
          </p:nvSpPr>
          <p:spPr>
            <a:xfrm>
              <a:off x="2819077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3"/>
            <p:cNvSpPr/>
            <p:nvPr/>
          </p:nvSpPr>
          <p:spPr>
            <a:xfrm>
              <a:off x="2561725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4"/>
            <p:cNvSpPr/>
            <p:nvPr/>
          </p:nvSpPr>
          <p:spPr>
            <a:xfrm>
              <a:off x="2527575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5"/>
            <p:cNvSpPr/>
            <p:nvPr/>
          </p:nvSpPr>
          <p:spPr>
            <a:xfrm>
              <a:off x="2500873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6"/>
            <p:cNvSpPr/>
            <p:nvPr/>
          </p:nvSpPr>
          <p:spPr>
            <a:xfrm>
              <a:off x="2679453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7"/>
            <p:cNvSpPr/>
            <p:nvPr/>
          </p:nvSpPr>
          <p:spPr>
            <a:xfrm>
              <a:off x="2734663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898"/>
            <p:cNvSpPr/>
            <p:nvPr/>
          </p:nvSpPr>
          <p:spPr>
            <a:xfrm>
              <a:off x="2928633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899"/>
            <p:cNvSpPr/>
            <p:nvPr/>
          </p:nvSpPr>
          <p:spPr>
            <a:xfrm>
              <a:off x="2986283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0"/>
            <p:cNvSpPr/>
            <p:nvPr/>
          </p:nvSpPr>
          <p:spPr>
            <a:xfrm>
              <a:off x="3019952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1"/>
            <p:cNvSpPr/>
            <p:nvPr/>
          </p:nvSpPr>
          <p:spPr>
            <a:xfrm>
              <a:off x="2291225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2"/>
            <p:cNvSpPr/>
            <p:nvPr/>
          </p:nvSpPr>
          <p:spPr>
            <a:xfrm>
              <a:off x="2577675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3"/>
            <p:cNvSpPr/>
            <p:nvPr/>
          </p:nvSpPr>
          <p:spPr>
            <a:xfrm>
              <a:off x="2617882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4"/>
            <p:cNvSpPr/>
            <p:nvPr/>
          </p:nvSpPr>
          <p:spPr>
            <a:xfrm>
              <a:off x="3577525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5"/>
            <p:cNvSpPr/>
            <p:nvPr/>
          </p:nvSpPr>
          <p:spPr>
            <a:xfrm>
              <a:off x="3524843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6"/>
            <p:cNvSpPr/>
            <p:nvPr/>
          </p:nvSpPr>
          <p:spPr>
            <a:xfrm>
              <a:off x="3510422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7"/>
            <p:cNvSpPr/>
            <p:nvPr/>
          </p:nvSpPr>
          <p:spPr>
            <a:xfrm>
              <a:off x="3452883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08"/>
            <p:cNvSpPr/>
            <p:nvPr/>
          </p:nvSpPr>
          <p:spPr>
            <a:xfrm>
              <a:off x="2771786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09"/>
            <p:cNvSpPr/>
            <p:nvPr/>
          </p:nvSpPr>
          <p:spPr>
            <a:xfrm>
              <a:off x="2860585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0"/>
            <p:cNvSpPr/>
            <p:nvPr/>
          </p:nvSpPr>
          <p:spPr>
            <a:xfrm>
              <a:off x="2811002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1"/>
            <p:cNvSpPr/>
            <p:nvPr/>
          </p:nvSpPr>
          <p:spPr>
            <a:xfrm>
              <a:off x="2757974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2"/>
            <p:cNvSpPr/>
            <p:nvPr/>
          </p:nvSpPr>
          <p:spPr>
            <a:xfrm>
              <a:off x="2705029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3"/>
            <p:cNvSpPr/>
            <p:nvPr/>
          </p:nvSpPr>
          <p:spPr>
            <a:xfrm>
              <a:off x="2666406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4"/>
            <p:cNvSpPr/>
            <p:nvPr/>
          </p:nvSpPr>
          <p:spPr>
            <a:xfrm>
              <a:off x="2660719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5"/>
            <p:cNvSpPr/>
            <p:nvPr/>
          </p:nvSpPr>
          <p:spPr>
            <a:xfrm>
              <a:off x="2942053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6"/>
            <p:cNvSpPr/>
            <p:nvPr/>
          </p:nvSpPr>
          <p:spPr>
            <a:xfrm>
              <a:off x="3550338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7"/>
            <p:cNvSpPr/>
            <p:nvPr/>
          </p:nvSpPr>
          <p:spPr>
            <a:xfrm>
              <a:off x="3067692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18"/>
            <p:cNvSpPr/>
            <p:nvPr/>
          </p:nvSpPr>
          <p:spPr>
            <a:xfrm>
              <a:off x="3111781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19"/>
            <p:cNvSpPr/>
            <p:nvPr/>
          </p:nvSpPr>
          <p:spPr>
            <a:xfrm>
              <a:off x="3080167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0"/>
            <p:cNvSpPr/>
            <p:nvPr/>
          </p:nvSpPr>
          <p:spPr>
            <a:xfrm>
              <a:off x="2996257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1"/>
            <p:cNvSpPr/>
            <p:nvPr/>
          </p:nvSpPr>
          <p:spPr>
            <a:xfrm>
              <a:off x="4068393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2"/>
            <p:cNvSpPr/>
            <p:nvPr/>
          </p:nvSpPr>
          <p:spPr>
            <a:xfrm>
              <a:off x="4070400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3"/>
            <p:cNvSpPr/>
            <p:nvPr/>
          </p:nvSpPr>
          <p:spPr>
            <a:xfrm>
              <a:off x="4018915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4"/>
            <p:cNvSpPr/>
            <p:nvPr/>
          </p:nvSpPr>
          <p:spPr>
            <a:xfrm>
              <a:off x="3917780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5"/>
            <p:cNvSpPr/>
            <p:nvPr/>
          </p:nvSpPr>
          <p:spPr>
            <a:xfrm>
              <a:off x="3982916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6"/>
            <p:cNvSpPr/>
            <p:nvPr/>
          </p:nvSpPr>
          <p:spPr>
            <a:xfrm>
              <a:off x="3894005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7"/>
            <p:cNvSpPr/>
            <p:nvPr/>
          </p:nvSpPr>
          <p:spPr>
            <a:xfrm>
              <a:off x="3865437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28"/>
            <p:cNvSpPr/>
            <p:nvPr/>
          </p:nvSpPr>
          <p:spPr>
            <a:xfrm>
              <a:off x="3775232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29"/>
            <p:cNvSpPr/>
            <p:nvPr/>
          </p:nvSpPr>
          <p:spPr>
            <a:xfrm>
              <a:off x="3983928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0"/>
            <p:cNvSpPr/>
            <p:nvPr/>
          </p:nvSpPr>
          <p:spPr>
            <a:xfrm>
              <a:off x="3958168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1"/>
            <p:cNvSpPr/>
            <p:nvPr/>
          </p:nvSpPr>
          <p:spPr>
            <a:xfrm>
              <a:off x="3981251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2"/>
            <p:cNvSpPr/>
            <p:nvPr/>
          </p:nvSpPr>
          <p:spPr>
            <a:xfrm>
              <a:off x="3961286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3"/>
            <p:cNvSpPr/>
            <p:nvPr/>
          </p:nvSpPr>
          <p:spPr>
            <a:xfrm>
              <a:off x="3924020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4"/>
            <p:cNvSpPr/>
            <p:nvPr/>
          </p:nvSpPr>
          <p:spPr>
            <a:xfrm>
              <a:off x="3800807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5"/>
            <p:cNvSpPr/>
            <p:nvPr/>
          </p:nvSpPr>
          <p:spPr>
            <a:xfrm>
              <a:off x="3940809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6"/>
            <p:cNvSpPr/>
            <p:nvPr/>
          </p:nvSpPr>
          <p:spPr>
            <a:xfrm>
              <a:off x="3779515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7"/>
            <p:cNvSpPr/>
            <p:nvPr/>
          </p:nvSpPr>
          <p:spPr>
            <a:xfrm>
              <a:off x="3771880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38"/>
            <p:cNvSpPr/>
            <p:nvPr/>
          </p:nvSpPr>
          <p:spPr>
            <a:xfrm>
              <a:off x="3735245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39"/>
            <p:cNvSpPr/>
            <p:nvPr/>
          </p:nvSpPr>
          <p:spPr>
            <a:xfrm>
              <a:off x="4092199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0"/>
            <p:cNvSpPr/>
            <p:nvPr/>
          </p:nvSpPr>
          <p:spPr>
            <a:xfrm>
              <a:off x="4430461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1"/>
            <p:cNvSpPr/>
            <p:nvPr/>
          </p:nvSpPr>
          <p:spPr>
            <a:xfrm>
              <a:off x="4555610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2"/>
            <p:cNvSpPr/>
            <p:nvPr/>
          </p:nvSpPr>
          <p:spPr>
            <a:xfrm>
              <a:off x="3796324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3"/>
            <p:cNvSpPr/>
            <p:nvPr/>
          </p:nvSpPr>
          <p:spPr>
            <a:xfrm>
              <a:off x="4022403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4"/>
            <p:cNvSpPr/>
            <p:nvPr/>
          </p:nvSpPr>
          <p:spPr>
            <a:xfrm>
              <a:off x="4336106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5"/>
            <p:cNvSpPr/>
            <p:nvPr/>
          </p:nvSpPr>
          <p:spPr>
            <a:xfrm>
              <a:off x="3775810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6"/>
            <p:cNvSpPr/>
            <p:nvPr/>
          </p:nvSpPr>
          <p:spPr>
            <a:xfrm>
              <a:off x="3751867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7"/>
            <p:cNvSpPr/>
            <p:nvPr/>
          </p:nvSpPr>
          <p:spPr>
            <a:xfrm>
              <a:off x="5409113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48"/>
            <p:cNvSpPr/>
            <p:nvPr/>
          </p:nvSpPr>
          <p:spPr>
            <a:xfrm>
              <a:off x="5081857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49"/>
            <p:cNvSpPr/>
            <p:nvPr/>
          </p:nvSpPr>
          <p:spPr>
            <a:xfrm>
              <a:off x="5184977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0"/>
            <p:cNvSpPr/>
            <p:nvPr/>
          </p:nvSpPr>
          <p:spPr>
            <a:xfrm>
              <a:off x="5457786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1"/>
            <p:cNvSpPr/>
            <p:nvPr/>
          </p:nvSpPr>
          <p:spPr>
            <a:xfrm>
              <a:off x="4841229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2"/>
            <p:cNvSpPr/>
            <p:nvPr/>
          </p:nvSpPr>
          <p:spPr>
            <a:xfrm>
              <a:off x="5169785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3"/>
            <p:cNvSpPr/>
            <p:nvPr/>
          </p:nvSpPr>
          <p:spPr>
            <a:xfrm>
              <a:off x="5094932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4"/>
            <p:cNvSpPr/>
            <p:nvPr/>
          </p:nvSpPr>
          <p:spPr>
            <a:xfrm>
              <a:off x="4937710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5"/>
            <p:cNvSpPr/>
            <p:nvPr/>
          </p:nvSpPr>
          <p:spPr>
            <a:xfrm>
              <a:off x="5012522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6"/>
            <p:cNvSpPr/>
            <p:nvPr/>
          </p:nvSpPr>
          <p:spPr>
            <a:xfrm>
              <a:off x="5250345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7"/>
            <p:cNvSpPr/>
            <p:nvPr/>
          </p:nvSpPr>
          <p:spPr>
            <a:xfrm>
              <a:off x="5197764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58"/>
            <p:cNvSpPr/>
            <p:nvPr/>
          </p:nvSpPr>
          <p:spPr>
            <a:xfrm>
              <a:off x="4767066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59"/>
            <p:cNvSpPr/>
            <p:nvPr/>
          </p:nvSpPr>
          <p:spPr>
            <a:xfrm>
              <a:off x="5218967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0"/>
            <p:cNvSpPr/>
            <p:nvPr/>
          </p:nvSpPr>
          <p:spPr>
            <a:xfrm>
              <a:off x="4801848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1"/>
            <p:cNvSpPr/>
            <p:nvPr/>
          </p:nvSpPr>
          <p:spPr>
            <a:xfrm>
              <a:off x="4693021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2"/>
            <p:cNvSpPr/>
            <p:nvPr/>
          </p:nvSpPr>
          <p:spPr>
            <a:xfrm>
              <a:off x="4743339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3"/>
            <p:cNvSpPr/>
            <p:nvPr/>
          </p:nvSpPr>
          <p:spPr>
            <a:xfrm>
              <a:off x="4799006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4"/>
            <p:cNvSpPr/>
            <p:nvPr/>
          </p:nvSpPr>
          <p:spPr>
            <a:xfrm>
              <a:off x="5521136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5"/>
            <p:cNvSpPr/>
            <p:nvPr/>
          </p:nvSpPr>
          <p:spPr>
            <a:xfrm>
              <a:off x="5154119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6"/>
            <p:cNvSpPr/>
            <p:nvPr/>
          </p:nvSpPr>
          <p:spPr>
            <a:xfrm>
              <a:off x="5113412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7"/>
            <p:cNvSpPr/>
            <p:nvPr/>
          </p:nvSpPr>
          <p:spPr>
            <a:xfrm>
              <a:off x="5064744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68"/>
            <p:cNvSpPr/>
            <p:nvPr/>
          </p:nvSpPr>
          <p:spPr>
            <a:xfrm>
              <a:off x="4993339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69"/>
            <p:cNvSpPr/>
            <p:nvPr/>
          </p:nvSpPr>
          <p:spPr>
            <a:xfrm>
              <a:off x="4932972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0"/>
            <p:cNvSpPr/>
            <p:nvPr/>
          </p:nvSpPr>
          <p:spPr>
            <a:xfrm>
              <a:off x="4891635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1"/>
            <p:cNvSpPr/>
            <p:nvPr/>
          </p:nvSpPr>
          <p:spPr>
            <a:xfrm>
              <a:off x="4754574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2"/>
            <p:cNvSpPr/>
            <p:nvPr/>
          </p:nvSpPr>
          <p:spPr>
            <a:xfrm>
              <a:off x="4793682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3"/>
            <p:cNvSpPr/>
            <p:nvPr/>
          </p:nvSpPr>
          <p:spPr>
            <a:xfrm>
              <a:off x="4920527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4"/>
            <p:cNvSpPr/>
            <p:nvPr/>
          </p:nvSpPr>
          <p:spPr>
            <a:xfrm>
              <a:off x="4704733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5"/>
            <p:cNvSpPr/>
            <p:nvPr/>
          </p:nvSpPr>
          <p:spPr>
            <a:xfrm>
              <a:off x="4691742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6"/>
            <p:cNvSpPr/>
            <p:nvPr/>
          </p:nvSpPr>
          <p:spPr>
            <a:xfrm>
              <a:off x="4779322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7"/>
            <p:cNvSpPr/>
            <p:nvPr/>
          </p:nvSpPr>
          <p:spPr>
            <a:xfrm>
              <a:off x="5424243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78"/>
            <p:cNvSpPr/>
            <p:nvPr/>
          </p:nvSpPr>
          <p:spPr>
            <a:xfrm>
              <a:off x="5532818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79"/>
            <p:cNvSpPr/>
            <p:nvPr/>
          </p:nvSpPr>
          <p:spPr>
            <a:xfrm>
              <a:off x="4367187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0"/>
            <p:cNvSpPr/>
            <p:nvPr/>
          </p:nvSpPr>
          <p:spPr>
            <a:xfrm>
              <a:off x="4419195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1"/>
            <p:cNvSpPr/>
            <p:nvPr/>
          </p:nvSpPr>
          <p:spPr>
            <a:xfrm>
              <a:off x="4459613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2"/>
            <p:cNvSpPr/>
            <p:nvPr/>
          </p:nvSpPr>
          <p:spPr>
            <a:xfrm>
              <a:off x="4301154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3"/>
            <p:cNvSpPr/>
            <p:nvPr/>
          </p:nvSpPr>
          <p:spPr>
            <a:xfrm>
              <a:off x="4298892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4"/>
            <p:cNvSpPr/>
            <p:nvPr/>
          </p:nvSpPr>
          <p:spPr>
            <a:xfrm>
              <a:off x="4316066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5"/>
            <p:cNvSpPr/>
            <p:nvPr/>
          </p:nvSpPr>
          <p:spPr>
            <a:xfrm>
              <a:off x="4502019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6"/>
            <p:cNvSpPr/>
            <p:nvPr/>
          </p:nvSpPr>
          <p:spPr>
            <a:xfrm>
              <a:off x="4541744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7"/>
            <p:cNvSpPr/>
            <p:nvPr/>
          </p:nvSpPr>
          <p:spPr>
            <a:xfrm>
              <a:off x="4589740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88"/>
            <p:cNvSpPr/>
            <p:nvPr/>
          </p:nvSpPr>
          <p:spPr>
            <a:xfrm>
              <a:off x="4658117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89"/>
            <p:cNvSpPr/>
            <p:nvPr/>
          </p:nvSpPr>
          <p:spPr>
            <a:xfrm>
              <a:off x="4638023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0"/>
            <p:cNvSpPr/>
            <p:nvPr/>
          </p:nvSpPr>
          <p:spPr>
            <a:xfrm>
              <a:off x="4554739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1"/>
            <p:cNvSpPr/>
            <p:nvPr/>
          </p:nvSpPr>
          <p:spPr>
            <a:xfrm>
              <a:off x="4505388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2"/>
            <p:cNvSpPr/>
            <p:nvPr/>
          </p:nvSpPr>
          <p:spPr>
            <a:xfrm>
              <a:off x="4478707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3"/>
            <p:cNvSpPr/>
            <p:nvPr/>
          </p:nvSpPr>
          <p:spPr>
            <a:xfrm>
              <a:off x="4438424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4"/>
            <p:cNvSpPr/>
            <p:nvPr/>
          </p:nvSpPr>
          <p:spPr>
            <a:xfrm>
              <a:off x="4391025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5"/>
            <p:cNvSpPr/>
            <p:nvPr/>
          </p:nvSpPr>
          <p:spPr>
            <a:xfrm>
              <a:off x="4348341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6"/>
            <p:cNvSpPr/>
            <p:nvPr/>
          </p:nvSpPr>
          <p:spPr>
            <a:xfrm>
              <a:off x="4270597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7"/>
            <p:cNvSpPr/>
            <p:nvPr/>
          </p:nvSpPr>
          <p:spPr>
            <a:xfrm>
              <a:off x="4255179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998"/>
            <p:cNvSpPr/>
            <p:nvPr/>
          </p:nvSpPr>
          <p:spPr>
            <a:xfrm>
              <a:off x="4203308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999"/>
            <p:cNvSpPr/>
            <p:nvPr/>
          </p:nvSpPr>
          <p:spPr>
            <a:xfrm>
              <a:off x="4219477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0"/>
            <p:cNvSpPr/>
            <p:nvPr/>
          </p:nvSpPr>
          <p:spPr>
            <a:xfrm>
              <a:off x="4458671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1"/>
            <p:cNvSpPr/>
            <p:nvPr/>
          </p:nvSpPr>
          <p:spPr>
            <a:xfrm>
              <a:off x="4402028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2"/>
            <p:cNvSpPr/>
            <p:nvPr/>
          </p:nvSpPr>
          <p:spPr>
            <a:xfrm>
              <a:off x="4143382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3"/>
            <p:cNvSpPr/>
            <p:nvPr/>
          </p:nvSpPr>
          <p:spPr>
            <a:xfrm>
              <a:off x="3942801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4"/>
            <p:cNvSpPr/>
            <p:nvPr/>
          </p:nvSpPr>
          <p:spPr>
            <a:xfrm>
              <a:off x="4671177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5"/>
            <p:cNvSpPr/>
            <p:nvPr/>
          </p:nvSpPr>
          <p:spPr>
            <a:xfrm>
              <a:off x="4322445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6"/>
            <p:cNvSpPr/>
            <p:nvPr/>
          </p:nvSpPr>
          <p:spPr>
            <a:xfrm>
              <a:off x="4333235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7"/>
            <p:cNvSpPr/>
            <p:nvPr/>
          </p:nvSpPr>
          <p:spPr>
            <a:xfrm>
              <a:off x="4333239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08"/>
            <p:cNvSpPr/>
            <p:nvPr/>
          </p:nvSpPr>
          <p:spPr>
            <a:xfrm>
              <a:off x="4666077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09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0"/>
            <p:cNvSpPr/>
            <p:nvPr/>
          </p:nvSpPr>
          <p:spPr>
            <a:xfrm>
              <a:off x="2130440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1"/>
            <p:cNvSpPr/>
            <p:nvPr/>
          </p:nvSpPr>
          <p:spPr>
            <a:xfrm>
              <a:off x="2130440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2"/>
            <p:cNvSpPr/>
            <p:nvPr/>
          </p:nvSpPr>
          <p:spPr>
            <a:xfrm>
              <a:off x="4657088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3"/>
            <p:cNvSpPr/>
            <p:nvPr/>
          </p:nvSpPr>
          <p:spPr>
            <a:xfrm>
              <a:off x="3922961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4"/>
            <p:cNvSpPr/>
            <p:nvPr/>
          </p:nvSpPr>
          <p:spPr>
            <a:xfrm>
              <a:off x="2130440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5"/>
            <p:cNvSpPr/>
            <p:nvPr/>
          </p:nvSpPr>
          <p:spPr>
            <a:xfrm>
              <a:off x="5179759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6"/>
            <p:cNvSpPr/>
            <p:nvPr/>
          </p:nvSpPr>
          <p:spPr>
            <a:xfrm>
              <a:off x="3608435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7"/>
            <p:cNvSpPr/>
            <p:nvPr/>
          </p:nvSpPr>
          <p:spPr>
            <a:xfrm>
              <a:off x="2130440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18"/>
            <p:cNvSpPr/>
            <p:nvPr/>
          </p:nvSpPr>
          <p:spPr>
            <a:xfrm>
              <a:off x="2575805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19"/>
            <p:cNvSpPr/>
            <p:nvPr/>
          </p:nvSpPr>
          <p:spPr>
            <a:xfrm>
              <a:off x="2874556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0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1"/>
            <p:cNvSpPr/>
            <p:nvPr/>
          </p:nvSpPr>
          <p:spPr>
            <a:xfrm>
              <a:off x="4642312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3"/>
            <p:cNvSpPr/>
            <p:nvPr/>
          </p:nvSpPr>
          <p:spPr>
            <a:xfrm>
              <a:off x="2676091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4"/>
            <p:cNvSpPr/>
            <p:nvPr/>
          </p:nvSpPr>
          <p:spPr>
            <a:xfrm>
              <a:off x="2130440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5"/>
            <p:cNvSpPr/>
            <p:nvPr/>
          </p:nvSpPr>
          <p:spPr>
            <a:xfrm>
              <a:off x="2139066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6"/>
            <p:cNvSpPr/>
            <p:nvPr/>
          </p:nvSpPr>
          <p:spPr>
            <a:xfrm>
              <a:off x="2239173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7"/>
            <p:cNvSpPr/>
            <p:nvPr/>
          </p:nvSpPr>
          <p:spPr>
            <a:xfrm>
              <a:off x="2130440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28"/>
            <p:cNvSpPr/>
            <p:nvPr/>
          </p:nvSpPr>
          <p:spPr>
            <a:xfrm>
              <a:off x="2130440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29"/>
            <p:cNvSpPr/>
            <p:nvPr/>
          </p:nvSpPr>
          <p:spPr>
            <a:xfrm>
              <a:off x="2130440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0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1"/>
            <p:cNvSpPr/>
            <p:nvPr/>
          </p:nvSpPr>
          <p:spPr>
            <a:xfrm>
              <a:off x="2130440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2"/>
            <p:cNvSpPr/>
            <p:nvPr/>
          </p:nvSpPr>
          <p:spPr>
            <a:xfrm>
              <a:off x="3527717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3"/>
            <p:cNvSpPr/>
            <p:nvPr/>
          </p:nvSpPr>
          <p:spPr>
            <a:xfrm>
              <a:off x="3723501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g1034"/>
            <p:cNvSpPr/>
            <p:nvPr/>
          </p:nvSpPr>
          <p:spPr>
            <a:xfrm>
              <a:off x="2460531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g1035"/>
            <p:cNvSpPr/>
            <p:nvPr/>
          </p:nvSpPr>
          <p:spPr>
            <a:xfrm>
              <a:off x="2553495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9" name=""/>
          <p:cNvSpPr>
            <a:spLocks noGrp="1"/>
          </p:cNvSpPr>
          <p:nvPr>
            </p:nvPr>
        </p:nvSpPr>
        <p:spPr>
          <a:xfrm>
            <a:off x="1056386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1166114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2814574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2924302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5029962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5139690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5849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950708" y="1508760"/>
            <a:ext cx="3952951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950708" y="2075688"/>
            <a:ext cx="395295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950708" y="2331720"/>
            <a:ext cx="395295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7950708" y="2743200"/>
            <a:ext cx="3952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7859268" y="2926080"/>
            <a:ext cx="4044391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1056386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1056386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452628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452628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7950708" y="1508760"/>
            <a:ext cx="3952951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7950708" y="1325880"/>
            <a:ext cx="395295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10.98 x 2.92 cm</a:t>
            </a:r>
          </a:p>
        </p:txBody>
      </p:sp>
      <p:sp>
        <p:nvSpPr>
          <p:cNvPr id="10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TERRITORIAL: DOS GRUPOS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 de 199 zonas</a:t>
            </a:r>
          </a:p>
        </p:txBody>
      </p:sp>
      <p:grpSp xmlns:pic="http://schemas.openxmlformats.org/drawingml/2006/picture">
        <p:nvGrpSpPr>
          <p:cNvPr id="7" name=""/>
          <p:cNvGrpSpPr/>
          <p:nvPr/>
        </p:nvGrpSpPr>
        <p:grpSpPr>
          <a:xfrm>
            <a:off x="452628" y="2057400"/>
            <a:ext cx="5451196" cy="3630168"/>
            <a:chOff x="452628" y="2057400"/>
            <a:chExt cx="5451196" cy="3630168"/>
          </a:xfrm>
        </p:grpSpPr>
        <p:sp>
          <p:nvSpPr>
            <p:cNvPr id="8" name="pg3"/>
            <p:cNvSpPr/>
            <p:nvPr/>
          </p:nvSpPr>
          <p:spPr>
            <a:xfrm>
              <a:off x="2985694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4"/>
            <p:cNvSpPr/>
            <p:nvPr/>
          </p:nvSpPr>
          <p:spPr>
            <a:xfrm>
              <a:off x="3298285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5"/>
            <p:cNvSpPr/>
            <p:nvPr/>
          </p:nvSpPr>
          <p:spPr>
            <a:xfrm>
              <a:off x="3124726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6"/>
            <p:cNvSpPr/>
            <p:nvPr/>
          </p:nvSpPr>
          <p:spPr>
            <a:xfrm>
              <a:off x="2561020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7"/>
            <p:cNvSpPr/>
            <p:nvPr/>
          </p:nvSpPr>
          <p:spPr>
            <a:xfrm>
              <a:off x="2414247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8"/>
            <p:cNvSpPr/>
            <p:nvPr/>
          </p:nvSpPr>
          <p:spPr>
            <a:xfrm>
              <a:off x="2521226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9"/>
            <p:cNvSpPr/>
            <p:nvPr/>
          </p:nvSpPr>
          <p:spPr>
            <a:xfrm>
              <a:off x="2290642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0"/>
            <p:cNvSpPr/>
            <p:nvPr/>
          </p:nvSpPr>
          <p:spPr>
            <a:xfrm>
              <a:off x="2398896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1"/>
            <p:cNvSpPr/>
            <p:nvPr/>
          </p:nvSpPr>
          <p:spPr>
            <a:xfrm>
              <a:off x="2290997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2"/>
            <p:cNvSpPr/>
            <p:nvPr/>
          </p:nvSpPr>
          <p:spPr>
            <a:xfrm>
              <a:off x="2368291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3"/>
            <p:cNvSpPr/>
            <p:nvPr/>
          </p:nvSpPr>
          <p:spPr>
            <a:xfrm>
              <a:off x="2433601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4"/>
            <p:cNvSpPr/>
            <p:nvPr/>
          </p:nvSpPr>
          <p:spPr>
            <a:xfrm>
              <a:off x="2275431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5"/>
            <p:cNvSpPr/>
            <p:nvPr/>
          </p:nvSpPr>
          <p:spPr>
            <a:xfrm>
              <a:off x="2356013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6"/>
            <p:cNvSpPr/>
            <p:nvPr/>
          </p:nvSpPr>
          <p:spPr>
            <a:xfrm>
              <a:off x="2747734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17"/>
            <p:cNvSpPr/>
            <p:nvPr/>
          </p:nvSpPr>
          <p:spPr>
            <a:xfrm>
              <a:off x="2809921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18"/>
            <p:cNvSpPr/>
            <p:nvPr/>
          </p:nvSpPr>
          <p:spPr>
            <a:xfrm>
              <a:off x="2489315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19"/>
            <p:cNvSpPr/>
            <p:nvPr/>
          </p:nvSpPr>
          <p:spPr>
            <a:xfrm>
              <a:off x="2553222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0"/>
            <p:cNvSpPr/>
            <p:nvPr/>
          </p:nvSpPr>
          <p:spPr>
            <a:xfrm>
              <a:off x="2426929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1"/>
            <p:cNvSpPr/>
            <p:nvPr/>
          </p:nvSpPr>
          <p:spPr>
            <a:xfrm>
              <a:off x="2268208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2"/>
            <p:cNvSpPr/>
            <p:nvPr/>
          </p:nvSpPr>
          <p:spPr>
            <a:xfrm>
              <a:off x="2943469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3"/>
            <p:cNvSpPr/>
            <p:nvPr/>
          </p:nvSpPr>
          <p:spPr>
            <a:xfrm>
              <a:off x="3603207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4"/>
            <p:cNvSpPr/>
            <p:nvPr/>
          </p:nvSpPr>
          <p:spPr>
            <a:xfrm>
              <a:off x="3297431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5"/>
            <p:cNvSpPr/>
            <p:nvPr/>
          </p:nvSpPr>
          <p:spPr>
            <a:xfrm>
              <a:off x="2698193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6"/>
            <p:cNvSpPr/>
            <p:nvPr/>
          </p:nvSpPr>
          <p:spPr>
            <a:xfrm>
              <a:off x="2801644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27"/>
            <p:cNvSpPr/>
            <p:nvPr/>
          </p:nvSpPr>
          <p:spPr>
            <a:xfrm>
              <a:off x="2505401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28"/>
            <p:cNvSpPr/>
            <p:nvPr/>
          </p:nvSpPr>
          <p:spPr>
            <a:xfrm>
              <a:off x="2579570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29"/>
            <p:cNvSpPr/>
            <p:nvPr/>
          </p:nvSpPr>
          <p:spPr>
            <a:xfrm>
              <a:off x="2929903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0"/>
            <p:cNvSpPr/>
            <p:nvPr/>
          </p:nvSpPr>
          <p:spPr>
            <a:xfrm>
              <a:off x="2580842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1"/>
            <p:cNvSpPr/>
            <p:nvPr/>
          </p:nvSpPr>
          <p:spPr>
            <a:xfrm>
              <a:off x="2860127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2"/>
            <p:cNvSpPr/>
            <p:nvPr/>
          </p:nvSpPr>
          <p:spPr>
            <a:xfrm>
              <a:off x="3072403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3"/>
            <p:cNvSpPr/>
            <p:nvPr/>
          </p:nvSpPr>
          <p:spPr>
            <a:xfrm>
              <a:off x="2521133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4"/>
            <p:cNvSpPr/>
            <p:nvPr/>
          </p:nvSpPr>
          <p:spPr>
            <a:xfrm>
              <a:off x="2734224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5"/>
            <p:cNvSpPr/>
            <p:nvPr/>
          </p:nvSpPr>
          <p:spPr>
            <a:xfrm>
              <a:off x="3390384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6"/>
            <p:cNvSpPr/>
            <p:nvPr/>
          </p:nvSpPr>
          <p:spPr>
            <a:xfrm>
              <a:off x="3010594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37"/>
            <p:cNvSpPr/>
            <p:nvPr/>
          </p:nvSpPr>
          <p:spPr>
            <a:xfrm>
              <a:off x="3041421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38"/>
            <p:cNvSpPr/>
            <p:nvPr/>
          </p:nvSpPr>
          <p:spPr>
            <a:xfrm>
              <a:off x="2919898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39"/>
            <p:cNvSpPr/>
            <p:nvPr/>
          </p:nvSpPr>
          <p:spPr>
            <a:xfrm>
              <a:off x="2791927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0"/>
            <p:cNvSpPr/>
            <p:nvPr/>
          </p:nvSpPr>
          <p:spPr>
            <a:xfrm>
              <a:off x="3059383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1"/>
            <p:cNvSpPr/>
            <p:nvPr/>
          </p:nvSpPr>
          <p:spPr>
            <a:xfrm>
              <a:off x="2612297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2"/>
            <p:cNvSpPr/>
            <p:nvPr/>
          </p:nvSpPr>
          <p:spPr>
            <a:xfrm>
              <a:off x="3408470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3"/>
            <p:cNvSpPr/>
            <p:nvPr/>
          </p:nvSpPr>
          <p:spPr>
            <a:xfrm>
              <a:off x="2901670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4"/>
            <p:cNvSpPr/>
            <p:nvPr/>
          </p:nvSpPr>
          <p:spPr>
            <a:xfrm>
              <a:off x="2949006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5"/>
            <p:cNvSpPr/>
            <p:nvPr/>
          </p:nvSpPr>
          <p:spPr>
            <a:xfrm>
              <a:off x="3268507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6"/>
            <p:cNvSpPr/>
            <p:nvPr/>
          </p:nvSpPr>
          <p:spPr>
            <a:xfrm>
              <a:off x="2917052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47"/>
            <p:cNvSpPr/>
            <p:nvPr/>
          </p:nvSpPr>
          <p:spPr>
            <a:xfrm>
              <a:off x="2967471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48"/>
            <p:cNvSpPr/>
            <p:nvPr/>
          </p:nvSpPr>
          <p:spPr>
            <a:xfrm>
              <a:off x="3068844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49"/>
            <p:cNvSpPr/>
            <p:nvPr/>
          </p:nvSpPr>
          <p:spPr>
            <a:xfrm>
              <a:off x="3082831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0"/>
            <p:cNvSpPr/>
            <p:nvPr/>
          </p:nvSpPr>
          <p:spPr>
            <a:xfrm>
              <a:off x="3230268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1"/>
            <p:cNvSpPr/>
            <p:nvPr/>
          </p:nvSpPr>
          <p:spPr>
            <a:xfrm>
              <a:off x="3061204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2"/>
            <p:cNvSpPr/>
            <p:nvPr/>
          </p:nvSpPr>
          <p:spPr>
            <a:xfrm>
              <a:off x="3147093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3"/>
            <p:cNvSpPr/>
            <p:nvPr/>
          </p:nvSpPr>
          <p:spPr>
            <a:xfrm>
              <a:off x="3100990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4"/>
            <p:cNvSpPr/>
            <p:nvPr/>
          </p:nvSpPr>
          <p:spPr>
            <a:xfrm>
              <a:off x="3116769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5"/>
            <p:cNvSpPr/>
            <p:nvPr/>
          </p:nvSpPr>
          <p:spPr>
            <a:xfrm>
              <a:off x="2860044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6"/>
            <p:cNvSpPr/>
            <p:nvPr/>
          </p:nvSpPr>
          <p:spPr>
            <a:xfrm>
              <a:off x="3308866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57"/>
            <p:cNvSpPr/>
            <p:nvPr/>
          </p:nvSpPr>
          <p:spPr>
            <a:xfrm>
              <a:off x="3266126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58"/>
            <p:cNvSpPr/>
            <p:nvPr/>
          </p:nvSpPr>
          <p:spPr>
            <a:xfrm>
              <a:off x="3154431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59"/>
            <p:cNvSpPr/>
            <p:nvPr/>
          </p:nvSpPr>
          <p:spPr>
            <a:xfrm>
              <a:off x="3193224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0"/>
            <p:cNvSpPr/>
            <p:nvPr/>
          </p:nvSpPr>
          <p:spPr>
            <a:xfrm>
              <a:off x="3120958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1"/>
            <p:cNvSpPr/>
            <p:nvPr/>
          </p:nvSpPr>
          <p:spPr>
            <a:xfrm>
              <a:off x="2987004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2"/>
            <p:cNvSpPr/>
            <p:nvPr/>
          </p:nvSpPr>
          <p:spPr>
            <a:xfrm>
              <a:off x="2907964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3"/>
            <p:cNvSpPr/>
            <p:nvPr/>
          </p:nvSpPr>
          <p:spPr>
            <a:xfrm>
              <a:off x="2802891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4"/>
            <p:cNvSpPr/>
            <p:nvPr/>
          </p:nvSpPr>
          <p:spPr>
            <a:xfrm>
              <a:off x="2516237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5"/>
            <p:cNvSpPr/>
            <p:nvPr/>
          </p:nvSpPr>
          <p:spPr>
            <a:xfrm>
              <a:off x="2822049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6"/>
            <p:cNvSpPr/>
            <p:nvPr/>
          </p:nvSpPr>
          <p:spPr>
            <a:xfrm>
              <a:off x="2400556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67"/>
            <p:cNvSpPr/>
            <p:nvPr/>
          </p:nvSpPr>
          <p:spPr>
            <a:xfrm>
              <a:off x="2207766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68"/>
            <p:cNvSpPr/>
            <p:nvPr/>
          </p:nvSpPr>
          <p:spPr>
            <a:xfrm>
              <a:off x="2529913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69"/>
            <p:cNvSpPr/>
            <p:nvPr/>
          </p:nvSpPr>
          <p:spPr>
            <a:xfrm>
              <a:off x="2431710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0"/>
            <p:cNvSpPr/>
            <p:nvPr/>
          </p:nvSpPr>
          <p:spPr>
            <a:xfrm>
              <a:off x="2197331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1"/>
            <p:cNvSpPr/>
            <p:nvPr/>
          </p:nvSpPr>
          <p:spPr>
            <a:xfrm>
              <a:off x="2692841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2"/>
            <p:cNvSpPr/>
            <p:nvPr/>
          </p:nvSpPr>
          <p:spPr>
            <a:xfrm>
              <a:off x="2736344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3"/>
            <p:cNvSpPr/>
            <p:nvPr/>
          </p:nvSpPr>
          <p:spPr>
            <a:xfrm>
              <a:off x="2538432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4"/>
            <p:cNvSpPr/>
            <p:nvPr/>
          </p:nvSpPr>
          <p:spPr>
            <a:xfrm>
              <a:off x="2436165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5"/>
            <p:cNvSpPr/>
            <p:nvPr/>
          </p:nvSpPr>
          <p:spPr>
            <a:xfrm>
              <a:off x="2278583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6"/>
            <p:cNvSpPr/>
            <p:nvPr/>
          </p:nvSpPr>
          <p:spPr>
            <a:xfrm>
              <a:off x="2303216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77"/>
            <p:cNvSpPr/>
            <p:nvPr/>
          </p:nvSpPr>
          <p:spPr>
            <a:xfrm>
              <a:off x="2210128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78"/>
            <p:cNvSpPr/>
            <p:nvPr/>
          </p:nvSpPr>
          <p:spPr>
            <a:xfrm>
              <a:off x="2289745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79"/>
            <p:cNvSpPr/>
            <p:nvPr/>
          </p:nvSpPr>
          <p:spPr>
            <a:xfrm>
              <a:off x="2428521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0"/>
            <p:cNvSpPr/>
            <p:nvPr/>
          </p:nvSpPr>
          <p:spPr>
            <a:xfrm>
              <a:off x="2552734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1"/>
            <p:cNvSpPr/>
            <p:nvPr/>
          </p:nvSpPr>
          <p:spPr>
            <a:xfrm>
              <a:off x="2739057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2"/>
            <p:cNvSpPr/>
            <p:nvPr/>
          </p:nvSpPr>
          <p:spPr>
            <a:xfrm>
              <a:off x="2327449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3"/>
            <p:cNvSpPr/>
            <p:nvPr/>
          </p:nvSpPr>
          <p:spPr>
            <a:xfrm>
              <a:off x="3572078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4"/>
            <p:cNvSpPr/>
            <p:nvPr/>
          </p:nvSpPr>
          <p:spPr>
            <a:xfrm>
              <a:off x="3509389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5"/>
            <p:cNvSpPr/>
            <p:nvPr/>
          </p:nvSpPr>
          <p:spPr>
            <a:xfrm>
              <a:off x="3502282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6"/>
            <p:cNvSpPr/>
            <p:nvPr/>
          </p:nvSpPr>
          <p:spPr>
            <a:xfrm>
              <a:off x="3414291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87"/>
            <p:cNvSpPr/>
            <p:nvPr/>
          </p:nvSpPr>
          <p:spPr>
            <a:xfrm>
              <a:off x="3382037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88"/>
            <p:cNvSpPr/>
            <p:nvPr/>
          </p:nvSpPr>
          <p:spPr>
            <a:xfrm>
              <a:off x="2656869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89"/>
            <p:cNvSpPr/>
            <p:nvPr/>
          </p:nvSpPr>
          <p:spPr>
            <a:xfrm>
              <a:off x="2719267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0"/>
            <p:cNvSpPr/>
            <p:nvPr/>
          </p:nvSpPr>
          <p:spPr>
            <a:xfrm>
              <a:off x="3077769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1"/>
            <p:cNvSpPr/>
            <p:nvPr/>
          </p:nvSpPr>
          <p:spPr>
            <a:xfrm>
              <a:off x="3448476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2"/>
            <p:cNvSpPr/>
            <p:nvPr/>
          </p:nvSpPr>
          <p:spPr>
            <a:xfrm>
              <a:off x="3251739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3"/>
            <p:cNvSpPr/>
            <p:nvPr/>
          </p:nvSpPr>
          <p:spPr>
            <a:xfrm>
              <a:off x="2967721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4"/>
            <p:cNvSpPr/>
            <p:nvPr/>
          </p:nvSpPr>
          <p:spPr>
            <a:xfrm>
              <a:off x="2831620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5"/>
            <p:cNvSpPr/>
            <p:nvPr/>
          </p:nvSpPr>
          <p:spPr>
            <a:xfrm>
              <a:off x="2801296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6"/>
            <p:cNvSpPr/>
            <p:nvPr/>
          </p:nvSpPr>
          <p:spPr>
            <a:xfrm>
              <a:off x="2656621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97"/>
            <p:cNvSpPr/>
            <p:nvPr/>
          </p:nvSpPr>
          <p:spPr>
            <a:xfrm>
              <a:off x="2784405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98"/>
            <p:cNvSpPr/>
            <p:nvPr/>
          </p:nvSpPr>
          <p:spPr>
            <a:xfrm>
              <a:off x="2888366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99"/>
            <p:cNvSpPr/>
            <p:nvPr/>
          </p:nvSpPr>
          <p:spPr>
            <a:xfrm>
              <a:off x="2992139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0"/>
            <p:cNvSpPr/>
            <p:nvPr/>
          </p:nvSpPr>
          <p:spPr>
            <a:xfrm>
              <a:off x="3007056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1"/>
            <p:cNvSpPr/>
            <p:nvPr/>
          </p:nvSpPr>
          <p:spPr>
            <a:xfrm>
              <a:off x="2847506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2"/>
            <p:cNvSpPr/>
            <p:nvPr/>
          </p:nvSpPr>
          <p:spPr>
            <a:xfrm>
              <a:off x="2716560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3"/>
            <p:cNvSpPr/>
            <p:nvPr/>
          </p:nvSpPr>
          <p:spPr>
            <a:xfrm>
              <a:off x="2750238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4"/>
            <p:cNvSpPr/>
            <p:nvPr/>
          </p:nvSpPr>
          <p:spPr>
            <a:xfrm>
              <a:off x="2610471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5"/>
            <p:cNvSpPr/>
            <p:nvPr/>
          </p:nvSpPr>
          <p:spPr>
            <a:xfrm>
              <a:off x="2631948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6"/>
            <p:cNvSpPr/>
            <p:nvPr/>
          </p:nvSpPr>
          <p:spPr>
            <a:xfrm>
              <a:off x="2632857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07"/>
            <p:cNvSpPr/>
            <p:nvPr/>
          </p:nvSpPr>
          <p:spPr>
            <a:xfrm>
              <a:off x="2533275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08"/>
            <p:cNvSpPr/>
            <p:nvPr/>
          </p:nvSpPr>
          <p:spPr>
            <a:xfrm>
              <a:off x="2459655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09"/>
            <p:cNvSpPr/>
            <p:nvPr/>
          </p:nvSpPr>
          <p:spPr>
            <a:xfrm>
              <a:off x="2549548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0"/>
            <p:cNvSpPr/>
            <p:nvPr/>
          </p:nvSpPr>
          <p:spPr>
            <a:xfrm>
              <a:off x="2377491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1"/>
            <p:cNvSpPr/>
            <p:nvPr/>
          </p:nvSpPr>
          <p:spPr>
            <a:xfrm>
              <a:off x="2564681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2"/>
            <p:cNvSpPr/>
            <p:nvPr/>
          </p:nvSpPr>
          <p:spPr>
            <a:xfrm>
              <a:off x="2746050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3"/>
            <p:cNvSpPr/>
            <p:nvPr/>
          </p:nvSpPr>
          <p:spPr>
            <a:xfrm>
              <a:off x="2734218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4"/>
            <p:cNvSpPr/>
            <p:nvPr/>
          </p:nvSpPr>
          <p:spPr>
            <a:xfrm>
              <a:off x="2663597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5"/>
            <p:cNvSpPr/>
            <p:nvPr/>
          </p:nvSpPr>
          <p:spPr>
            <a:xfrm>
              <a:off x="2809331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6"/>
            <p:cNvSpPr/>
            <p:nvPr/>
          </p:nvSpPr>
          <p:spPr>
            <a:xfrm>
              <a:off x="3158001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17"/>
            <p:cNvSpPr/>
            <p:nvPr/>
          </p:nvSpPr>
          <p:spPr>
            <a:xfrm>
              <a:off x="3373157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18"/>
            <p:cNvSpPr/>
            <p:nvPr/>
          </p:nvSpPr>
          <p:spPr>
            <a:xfrm>
              <a:off x="3136056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19"/>
            <p:cNvSpPr/>
            <p:nvPr/>
          </p:nvSpPr>
          <p:spPr>
            <a:xfrm>
              <a:off x="3252824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0"/>
            <p:cNvSpPr/>
            <p:nvPr/>
          </p:nvSpPr>
          <p:spPr>
            <a:xfrm>
              <a:off x="3288632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1"/>
            <p:cNvSpPr/>
            <p:nvPr/>
          </p:nvSpPr>
          <p:spPr>
            <a:xfrm>
              <a:off x="3239008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2"/>
            <p:cNvSpPr/>
            <p:nvPr/>
          </p:nvSpPr>
          <p:spPr>
            <a:xfrm>
              <a:off x="3500511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3"/>
            <p:cNvSpPr/>
            <p:nvPr/>
          </p:nvSpPr>
          <p:spPr>
            <a:xfrm>
              <a:off x="3366918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4"/>
            <p:cNvSpPr/>
            <p:nvPr/>
          </p:nvSpPr>
          <p:spPr>
            <a:xfrm>
              <a:off x="3264844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5"/>
            <p:cNvSpPr/>
            <p:nvPr/>
          </p:nvSpPr>
          <p:spPr>
            <a:xfrm>
              <a:off x="3188536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6"/>
            <p:cNvSpPr/>
            <p:nvPr/>
          </p:nvSpPr>
          <p:spPr>
            <a:xfrm>
              <a:off x="3200478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27"/>
            <p:cNvSpPr/>
            <p:nvPr/>
          </p:nvSpPr>
          <p:spPr>
            <a:xfrm>
              <a:off x="3212560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28"/>
            <p:cNvSpPr/>
            <p:nvPr/>
          </p:nvSpPr>
          <p:spPr>
            <a:xfrm>
              <a:off x="3074205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29"/>
            <p:cNvSpPr/>
            <p:nvPr/>
          </p:nvSpPr>
          <p:spPr>
            <a:xfrm>
              <a:off x="2602462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0"/>
            <p:cNvSpPr/>
            <p:nvPr/>
          </p:nvSpPr>
          <p:spPr>
            <a:xfrm>
              <a:off x="2574484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1"/>
            <p:cNvSpPr/>
            <p:nvPr/>
          </p:nvSpPr>
          <p:spPr>
            <a:xfrm>
              <a:off x="2735538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2"/>
            <p:cNvSpPr/>
            <p:nvPr/>
          </p:nvSpPr>
          <p:spPr>
            <a:xfrm>
              <a:off x="2957795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3"/>
            <p:cNvSpPr/>
            <p:nvPr/>
          </p:nvSpPr>
          <p:spPr>
            <a:xfrm>
              <a:off x="2919491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4"/>
            <p:cNvSpPr/>
            <p:nvPr/>
          </p:nvSpPr>
          <p:spPr>
            <a:xfrm>
              <a:off x="2984938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5"/>
            <p:cNvSpPr/>
            <p:nvPr/>
          </p:nvSpPr>
          <p:spPr>
            <a:xfrm>
              <a:off x="3072647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6"/>
            <p:cNvSpPr/>
            <p:nvPr/>
          </p:nvSpPr>
          <p:spPr>
            <a:xfrm>
              <a:off x="2705061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37"/>
            <p:cNvSpPr/>
            <p:nvPr/>
          </p:nvSpPr>
          <p:spPr>
            <a:xfrm>
              <a:off x="2224442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38"/>
            <p:cNvSpPr/>
            <p:nvPr/>
          </p:nvSpPr>
          <p:spPr>
            <a:xfrm>
              <a:off x="2450680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39"/>
            <p:cNvSpPr/>
            <p:nvPr/>
          </p:nvSpPr>
          <p:spPr>
            <a:xfrm>
              <a:off x="2338819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0"/>
            <p:cNvSpPr/>
            <p:nvPr/>
          </p:nvSpPr>
          <p:spPr>
            <a:xfrm>
              <a:off x="3198023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1"/>
            <p:cNvSpPr/>
            <p:nvPr/>
          </p:nvSpPr>
          <p:spPr>
            <a:xfrm>
              <a:off x="3157061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2"/>
            <p:cNvSpPr/>
            <p:nvPr/>
          </p:nvSpPr>
          <p:spPr>
            <a:xfrm>
              <a:off x="3370322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3"/>
            <p:cNvSpPr/>
            <p:nvPr/>
          </p:nvSpPr>
          <p:spPr>
            <a:xfrm>
              <a:off x="3488531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4"/>
            <p:cNvSpPr/>
            <p:nvPr/>
          </p:nvSpPr>
          <p:spPr>
            <a:xfrm>
              <a:off x="3475269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5"/>
            <p:cNvSpPr/>
            <p:nvPr/>
          </p:nvSpPr>
          <p:spPr>
            <a:xfrm>
              <a:off x="3402637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6"/>
            <p:cNvSpPr/>
            <p:nvPr/>
          </p:nvSpPr>
          <p:spPr>
            <a:xfrm>
              <a:off x="3447234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47"/>
            <p:cNvSpPr/>
            <p:nvPr/>
          </p:nvSpPr>
          <p:spPr>
            <a:xfrm>
              <a:off x="3559002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48"/>
            <p:cNvSpPr/>
            <p:nvPr/>
          </p:nvSpPr>
          <p:spPr>
            <a:xfrm>
              <a:off x="3600856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49"/>
            <p:cNvSpPr/>
            <p:nvPr/>
          </p:nvSpPr>
          <p:spPr>
            <a:xfrm>
              <a:off x="3688656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0"/>
            <p:cNvSpPr/>
            <p:nvPr/>
          </p:nvSpPr>
          <p:spPr>
            <a:xfrm>
              <a:off x="3776138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1"/>
            <p:cNvSpPr/>
            <p:nvPr/>
          </p:nvSpPr>
          <p:spPr>
            <a:xfrm>
              <a:off x="3630701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2"/>
            <p:cNvSpPr/>
            <p:nvPr/>
          </p:nvSpPr>
          <p:spPr>
            <a:xfrm>
              <a:off x="3775199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3"/>
            <p:cNvSpPr/>
            <p:nvPr/>
          </p:nvSpPr>
          <p:spPr>
            <a:xfrm>
              <a:off x="3938763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4"/>
            <p:cNvSpPr/>
            <p:nvPr/>
          </p:nvSpPr>
          <p:spPr>
            <a:xfrm>
              <a:off x="3670659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5"/>
            <p:cNvSpPr/>
            <p:nvPr/>
          </p:nvSpPr>
          <p:spPr>
            <a:xfrm>
              <a:off x="3999864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6"/>
            <p:cNvSpPr/>
            <p:nvPr/>
          </p:nvSpPr>
          <p:spPr>
            <a:xfrm>
              <a:off x="3919993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57"/>
            <p:cNvSpPr/>
            <p:nvPr/>
          </p:nvSpPr>
          <p:spPr>
            <a:xfrm>
              <a:off x="3222282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58"/>
            <p:cNvSpPr/>
            <p:nvPr/>
          </p:nvSpPr>
          <p:spPr>
            <a:xfrm>
              <a:off x="3912465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59"/>
            <p:cNvSpPr/>
            <p:nvPr/>
          </p:nvSpPr>
          <p:spPr>
            <a:xfrm>
              <a:off x="3327380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0"/>
            <p:cNvSpPr/>
            <p:nvPr/>
          </p:nvSpPr>
          <p:spPr>
            <a:xfrm>
              <a:off x="3250150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1"/>
            <p:cNvSpPr/>
            <p:nvPr/>
          </p:nvSpPr>
          <p:spPr>
            <a:xfrm>
              <a:off x="3012724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2"/>
            <p:cNvSpPr/>
            <p:nvPr/>
          </p:nvSpPr>
          <p:spPr>
            <a:xfrm>
              <a:off x="2917173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3"/>
            <p:cNvSpPr/>
            <p:nvPr/>
          </p:nvSpPr>
          <p:spPr>
            <a:xfrm>
              <a:off x="2906235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4"/>
            <p:cNvSpPr/>
            <p:nvPr/>
          </p:nvSpPr>
          <p:spPr>
            <a:xfrm>
              <a:off x="2790086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5"/>
            <p:cNvSpPr/>
            <p:nvPr/>
          </p:nvSpPr>
          <p:spPr>
            <a:xfrm>
              <a:off x="2303573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6"/>
            <p:cNvSpPr/>
            <p:nvPr/>
          </p:nvSpPr>
          <p:spPr>
            <a:xfrm>
              <a:off x="2493460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67"/>
            <p:cNvSpPr/>
            <p:nvPr/>
          </p:nvSpPr>
          <p:spPr>
            <a:xfrm>
              <a:off x="2369556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68"/>
            <p:cNvSpPr/>
            <p:nvPr/>
          </p:nvSpPr>
          <p:spPr>
            <a:xfrm>
              <a:off x="2384466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69"/>
            <p:cNvSpPr/>
            <p:nvPr/>
          </p:nvSpPr>
          <p:spPr>
            <a:xfrm>
              <a:off x="3116544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0"/>
            <p:cNvSpPr/>
            <p:nvPr/>
          </p:nvSpPr>
          <p:spPr>
            <a:xfrm>
              <a:off x="3232393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1"/>
            <p:cNvSpPr/>
            <p:nvPr/>
          </p:nvSpPr>
          <p:spPr>
            <a:xfrm>
              <a:off x="2928170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2"/>
            <p:cNvSpPr/>
            <p:nvPr/>
          </p:nvSpPr>
          <p:spPr>
            <a:xfrm>
              <a:off x="3568683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3"/>
            <p:cNvSpPr/>
            <p:nvPr/>
          </p:nvSpPr>
          <p:spPr>
            <a:xfrm>
              <a:off x="3358991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4"/>
            <p:cNvSpPr/>
            <p:nvPr/>
          </p:nvSpPr>
          <p:spPr>
            <a:xfrm>
              <a:off x="2696755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5"/>
            <p:cNvSpPr/>
            <p:nvPr/>
          </p:nvSpPr>
          <p:spPr>
            <a:xfrm>
              <a:off x="2639907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6"/>
            <p:cNvSpPr/>
            <p:nvPr/>
          </p:nvSpPr>
          <p:spPr>
            <a:xfrm>
              <a:off x="2808906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77"/>
            <p:cNvSpPr/>
            <p:nvPr/>
          </p:nvSpPr>
          <p:spPr>
            <a:xfrm>
              <a:off x="3256024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78"/>
            <p:cNvSpPr/>
            <p:nvPr/>
          </p:nvSpPr>
          <p:spPr>
            <a:xfrm>
              <a:off x="3809664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79"/>
            <p:cNvSpPr/>
            <p:nvPr/>
          </p:nvSpPr>
          <p:spPr>
            <a:xfrm>
              <a:off x="3814103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0"/>
            <p:cNvSpPr/>
            <p:nvPr/>
          </p:nvSpPr>
          <p:spPr>
            <a:xfrm>
              <a:off x="3799024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1"/>
            <p:cNvSpPr/>
            <p:nvPr/>
          </p:nvSpPr>
          <p:spPr>
            <a:xfrm>
              <a:off x="3950703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2"/>
            <p:cNvSpPr/>
            <p:nvPr/>
          </p:nvSpPr>
          <p:spPr>
            <a:xfrm>
              <a:off x="3318750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3"/>
            <p:cNvSpPr/>
            <p:nvPr/>
          </p:nvSpPr>
          <p:spPr>
            <a:xfrm>
              <a:off x="3203698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4"/>
            <p:cNvSpPr/>
            <p:nvPr/>
          </p:nvSpPr>
          <p:spPr>
            <a:xfrm>
              <a:off x="3474816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5"/>
            <p:cNvSpPr/>
            <p:nvPr/>
          </p:nvSpPr>
          <p:spPr>
            <a:xfrm>
              <a:off x="3518289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6"/>
            <p:cNvSpPr/>
            <p:nvPr/>
          </p:nvSpPr>
          <p:spPr>
            <a:xfrm>
              <a:off x="3382609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87"/>
            <p:cNvSpPr/>
            <p:nvPr/>
          </p:nvSpPr>
          <p:spPr>
            <a:xfrm>
              <a:off x="3375246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88"/>
            <p:cNvSpPr/>
            <p:nvPr/>
          </p:nvSpPr>
          <p:spPr>
            <a:xfrm>
              <a:off x="3209500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89"/>
            <p:cNvSpPr/>
            <p:nvPr/>
          </p:nvSpPr>
          <p:spPr>
            <a:xfrm>
              <a:off x="3078105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0"/>
            <p:cNvSpPr/>
            <p:nvPr/>
          </p:nvSpPr>
          <p:spPr>
            <a:xfrm>
              <a:off x="2947464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1"/>
            <p:cNvSpPr/>
            <p:nvPr/>
          </p:nvSpPr>
          <p:spPr>
            <a:xfrm>
              <a:off x="2770860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2"/>
            <p:cNvSpPr/>
            <p:nvPr/>
          </p:nvSpPr>
          <p:spPr>
            <a:xfrm>
              <a:off x="2676267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3"/>
            <p:cNvSpPr/>
            <p:nvPr/>
          </p:nvSpPr>
          <p:spPr>
            <a:xfrm>
              <a:off x="2385665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4"/>
            <p:cNvSpPr/>
            <p:nvPr/>
          </p:nvSpPr>
          <p:spPr>
            <a:xfrm>
              <a:off x="3375249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5"/>
            <p:cNvSpPr/>
            <p:nvPr/>
          </p:nvSpPr>
          <p:spPr>
            <a:xfrm>
              <a:off x="3415850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6"/>
            <p:cNvSpPr/>
            <p:nvPr/>
          </p:nvSpPr>
          <p:spPr>
            <a:xfrm>
              <a:off x="2081669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197"/>
            <p:cNvSpPr/>
            <p:nvPr/>
          </p:nvSpPr>
          <p:spPr>
            <a:xfrm>
              <a:off x="2160254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198"/>
            <p:cNvSpPr/>
            <p:nvPr/>
          </p:nvSpPr>
          <p:spPr>
            <a:xfrm>
              <a:off x="3151019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199"/>
            <p:cNvSpPr/>
            <p:nvPr/>
          </p:nvSpPr>
          <p:spPr>
            <a:xfrm>
              <a:off x="2452618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0"/>
            <p:cNvSpPr/>
            <p:nvPr/>
          </p:nvSpPr>
          <p:spPr>
            <a:xfrm>
              <a:off x="2822995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1"/>
            <p:cNvSpPr/>
            <p:nvPr/>
          </p:nvSpPr>
          <p:spPr>
            <a:xfrm>
              <a:off x="2891497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7" name=""/>
          <p:cNvSpPr>
            <a:spLocks noGrp="1"/>
          </p:cNvSpPr>
          <p:nvPr>
            </p:nvPr>
        </p:nvSpPr>
        <p:spPr>
          <a:xfrm>
            <a:off x="6178144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452464" y="1508760"/>
            <a:ext cx="54511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452464" y="1746504"/>
            <a:ext cx="545119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67 zonas</a:t>
            </a:r>
          </a:p>
        </p:txBody>
      </p:sp>
      <p:grpSp xmlns:pic="http://schemas.openxmlformats.org/drawingml/2006/picture">
        <p:nvGrpSpPr>
          <p:cNvPr id="210" name=""/>
          <p:cNvGrpSpPr/>
          <p:nvPr/>
        </p:nvGrpSpPr>
        <p:grpSpPr>
          <a:xfrm>
            <a:off x="6452464" y="2057400"/>
            <a:ext cx="5451196" cy="3630168"/>
            <a:chOff x="6452464" y="2057400"/>
            <a:chExt cx="5451196" cy="3630168"/>
          </a:xfrm>
        </p:grpSpPr>
        <p:sp>
          <p:nvSpPr>
            <p:cNvPr id="211" name="pg3"/>
            <p:cNvSpPr/>
            <p:nvPr/>
          </p:nvSpPr>
          <p:spPr>
            <a:xfrm>
              <a:off x="9183088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4"/>
            <p:cNvSpPr/>
            <p:nvPr/>
          </p:nvSpPr>
          <p:spPr>
            <a:xfrm>
              <a:off x="8766493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5"/>
            <p:cNvSpPr/>
            <p:nvPr/>
          </p:nvSpPr>
          <p:spPr>
            <a:xfrm>
              <a:off x="8691943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6"/>
            <p:cNvSpPr/>
            <p:nvPr/>
          </p:nvSpPr>
          <p:spPr>
            <a:xfrm>
              <a:off x="8607447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7"/>
            <p:cNvSpPr/>
            <p:nvPr/>
          </p:nvSpPr>
          <p:spPr>
            <a:xfrm>
              <a:off x="8534414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8"/>
            <p:cNvSpPr/>
            <p:nvPr/>
          </p:nvSpPr>
          <p:spPr>
            <a:xfrm>
              <a:off x="8452059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9"/>
            <p:cNvSpPr/>
            <p:nvPr/>
          </p:nvSpPr>
          <p:spPr>
            <a:xfrm>
              <a:off x="7469072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0"/>
            <p:cNvSpPr/>
            <p:nvPr/>
          </p:nvSpPr>
          <p:spPr>
            <a:xfrm>
              <a:off x="7753615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1"/>
            <p:cNvSpPr/>
            <p:nvPr/>
          </p:nvSpPr>
          <p:spPr>
            <a:xfrm>
              <a:off x="8654385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2"/>
            <p:cNvSpPr/>
            <p:nvPr/>
          </p:nvSpPr>
          <p:spPr>
            <a:xfrm>
              <a:off x="8912029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3"/>
            <p:cNvSpPr/>
            <p:nvPr/>
          </p:nvSpPr>
          <p:spPr>
            <a:xfrm>
              <a:off x="9202669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4"/>
            <p:cNvSpPr/>
            <p:nvPr/>
          </p:nvSpPr>
          <p:spPr>
            <a:xfrm>
              <a:off x="9022150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5"/>
            <p:cNvSpPr/>
            <p:nvPr/>
          </p:nvSpPr>
          <p:spPr>
            <a:xfrm>
              <a:off x="8897974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16"/>
            <p:cNvSpPr/>
            <p:nvPr/>
          </p:nvSpPr>
          <p:spPr>
            <a:xfrm>
              <a:off x="8219953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17"/>
            <p:cNvSpPr/>
            <p:nvPr/>
          </p:nvSpPr>
          <p:spPr>
            <a:xfrm>
              <a:off x="7530394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18"/>
            <p:cNvSpPr/>
            <p:nvPr/>
          </p:nvSpPr>
          <p:spPr>
            <a:xfrm>
              <a:off x="8359925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19"/>
            <p:cNvSpPr/>
            <p:nvPr/>
          </p:nvSpPr>
          <p:spPr>
            <a:xfrm>
              <a:off x="8796403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0"/>
            <p:cNvSpPr/>
            <p:nvPr/>
          </p:nvSpPr>
          <p:spPr>
            <a:xfrm>
              <a:off x="8992610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1"/>
            <p:cNvSpPr/>
            <p:nvPr/>
          </p:nvSpPr>
          <p:spPr>
            <a:xfrm>
              <a:off x="9404951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"/>
            <p:cNvSpPr/>
            <p:nvPr/>
          </p:nvSpPr>
          <p:spPr>
            <a:xfrm>
              <a:off x="8811874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"/>
            <p:cNvSpPr/>
            <p:nvPr/>
          </p:nvSpPr>
          <p:spPr>
            <a:xfrm>
              <a:off x="9266927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4"/>
            <p:cNvSpPr/>
            <p:nvPr/>
          </p:nvSpPr>
          <p:spPr>
            <a:xfrm>
              <a:off x="9104719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5"/>
            <p:cNvSpPr/>
            <p:nvPr/>
          </p:nvSpPr>
          <p:spPr>
            <a:xfrm>
              <a:off x="9067242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6"/>
            <p:cNvSpPr/>
            <p:nvPr/>
          </p:nvSpPr>
          <p:spPr>
            <a:xfrm>
              <a:off x="9301603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7"/>
            <p:cNvSpPr/>
            <p:nvPr/>
          </p:nvSpPr>
          <p:spPr>
            <a:xfrm>
              <a:off x="9102573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8"/>
            <p:cNvSpPr/>
            <p:nvPr/>
          </p:nvSpPr>
          <p:spPr>
            <a:xfrm>
              <a:off x="8891656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9"/>
            <p:cNvSpPr/>
            <p:nvPr/>
          </p:nvSpPr>
          <p:spPr>
            <a:xfrm>
              <a:off x="8739399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0"/>
            <p:cNvSpPr/>
            <p:nvPr/>
          </p:nvSpPr>
          <p:spPr>
            <a:xfrm>
              <a:off x="8725581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1"/>
            <p:cNvSpPr/>
            <p:nvPr/>
          </p:nvSpPr>
          <p:spPr>
            <a:xfrm>
              <a:off x="9335494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2"/>
            <p:cNvSpPr/>
            <p:nvPr/>
          </p:nvSpPr>
          <p:spPr>
            <a:xfrm>
              <a:off x="9498407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3"/>
            <p:cNvSpPr/>
            <p:nvPr/>
          </p:nvSpPr>
          <p:spPr>
            <a:xfrm>
              <a:off x="9530372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4"/>
            <p:cNvSpPr/>
            <p:nvPr/>
          </p:nvSpPr>
          <p:spPr>
            <a:xfrm>
              <a:off x="9945819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5"/>
            <p:cNvSpPr/>
            <p:nvPr/>
          </p:nvSpPr>
          <p:spPr>
            <a:xfrm>
              <a:off x="9978125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36"/>
            <p:cNvSpPr/>
            <p:nvPr/>
          </p:nvSpPr>
          <p:spPr>
            <a:xfrm>
              <a:off x="10519085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37"/>
            <p:cNvSpPr/>
            <p:nvPr/>
          </p:nvSpPr>
          <p:spPr>
            <a:xfrm>
              <a:off x="10246828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38"/>
            <p:cNvSpPr/>
            <p:nvPr/>
          </p:nvSpPr>
          <p:spPr>
            <a:xfrm>
              <a:off x="9588397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39"/>
            <p:cNvSpPr/>
            <p:nvPr/>
          </p:nvSpPr>
          <p:spPr>
            <a:xfrm>
              <a:off x="9389456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0"/>
            <p:cNvSpPr/>
            <p:nvPr/>
          </p:nvSpPr>
          <p:spPr>
            <a:xfrm>
              <a:off x="9749833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1"/>
            <p:cNvSpPr/>
            <p:nvPr/>
          </p:nvSpPr>
          <p:spPr>
            <a:xfrm>
              <a:off x="9765954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2"/>
            <p:cNvSpPr/>
            <p:nvPr/>
          </p:nvSpPr>
          <p:spPr>
            <a:xfrm>
              <a:off x="9590220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3"/>
            <p:cNvSpPr/>
            <p:nvPr/>
          </p:nvSpPr>
          <p:spPr>
            <a:xfrm>
              <a:off x="7668207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4"/>
            <p:cNvSpPr/>
            <p:nvPr/>
          </p:nvSpPr>
          <p:spPr>
            <a:xfrm>
              <a:off x="8164580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5"/>
            <p:cNvSpPr/>
            <p:nvPr/>
          </p:nvSpPr>
          <p:spPr>
            <a:xfrm>
              <a:off x="8608506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46"/>
            <p:cNvSpPr/>
            <p:nvPr/>
          </p:nvSpPr>
          <p:spPr>
            <a:xfrm>
              <a:off x="7522280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47"/>
            <p:cNvSpPr/>
            <p:nvPr/>
          </p:nvSpPr>
          <p:spPr>
            <a:xfrm>
              <a:off x="8438357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48"/>
            <p:cNvSpPr/>
            <p:nvPr/>
          </p:nvSpPr>
          <p:spPr>
            <a:xfrm>
              <a:off x="8584470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49"/>
            <p:cNvSpPr/>
            <p:nvPr/>
          </p:nvSpPr>
          <p:spPr>
            <a:xfrm>
              <a:off x="9255736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0"/>
            <p:cNvSpPr/>
            <p:nvPr/>
          </p:nvSpPr>
          <p:spPr>
            <a:xfrm>
              <a:off x="8838547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1"/>
            <p:cNvSpPr/>
            <p:nvPr/>
          </p:nvSpPr>
          <p:spPr>
            <a:xfrm>
              <a:off x="10303758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2"/>
            <p:cNvSpPr/>
            <p:nvPr/>
          </p:nvSpPr>
          <p:spPr>
            <a:xfrm>
              <a:off x="10449444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3"/>
            <p:cNvSpPr/>
            <p:nvPr/>
          </p:nvSpPr>
          <p:spPr>
            <a:xfrm>
              <a:off x="10017647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4"/>
            <p:cNvSpPr/>
            <p:nvPr/>
          </p:nvSpPr>
          <p:spPr>
            <a:xfrm>
              <a:off x="10066619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5"/>
            <p:cNvSpPr/>
            <p:nvPr/>
          </p:nvSpPr>
          <p:spPr>
            <a:xfrm>
              <a:off x="10089155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56"/>
            <p:cNvSpPr/>
            <p:nvPr/>
          </p:nvSpPr>
          <p:spPr>
            <a:xfrm>
              <a:off x="8924833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57"/>
            <p:cNvSpPr/>
            <p:nvPr/>
          </p:nvSpPr>
          <p:spPr>
            <a:xfrm>
              <a:off x="8385278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58"/>
            <p:cNvSpPr/>
            <p:nvPr/>
          </p:nvSpPr>
          <p:spPr>
            <a:xfrm>
              <a:off x="9701467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59"/>
            <p:cNvSpPr/>
            <p:nvPr/>
          </p:nvSpPr>
          <p:spPr>
            <a:xfrm>
              <a:off x="9617691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0"/>
            <p:cNvSpPr/>
            <p:nvPr/>
          </p:nvSpPr>
          <p:spPr>
            <a:xfrm>
              <a:off x="9652278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1"/>
            <p:cNvSpPr/>
            <p:nvPr/>
          </p:nvSpPr>
          <p:spPr>
            <a:xfrm>
              <a:off x="9280419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2"/>
            <p:cNvSpPr/>
            <p:nvPr/>
          </p:nvSpPr>
          <p:spPr>
            <a:xfrm>
              <a:off x="10404076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3"/>
            <p:cNvSpPr/>
            <p:nvPr/>
          </p:nvSpPr>
          <p:spPr>
            <a:xfrm>
              <a:off x="8548648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4"/>
            <p:cNvSpPr/>
            <p:nvPr/>
          </p:nvSpPr>
          <p:spPr>
            <a:xfrm>
              <a:off x="9685577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5"/>
            <p:cNvSpPr/>
            <p:nvPr/>
          </p:nvSpPr>
          <p:spPr>
            <a:xfrm>
              <a:off x="7904567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66"/>
            <p:cNvSpPr/>
            <p:nvPr/>
          </p:nvSpPr>
          <p:spPr>
            <a:xfrm>
              <a:off x="10108938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67"/>
            <p:cNvSpPr/>
            <p:nvPr/>
          </p:nvSpPr>
          <p:spPr>
            <a:xfrm>
              <a:off x="7588138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68"/>
            <p:cNvSpPr/>
            <p:nvPr/>
          </p:nvSpPr>
          <p:spPr>
            <a:xfrm>
              <a:off x="10133854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69"/>
            <p:cNvSpPr/>
            <p:nvPr/>
          </p:nvSpPr>
          <p:spPr>
            <a:xfrm>
              <a:off x="9945435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8" name=""/>
          <p:cNvSpPr>
            <a:spLocks noGrp="1"/>
          </p:cNvSpPr>
          <p:nvPr>
            </p:nvPr>
        </p:nvSpPr>
        <p:spPr>
          <a:xfrm>
            <a:off x="2966822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3076550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5360010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5469738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7803998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7913726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966822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966822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8" name=""/>
          <p:cNvSpPr>
            <a:spLocks noGrp="1"/>
          </p:cNvSpPr>
          <p:nvPr>
            </p:nvPr>
        </p:nvSpPr>
        <p:spPr>
          <a:xfrm>
            <a:off x="452628" y="2057400"/>
            <a:ext cx="11451031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9" name=""/>
          <p:cNvSpPr>
            <a:spLocks noGrp="1"/>
          </p:cNvSpPr>
          <p:nvPr>
            </p:nvPr>
        </p:nvSpPr>
        <p:spPr>
          <a:xfrm>
            <a:off x="452628" y="18745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31.81 x 10.08 cm</a:t>
            </a:r>
          </a:p>
        </p:txBody>
      </p:sp>
      <p:sp>
        <p:nvSpPr>
          <p:cNvPr id="30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seis actores, bases filtradas, cohortes y bases chicas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12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12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de 26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de 26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18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12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17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 de 26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PARTICIÓN CON SEIS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respuestas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 de 18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60273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383133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593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3886200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de 12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422452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4453128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21538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4507992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de 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291840" y="48463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926080" y="507492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respuestas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424160" y="48371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424160" y="5129784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 de 26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815084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924812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132072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241800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5661660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771388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49948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059676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012936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122664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1815084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1815084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ACTORES, DOS MIRADAS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1022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3590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1710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4278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2398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4966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30868" y="19659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56548" y="169164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42348" y="166420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02082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92980" y="2167128"/>
            <a:ext cx="4437888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01540" y="208483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39428" y="208483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42348" y="202082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+26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587752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694676" y="2734056"/>
            <a:ext cx="153619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03236" y="2651760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139428" y="26517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642348" y="25877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154680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036052" y="3300984"/>
            <a:ext cx="11948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944612" y="3218688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139428" y="32186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42348" y="3154680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+7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721608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182612" y="3867912"/>
            <a:ext cx="85344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91172" y="3785616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944612" y="378561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42348" y="3721608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288536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523988" y="4434840"/>
            <a:ext cx="5120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32548" y="4352544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44612" y="435254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642348" y="4288536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 pts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855464"/>
            <a:ext cx="33832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11924" y="5001768"/>
            <a:ext cx="136550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85988" y="4919472"/>
            <a:ext cx="182880" cy="182880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0484" y="491947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42348" y="4855464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 pts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3357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43298" y="582472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(autopercepción)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755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87286" y="582472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 (evaluación)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competencia. Base: 314 egresados y 15 empleadores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(Top Two Box de egresados frente a empleadores) + tabla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33570" y="5824728"/>
            <a:ext cx="4473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33570" y="5641848"/>
            <a:ext cx="4473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12.43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110228" y="2011680"/>
            <a:ext cx="512064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110228" y="1828800"/>
            <a:ext cx="5120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dumbbell, eje 70 a 100 %, 14.22 x 9.45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ENTRE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42442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5010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1606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4174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0770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338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99348" y="1874520"/>
            <a:ext cx="5486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25028" y="160020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9476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705" y="2093976"/>
            <a:ext cx="135331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43393" y="20208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28409" y="20208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81721" y="20208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24963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0422" y="2642616"/>
            <a:ext cx="3044952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793078" y="25694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748126" y="25694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01438" y="25694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04495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642409" y="3191256"/>
            <a:ext cx="5413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101438" y="311810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30775" y="311810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60113" y="311810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5935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33418" y="373989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4782" y="366674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778094" y="366674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951122" y="366674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1422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24428" y="4288536"/>
            <a:ext cx="148864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30775" y="421538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342132" y="4215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86454" y="421538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69087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424428" y="4837176"/>
            <a:ext cx="182697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169103" y="476402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342132" y="476402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523951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27425" y="5385816"/>
            <a:ext cx="202997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48126" y="531266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545129" y="531266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2794" y="5312664"/>
            <a:ext cx="164592" cy="164592"/>
          </a:xfrm>
          <a:prstGeom prst="ellipse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67986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77714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103874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1360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92162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501890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puntos por actor en cada opción (dot plot), ordenado por el promedio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424428" y="1920240"/>
            <a:ext cx="676656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424428" y="173736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por actor, eje 0 a 75 %, 18.80 x 10.67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67986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67986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FILTRO Y SUBPREGUNTA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440619" y="196596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(20)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78144" y="2315210"/>
            <a:ext cx="572551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(181)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97731" y="2607818"/>
            <a:ext cx="10305928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607818"/>
            <a:ext cx="1148761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577614" y="3046730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118053"/>
            <a:ext cx="1145103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121" y="3118053"/>
            <a:ext cx="20117" cy="7882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5180" y="3896208"/>
            <a:ext cx="2286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317788" y="3769106"/>
            <a:ext cx="7315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17788" y="4015994"/>
            <a:ext cx="7315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20 estudiantes que respondieron «Sí»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4134866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721606"/>
            <a:ext cx="14630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 (20)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25396" y="4651502"/>
            <a:ext cx="890900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4797806"/>
            <a:ext cx="88724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12638" y="4651502"/>
            <a:ext cx="4883490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12638" y="4797806"/>
            <a:ext cx="48798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92471" y="4651502"/>
            <a:ext cx="3109006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92471" y="4797806"/>
            <a:ext cx="31053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89259" y="479780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abajo): p_slide_2_graficos_vertical con dicotómica + subpregunta y cuña que une el segmento «Sí» con su desglose (H50)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965960"/>
            <a:ext cx="11451031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31.81 x 2.85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025396" y="4454906"/>
            <a:ext cx="8872423" cy="868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272026"/>
            <a:ext cx="8872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24.65 x 2.41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965960"/>
            <a:ext cx="11451031" cy="325247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7830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desglose conectado: el segmento «Sí» se abre en su subpregunta, 31.81 x 9.03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 AL COSTADO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205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70148" y="310896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92908" y="3521710"/>
            <a:ext cx="22402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(179)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5101" y="3814318"/>
            <a:ext cx="389808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814318"/>
            <a:ext cx="58613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006340" y="3814318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06340" y="4251401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77663" y="3814318"/>
            <a:ext cx="20117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77663" y="4032860"/>
            <a:ext cx="114620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179 que trabajan de manera dependiente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11032" y="2478024"/>
            <a:ext cx="5923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39966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11032" y="3118104"/>
            <a:ext cx="118471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32324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11032" y="3758184"/>
            <a:ext cx="162898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7659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11032" y="4398264"/>
            <a:ext cx="1480896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28504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11032" y="5038344"/>
            <a:ext cx="229538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042997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11032" y="5678424"/>
            <a:ext cx="222134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69742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conectado, al costado): dicotómica + p_barras_agrupadas ordinal y cuña desde el segmento «Sí» (H50, H51)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108960"/>
            <a:ext cx="4480560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2926080"/>
            <a:ext cx="4480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12.45 x 3.23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11032" y="2286000"/>
            <a:ext cx="2570836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711032" y="2103120"/>
            <a:ext cx="257083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7.14 x 10.67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SOBRE VARIAS CATEGORÍAS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y relación del trabajo con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situación laboral actual?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05812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48356" y="2286000"/>
            <a:ext cx="161160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96539" y="2313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909316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Independiente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48356" y="2889504"/>
            <a:ext cx="55786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42796" y="2916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413760"/>
            <a:ext cx="228600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Dependiente e independiente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48356" y="3493008"/>
            <a:ext cx="247940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32872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116324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Busca empleo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48356" y="4096512"/>
            <a:ext cx="46488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349819" y="4123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719828"/>
            <a:ext cx="228600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trabaja ni busca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8356" y="4700016"/>
            <a:ext cx="21694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1879" y="47274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45763" y="228600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45763" y="3802075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7086" y="2286000"/>
            <a:ext cx="20117" cy="153619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17086" y="3044038"/>
            <a:ext cx="10524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916936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carrera?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06744" y="3154680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los 139 que trabajan, en cualquiera de las tres modalidades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40619" y="3602736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06744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(113)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155201" y="3951986"/>
            <a:ext cx="2748458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(26)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859245" y="4244594"/>
            <a:ext cx="1044414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06744" y="4244594"/>
            <a:ext cx="4456159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subpregunta, 139 que trabajan. La llave agrupa las tres respuestas que la habilitan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(desglose conectado): p_barras_agrupadas + llave sobre las categorías que habilitan la subpregunta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8356" y="2148840"/>
            <a:ext cx="2479396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8356" y="196596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0.91 cm, 6.89 x 8.38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3602736"/>
            <a:ext cx="5496916" cy="102590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06744" y="3419856"/>
            <a:ext cx="54969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15.27 x 2.85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llave abraza las tres categorías que habilitan la subpregunta, 31.81 x 10.67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BASES POR COHORTE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1079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3939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7520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298066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77675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926080" y="400535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 respuestas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51802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926080" y="4746623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 respuestas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8150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24812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1320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418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661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7713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9499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059676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0129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1226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815084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815084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30068" y="2112264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85250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0068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296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12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30068" y="2880360"/>
            <a:ext cx="132304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26265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12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52628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30068" y="3264408"/>
            <a:ext cx="88203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85250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84184" y="2112264"/>
            <a:ext cx="14700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327386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12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84184" y="2496312"/>
            <a:ext cx="220507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12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06744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784184" y="2880360"/>
            <a:ext cx="73502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9236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de 12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44468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 (7)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0068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 (5)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10458" y="5221097"/>
            <a:ext cx="199705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5221097"/>
            <a:ext cx="276148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autoridades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40674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98584" y="4626864"/>
            <a:ext cx="1463040" cy="31369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9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 (5)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84184" y="4928489"/>
            <a:ext cx="23774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 (7)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03793" y="5221097"/>
            <a:ext cx="2757830" cy="31089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21097"/>
            <a:ext cx="2000707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626864"/>
            <a:ext cx="4754880" cy="905129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406744" y="4443984"/>
            <a:ext cx="47548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13.21 x 2.51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CHICA EN CUATRO PANELES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80390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87268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16856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 de 26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87268" y="2496312"/>
            <a:ext cx="1064851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25271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2880360"/>
            <a:ext cx="35495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15370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de 26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06744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241384" y="211226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de 26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41384" y="2496312"/>
            <a:ext cx="110429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18826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06744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41384" y="2880360"/>
            <a:ext cx="828218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4275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4590288"/>
            <a:ext cx="1472387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280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 de 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87268" y="4974336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016856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87268" y="5358384"/>
            <a:ext cx="920242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280662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de 26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87268" y="5742432"/>
            <a:ext cx="736194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96614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de 26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3986784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224528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 empleadores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41384" y="4590288"/>
            <a:ext cx="903510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18046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 de 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06744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41384" y="4974336"/>
            <a:ext cx="1355265" cy="21945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69801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de 26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06744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41384" y="5358384"/>
            <a:ext cx="165643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de 26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EN TABLA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1138428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5A6480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38428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IV.2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 con otra redacción, «Otros», todos los números, ítems largos y cortos, láminas mixtas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UTILIDAD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43193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0407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777267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874803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874803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74336" y="2938811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874803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59168" y="2938811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3611341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54880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9472" y="3708877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72885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10528" y="3708877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10528" y="3772885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86416" y="370887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0836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131552" y="363572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427221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4445415"/>
            <a:ext cx="4073652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542951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9744" y="4542951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64024" y="4606959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358384" y="4542951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358384" y="4606959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59168" y="4542951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59168" y="4606959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826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2374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347212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352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445000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4076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7388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1117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221476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5905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700264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103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237484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237484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COMPETENCIA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0347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956816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95681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19472" y="19659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956816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965960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31690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44568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39572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59842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6517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744" y="26517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654296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65176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138928" y="266090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607808" y="2651760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607808" y="266090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82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9067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29336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809744" y="3346704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81728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346704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355848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388352" y="3346704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88352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3785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98830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0416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4041648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64024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03520" y="4041648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03520" y="4050792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2128" y="4041648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882128" y="4050792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4805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68325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11934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21662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19322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829050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401310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511038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7698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837426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816086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925814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011934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011934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IMPORTANCIA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respuestas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4183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5280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0495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159250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6553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5765038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68673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6977126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4096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519414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2418334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2418334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«NO HE USADO»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29718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26440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respuestas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424160" y="507492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424160" y="5367528"/>
            <a:ext cx="13716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de 25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50034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159762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3681222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3790950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982210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091938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181598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291326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685786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795514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050034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050034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SÍ, NO Y NO SABE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91840" y="17373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6080" y="196596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235915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26080" y="258775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298094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926080" y="320954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58444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84048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926080" y="406908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1,234 respuestas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446227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26080" y="4690872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148 respuestas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91840" y="508406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26080" y="531266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 respuestas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01362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11090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16550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26278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295238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04966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001362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001362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ORDINAL CON RESIDUAL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314 egresados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65476" y="2468880"/>
            <a:ext cx="23770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79084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65476" y="3182112"/>
            <a:ext cx="1939158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41210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65476" y="3895344"/>
            <a:ext cx="106340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76546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65476" y="4608576"/>
            <a:ext cx="562981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65033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665476" y="5321808"/>
            <a:ext cx="312767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014819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814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6744" y="150876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6744" y="174650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propia: 298 egresados que trabajan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6744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02472" y="2093976"/>
            <a:ext cx="221374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52794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06744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02472" y="2423160"/>
            <a:ext cx="1299373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8420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06744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802472" y="2752344"/>
            <a:ext cx="673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512796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06744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802472" y="3081528"/>
            <a:ext cx="288749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127797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6744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02472" y="3410712"/>
            <a:ext cx="240625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79672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406744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802472" y="3739896"/>
            <a:ext cx="96250" cy="256032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5297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406744" y="4251960"/>
            <a:ext cx="5496916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4389120"/>
            <a:ext cx="549691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06744" y="4626864"/>
            <a:ext cx="549691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298 egresados que trabajan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13752" y="5239512"/>
            <a:ext cx="69339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79433" y="5239512"/>
            <a:ext cx="299224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974999" y="5239512"/>
            <a:ext cx="1350125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974999" y="5257800"/>
            <a:ext cx="13464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321467" y="5239512"/>
            <a:ext cx="1547169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321467" y="5257800"/>
            <a:ext cx="1543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864979" y="5239512"/>
            <a:ext cx="32841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641106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353984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1730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27216" y="5166360"/>
            <a:ext cx="2400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774608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875912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88091" y="5166360"/>
            <a:ext cx="9330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665476" y="2240280"/>
            <a:ext cx="2662276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665476" y="2057400"/>
            <a:ext cx="266227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7.40 x 9.91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802472" y="2057400"/>
            <a:ext cx="2479396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802472" y="1874520"/>
            <a:ext cx="247939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6.89 x 5.49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613752" y="5029200"/>
            <a:ext cx="3284068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13752" y="4846320"/>
            <a:ext cx="328406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9.12 x 1.78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LOS NÚMEROS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174 egresados que usan IA. Los porcentajes pueden sumar más de 100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4588" y="2386584"/>
            <a:ext cx="567867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74699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04588" y="3063240"/>
            <a:ext cx="745684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41712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04588" y="3739896"/>
            <a:ext cx="630963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26991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04588" y="4416552"/>
            <a:ext cx="401522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9755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04588" y="5093208"/>
            <a:ext cx="57360" cy="32918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53388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04588" y="5769864"/>
            <a:ext cx="57360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853388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04588" y="2377440"/>
            <a:ext cx="5736031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04588" y="2194560"/>
            <a:ext cx="5736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15.93 x 11.28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APARTE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73352"/>
            <a:ext cx="493776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19556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367028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proyectos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57400"/>
            <a:ext cx="428462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9556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41448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9556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67028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aplicaciones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25496"/>
            <a:ext cx="363147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9556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67028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Planificador de mantenimiento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209544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9556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67028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diseño mecánico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593592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19556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367028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tuberías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3977640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9556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67028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61688"/>
            <a:ext cx="16720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9556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67028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mecánico intermedio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9556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367028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Asesor técnico comercial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9556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367028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Comprador corporativo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9556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367028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Consultor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6744" y="167335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73672" y="160020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21144" y="160020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comercial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406744" y="205740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73672" y="198424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1144" y="198424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Ejecutivo de riesgos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06744" y="244144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973672" y="236829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321144" y="236829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comercial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6744" y="282549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73672" y="275234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21144" y="275234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 de proyectos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406744" y="320954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3672" y="313639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321144" y="313639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Ingeniera de manufactura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06744" y="359359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973672" y="352044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321144" y="352044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estrategias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406744" y="3977640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973672" y="3904488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321144" y="3904488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mantenimiento mecánico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406744" y="4361688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973672" y="4288536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21144" y="4288536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planeamiento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06744" y="4745736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73672" y="4672584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21144" y="4672584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procesos de información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406744" y="5129784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73672" y="5056632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321144" y="5056632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soporte de producto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406744" y="5513832"/>
            <a:ext cx="101890" cy="1828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973672" y="5440680"/>
            <a:ext cx="3657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321144" y="5440680"/>
            <a:ext cx="4582516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Ingeniero de ventas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1600200"/>
            <a:ext cx="11451031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31.81 x 11.73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 DE UN ACTOR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178308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97396" y="2121408"/>
            <a:ext cx="43374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971445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97396" y="2542032"/>
            <a:ext cx="4038337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672309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97396" y="2962656"/>
            <a:ext cx="388876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522741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97396" y="3383280"/>
            <a:ext cx="3140929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74901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97396" y="3803904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77493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597396" y="4224528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77493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97396" y="4645152"/>
            <a:ext cx="2243521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877493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5065776"/>
            <a:ext cx="1944385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78357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97396" y="5486400"/>
            <a:ext cx="1346112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80084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597396" y="5907024"/>
            <a:ext cx="598272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244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2057400"/>
            <a:ext cx="4684471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1874520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10.52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597396" y="5843016"/>
            <a:ext cx="4684471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97396" y="5660136"/>
            <a:ext cx="468447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13.01 x 1.17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CONTEOS POR AÑO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9874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170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34466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6762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990588" y="16002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996428" y="16002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029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 Académica del Profesorado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735324" y="1993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58284" y="1993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170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8124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34466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4204" y="19933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6762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27164" y="1993392"/>
            <a:ext cx="74980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990588" y="2029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96428" y="2029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87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Facultad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73532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9874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5828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170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81244" y="24505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4466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04204" y="24505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6762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27164" y="2450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0588" y="2487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96428" y="2487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29443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73532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9874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5828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170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38124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4466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204204" y="29077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16762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7164" y="29077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990588" y="29443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96428" y="29443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34015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Universidad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35324" y="33649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9874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58284" y="33649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170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38124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4466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204204" y="3364992"/>
            <a:ext cx="749808" cy="402336"/>
          </a:xfrm>
          <a:prstGeom prst="rect">
            <a:avLst/>
          </a:prstGeom>
          <a:solidFill>
            <a:srgbClr val="314579">
              <a:alpha val="100000"/>
            </a:srgbClr>
          </a:solidFill>
          <a:ln w="3175" cap="rnd" cmpd="sng">
            <a:solidFill>
              <a:srgbClr val="31457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6762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27164" y="33649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990588" y="34015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996428" y="34015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8587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 de Posgrado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73532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58284" y="38221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38124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4466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04204" y="3822192"/>
            <a:ext cx="749808" cy="402336"/>
          </a:xfrm>
          <a:prstGeom prst="rect">
            <a:avLst/>
          </a:prstGeom>
          <a:solidFill>
            <a:srgbClr val="5A6B96">
              <a:alpha val="100000"/>
            </a:srgbClr>
          </a:solidFill>
          <a:ln w="3175" cap="rnd" cmpd="sng">
            <a:solidFill>
              <a:srgbClr val="5A6B9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16762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27164" y="38221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90588" y="38587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96428" y="38587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3159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Vicerrectorado Académico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73532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9874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58284" y="42793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170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38124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34466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4204" y="42793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167628" y="43159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027164" y="42793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996428" y="43159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77316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Otras entidades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73532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58284" y="4736592"/>
            <a:ext cx="749808" cy="402336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8124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34466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204204" y="4736592"/>
            <a:ext cx="749808" cy="402336"/>
          </a:xfrm>
          <a:prstGeom prst="rect">
            <a:avLst/>
          </a:prstGeom>
          <a:solidFill>
            <a:srgbClr val="ACB7D0">
              <a:alpha val="100000"/>
            </a:srgbClr>
          </a:solidFill>
          <a:ln w="3175" cap="rnd" cmpd="sng">
            <a:solidFill>
              <a:srgbClr val="ACB7D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16762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027164" y="4736592"/>
            <a:ext cx="749808" cy="402336"/>
          </a:xfrm>
          <a:prstGeom prst="rect">
            <a:avLst/>
          </a:prstGeom>
          <a:solidFill>
            <a:srgbClr val="8391B3">
              <a:alpha val="100000"/>
            </a:srgbClr>
          </a:solidFill>
          <a:ln w="3175" cap="rnd" cmpd="sng">
            <a:solidFill>
              <a:srgbClr val="8391B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90588" y="477316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996428" y="477316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698748" y="5212080"/>
            <a:ext cx="521208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5276088"/>
            <a:ext cx="301752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369874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170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34466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16762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90588" y="5276088"/>
            <a:ext cx="82296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10828" y="1508760"/>
            <a:ext cx="7315" cy="42062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230868" y="1508760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230868" y="1801368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pregunta registra hechos con fecha y cada persona puede marcar varios: quién intervino y en qué año.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230868" y="2822448"/>
            <a:ext cx="26727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una matriz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230868" y="3115056"/>
            <a:ext cx="2672791" cy="883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pocos casos y se cuentan, no se porcentúan. La matriz muestra dónde y cuándo se concentran.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matriz de conteos con total por año (heatmap), en vez de columnas de 9 colores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3698748" y="1965960"/>
            <a:ext cx="4114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3698748" y="1783080"/>
            <a:ext cx="4114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conteos, celda 0,9 x 0,5 in, 11.43 x 8.89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019976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2486720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486720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46320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8112" y="2486720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68112" y="2577760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85632" y="2486720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485632" y="257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2486720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241356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4381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576152"/>
            <a:ext cx="4073652" cy="12801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042896"/>
            <a:ext cx="223114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74336" y="4042896"/>
            <a:ext cx="991210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74336" y="413393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61888" y="4042896"/>
            <a:ext cx="285658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961888" y="413393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814816" y="4042896"/>
            <a:ext cx="1320394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814816" y="4133936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4042896"/>
            <a:ext cx="109728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5912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72000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180930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396974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15084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24812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32072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241800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61660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771388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49948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59676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12936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22664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815084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15084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LARGAS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2287524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699004"/>
            <a:ext cx="4073652" cy="1478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3264408"/>
            <a:ext cx="332842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99432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3264408"/>
            <a:ext cx="132039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84064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3264408"/>
            <a:ext cx="258226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00800" y="335584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9408" y="3264408"/>
            <a:ext cx="1100938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979408" y="3355848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76688" y="3264408"/>
            <a:ext cx="164592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3498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319125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15084" y="4515612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24812" y="4451604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32072" y="4515612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41800" y="44516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61660" y="4515612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71388" y="4451604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49948" y="4515612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059676" y="4451604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12936" y="4515612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22664" y="4451604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699004"/>
            <a:ext cx="5486400" cy="1478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2516124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4.11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15084" y="4451604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15084" y="4268724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ETIQUETAS CORTAS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6631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258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461260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51460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514600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52374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77840" y="2514600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77840" y="252374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59952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759952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6416" y="251460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83169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44568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20836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131552" y="244144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295351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156204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320954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73752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468112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468112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046720" y="3209544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046720" y="3218688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57232" y="3209544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729216" y="321868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6484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851148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390448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390448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391363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852160" y="3904488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852160" y="3913632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05088" y="3904488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705088" y="3913632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59122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72000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4546092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754880" y="4599432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81728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248656" y="4599432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8656" y="460857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729984" y="4599432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729984" y="4608576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144000" y="4599432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144000" y="4608576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131552" y="4599432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8093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131552" y="4526280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38944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503834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5241036"/>
            <a:ext cx="4073652" cy="2895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596134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705862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227322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337050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528310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638038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27698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83742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231886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341614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596134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596134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OTRA PREGUNTA, OTROS ACTORES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17013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40512" y="2404872"/>
            <a:ext cx="66956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40512" y="2374011"/>
            <a:ext cx="6659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06414" y="2404872"/>
            <a:ext cx="449850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06414" y="2374011"/>
            <a:ext cx="44948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01257" y="2404872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1257" y="2374011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649252" y="2404872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649252" y="2374011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651787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64666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574036" y="2946654"/>
            <a:ext cx="50308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03709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073463" y="2946654"/>
            <a:ext cx="1501939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073463" y="2915793"/>
            <a:ext cx="14982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71744" y="2946654"/>
            <a:ext cx="283374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1744" y="2915793"/>
            <a:ext cx="283008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401830" y="2946654"/>
            <a:ext cx="158517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01830" y="2915793"/>
            <a:ext cx="15815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83349" y="2946654"/>
            <a:ext cx="1914470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83349" y="2915793"/>
            <a:ext cx="1914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o No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4768596"/>
            <a:ext cx="597461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574036" y="4738878"/>
            <a:ext cx="59709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44995" y="4768596"/>
            <a:ext cx="3358664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544995" y="4738878"/>
            <a:ext cx="33586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5129784"/>
            <a:ext cx="662769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574036" y="5100066"/>
            <a:ext cx="66240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198068" y="5129784"/>
            <a:ext cx="2705591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198068" y="5100066"/>
            <a:ext cx="27055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5490972"/>
            <a:ext cx="8213726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574036" y="5461254"/>
            <a:ext cx="82100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784104" y="5490972"/>
            <a:ext cx="1119555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784104" y="5461254"/>
            <a:ext cx="11195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765646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875374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380834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0562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574036" y="4649724"/>
            <a:ext cx="932962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574036" y="4466844"/>
            <a:ext cx="9329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25.92 x 3.01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765646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765646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MIXTA: MISMOS ACTORES, OTRA ESCALA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404872"/>
            <a:ext cx="3366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204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906987" y="2404872"/>
            <a:ext cx="141870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06987" y="2374011"/>
            <a:ext cx="14150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22030" y="2404872"/>
            <a:ext cx="433202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22030" y="2374011"/>
            <a:ext cx="43283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50398" y="2404872"/>
            <a:ext cx="2084603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50398" y="2374011"/>
            <a:ext cx="20809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31344" y="2404872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09095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88091" y="2331720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946654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23749" y="2946654"/>
            <a:ext cx="1168987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23749" y="2915793"/>
            <a:ext cx="11653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989079" y="2946654"/>
            <a:ext cx="4581738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89079" y="2915793"/>
            <a:ext cx="45780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67160" y="2946654"/>
            <a:ext cx="216784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67160" y="2915793"/>
            <a:ext cx="2164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731344" y="2946654"/>
            <a:ext cx="16647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693406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406285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809095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88091" y="2873502"/>
            <a:ext cx="2649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966314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076042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83302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393030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12890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922618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01178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10906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64166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73894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82676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963924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4201668"/>
            <a:ext cx="1145103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 de satisfacción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574036" y="4860036"/>
            <a:ext cx="419847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62091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990225" y="4860036"/>
            <a:ext cx="125222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990225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8793" y="4860036"/>
            <a:ext cx="3666122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238793" y="4829175"/>
            <a:ext cx="36624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901257" y="4860036"/>
            <a:ext cx="1751652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901257" y="4829175"/>
            <a:ext cx="17479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649252" y="4860036"/>
            <a:ext cx="1248567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649252" y="4829175"/>
            <a:ext cx="1248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5401818"/>
            <a:ext cx="253371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23749" y="5401818"/>
            <a:ext cx="1002512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23749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822603" y="5401818"/>
            <a:ext cx="408231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822603" y="5370957"/>
            <a:ext cx="40786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901257" y="5401818"/>
            <a:ext cx="200136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01257" y="5370957"/>
            <a:ext cx="19977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98965" y="5401818"/>
            <a:ext cx="998854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98965" y="5370957"/>
            <a:ext cx="9988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693406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6285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201264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3310992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832452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942180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133440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243168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332828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42556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837016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946744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574036" y="2194560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574036" y="201168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966314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966314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574036" y="4649724"/>
            <a:ext cx="8323783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574036" y="4466844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23.12 x 3.01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201264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201264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pública, estudios cuasi-experimentales, monitoreo, encuestas en aulas y estudios por olas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452628" y="2011680"/>
            <a:ext cx="8229600" cy="3931920"/>
            <a:chOff x="452628" y="2011680"/>
            <a:chExt cx="8229600" cy="3931920"/>
          </a:xfrm>
        </p:grpSpPr>
        <p:sp>
          <p:nvSpPr>
            <p:cNvPr id="6" name="rc3"/>
            <p:cNvSpPr/>
            <p:nvPr/>
          </p:nvSpPr>
          <p:spPr>
            <a:xfrm>
              <a:off x="710030" y="2547858"/>
              <a:ext cx="491204" cy="3110595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4"/>
            <p:cNvSpPr/>
            <p:nvPr/>
          </p:nvSpPr>
          <p:spPr>
            <a:xfrm>
              <a:off x="1432389" y="4103156"/>
              <a:ext cx="491204" cy="1555297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5"/>
            <p:cNvSpPr/>
            <p:nvPr/>
          </p:nvSpPr>
          <p:spPr>
            <a:xfrm>
              <a:off x="2154748" y="3584723"/>
              <a:ext cx="491204" cy="2073730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6"/>
            <p:cNvSpPr/>
            <p:nvPr/>
          </p:nvSpPr>
          <p:spPr>
            <a:xfrm>
              <a:off x="2877107" y="3757534"/>
              <a:ext cx="491204" cy="1900919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7"/>
            <p:cNvSpPr/>
            <p:nvPr/>
          </p:nvSpPr>
          <p:spPr>
            <a:xfrm>
              <a:off x="3599466" y="3066290"/>
              <a:ext cx="491204" cy="2592162"/>
            </a:xfrm>
            <a:prstGeom prst="rect">
              <a:avLst/>
            </a:prstGeom>
            <a:solidFill>
              <a:srgbClr val="8E9DB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8"/>
            <p:cNvSpPr/>
            <p:nvPr/>
          </p:nvSpPr>
          <p:spPr>
            <a:xfrm>
              <a:off x="4321825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9"/>
            <p:cNvSpPr/>
            <p:nvPr/>
          </p:nvSpPr>
          <p:spPr>
            <a:xfrm>
              <a:off x="5044185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0"/>
            <p:cNvSpPr/>
            <p:nvPr/>
          </p:nvSpPr>
          <p:spPr>
            <a:xfrm>
              <a:off x="5766544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1"/>
            <p:cNvSpPr/>
            <p:nvPr/>
          </p:nvSpPr>
          <p:spPr>
            <a:xfrm>
              <a:off x="6488903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2"/>
            <p:cNvSpPr/>
            <p:nvPr/>
          </p:nvSpPr>
          <p:spPr>
            <a:xfrm>
              <a:off x="7211262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3"/>
            <p:cNvSpPr/>
            <p:nvPr/>
          </p:nvSpPr>
          <p:spPr>
            <a:xfrm>
              <a:off x="7933621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tx14"/>
            <p:cNvSpPr/>
            <p:nvPr/>
          </p:nvSpPr>
          <p:spPr>
            <a:xfrm>
              <a:off x="790411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8" name="tx15"/>
            <p:cNvSpPr/>
            <p:nvPr/>
          </p:nvSpPr>
          <p:spPr>
            <a:xfrm>
              <a:off x="1558681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9" name="tx16"/>
            <p:cNvSpPr/>
            <p:nvPr/>
          </p:nvSpPr>
          <p:spPr>
            <a:xfrm>
              <a:off x="2235129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20" name="tx17"/>
            <p:cNvSpPr/>
            <p:nvPr/>
          </p:nvSpPr>
          <p:spPr>
            <a:xfrm>
              <a:off x="2957488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21" name="tx18"/>
            <p:cNvSpPr/>
            <p:nvPr/>
          </p:nvSpPr>
          <p:spPr>
            <a:xfrm>
              <a:off x="3679847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2" name="tx19"/>
            <p:cNvSpPr/>
            <p:nvPr/>
          </p:nvSpPr>
          <p:spPr>
            <a:xfrm>
              <a:off x="4402207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3" name="tx20"/>
            <p:cNvSpPr/>
            <p:nvPr/>
          </p:nvSpPr>
          <p:spPr>
            <a:xfrm>
              <a:off x="5170476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4" name="tx21"/>
            <p:cNvSpPr/>
            <p:nvPr/>
          </p:nvSpPr>
          <p:spPr>
            <a:xfrm>
              <a:off x="5892835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5" name="tx22"/>
            <p:cNvSpPr/>
            <p:nvPr/>
          </p:nvSpPr>
          <p:spPr>
            <a:xfrm>
              <a:off x="6615194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6" name="tx23"/>
            <p:cNvSpPr/>
            <p:nvPr/>
          </p:nvSpPr>
          <p:spPr>
            <a:xfrm>
              <a:off x="7337553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7" name="tx24"/>
            <p:cNvSpPr/>
            <p:nvPr/>
          </p:nvSpPr>
          <p:spPr>
            <a:xfrm>
              <a:off x="8059912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8" name="tx25"/>
            <p:cNvSpPr/>
            <p:nvPr/>
          </p:nvSpPr>
          <p:spPr>
            <a:xfrm>
              <a:off x="909722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1632081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2354440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307679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3799158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521517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5243876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5966235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6688594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7365043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7922383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9" name=""/>
          <p:cNvSpPr>
            <a:spLocks noGrp="1"/>
          </p:cNvSpPr>
          <p:nvPr>
            </p:nvPr>
        </p:nvSpPr>
        <p:spPr>
          <a:xfrm>
            <a:off x="452628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174650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entrevistados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8E9DBD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119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PÚBLICA: CRUCE POR EDAD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04622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26080" y="2274821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312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285834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26080" y="3086946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641 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67047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926080" y="3899070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247 respuestas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4825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926080" y="4711195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1,200 respuestas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310384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420112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7472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267200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687060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96788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975348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085076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568436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678164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310384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310384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CUASI-EXPERIMENTAL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331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588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047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304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6763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020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479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736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19588" y="2057400"/>
            <a:ext cx="5486" cy="347472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45268" y="17830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693908" y="1755648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214122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87868" y="2368296"/>
            <a:ext cx="8229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96428" y="228600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19388" y="22860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93908" y="222199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pts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00990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79408" y="3236976"/>
            <a:ext cx="34290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87968" y="315468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30868" y="315468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693908" y="309067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87858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41948" y="4105656"/>
            <a:ext cx="61722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0508" y="402336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67728" y="402336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395935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+9 pts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4747260"/>
            <a:ext cx="4206240" cy="4724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019288" y="4974336"/>
            <a:ext cx="137160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27848" y="4892040"/>
            <a:ext cx="182880" cy="182880"/>
          </a:xfrm>
          <a:prstGeom prst="ellipse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065008" y="489204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93908" y="4828032"/>
            <a:ext cx="14630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3146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441188" y="5824728"/>
            <a:ext cx="2255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 (99)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788148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97876" y="5824728"/>
            <a:ext cx="2306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 (90)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(brazo de intervención frente a comparación)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31460" y="5824728"/>
            <a:ext cx="4689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31460" y="5641848"/>
            <a:ext cx="4689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13.03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33188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33188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dumbbell por indicador, 15.24 x 9.65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MONITOREO POSDISTRIBUCIÓN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7598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17346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70948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50308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0308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52560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996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22508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0308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0308" y="2871216"/>
            <a:ext cx="4208069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322308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254996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922508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0308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0308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592056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254996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922508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0308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4443984"/>
            <a:ext cx="2211934" cy="27432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973568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54996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2508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0308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0308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592056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254996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922508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6010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85738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5698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345426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76010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176010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0308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0308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AULAS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87268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693908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87268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339328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93908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87268" y="2569464"/>
            <a:ext cx="432054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699248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93908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87268" y="3136392"/>
            <a:ext cx="38404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219188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693908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7268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99148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693908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87268" y="4270248"/>
            <a:ext cx="304038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19088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693908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87268" y="4837176"/>
            <a:ext cx="288036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259068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693908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87268" y="5404104"/>
            <a:ext cx="2400300" cy="2926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779008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693908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287268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87268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POR OLAS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5" name=""/>
          <p:cNvGrpSpPr/>
          <p:nvPr/>
        </p:nvGrpSpPr>
        <p:grpSpPr>
          <a:xfrm>
            <a:off x="818388" y="1600200"/>
            <a:ext cx="10607040" cy="4297680"/>
            <a:chOff x="818388" y="1600200"/>
            <a:chExt cx="10607040" cy="4297680"/>
          </a:xfrm>
        </p:grpSpPr>
        <p:sp>
          <p:nvSpPr>
            <p:cNvPr id="6" name="pl3"/>
            <p:cNvSpPr/>
            <p:nvPr/>
          </p:nvSpPr>
          <p:spPr>
            <a:xfrm>
              <a:off x="887977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4"/>
            <p:cNvSpPr/>
            <p:nvPr/>
          </p:nvSpPr>
          <p:spPr>
            <a:xfrm>
              <a:off x="887977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5"/>
            <p:cNvSpPr/>
            <p:nvPr/>
          </p:nvSpPr>
          <p:spPr>
            <a:xfrm>
              <a:off x="887977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6"/>
            <p:cNvSpPr/>
            <p:nvPr/>
          </p:nvSpPr>
          <p:spPr>
            <a:xfrm>
              <a:off x="887977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7"/>
            <p:cNvSpPr/>
            <p:nvPr/>
          </p:nvSpPr>
          <p:spPr>
            <a:xfrm>
              <a:off x="887977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8"/>
            <p:cNvSpPr/>
            <p:nvPr/>
          </p:nvSpPr>
          <p:spPr>
            <a:xfrm>
              <a:off x="887977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tx9"/>
            <p:cNvSpPr/>
            <p:nvPr/>
          </p:nvSpPr>
          <p:spPr>
            <a:xfrm>
              <a:off x="1029243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3" name="tx10"/>
            <p:cNvSpPr/>
            <p:nvPr/>
          </p:nvSpPr>
          <p:spPr>
            <a:xfrm>
              <a:off x="1029243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4" name="tx11"/>
            <p:cNvSpPr/>
            <p:nvPr/>
          </p:nvSpPr>
          <p:spPr>
            <a:xfrm>
              <a:off x="1029243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5" name="tx12"/>
            <p:cNvSpPr/>
            <p:nvPr/>
          </p:nvSpPr>
          <p:spPr>
            <a:xfrm>
              <a:off x="1029243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6" name="tx13"/>
            <p:cNvSpPr/>
            <p:nvPr/>
          </p:nvSpPr>
          <p:spPr>
            <a:xfrm>
              <a:off x="1029243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7" name="tx14"/>
            <p:cNvSpPr/>
            <p:nvPr/>
          </p:nvSpPr>
          <p:spPr>
            <a:xfrm>
              <a:off x="1029243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8" name="pl15"/>
            <p:cNvSpPr/>
            <p:nvPr/>
          </p:nvSpPr>
          <p:spPr>
            <a:xfrm>
              <a:off x="2167382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6"/>
            <p:cNvSpPr/>
            <p:nvPr/>
          </p:nvSpPr>
          <p:spPr>
            <a:xfrm>
              <a:off x="2167382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7"/>
            <p:cNvSpPr/>
            <p:nvPr/>
          </p:nvSpPr>
          <p:spPr>
            <a:xfrm>
              <a:off x="2105100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8"/>
            <p:cNvSpPr/>
            <p:nvPr/>
          </p:nvSpPr>
          <p:spPr>
            <a:xfrm>
              <a:off x="4431291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19"/>
            <p:cNvSpPr/>
            <p:nvPr/>
          </p:nvSpPr>
          <p:spPr>
            <a:xfrm>
              <a:off x="6757483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0"/>
            <p:cNvSpPr/>
            <p:nvPr/>
          </p:nvSpPr>
          <p:spPr>
            <a:xfrm>
              <a:off x="9083674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1"/>
            <p:cNvSpPr/>
            <p:nvPr/>
          </p:nvSpPr>
          <p:spPr>
            <a:xfrm>
              <a:off x="2105100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2"/>
            <p:cNvSpPr/>
            <p:nvPr/>
          </p:nvSpPr>
          <p:spPr>
            <a:xfrm>
              <a:off x="4431291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3"/>
            <p:cNvSpPr/>
            <p:nvPr/>
          </p:nvSpPr>
          <p:spPr>
            <a:xfrm>
              <a:off x="6757483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4"/>
            <p:cNvSpPr/>
            <p:nvPr/>
          </p:nvSpPr>
          <p:spPr>
            <a:xfrm>
              <a:off x="9083674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5"/>
            <p:cNvSpPr/>
            <p:nvPr/>
          </p:nvSpPr>
          <p:spPr>
            <a:xfrm>
              <a:off x="2014870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9" name="tx26"/>
            <p:cNvSpPr/>
            <p:nvPr/>
          </p:nvSpPr>
          <p:spPr>
            <a:xfrm>
              <a:off x="4341062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30" name="tx27"/>
            <p:cNvSpPr/>
            <p:nvPr/>
          </p:nvSpPr>
          <p:spPr>
            <a:xfrm>
              <a:off x="6667253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31" name="tx28"/>
            <p:cNvSpPr/>
            <p:nvPr/>
          </p:nvSpPr>
          <p:spPr>
            <a:xfrm>
              <a:off x="8993445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2" name="tx29"/>
            <p:cNvSpPr/>
            <p:nvPr/>
          </p:nvSpPr>
          <p:spPr>
            <a:xfrm>
              <a:off x="2014870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3" name="tx30"/>
            <p:cNvSpPr/>
            <p:nvPr/>
          </p:nvSpPr>
          <p:spPr>
            <a:xfrm>
              <a:off x="4341062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4" name="tx31"/>
            <p:cNvSpPr/>
            <p:nvPr/>
          </p:nvSpPr>
          <p:spPr>
            <a:xfrm>
              <a:off x="6667253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5" name="tx32"/>
            <p:cNvSpPr/>
            <p:nvPr/>
          </p:nvSpPr>
          <p:spPr>
            <a:xfrm>
              <a:off x="8993445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6" name="tx33"/>
            <p:cNvSpPr/>
            <p:nvPr/>
          </p:nvSpPr>
          <p:spPr>
            <a:xfrm>
              <a:off x="9518147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8E9DBD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7" name="tx34"/>
            <p:cNvSpPr/>
            <p:nvPr/>
          </p:nvSpPr>
          <p:spPr>
            <a:xfrm>
              <a:off x="9518147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8" name="tx35"/>
            <p:cNvSpPr/>
            <p:nvPr/>
          </p:nvSpPr>
          <p:spPr>
            <a:xfrm>
              <a:off x="1928882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9" name="tx36"/>
            <p:cNvSpPr/>
            <p:nvPr/>
          </p:nvSpPr>
          <p:spPr>
            <a:xfrm>
              <a:off x="4273454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40" name="tx37"/>
            <p:cNvSpPr/>
            <p:nvPr/>
          </p:nvSpPr>
          <p:spPr>
            <a:xfrm>
              <a:off x="6420599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41" name="tx38"/>
            <p:cNvSpPr/>
            <p:nvPr/>
          </p:nvSpPr>
          <p:spPr>
            <a:xfrm>
              <a:off x="8746790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18388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18388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Íconos, cajas, figuras y diagramas de la identidad: qué son, cuánto miden y cuándo se usan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126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3048290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73862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960221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650559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872152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4562490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84083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5474421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96014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386352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607945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7298284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519876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8210215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431807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9122146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43739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034077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55670" y="1851660"/>
            <a:ext cx="384048" cy="384048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10946008" y="2308860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0175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3048290" y="3396996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273862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960221" y="3396996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3650559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872152" y="3396996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4562490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784083" y="3396996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5474421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96014" y="3396996"/>
            <a:ext cx="384048" cy="384048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6386352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607945" y="3396996"/>
            <a:ext cx="384048" cy="384048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98284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519876" y="3396996"/>
            <a:ext cx="384048" cy="384048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8210215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4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431807" y="3396996"/>
            <a:ext cx="384048" cy="384048"/>
          </a:xfrm>
          <a:prstGeom prst="rect">
            <a:avLst/>
          </a:prstGeom>
        </p:spPr>
      </p:pic>
      <p:sp>
        <p:nvSpPr>
          <p:cNvPr id="45" name=""/>
          <p:cNvSpPr>
            <a:spLocks noGrp="1"/>
          </p:cNvSpPr>
          <p:nvPr>
            </p:nvPr>
        </p:nvSpPr>
        <p:spPr>
          <a:xfrm>
            <a:off x="9122146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43739" y="3396996"/>
            <a:ext cx="384048" cy="384048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10034077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8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55670" y="3396996"/>
            <a:ext cx="384048" cy="384048"/>
          </a:xfrm>
          <a:prstGeom prst="rect">
            <a:avLst/>
          </a:prstGeom>
        </p:spPr>
      </p:pic>
      <p:sp>
        <p:nvSpPr>
          <p:cNvPr id="49" name=""/>
          <p:cNvSpPr>
            <a:spLocks noGrp="1"/>
          </p:cNvSpPr>
          <p:nvPr>
            </p:nvPr>
        </p:nvSpPr>
        <p:spPr>
          <a:xfrm>
            <a:off x="10946008" y="3854196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456285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3048290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273862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960221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3650559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872152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4562490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784083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5474421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96014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6386352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607945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7298284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519876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8210215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431807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9122146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9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43739" y="4942332"/>
            <a:ext cx="384048" cy="384048"/>
          </a:xfrm>
          <a:prstGeom prst="rect">
            <a:avLst/>
          </a:prstGeom>
        </p:spPr>
      </p:pic>
      <p:sp>
        <p:nvSpPr>
          <p:cNvPr id="70" name=""/>
          <p:cNvSpPr>
            <a:spLocks noGrp="1"/>
          </p:cNvSpPr>
          <p:nvPr>
            </p:nvPr>
        </p:nvSpPr>
        <p:spPr>
          <a:xfrm>
            <a:off x="10034077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71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55670" y="4942332"/>
            <a:ext cx="384048" cy="384048"/>
          </a:xfrm>
          <a:prstGeom prst="rect">
            <a:avLst/>
          </a:prstGeom>
        </p:spPr>
      </p:pic>
      <p:sp>
        <p:nvSpPr>
          <p:cNvPr id="72" name=""/>
          <p:cNvSpPr>
            <a:spLocks noGrp="1"/>
          </p:cNvSpPr>
          <p:nvPr>
            </p:nvPr>
        </p:nvSpPr>
        <p:spPr>
          <a:xfrm>
            <a:off x="10946008" y="5399532"/>
            <a:ext cx="1003371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784348" y="1508760"/>
            <a:ext cx="911931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784348" y="1325880"/>
            <a:ext cx="911931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25.33 x 12.88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46847" y="2286000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4384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85246" y="2161642"/>
            <a:ext cx="523037" cy="523037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315386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326058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62121" y="2275759"/>
            <a:ext cx="294803" cy="294803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178144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178144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80256" y="2231136"/>
            <a:ext cx="384048" cy="38404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9040901" y="3108960"/>
            <a:ext cx="286275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40901" y="3410712"/>
            <a:ext cx="2862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4108" y="40233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4108" y="44805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4108" y="49377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2628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4108" y="5394960"/>
            <a:ext cx="1103955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874520"/>
            <a:ext cx="11451031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69164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31.81 x 4.83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828800"/>
            <a:ext cx="384048" cy="38404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955548" y="179222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55548" y="202996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628" y="2487168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55548" y="245059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5548" y="2688336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52628" y="3145536"/>
            <a:ext cx="384048" cy="38404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955548" y="3108960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55548" y="3346704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452628" y="3803904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955548" y="3767328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55548" y="4005072"/>
            <a:ext cx="300929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30598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22038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580047" y="1986808"/>
            <a:ext cx="342351" cy="342351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5244998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244998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22038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580047" y="2855488"/>
            <a:ext cx="342351" cy="342351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5244998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244998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22038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580047" y="3724168"/>
            <a:ext cx="342351" cy="342351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5244998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4998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00009" y="146304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91449" y="184708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94369" y="179222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91449" y="271576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94369" y="266090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91449" y="3584448"/>
            <a:ext cx="384048" cy="384048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8894369" y="3529584"/>
            <a:ext cx="300929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3438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162849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7548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1508760"/>
            <a:ext cx="11451031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31.81 x 8.38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485900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171700" y="1920240"/>
            <a:ext cx="384048" cy="384048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857500" y="1920240"/>
            <a:ext cx="384048" cy="384048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08496" y="2002536"/>
            <a:ext cx="219456" cy="21945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94296" y="1837944"/>
            <a:ext cx="548640" cy="548640"/>
          </a:xfrm>
          <a:prstGeom prst="rect">
            <a:avLst/>
          </a:prstGeom>
        </p:spPr>
      </p:pic>
      <p:pic>
        <p:nvPicPr>
          <p:cNvPr id="15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8080096" y="1956816"/>
            <a:ext cx="310896" cy="310896"/>
          </a:xfrm>
          <a:prstGeom prst="rect">
            <a:avLst/>
          </a:prstGeom>
        </p:spPr>
      </p:pic>
      <p:pic>
        <p:nvPicPr>
          <p:cNvPr id="16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765896" y="1883664"/>
            <a:ext cx="457200" cy="45720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2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21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0100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9537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6708496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862115" y="3527755"/>
            <a:ext cx="332842" cy="332842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00100" y="5010912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303020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08496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257136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805776" y="5010912"/>
            <a:ext cx="384048" cy="384048"/>
          </a:xfrm>
          <a:prstGeom prst="rect">
            <a:avLst/>
          </a:prstGeom>
        </p:spPr>
      </p:pic>
      <p:pic>
        <p:nvPicPr>
          <p:cNvPr id="36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354416" y="5010912"/>
            <a:ext cx="384048" cy="384048"/>
          </a:xfrm>
          <a:prstGeom prst="rect">
            <a:avLst/>
          </a:prstGeom>
        </p:spPr>
      </p:pic>
      <p:pic>
        <p:nvPicPr>
          <p:cNvPr id="37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903056" y="5010912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37360"/>
            <a:ext cx="35122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2304288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560320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22038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623206" y="1691640"/>
            <a:ext cx="3311042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391449" y="1737360"/>
            <a:ext cx="35122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391449" y="1975104"/>
            <a:ext cx="351221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91449" y="2423160"/>
            <a:ext cx="270440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095851" y="2423160"/>
            <a:ext cx="80780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23365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623365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550213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794102" y="4114800"/>
            <a:ext cx="1079297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794102" y="4681728"/>
            <a:ext cx="1079297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720950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22038" y="4069080"/>
            <a:ext cx="3512210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13478" y="4206240"/>
            <a:ext cx="332933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391449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67014" y="4336085"/>
            <a:ext cx="380390" cy="380390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9305849" y="4069080"/>
            <a:ext cx="259781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05849" y="4636008"/>
            <a:ext cx="259781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1737360"/>
            <a:ext cx="35122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155448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9.76 x 2.92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2038" y="1691640"/>
            <a:ext cx="3512210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22038" y="1508760"/>
            <a:ext cx="35122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9.76 x 3.30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623365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623365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794102" y="4114800"/>
            <a:ext cx="1079297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794102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3.00 x 2.92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05849" y="4069080"/>
            <a:ext cx="259781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05849" y="3886200"/>
            <a:ext cx="259781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7.22 x 2.92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31.81 x 12.88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04188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01698" y="2620670"/>
            <a:ext cx="427939" cy="427939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2464308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464308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75588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755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9321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548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504188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504188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316175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1268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27148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7148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544775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527048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6988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0126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1268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60604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1828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81828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600700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761988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61988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173468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73468" y="209397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761988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1988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173468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173468" y="2660904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1988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761988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173468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173468" y="3227832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61988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761988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173468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3468" y="3794760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1988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61988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173468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173468" y="4361688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761988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761988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173468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173468" y="4928616"/>
            <a:ext cx="4730191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2628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275588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275588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78508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63360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863944" y="1581912"/>
            <a:ext cx="49025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63944" y="2057400"/>
            <a:ext cx="490255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423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7850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7850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68214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8798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8798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58505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59089" y="2542032"/>
            <a:ext cx="320741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59089" y="3017520"/>
            <a:ext cx="320741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3383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78508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778508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20642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21226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21226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63360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863944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863944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06077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406661" y="3502152"/>
            <a:ext cx="235983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06661" y="3977640"/>
            <a:ext cx="2359838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3434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78508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78508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712098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2682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2682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6272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846856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46856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8044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81031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881031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621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915205" y="4462272"/>
            <a:ext cx="185129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915205" y="4937760"/>
            <a:ext cx="185129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733288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31.81 x 10.67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8001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1527048"/>
            <a:ext cx="274320" cy="27432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6708496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0100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91540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81648" y="1965960"/>
            <a:ext cx="4719676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08496" y="1892808"/>
            <a:ext cx="4719676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799936" y="2057400"/>
            <a:ext cx="453679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99923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01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3072384"/>
            <a:ext cx="274320" cy="27432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708496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0010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325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946550" y="3438144"/>
            <a:ext cx="1481785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08496" y="3438144"/>
            <a:ext cx="1481785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81721" y="3438144"/>
            <a:ext cx="1481785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54946" y="3438144"/>
            <a:ext cx="1481785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454456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4526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8001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361024" y="4617720"/>
            <a:ext cx="274320" cy="274320"/>
          </a:xfrm>
          <a:prstGeom prst="rect">
            <a:avLst/>
          </a:prstGeom>
        </p:spPr>
      </p:pic>
      <p:sp>
        <p:nvSpPr>
          <p:cNvPr id="29" name=""/>
          <p:cNvSpPr>
            <a:spLocks noGrp="1"/>
          </p:cNvSpPr>
          <p:nvPr>
            </p:nvPr>
        </p:nvSpPr>
        <p:spPr>
          <a:xfrm>
            <a:off x="6708496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0100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7260" y="5102352"/>
            <a:ext cx="444535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708496" y="4983480"/>
            <a:ext cx="4719676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635344" y="5001768"/>
            <a:ext cx="486598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32424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31.81 x 12.88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098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098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367028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367028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118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22038" y="2240280"/>
            <a:ext cx="425123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2731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43504" y="2240280"/>
            <a:ext cx="4602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1757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300091" y="2240280"/>
            <a:ext cx="1232931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00091" y="2286000"/>
            <a:ext cx="12292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529365" y="2240280"/>
            <a:ext cx="140488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29365" y="2286000"/>
            <a:ext cx="14048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00091" y="2011680"/>
            <a:ext cx="2634158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00091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91138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605740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30598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0598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91449" y="1828800"/>
            <a:ext cx="122927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0722" y="1828800"/>
            <a:ext cx="228293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91449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00606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91449" y="2211019"/>
            <a:ext cx="122927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996027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06086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43830" y="2505456"/>
            <a:ext cx="158049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243830" y="2624328"/>
            <a:ext cx="105366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300009" y="297180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300009" y="322783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4480560"/>
            <a:ext cx="739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872" y="4480560"/>
            <a:ext cx="3878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94" y="4480560"/>
            <a:ext cx="175976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7994" y="4526280"/>
            <a:ext cx="17561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314100" y="4480560"/>
            <a:ext cx="1650739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314100" y="4526280"/>
            <a:ext cx="16507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2264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142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4947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40433" y="4407408"/>
            <a:ext cx="36794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5766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6118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22038" y="4297680"/>
            <a:ext cx="351221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8144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330598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330598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91449" y="4480560"/>
            <a:ext cx="3512210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391449" y="4480560"/>
            <a:ext cx="2739524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7682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00009" y="5349240"/>
            <a:ext cx="36950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00009" y="5605272"/>
            <a:ext cx="369509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31.81 x 12.88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5508" y="1737360"/>
            <a:ext cx="111192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47434" y="1737360"/>
            <a:ext cx="206500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5508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2731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5508" y="2046427"/>
            <a:ext cx="111192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8141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1471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10927" y="2322576"/>
            <a:ext cx="1588465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10927" y="2441448"/>
            <a:ext cx="1111926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5508" y="2788920"/>
            <a:ext cx="317693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53201" y="2788920"/>
            <a:ext cx="794233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47434" y="2788920"/>
            <a:ext cx="1270772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018206" y="2788920"/>
            <a:ext cx="794233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06798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9678" y="2240280"/>
            <a:ext cx="40029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89972" y="2240280"/>
            <a:ext cx="93401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78853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78853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50176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50176" y="2367382"/>
            <a:ext cx="286814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298" y="1783080"/>
            <a:ext cx="1270772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32298" y="1901952"/>
            <a:ext cx="88954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32298" y="2148840"/>
            <a:ext cx="120088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298" y="2423160"/>
            <a:ext cx="8005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32298" y="2697480"/>
            <a:ext cx="100073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432298" y="2971800"/>
            <a:ext cx="533724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360969" y="1463040"/>
            <a:ext cx="3542690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43849" y="1737360"/>
            <a:ext cx="150904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543849" y="2011680"/>
            <a:ext cx="794233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543849" y="2286000"/>
            <a:ext cx="47654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543849" y="2560320"/>
            <a:ext cx="635386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543849" y="2834640"/>
            <a:ext cx="317693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195853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5853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67176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67176" y="2074774"/>
            <a:ext cx="24637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40623" y="1856232"/>
            <a:ext cx="10166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640623" y="1975104"/>
            <a:ext cx="71163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40623" y="2176272"/>
            <a:ext cx="864125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504748" y="2176272"/>
            <a:ext cx="216031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6118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315358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5358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69529" y="3630168"/>
            <a:ext cx="372557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69529" y="3922776"/>
            <a:ext cx="372557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2628" y="47091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6118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78198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995209" y="4846320"/>
            <a:ext cx="372557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52628" y="1463040"/>
            <a:ext cx="11451031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128016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31.81 x 5.71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61188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06826" y="1691640"/>
            <a:ext cx="2070750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315386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315386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61024" y="2057400"/>
            <a:ext cx="207075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69584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269584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315221" y="1691640"/>
            <a:ext cx="2070750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223781" y="2651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23781" y="2907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77640"/>
            <a:ext cx="2070750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06826" y="3977640"/>
            <a:ext cx="2070750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315386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315386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61024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69584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69584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15221" y="4343400"/>
            <a:ext cx="2070750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315221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6311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339167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23781" y="4937760"/>
            <a:ext cx="277131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223781" y="5193792"/>
            <a:ext cx="2771318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1508760"/>
            <a:ext cx="11451031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31.81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597731" y="2093976"/>
            <a:ext cx="9160825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231971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407536" y="1912925"/>
            <a:ext cx="380390" cy="380390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1780611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780611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44068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52217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697742" y="1912925"/>
            <a:ext cx="380390" cy="38039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407081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7081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742834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34274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12384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87948" y="1912925"/>
            <a:ext cx="380390" cy="380390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6361024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61024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33040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24480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102590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78155" y="1912925"/>
            <a:ext cx="380390" cy="38039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8651230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51230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323247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414687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392796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68361" y="1912925"/>
            <a:ext cx="380390" cy="380390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10941436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41436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3453" y="2578608"/>
            <a:ext cx="22902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893" y="2880360"/>
            <a:ext cx="210732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52628" y="4206240"/>
            <a:ext cx="2399934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81228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742834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971434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033040" y="4206240"/>
            <a:ext cx="2399934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61640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323247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1847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613453" y="4206240"/>
            <a:ext cx="2399934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42053" y="4325112"/>
            <a:ext cx="1924446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498348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2628" y="1508760"/>
            <a:ext cx="11451031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31.81 x 10.16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188" y="1783080"/>
            <a:ext cx="6879031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47188" y="2697480"/>
            <a:ext cx="562221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379130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47188" y="3611880"/>
            <a:ext cx="364402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00943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647188" y="4526280"/>
            <a:ext cx="15505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07487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5532120"/>
            <a:ext cx="114510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2628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2628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1508760"/>
            <a:ext cx="11451031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1325880"/>
            <a:ext cx="11451031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31.81 x 10.67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3611880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513503" y="3747943"/>
            <a:ext cx="294803" cy="294803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3063240" y="3675888"/>
            <a:ext cx="21945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377440" y="4251960"/>
            <a:ext cx="896112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377440" y="489204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en cinco situaciones, de 5 a 13 capítulos, y cuatro cierres con el logo centrado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77440" y="4160520"/>
            <a:ext cx="8961120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377440" y="397764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1.78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LOGO CON FILETE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84368" y="4736592"/>
            <a:ext cx="822960" cy="457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logo con filete (layout «Contraportada», logo centrado)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087368" y="1975104"/>
            <a:ext cx="4014216" cy="28346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087368" y="1792224"/>
            <a:ext cx="401421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filete, 11.15 x 7.87 cm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LOGO CON BANDA AL PIE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logo con banda al pie (layout «Contraportada», logo centrado)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LOGO CON EL NOMBRE DEL ESTUDIO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868680"/>
            <a:ext cx="926561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de la carrera de Contabilidad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1207008"/>
            <a:ext cx="926561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consolidado, setiembre de 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684368" y="1645920"/>
            <a:ext cx="82296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logo con el nombre del estudio (layout «Contraportada», logo centrado)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63040" y="868680"/>
            <a:ext cx="9265615" cy="354787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63040" y="685800"/>
            <a:ext cx="92656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arriba y logo, 25.74 x 9.86 cm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LOGO CON AGRADECIMIENTO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4828032"/>
            <a:ext cx="926561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Gracias a los docentes, estudiantes, egresados y personal administrativo que respondieron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logo con agradecimiento (layout «Contraportada», logo centrado)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75104"/>
            <a:ext cx="9265615" cy="32186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63040" y="1792224"/>
            <a:ext cx="92656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agradecimiento, 25.74 x 8.94 cm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8970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0060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1.26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2026-10-08T07:18:00Z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