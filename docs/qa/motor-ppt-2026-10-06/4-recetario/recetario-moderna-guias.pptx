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33" r:id="rId185"/>
    <p:sldId id="434" r:id="rId186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35" r:id="rId187"/>
    <p:sldId id="267" r:id="rId19"/>
    <p:sldId id="268" r:id="rId20"/>
    <p:sldId id="269" r:id="rId21"/>
    <p:sldId id="436" r:id="rId188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37" r:id="rId189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38" r:id="rId190"/>
    <p:sldId id="429" r:id="rId181"/>
    <p:sldId id="430" r:id="rId182"/>
    <p:sldId id="431" r:id="rId183"/>
    <p:sldId id="432" r:id="rId184"/>
    <p:sldId id="464" r:id="rId216"/>
    <p:sldId id="439" r:id="rId191"/>
    <p:sldId id="440" r:id="rId192"/>
    <p:sldId id="314" r:id="rId66"/>
    <p:sldId id="315" r:id="rId67"/>
    <p:sldId id="316" r:id="rId68"/>
    <p:sldId id="317" r:id="rId69"/>
    <p:sldId id="318" r:id="rId70"/>
    <p:sldId id="319" r:id="rId71"/>
    <p:sldId id="441" r:id="rId193"/>
    <p:sldId id="363" r:id="rId115"/>
    <p:sldId id="378" r:id="rId130"/>
    <p:sldId id="442" r:id="rId194"/>
    <p:sldId id="320" r:id="rId72"/>
    <p:sldId id="321" r:id="rId73"/>
    <p:sldId id="322" r:id="rId74"/>
    <p:sldId id="443" r:id="rId195"/>
    <p:sldId id="323" r:id="rId75"/>
    <p:sldId id="324" r:id="rId76"/>
    <p:sldId id="325" r:id="rId77"/>
    <p:sldId id="326" r:id="rId78"/>
    <p:sldId id="444" r:id="rId196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445" r:id="rId197"/>
    <p:sldId id="334" r:id="rId86"/>
    <p:sldId id="335" r:id="rId87"/>
    <p:sldId id="336" r:id="rId88"/>
    <p:sldId id="446" r:id="rId198"/>
    <p:sldId id="337" r:id="rId89"/>
    <p:sldId id="447" r:id="rId199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448" r:id="rId200"/>
    <p:sldId id="449" r:id="rId20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450" r:id="rId202"/>
    <p:sldId id="298" r:id="rId50"/>
    <p:sldId id="299" r:id="rId51"/>
    <p:sldId id="300" r:id="rId52"/>
    <p:sldId id="301" r:id="rId53"/>
    <p:sldId id="451" r:id="rId203"/>
    <p:sldId id="302" r:id="rId54"/>
    <p:sldId id="303" r:id="rId55"/>
    <p:sldId id="304" r:id="rId56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452" r:id="rId204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453" r:id="rId20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454" r:id="rId206"/>
    <p:sldId id="455" r:id="rId207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56" r:id="rId208"/>
    <p:sldId id="379" r:id="rId131"/>
    <p:sldId id="380" r:id="rId132"/>
    <p:sldId id="384" r:id="rId136"/>
    <p:sldId id="457" r:id="rId209"/>
    <p:sldId id="338" r:id="rId90"/>
    <p:sldId id="339" r:id="rId91"/>
    <p:sldId id="340" r:id="rId92"/>
    <p:sldId id="381" r:id="rId133"/>
    <p:sldId id="458" r:id="rId210"/>
    <p:sldId id="382" r:id="rId134"/>
    <p:sldId id="459" r:id="rId211"/>
    <p:sldId id="383" r:id="rId135"/>
    <p:sldId id="460" r:id="rId212"/>
    <p:sldId id="461" r:id="rId213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462" r:id="rId214"/>
    <p:sldId id="392" r:id="rId144"/>
    <p:sldId id="393" r:id="rId145"/>
    <p:sldId id="394" r:id="rId146"/>
    <p:sldId id="395" r:id="rId147"/>
    <p:sldId id="463" r:id="rId215"/>
    <p:sldId id="396" r:id="rId148"/>
    <p:sldId id="397" r:id="rId149"/>
    <p:sldId id="398" r:id="rId150"/>
    <p:sldId id="399" r:id="rId151"/>
    <p:sldId id="400" r:id="rId15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 la propuesta de diseño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31520" y="2103120"/>
            <a:ext cx="106984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29.72 x 1.91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y texto, Tres y cuatro gráficos, Población y cifras,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 la propuesta (no es una lámina del motor)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capítulos, 31.81 x 12.88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Principios de la propuesta (no es una lámina del motor)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508760"/>
            <a:ext cx="114510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principios, 31.81 x 9.14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161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169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174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391156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887242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24.65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390388" y="2240280"/>
            <a:ext cx="651327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390388" y="205740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18.09 x 2.85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15.04 x 10.08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peso de cada aspecto en la satisfacción general (regresión, análisis nuevo en Analítica)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52464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452464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8276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8276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26948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26948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681480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681480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452628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452628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7036308" y="1508760"/>
            <a:ext cx="48673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7036308" y="1325880"/>
            <a:ext cx="4867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13.52 x 2.92 cm</a:t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183</a:t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1056386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1056386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452628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452628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7950708" y="1508760"/>
            <a:ext cx="39529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7950708" y="1325880"/>
            <a:ext cx="3952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10.98 x 2.92 cm</a:t>
            </a:r>
          </a:p>
        </p:txBody>
      </p:sp>
      <p:sp>
        <p:nvSpPr>
          <p:cNvPr id="10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966822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966822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452628" y="2057400"/>
            <a:ext cx="1145103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452628" y="18745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31.81 x 10.08 cm</a:t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01260" y="1463040"/>
            <a:ext cx="214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0126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5.97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139428" y="1691640"/>
            <a:ext cx="2764231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39428" y="1508760"/>
            <a:ext cx="27642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7.68 x 5.84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299970" y="4983480"/>
            <a:ext cx="508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9970" y="4800600"/>
            <a:ext cx="508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14.12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890900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51502"/>
            <a:ext cx="4883490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12638" y="47978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51502"/>
            <a:ext cx="3109006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92471" y="47978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89259" y="47978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887242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24.65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916936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1546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40619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155201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59245" y="4244594"/>
            <a:ext cx="104441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4244594"/>
            <a:ext cx="445615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conectado): p_barras_agrupadas + llave sobre las categorías que habilitan la subpregunta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8356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8356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3602736"/>
            <a:ext cx="5496916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3419856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2.85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llave abraza las tres categorías que habilitan la subpregunta, 31.81 x 10.67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145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13752" y="5029200"/>
            <a:ext cx="328406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13752" y="4846320"/>
            <a:ext cx="32840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9.12 x 1.78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columna Bottom Two Box y fila Total separada (bloque_likert)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198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63040"/>
            <a:ext cx="11451031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31.81 x 5.71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16836" y="1965960"/>
            <a:ext cx="6016752" cy="263347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16836" y="1783080"/>
            <a:ext cx="60167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16.71 x 7.32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83330" y="475488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83330" y="45720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03920" y="1874520"/>
            <a:ext cx="3399739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03920" y="1691640"/>
            <a:ext cx="33997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9.44 x 5.08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primeras láminas de todo informe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partes de un todo y rankings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Promedios, cajas y rangos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 y mediciones en el tiempo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y 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texto, dos gráficos, principal y apoyo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y 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 y combinaciones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1 a 10, cruces y estudios por olas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frente a su meta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Prevalencias por facultad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2026-10-08T09:38:22Z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