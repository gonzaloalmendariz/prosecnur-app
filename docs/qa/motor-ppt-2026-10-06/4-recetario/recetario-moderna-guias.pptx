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9020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77588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96235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96235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77439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77439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20129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3882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67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64908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7628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97628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91362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91362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79527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79527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22914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43185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56064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908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48672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26543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4495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44495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27091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27091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16648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87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81586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35292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8170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64908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96519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9651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13.79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33844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33844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814785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14785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00638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200638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4134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70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47788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9711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33986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18341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8341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83064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83064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735757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35757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02067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4945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47788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42239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4223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15.06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36189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36189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26915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573305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520940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2833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30668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01034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01034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21088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20391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2833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630668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391156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5405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15405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1507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01048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30668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91156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95946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95946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224985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24985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438065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509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30668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391156" y="1874520"/>
            <a:ext cx="523951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691640"/>
            <a:ext cx="52395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14.55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313432"/>
            <a:ext cx="266947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340864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313432"/>
            <a:ext cx="496758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340864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313432"/>
            <a:ext cx="137886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340864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55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971800"/>
            <a:ext cx="1658301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999232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971800"/>
            <a:ext cx="312909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999232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971800"/>
            <a:ext cx="175022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999232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971800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999232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750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9245" y="4370832"/>
            <a:ext cx="285332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9245" y="4398264"/>
            <a:ext cx="2849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58909" y="4370832"/>
            <a:ext cx="4048341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058909" y="4398264"/>
            <a:ext cx="4044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03593" y="4370832"/>
            <a:ext cx="211426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03593" y="4398264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118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4713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8221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303955" y="5029200"/>
            <a:ext cx="560777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62475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1074" y="5029200"/>
            <a:ext cx="418205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1074" y="5056632"/>
            <a:ext cx="417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9467" y="5029200"/>
            <a:ext cx="2974959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9467" y="5056632"/>
            <a:ext cx="29713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010768" y="5029200"/>
            <a:ext cx="1207091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010768" y="5056632"/>
            <a:ext cx="12070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9189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72068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919246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25.53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7608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85755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755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49748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49748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371496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397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6854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6119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66681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7478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04155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338060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4545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47788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45364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1558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41558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88964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88964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10764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285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573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87975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93461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6356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2378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38060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4545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7788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46098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43880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81741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81741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27811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27811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60834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322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6099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48825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338060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04545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47788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77864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124493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124493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06375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106375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768023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768023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410023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42341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38060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04545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447788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77647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776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10.49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7507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9245" y="2267712"/>
            <a:ext cx="266947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9245" y="2267712"/>
            <a:ext cx="26658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75060" y="2267712"/>
            <a:ext cx="496758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75060" y="2267712"/>
            <a:ext cx="49639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38990" y="2267712"/>
            <a:ext cx="1378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118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4713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55205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81130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76944" y="2871216"/>
            <a:ext cx="165830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6944" y="2871216"/>
            <a:ext cx="1654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31587" y="2871216"/>
            <a:ext cx="3129095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31587" y="2871216"/>
            <a:ext cx="31254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57025" y="2871216"/>
            <a:ext cx="175022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57025" y="2871216"/>
            <a:ext cx="1746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03593" y="2871216"/>
            <a:ext cx="21142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919246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25.53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p_pie (dicotomía de un público)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87268" y="247954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87268" y="2845308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404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87268" y="368960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055364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614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87268" y="489966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415991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012948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sobre riel al 100%, 15.04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6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4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5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6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8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0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2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COBERTURA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7863840" cy="4526280"/>
            <a:chOff x="452628" y="1508760"/>
            <a:chExt cx="7863840" cy="4526280"/>
          </a:xfrm>
        </p:grpSpPr>
        <p:sp>
          <p:nvSpPr>
            <p:cNvPr id="6" name="rc3"/>
            <p:cNvSpPr/>
            <p:nvPr/>
          </p:nvSpPr>
          <p:spPr>
            <a:xfrm>
              <a:off x="1228717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266674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847465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960979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950532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926784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970999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988254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3059177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3020237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3053174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3125104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247533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3296380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406015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3473743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3575500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3593675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3612066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3577359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644642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707224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3662572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3697765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3559188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3448611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3473461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3541588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543426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455247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3327266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3554081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650353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665541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3780449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753969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3749196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3811318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3859335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888337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3931104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3980683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893268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3918602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886888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3998657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3966368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4021604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4085800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3918598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4010850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4104568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4135136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4242506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4300539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4254405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4164572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4435797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4437137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4514502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4551784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4588555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4619000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4607002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4596935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4618791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4597289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4729985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4762667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4741142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4789838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4809865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4832979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4846407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5002794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4926073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819894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859060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900705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951168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924011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880213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963090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857042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827885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843306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783125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737321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777926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737600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793214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815529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747740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4825399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4850384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4750912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4733209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4763102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4791864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4813825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843753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4016158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4145075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4242739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4331302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192160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11840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3652482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515101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606255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606046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693946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12488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407225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2394641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492877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2532125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2567685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2606046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2695099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2714797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2869137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2785818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2739236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2658673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610819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568275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487484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20384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591192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504380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452347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433655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54894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2586086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652696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578275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2651632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772542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2832487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2840599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2932619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2972131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060477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035728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2970933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11054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2860070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2640281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2906241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1960886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1953796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1893947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1879717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1950571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1861278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1954408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1860474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1869194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1880616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1971380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011154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1949324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1881626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1870819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1916871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1974715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2011866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014518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1949290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1839123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1862269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1941590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014821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2014179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2013840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1923469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1901688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1876891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1939870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2065062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015947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1941109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1910621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1875633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1901451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1940745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011229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1919453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1918355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864896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2902161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2808470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2930433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2916063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43490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998636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3006244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3003491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2943626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3086448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3107250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3129204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3205151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3183388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3105954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3045194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3066297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3098128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3026985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2954115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2911119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2853960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2774526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2749286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2626994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2760969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2823955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2857795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2869588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2933445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2966948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2994480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3041202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3016123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3047136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3164178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3024706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2965023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2885120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2878230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2806997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2853092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2825318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2785078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2761464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2707292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2667244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2716144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2622547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2724377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774391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843904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900458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956963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035198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98718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118197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3091202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3233457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3097264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3160784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3105257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983718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3063747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3070243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3076815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3001552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3043338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968107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917611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816603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857463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823039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78186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18143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683379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744929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817321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2864382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2938226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2917389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2952991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000704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075237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003673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2993489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2847996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2800742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2729770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2698024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2652042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530219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2635095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2662361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2601513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2539291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2461624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2504373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563099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524542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649441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750279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705463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794094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817760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710098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654465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568743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531504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582143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574815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650307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717878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819235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836535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932606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916128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910178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847111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907695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853282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692129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732476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700737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634191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575303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2582337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2642542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2722385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797005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885096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3000572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23053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2733168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2618231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685633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653071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17543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75496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67028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10864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26342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00687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16606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22111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024583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3087604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3156472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3187403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3165316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3270542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3100459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3401633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3404047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3134581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3478357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3395845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3071994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3243128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3219479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3082104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3169320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3165315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3326015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3461650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3505099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3471861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3382884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3046625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3162636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3304279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3226940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3219726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3180215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3204475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3265275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3288044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3335806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3383395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663416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796224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765299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857232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95325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3272389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3238287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3186555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3169009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3173550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3234421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3289322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3029034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953403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3068907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3139276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3123449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3457555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3122984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3249574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3293336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3284018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3372264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3343661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3312669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3364447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3339253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3329693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3373859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3381857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3235058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3236258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3209338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3176751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3141082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3120042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3100898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3167943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3262576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3230232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3196272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3132647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3061805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3039418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3030902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3015739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3118005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3240481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3221518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3127564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3190596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3188508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3073934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3007540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3007528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3073999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3066541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3173975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3274895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3292077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3294816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3245343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3250686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3181108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3171053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3070087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3041378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992057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3013559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3080655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3199168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3247862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3230011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3091142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006100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008899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56608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066238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286015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1791434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1762529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1687866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1756638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1824262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1812042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1771059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1727132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1734582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1678112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1766336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1759940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1692175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1590980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1549714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1569167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1505180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1499251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1560696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1642031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1667515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1738941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1823345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1711211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1623482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1587450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1682319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1740413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1802684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1821891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1778556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1708521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1630725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1543123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1496101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1523236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1544278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1588839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1624371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1676400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1725949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1804071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1752580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1814135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1800057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1846928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1849456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1930293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1970449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038530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034755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137723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151345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194344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160217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104792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066392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2071788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2047493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2030493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1965803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1853269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1893931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1883918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1845304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1770776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1745279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1802494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1834353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1875999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1955368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2037594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2089770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2150505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2176802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2241482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264234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1383066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1656495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1541337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1636888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1470407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2847416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379019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1839139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2479005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2978711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1383086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rc540"/>
            <p:cNvSpPr/>
            <p:nvPr/>
          </p:nvSpPr>
          <p:spPr>
            <a:xfrm>
              <a:off x="6193231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4" name="tx541"/>
            <p:cNvSpPr/>
            <p:nvPr/>
          </p:nvSpPr>
          <p:spPr>
            <a:xfrm>
              <a:off x="6271376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5" name="tx542"/>
            <p:cNvSpPr/>
            <p:nvPr/>
          </p:nvSpPr>
          <p:spPr>
            <a:xfrm>
              <a:off x="6271376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6" name="tx543"/>
            <p:cNvSpPr/>
            <p:nvPr/>
          </p:nvSpPr>
          <p:spPr>
            <a:xfrm>
              <a:off x="6271376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7" name="pg544"/>
            <p:cNvSpPr/>
            <p:nvPr/>
          </p:nvSpPr>
          <p:spPr>
            <a:xfrm>
              <a:off x="6254777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6254777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6254777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6254777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6254777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6254777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tx550"/>
            <p:cNvSpPr/>
            <p:nvPr/>
          </p:nvSpPr>
          <p:spPr>
            <a:xfrm>
              <a:off x="6432125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4" name="tx551"/>
            <p:cNvSpPr/>
            <p:nvPr/>
          </p:nvSpPr>
          <p:spPr>
            <a:xfrm>
              <a:off x="6432125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5" name="tx552"/>
            <p:cNvSpPr/>
            <p:nvPr/>
          </p:nvSpPr>
          <p:spPr>
            <a:xfrm>
              <a:off x="6432125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6" name="tx553"/>
            <p:cNvSpPr/>
            <p:nvPr/>
          </p:nvSpPr>
          <p:spPr>
            <a:xfrm>
              <a:off x="6432125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7" name="tx554"/>
            <p:cNvSpPr/>
            <p:nvPr/>
          </p:nvSpPr>
          <p:spPr>
            <a:xfrm>
              <a:off x="6432125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8" name="tx555"/>
            <p:cNvSpPr/>
            <p:nvPr/>
          </p:nvSpPr>
          <p:spPr>
            <a:xfrm>
              <a:off x="6432125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9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5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p_mapa_cobertura_territorial (dibujo del motor, contexto de prueba)</a:t>
            </a:r>
          </a:p>
        </p:txBody>
      </p:sp>
      <p:sp>
        <p:nvSpPr>
          <p:cNvPr id="5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3" name=""/>
          <p:cNvSpPr>
            <a:spLocks noGrp="1"/>
          </p:cNvSpPr>
          <p:nvPr>
            </p:nvPr>
        </p:nvSpPr>
        <p:spPr>
          <a:xfrm>
            <a:off x="452628" y="1508760"/>
            <a:ext cx="7863840" cy="4526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4" name=""/>
          <p:cNvSpPr>
            <a:spLocks noGrp="1"/>
          </p:cNvSpPr>
          <p:nvPr>
            </p:nvPr>
        </p:nvSpPr>
        <p:spPr>
          <a:xfrm>
            <a:off x="452628" y="13258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mapa, 21.84 x 12.57 cm</a:t>
            </a:r>
          </a:p>
        </p:txBody>
      </p:sp>
      <p:sp>
        <p:nvSpPr>
          <p:cNvPr id="575" name=""/>
          <p:cNvSpPr>
            <a:spLocks noGrp="1"/>
          </p:cNvSpPr>
          <p:nvPr>
            </p:nvPr>
        </p:nvSpPr>
        <p:spPr>
          <a:xfrm>
            <a:off x="8595360" y="2331720"/>
            <a:ext cx="32918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6" name=""/>
          <p:cNvSpPr>
            <a:spLocks noGrp="1"/>
          </p:cNvSpPr>
          <p:nvPr>
            </p:nvPr>
        </p:nvSpPr>
        <p:spPr>
          <a:xfrm>
            <a:off x="8595360" y="2148840"/>
            <a:ext cx="3291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9.14 x 6.60 cm</a:t>
            </a:r>
          </a:p>
        </p:txBody>
      </p:sp>
      <p:sp>
        <p:nvSpPr>
          <p:cNvPr id="5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92290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9192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44642" y="4651502"/>
            <a:ext cx="5059512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44642" y="4797806"/>
            <a:ext cx="50558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00497" y="4651502"/>
            <a:ext cx="322102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000497" y="4797806"/>
            <a:ext cx="32173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217859" y="479780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919246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91924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25.53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75740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85834" y="5239512"/>
            <a:ext cx="328027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979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010203" y="5239512"/>
            <a:ext cx="1481342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10203" y="5257800"/>
            <a:ext cx="14776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87888" y="5239512"/>
            <a:ext cx="169758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7888" y="5257800"/>
            <a:ext cx="16939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81818" y="5239512"/>
            <a:ext cx="360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6443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5718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19435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108131" y="5166360"/>
            <a:ext cx="917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613752" y="5029200"/>
            <a:ext cx="360410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613752" y="4846320"/>
            <a:ext cx="36041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10.01 x 1.78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653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6912" y="2404872"/>
            <a:ext cx="6951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6912" y="2374011"/>
            <a:ext cx="6915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38418" y="2404872"/>
            <a:ext cx="46713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38418" y="2374011"/>
            <a:ext cx="46676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06083" y="2404872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06083" y="2374011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921286" y="2404872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21286" y="2374011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4988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78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2228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13311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92665" y="2946654"/>
            <a:ext cx="155954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92665" y="2915793"/>
            <a:ext cx="155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648554" y="2946654"/>
            <a:ext cx="2942557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648554" y="2915793"/>
            <a:ext cx="29389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87453" y="2946654"/>
            <a:ext cx="1645984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87453" y="2915793"/>
            <a:ext cx="164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9780" y="2946654"/>
            <a:ext cx="198807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9780" y="2915793"/>
            <a:ext cx="19880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4941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68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19789" y="2404872"/>
            <a:ext cx="147310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9789" y="2374011"/>
            <a:ext cx="14694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89239" y="2404872"/>
            <a:ext cx="449844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89239" y="2374011"/>
            <a:ext cx="44947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84027" y="2404872"/>
            <a:ext cx="216461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84027" y="2374011"/>
            <a:ext cx="21609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44983" y="2404872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2593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108131" y="2331720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33351" y="2946654"/>
            <a:ext cx="121379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33351" y="2915793"/>
            <a:ext cx="12101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043486" y="2946654"/>
            <a:ext cx="47577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43486" y="2915793"/>
            <a:ext cx="47541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7589" y="2946654"/>
            <a:ext cx="22510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7589" y="2915793"/>
            <a:ext cx="22473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44983" y="2946654"/>
            <a:ext cx="1728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8207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110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12593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108131" y="2873502"/>
            <a:ext cx="232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3584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70092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006227" y="4860036"/>
            <a:ext cx="13002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6227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02801" y="4860036"/>
            <a:ext cx="380694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02801" y="4829175"/>
            <a:ext cx="38032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06083" y="4860036"/>
            <a:ext cx="1818860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06083" y="4829175"/>
            <a:ext cx="18152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921286" y="4860036"/>
            <a:ext cx="1296573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921286" y="4829175"/>
            <a:ext cx="12965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62972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33351" y="5401818"/>
            <a:ext cx="104091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33351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70609" y="5401818"/>
            <a:ext cx="423913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70609" y="5370957"/>
            <a:ext cx="42354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06083" y="5401818"/>
            <a:ext cx="207817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06083" y="5370957"/>
            <a:ext cx="20745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80600" y="5401818"/>
            <a:ext cx="1037259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80600" y="5370957"/>
            <a:ext cx="10372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8207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110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6438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6438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24.01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514600"/>
            <a:ext cx="3512210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0" name=""/>
          <p:cNvGrpSpPr/>
          <p:nvPr/>
        </p:nvGrpSpPr>
        <p:grpSpPr>
          <a:xfrm>
            <a:off x="8391449" y="2103120"/>
            <a:ext cx="3512210" cy="411480"/>
            <a:chOff x="8391449" y="2103120"/>
            <a:chExt cx="3512210" cy="411480"/>
          </a:xfrm>
        </p:grpSpPr>
        <p:sp>
          <p:nvSpPr>
            <p:cNvPr id="31" name="rc3"/>
            <p:cNvSpPr/>
            <p:nvPr/>
          </p:nvSpPr>
          <p:spPr>
            <a:xfrm>
              <a:off x="8391448" y="2103120"/>
              <a:ext cx="3512210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2" name="pg4"/>
            <p:cNvSpPr/>
            <p:nvPr/>
          </p:nvSpPr>
          <p:spPr>
            <a:xfrm>
              <a:off x="8391448" y="2103120"/>
              <a:ext cx="3512210" cy="411480"/>
            </a:xfrm>
            <a:custGeom>
              <a:avLst/>
              <a:pathLst>
                <a:path w="3512210" h="411480">
                  <a:moveTo>
                    <a:pt x="0" y="0"/>
                  </a:moveTo>
                  <a:lnTo>
                    <a:pt x="1229273" y="0"/>
                  </a:lnTo>
                  <a:lnTo>
                    <a:pt x="3512210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3" name="pl5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6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7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8"/>
            <p:cNvSpPr/>
            <p:nvPr/>
          </p:nvSpPr>
          <p:spPr>
            <a:xfrm>
              <a:off x="8391448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9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0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11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12"/>
            <p:cNvSpPr/>
            <p:nvPr/>
          </p:nvSpPr>
          <p:spPr>
            <a:xfrm>
              <a:off x="9620722" y="2103120"/>
              <a:ext cx="2282936" cy="411480"/>
            </a:xfrm>
            <a:custGeom>
              <a:avLst/>
              <a:pathLst>
                <a:path w="2282936" h="411480">
                  <a:moveTo>
                    <a:pt x="0" y="0"/>
                  </a:moveTo>
                  <a:lnTo>
                    <a:pt x="2282936" y="411480"/>
                  </a:lnTo>
                  <a:lnTo>
                    <a:pt x="2282936" y="411480"/>
                  </a:lnTo>
                  <a:lnTo>
                    <a:pt x="2282936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41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situaciones: de 5 a 13 capítulos, con y sin subcapítulos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2026-10-07T20:42:17Z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