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6988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7027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3156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5000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32884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161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14492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39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22540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620774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620774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43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2312" y="4800600"/>
            <a:ext cx="24323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5033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33216" y="480060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39512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2392" y="480060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0944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73824" y="480060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9432" y="4800600"/>
            <a:ext cx="8196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9432" y="4617720"/>
            <a:ext cx="8196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22.77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542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371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9244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753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54244" y="5916168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54244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75580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47558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75580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7558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367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146554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86834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9714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38266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1146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51954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4834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3737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20250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963674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63674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62077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803654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043934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26814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5366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8246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09054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91934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9447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277350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620774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620774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9636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1465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3868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697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9382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211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519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48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4373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202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63674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963674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620774" y="530809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20774" y="512521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62077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03654" y="523495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43934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26814" y="523495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95366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8246" y="523495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09054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91934" y="523495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4470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77350" y="523495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20774" y="5234954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20774" y="5052074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62077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03654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04393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6814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95366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8246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09054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91934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9447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277350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620774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620774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62077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3654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26814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95366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8246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09054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91934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9447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27735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620774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620774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5508" y="5440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75788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58668" y="5440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27220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10100" y="5440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40908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23788" y="5440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26324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09204" y="5440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5508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75788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058668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27220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10100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0908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23788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26324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09204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8521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6692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19144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02024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9884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81728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19144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19144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5508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75788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58668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27220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100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40908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923788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26324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109204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0042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292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974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92626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30042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30042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35328" y="32918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935328" y="31089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30444" y="6099048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30444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99206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8208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891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1790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399206" y="54864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399206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13304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96184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300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75888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13304" y="55778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3304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35328" y="60716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935328" y="58887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5508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7964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13674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19620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55084" y="5916168"/>
            <a:ext cx="34290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55084" y="5733288"/>
            <a:ext cx="3429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4840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31284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5852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48732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48404" y="5916168"/>
            <a:ext cx="38252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48404" y="5733288"/>
            <a:ext cx="3825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10.63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9237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5252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2876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11644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92372" y="5870448"/>
            <a:ext cx="52517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192372" y="5687568"/>
            <a:ext cx="52517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14.59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5683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3971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0826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9114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56836" y="5870448"/>
            <a:ext cx="31912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56836" y="5687568"/>
            <a:ext cx="31912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8.86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69316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76044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835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31236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129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4172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693164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693164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590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64195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105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93384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7892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061808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59072" y="5870448"/>
            <a:ext cx="490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59072" y="5687568"/>
            <a:ext cx="490118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13.61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8208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5978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747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1517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9287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70569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48266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2596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2085" y="1444752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37478" y="1444752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2304288"/>
            <a:ext cx="941121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0438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100373" y="2304288"/>
            <a:ext cx="941121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8208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78070" y="23042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5978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5766" y="2304288"/>
            <a:ext cx="941121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3747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3463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517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1160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287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88857" y="2304288"/>
            <a:ext cx="941121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0569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66554" y="23042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8266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44250" y="2304288"/>
            <a:ext cx="941121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2596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32186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0373" y="3218688"/>
            <a:ext cx="941121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8208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807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5978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55766" y="3218688"/>
            <a:ext cx="941121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3747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33463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1517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11160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9287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88857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70569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554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266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425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2596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438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00373" y="41330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8208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7807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5978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55766" y="4133088"/>
            <a:ext cx="941121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3747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33463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1517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11160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287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88857" y="41330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70569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66554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48266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4425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2596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72941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28334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75988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58868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41748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24628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07508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6148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39028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304788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87668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70548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853428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036308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19188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02068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84948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767828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950708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73068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179308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75988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104388" y="2286000"/>
            <a:ext cx="8799271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24.44 x 7.62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39038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53099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71609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9788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38628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08676" y="189280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286" y="1892808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3099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89897" y="1892808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71609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38628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08676" y="2218667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9038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49286" y="2218667"/>
            <a:ext cx="2104034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3099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89897" y="2218667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71609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38628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0867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038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4928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3099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89897" y="2544526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71609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08676" y="2870385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9038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9286" y="2870385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099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89897" y="2870385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71609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38628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0867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038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4928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3099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9897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71609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03815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38628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08676" y="3522103"/>
            <a:ext cx="2104034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39038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49286" y="3522103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3099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89897" y="3522103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71609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829673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9788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38628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08676" y="3847961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9038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549286" y="3847961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3099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89897" y="3847961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71609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738628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08676" y="4173820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9038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9286" y="4173820"/>
            <a:ext cx="2104034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3099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89897" y="4173820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71609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8628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408676" y="4499679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9038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49286" y="4499679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099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89897" y="4499679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71609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38628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08676" y="4825538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9038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49286" y="4825538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099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89897" y="482553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71609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38628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408676" y="5151397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9038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49286" y="5151397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099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89897" y="5151397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71609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545896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21508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22092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22676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23260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23844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24428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25012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25596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26180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26764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27348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27932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28516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29100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29684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30268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30852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31436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32020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32604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418588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978908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01268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5390388" y="1874520"/>
            <a:ext cx="6421831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5390388" y="169164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17.84 x 9.96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67228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45954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5914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464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8460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63327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3287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22013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201973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290572"/>
            <a:ext cx="735699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7419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2674620"/>
            <a:ext cx="7575215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5635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470148"/>
            <a:ext cx="76375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7983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3854196"/>
            <a:ext cx="7481694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42114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649724"/>
            <a:ext cx="75128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73288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5033772"/>
            <a:ext cx="760638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680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0722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90108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3790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078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2057400"/>
            <a:ext cx="7793431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87268" y="18745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21.65 x 9.83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07228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07228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81635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923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703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2991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16352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352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452628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452628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8244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65320" y="582472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6409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46976" y="582472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82440" y="5824728"/>
            <a:ext cx="47762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82440" y="5641848"/>
            <a:ext cx="47762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13.27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92980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75860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4817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31052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1108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23988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92980" y="5824728"/>
            <a:ext cx="4029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92980" y="5641848"/>
            <a:ext cx="4029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11.19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473300" y="5779008"/>
            <a:ext cx="724509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473300" y="5596128"/>
            <a:ext cx="72450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20.13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620774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620774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911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3199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08355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6643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31799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00878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5619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39078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6612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4900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49118" y="5336713"/>
            <a:ext cx="58643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9118" y="5153833"/>
            <a:ext cx="5864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16.29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98142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081022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0807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790950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7998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00878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631686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14566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7102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99982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98142" y="5413248"/>
            <a:ext cx="77663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98142" y="5230368"/>
            <a:ext cx="77663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21.57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7551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8390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885438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068318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95366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8246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09054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91934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39734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722614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175510" y="5843016"/>
            <a:ext cx="72115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175510" y="5660136"/>
            <a:ext cx="72115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20.03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62077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03654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409950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592830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213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65014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9582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8702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82650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009382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620774" y="58430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620774" y="56601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7608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2048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7312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00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701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79896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7608" y="5843016"/>
            <a:ext cx="22067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7608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6.13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varios, como qué entidad reconoció su labor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302056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31317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230868" y="4334256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Lectura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230868" y="4626864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reconocimientos pasan de 6 en 2020 a 18 en 2023. La Facultad es la que más reconoce, con 15.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620774" y="513063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20774" y="494775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2077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803654" y="445160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43934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6814" y="445160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95366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8246" y="445160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09054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91934" y="445160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4470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77350" y="445160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620774" y="4451604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620774" y="4268724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5475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437638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226814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16118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98998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29806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12686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604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64336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254758" y="5870448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254758" y="5687568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1002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92900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972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572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72004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72004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10020" y="58064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1002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77200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54884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61180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44060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03336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16244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4705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29932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977732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160612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772004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772004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772004" y="58064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772004" y="56235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5475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37638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2318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6062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7461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857494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883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71182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1898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1862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254758" y="5336713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254758" y="5153833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1664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14544" y="5824728"/>
            <a:ext cx="26700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30312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13192" y="5824728"/>
            <a:ext cx="259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31664" y="5824728"/>
            <a:ext cx="548944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31664" y="5641848"/>
            <a:ext cx="54894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15.25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5028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33160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26224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09104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50280" y="5824728"/>
            <a:ext cx="27950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50280" y="5641848"/>
            <a:ext cx="27950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2026-10-07T20:00:55Z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