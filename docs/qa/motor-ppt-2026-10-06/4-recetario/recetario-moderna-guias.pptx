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4033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 unidos por la llave, 31.81 x 9.45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57210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2912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3886" y="2406650"/>
            <a:ext cx="22912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355" y="2699258"/>
            <a:ext cx="39867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599385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296" y="269925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306318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79619" y="2699258"/>
            <a:ext cx="201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79619" y="2881224"/>
            <a:ext cx="102595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125633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2057400"/>
            <a:ext cx="45825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874520"/>
            <a:ext cx="45825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12.73 x 2.85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23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2359025"/>
            <a:ext cx="1239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441" y="2359025"/>
            <a:ext cx="1239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15054" y="2651633"/>
            <a:ext cx="4710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2651633"/>
            <a:ext cx="20119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2057400"/>
            <a:ext cx="2479396" cy="92341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6.89 x 2.57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933956" y="2011680"/>
            <a:ext cx="8963863" cy="17007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0.66 cm, 24.90 x 4.72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211934" y="37947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211934" y="36118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2148840"/>
            <a:ext cx="354269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35426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9.84 x 2.32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13806" y="2057400"/>
            <a:ext cx="171389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1380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4.76 x 3.81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42297" y="2057400"/>
            <a:ext cx="1439570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42297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4.00 x 5.08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025396" y="196596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25396" y="329184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025396" y="310896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25396" y="461772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025396" y="44348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129638" y="58521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2129638" y="56692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