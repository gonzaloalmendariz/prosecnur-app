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situaciones, de 5 a 13 capítulos, y cuatro cierres con el logo centrado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