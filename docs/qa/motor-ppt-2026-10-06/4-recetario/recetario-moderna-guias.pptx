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542e0c9f172247d9976c2f0df14dce70faad2f0a.png"/>
<Relationship Id="rId4" Type="http://schemas.openxmlformats.org/officeDocument/2006/relationships/image" Target="../media/c15a79dcee14ee045d20562a52b87392259faddc.png"/>
<Relationship Id="rId5" Type="http://schemas.openxmlformats.org/officeDocument/2006/relationships/image" Target="../media/ac7037a30f32d668b8b8a94e7176543d9d6e7646.png"/>
<Relationship Id="rId6" Type="http://schemas.openxmlformats.org/officeDocument/2006/relationships/image" Target="../media/13c5633ecd85d2ac757006838137cd2b9039bf2c.png"/>
<Relationship Id="rId7" Type="http://schemas.openxmlformats.org/officeDocument/2006/relationships/image" Target="../media/e8905be823c823ec917fd7f46a5bab87d03612cb.png"/>
<Relationship Id="rId8" Type="http://schemas.openxmlformats.org/officeDocument/2006/relationships/image" Target="../media/68ae2408cff7e53d4af84d68933b94854cc11dd7.png"/>
<Relationship Id="rId9" Type="http://schemas.openxmlformats.org/officeDocument/2006/relationships/image" Target="../media/337bd4b3d7db543095be45bc5ffffb0b4df939b7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ccd42f9c4aea8b7f68426a04279d5a39e4380b1.png"/>
<Relationship Id="rId12" Type="http://schemas.openxmlformats.org/officeDocument/2006/relationships/image" Target="../media/2d3d7eda594c226b853aebe3e4146c57e323481b.png"/>
<Relationship Id="rId13" Type="http://schemas.openxmlformats.org/officeDocument/2006/relationships/image" Target="../media/debebc3a45a45b9d5e92d4f9a0b8313b3af2aacc.png"/>
<Relationship Id="rId14" Type="http://schemas.openxmlformats.org/officeDocument/2006/relationships/image" Target="../media/8651319a18ed15617bc64881bbbdd1a6c3b547b0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83794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132076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094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625852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91998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3038856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413760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70789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826764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4201668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495800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614672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989576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5283708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540258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77748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12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12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11.36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11.36 x 5.59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31.81 x 10.67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31.81 x 10.67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42253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2876327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3710401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4544475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7909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95144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909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1228" y="3090672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909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49040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909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4864608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12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09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228" y="1371600"/>
            <a:ext cx="112224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228" y="1188720"/>
            <a:ext cx="11222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31.17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97880" y="1499616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6217920" y="145389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75120" y="146304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97880" y="176479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897880" y="1828800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217920" y="178308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79222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97880" y="209397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897880" y="2157984"/>
            <a:ext cx="219456" cy="219456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217920" y="211226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75120" y="212140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97880" y="242316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897880" y="248716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17920" y="24414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75120" y="245059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97880" y="275234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897880" y="2816352"/>
            <a:ext cx="219456" cy="219456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217920" y="277063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75120" y="277977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7880" y="308152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5897880" y="3145536"/>
            <a:ext cx="219456" cy="219456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217920" y="309981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75120" y="310896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97880" y="341071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5897880" y="3474720"/>
            <a:ext cx="219456" cy="219456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217920" y="342900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5120" y="343814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7880" y="373989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897880" y="3803904"/>
            <a:ext cx="219456" cy="219456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6217920" y="375818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76732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406908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5897880" y="4133088"/>
            <a:ext cx="219456" cy="219456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6217920" y="408736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96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97880" y="439826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5897880" y="4462272"/>
            <a:ext cx="219456" cy="219456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6217920" y="441655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75120" y="442569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97880" y="472744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897880" y="4791456"/>
            <a:ext cx="219456" cy="219456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217920" y="47457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475488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0" y="505663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5897880" y="5120640"/>
            <a:ext cx="219456" cy="219456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217920" y="507492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675120" y="508406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897880" y="538581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5897880" y="5449824"/>
            <a:ext cx="219456" cy="219456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6217920" y="540410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675120" y="541324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897880" y="571500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1481328"/>
            <a:ext cx="5742432" cy="42793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11.89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2694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4718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40790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694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4718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9842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94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718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199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4718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9769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694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4718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9691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694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6368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47188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3904488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12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28" y="4562856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04388" y="2651760"/>
            <a:ext cx="8595360" cy="26609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04388" y="2468880"/>
            <a:ext cx="8595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matriz: exacto y dos redondeos de 1, 10, 72, 94 y 1 casos de 178, 23.88 x 7.39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4068" y="352044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" y="333756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194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023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81228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81228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35708" y="3898392"/>
            <a:ext cx="164463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96513" y="3898392"/>
            <a:ext cx="8406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6916" y="3898392"/>
            <a:ext cx="3300162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6916" y="4090416"/>
            <a:ext cx="32965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73420" y="3898392"/>
            <a:ext cx="426499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73420" y="4090416"/>
            <a:ext cx="42613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4755" y="3898392"/>
            <a:ext cx="16080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06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350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31228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436714" y="3825240"/>
            <a:ext cx="300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4412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967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93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5511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3799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827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66115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970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1258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34339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2627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2881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1169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235708" y="3898392"/>
            <a:ext cx="795985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5708" y="3715512"/>
            <a:ext cx="7959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22.11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5511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5511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550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3197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3456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1988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0218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11988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20218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11988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2021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0159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39420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443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3095244"/>
            <a:ext cx="389077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27355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27355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27355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931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050792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47116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40715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47116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40715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47116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40715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47116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40715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47116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40715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3456"/>
            <a:ext cx="5486400" cy="338937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56057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9.41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40715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522427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874520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8773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5508" y="2996184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9897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117848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874520"/>
            <a:ext cx="5486400" cy="3127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6916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8.69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27608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09320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63550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62482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534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8786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1646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090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7950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482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050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89881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62449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7280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9848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679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7247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01589" y="27340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01456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91861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101456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1994" y="3282696"/>
            <a:ext cx="1019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2266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91861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01456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27601" y="3831336"/>
            <a:ext cx="17835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91861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17873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1456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7196" y="437997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91861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33706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27468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82399" y="492861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72671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82266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33706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2399" y="54772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2671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82266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82266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550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24828" y="2468880"/>
            <a:ext cx="509595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24828" y="2286000"/>
            <a:ext cx="5095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14.16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550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948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01343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601343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60520" y="210312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192024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27888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27888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3.41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2.84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942436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10.95 x 2.65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19018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1901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18533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18533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36618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36618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89071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8907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24.70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651604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51604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95828" y="2194560"/>
            <a:ext cx="733623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95828" y="2011680"/>
            <a:ext cx="7336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20.38 x 9.45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7376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67376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589788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46191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822235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498278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174322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563069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433487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03904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469787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210622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526048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655630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145830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396465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526048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9369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266883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461257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5025139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025139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85440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559853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62795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71939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825517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834661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88238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97382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150960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160104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5620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5620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7662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07662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96382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96382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0550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0550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31.81 x 12.88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7863840" cy="4526280"/>
            <a:chOff x="72694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50303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54099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12178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23529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22485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20110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24531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26257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33349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29455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32749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39942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2185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57070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68033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74806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84982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86799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88638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85167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91896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98154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93689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97208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83350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72293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74778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81590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81774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2956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60158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82840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92467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93986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405476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402828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402351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408563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413365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416265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20542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25500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16758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19292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416120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27297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24068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29592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36012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19291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28517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37888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40945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51682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57485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52872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43889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71011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71145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78882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82610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86287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89332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88132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87125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89311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87160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500430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503698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501546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506415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508418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510729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512072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27711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20039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509421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513338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17502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22548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19833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515453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23741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513136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510220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511762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505744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501164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505224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501192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506753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508984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502206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509971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512470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502523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500752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503742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506618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508814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411807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29047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41939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51705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60562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46648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48616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92680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78942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88057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8036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96826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8680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68154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66896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6719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80644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84200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8036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96941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98911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4345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6013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1355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93299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8513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4259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76180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79470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6551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7870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2666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70797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72921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86040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92701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85259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92595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86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10680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11491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20693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4645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3479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31004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25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18537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3439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91460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18056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23520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22811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16826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215403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22489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13559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22872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213479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14351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15493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24570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28547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364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15594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14513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9119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24903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28618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28883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22361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11344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13658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21591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28914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28849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28816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19778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17600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215121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21419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33938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29026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21542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18494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14995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17577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21506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28554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19377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19267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13921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17648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08279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20475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19038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21781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27295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28056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7781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21794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36076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38157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40352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47947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45770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8027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31951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4061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37244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30130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22843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18543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12828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04884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02360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90131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03528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09827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13211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14390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0776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24126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26880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31552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29044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32145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43849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29902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23934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15944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15255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08131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12741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09963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05939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03578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98161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94156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99046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89686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99869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04871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11822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17477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23128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30951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7303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9251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6552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50777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7158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43510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7957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803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33806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34456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5113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7587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765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4242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19193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09092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13178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09735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05250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99246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95769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01924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09164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13870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21254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19170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22731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7502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4955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7799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26780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12231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7506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00409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97234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2636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80453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90941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93668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87583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81361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73594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77869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83741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79886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92376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02459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97978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06841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09208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98441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92878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84306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80582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85646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84913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92462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99219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09355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11085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0692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9044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18449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12143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18201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12760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96644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00679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97505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90851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4962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85665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91686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99670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07132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15941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7489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737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0748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89255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95995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92739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89186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84981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84134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88518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90066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97500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9092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9643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29890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192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43079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46172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43963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54486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37477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67595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67836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40890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75267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67016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34631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51744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49379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35642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44364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43963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60033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73597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77941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74618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65720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2094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43695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57859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126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49404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45453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47879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53959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56236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61012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65771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93773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07054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03961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3155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86964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4670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51260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46087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44332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787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50874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6364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30335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2772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4322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359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39776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73187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39730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52389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56765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55833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64658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61798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58698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63876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61357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60401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64817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65617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50937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51057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48365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45107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41540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39436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37521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44226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53689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50455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47059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40696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33612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31373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30522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29005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39232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51480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49583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40188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46491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46282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34825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28186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28184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34831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34086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44829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54921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56639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56913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51966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52500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45542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44537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34440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31569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26637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28787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35497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47348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52218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50433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36546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28042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28321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33092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34055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033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206575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03684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96218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203095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209858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208636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04537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200145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00890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95243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204065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03426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96649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86530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82403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84348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77950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77357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83501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91635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94183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201326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209766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98553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89780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86177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95663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201473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207700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209621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205287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98284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90504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81744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77042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79755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81859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86315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89869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95072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200026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07839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02690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08845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07437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212124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12377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20461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24476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31285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30907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41204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42566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46866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43453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37911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34071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34610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32181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30481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4012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12758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6825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5823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1962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04509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01959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07681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10867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15031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2968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1191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409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42482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45112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51580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53855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65738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93081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81565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91120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74472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2173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65333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11345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75332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25303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65740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46755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54569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54569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54569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52909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52909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52909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52909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52909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52909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70644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70644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70644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70644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70644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70644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72694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72694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65960"/>
            <a:ext cx="11451031" cy="10894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3.03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45184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43355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965960"/>
            <a:ext cx="11451031" cy="33159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9.21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108960"/>
            <a:ext cx="4480560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3.41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43193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2777267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611341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445415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8259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25996" y="2121408"/>
            <a:ext cx="41258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88379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25996" y="2542032"/>
            <a:ext cx="384126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03840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25996" y="2962656"/>
            <a:ext cx="369899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6157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812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298765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50225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25996" y="3803904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96610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812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25996" y="4224528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96610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25996" y="4645152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9661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25996" y="5065776"/>
            <a:ext cx="18495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207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25996" y="5486400"/>
            <a:ext cx="128042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142995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12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25996" y="5907024"/>
            <a:ext cx="56907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1649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25996" y="2057400"/>
            <a:ext cx="44558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5996" y="1874520"/>
            <a:ext cx="44558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12.38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25996" y="5843016"/>
            <a:ext cx="44558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25996" y="5660136"/>
            <a:ext cx="44558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12.38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19976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3576152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699004"/>
            <a:ext cx="389077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7560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1728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135" y="2404872"/>
            <a:ext cx="6805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135" y="2374011"/>
            <a:ext cx="6768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03010" y="2404872"/>
            <a:ext cx="457256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03010" y="2374011"/>
            <a:ext cx="4568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71920" y="2404872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71920" y="2374011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48718" y="2404872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48718" y="2374011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603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48917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56916" y="2946654"/>
            <a:ext cx="51131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90704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64573" y="2946654"/>
            <a:ext cx="152662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64573" y="2915793"/>
            <a:ext cx="1522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542" y="2946654"/>
            <a:ext cx="288037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542" y="2915793"/>
            <a:ext cx="2876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4263" y="2946654"/>
            <a:ext cx="161123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4263" y="2915793"/>
            <a:ext cx="1607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1842" y="2946654"/>
            <a:ext cx="194601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71842" y="2915793"/>
            <a:ext cx="19460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56916" y="4768596"/>
            <a:ext cx="585757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6916" y="4738878"/>
            <a:ext cx="58539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10832" y="4768596"/>
            <a:ext cx="3292828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10832" y="4738878"/>
            <a:ext cx="32928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5129784"/>
            <a:ext cx="649784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756916" y="5100066"/>
            <a:ext cx="6494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51104" y="5129784"/>
            <a:ext cx="265255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51104" y="5100066"/>
            <a:ext cx="265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550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56916" y="5490972"/>
            <a:ext cx="805279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56916" y="5461254"/>
            <a:ext cx="8049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06050" y="5490972"/>
            <a:ext cx="1097609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06050" y="5461254"/>
            <a:ext cx="10976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756916" y="2194560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56916" y="2011680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756916" y="4649724"/>
            <a:ext cx="91467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56916" y="4466844"/>
            <a:ext cx="9146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25.41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29832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29832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34209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60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95354" y="2404872"/>
            <a:ext cx="144201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95354" y="2374011"/>
            <a:ext cx="1438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3714" y="2404872"/>
            <a:ext cx="440334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3714" y="2374011"/>
            <a:ext cx="4399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33405" y="2404872"/>
            <a:ext cx="211889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405" y="2374011"/>
            <a:ext cx="21152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8640" y="2404872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776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56916" y="2946654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10744" y="2946654"/>
            <a:ext cx="118819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10744" y="2915793"/>
            <a:ext cx="11845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95276" y="2946654"/>
            <a:ext cx="465717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95276" y="2915793"/>
            <a:ext cx="4653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48795" y="2946654"/>
            <a:ext cx="22035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48795" y="2915793"/>
            <a:ext cx="21998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8640" y="2946654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834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122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776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4860036"/>
            <a:ext cx="42670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400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79963" y="4860036"/>
            <a:ext cx="12727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79963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9105" y="4860036"/>
            <a:ext cx="372647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49105" y="4829175"/>
            <a:ext cx="37228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71920" y="4860036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71920" y="4829175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718" y="4860036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48718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550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756916" y="5401818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010744" y="5401818"/>
            <a:ext cx="101897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010744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26057" y="5401818"/>
            <a:ext cx="414952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26057" y="5370957"/>
            <a:ext cx="41458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71920" y="5401818"/>
            <a:ext cx="20342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71920" y="5370957"/>
            <a:ext cx="20306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2546" y="5401818"/>
            <a:ext cx="101531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02546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834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122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756916" y="2194560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756916" y="2011680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756916" y="4649724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756916" y="4466844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143479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43479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35508" y="2011680"/>
            <a:ext cx="8229600" cy="3931920"/>
            <a:chOff x="63550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89291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61526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33762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05998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78234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50470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22706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94942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67178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39414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811650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97329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74156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41800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314036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86272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58508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35335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607571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79807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52043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24279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9260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1496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53732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25967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98203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0439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42675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614911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87147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54792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10526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550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508760"/>
            <a:ext cx="11451031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31.81 x 11.18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2026-10-07T14:45:19Z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