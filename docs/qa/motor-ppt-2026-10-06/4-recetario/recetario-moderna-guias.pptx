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0781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0781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1805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9017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61625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761625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13486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5302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7436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2922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7436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2922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7436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2922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2922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96596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09245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8.59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76956" y="3108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75024" y="3108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076956" y="3458210"/>
            <a:ext cx="123055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07510" y="3458210"/>
            <a:ext cx="1230554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96900" y="3750818"/>
            <a:ext cx="2141164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6956" y="3750818"/>
            <a:ext cx="32360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1216" y="37508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11216" y="411474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82539" y="3750818"/>
            <a:ext cx="201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82539" y="3932784"/>
            <a:ext cx="541325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6956" y="3108960"/>
            <a:ext cx="2461108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76956" y="2926080"/>
            <a:ext cx="2461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6.84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3099" y="3602736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04361"/>
            <a:ext cx="1239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46441" y="3904361"/>
            <a:ext cx="1239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15054" y="4196969"/>
            <a:ext cx="4710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196969"/>
            <a:ext cx="20119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2479396" cy="92341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6.89 x 2.57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933956" y="2011680"/>
            <a:ext cx="8963863" cy="17007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0.66 cm, 24.90 x 4.72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211934" y="37947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211934" y="36118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2148840"/>
            <a:ext cx="354269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35426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9.84 x 2.32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13806" y="2057400"/>
            <a:ext cx="171389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1380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4.76 x 3.81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42297" y="2057400"/>
            <a:ext cx="1439570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42297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4.00 x 5.08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0781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0781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1805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18053"/>
            <a:ext cx="20117" cy="6510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571" y="375904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57179" y="3631946"/>
            <a:ext cx="6746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57179" y="3878834"/>
            <a:ext cx="6746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13486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3778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7436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72922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7436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72922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7436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72922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7436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72922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7436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61035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60121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8175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72922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196596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5490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025396" y="196596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25396" y="329184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025396" y="310896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25396" y="461772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025396" y="44348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129638" y="58521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2129638" y="56692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