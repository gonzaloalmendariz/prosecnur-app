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e1f11b53218bc2601ae224055a14cf39a98c197.png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dos públicos difieren de forma significativa, en versión técnica, estándar y para público general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887242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24.65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360273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de índice en cinco situaciones, separadores de capítulo y subcapítulo, y cuatro cierres con el logo centrado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2026-10-08T08:55:57Z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