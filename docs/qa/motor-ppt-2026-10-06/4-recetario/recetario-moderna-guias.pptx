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15.04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55491" y="2761488"/>
            <a:ext cx="10781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Trabajan: 139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76148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999232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41985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40619" y="341985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376910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55201" y="376910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59245" y="406171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06171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3419856"/>
            <a:ext cx="5496916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36976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2026-10-07T21:21:27Z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