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391156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919246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25.53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4108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63040"/>
            <a:ext cx="11451031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31.81 x 8.89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87268" y="247954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87268" y="284530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404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87268" y="368960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05536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614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87268" y="489966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12948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sobre riel al 100%, 15.04 x 10.08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80676" y="2103120"/>
            <a:ext cx="1301191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80676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8.53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980676" y="5175504"/>
            <a:ext cx="1301191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80676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31.81 x 12.88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452628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452628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965960"/>
            <a:ext cx="1145103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454906"/>
            <a:ext cx="919246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272026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25.53 x 2.41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11451031" cy="32524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9.03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108960"/>
            <a:ext cx="4480560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3.23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613752" y="5029200"/>
            <a:ext cx="360410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613752" y="4846320"/>
            <a:ext cx="36041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10.01 x 1.78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65646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6564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2026-10-07T20:37:42Z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