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88" r:id="rId240"/>
    <p:sldId id="489" r:id="rId241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0" r:id="rId242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1" r:id="rId243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2" r:id="rId244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3" r:id="rId245"/>
    <p:sldId id="429" r:id="rId181"/>
    <p:sldId id="430" r:id="rId182"/>
    <p:sldId id="431" r:id="rId183"/>
    <p:sldId id="432" r:id="rId184"/>
    <p:sldId id="524" r:id="rId276"/>
    <p:sldId id="494" r:id="rId246"/>
    <p:sldId id="495" r:id="rId247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496" r:id="rId248"/>
    <p:sldId id="363" r:id="rId115"/>
    <p:sldId id="378" r:id="rId130"/>
    <p:sldId id="497" r:id="rId249"/>
    <p:sldId id="439" r:id="rId191"/>
    <p:sldId id="320" r:id="rId72"/>
    <p:sldId id="321" r:id="rId73"/>
    <p:sldId id="322" r:id="rId74"/>
    <p:sldId id="372" r:id="rId124"/>
    <p:sldId id="498" r:id="rId250"/>
    <p:sldId id="323" r:id="rId75"/>
    <p:sldId id="324" r:id="rId76"/>
    <p:sldId id="325" r:id="rId77"/>
    <p:sldId id="326" r:id="rId78"/>
    <p:sldId id="499" r:id="rId251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0" r:id="rId252"/>
    <p:sldId id="441" r:id="rId193"/>
    <p:sldId id="334" r:id="rId86"/>
    <p:sldId id="335" r:id="rId87"/>
    <p:sldId id="336" r:id="rId88"/>
    <p:sldId id="501" r:id="rId253"/>
    <p:sldId id="337" r:id="rId89"/>
    <p:sldId id="502" r:id="rId254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3" r:id="rId255"/>
    <p:sldId id="504" r:id="rId256"/>
    <p:sldId id="442" r:id="rId194"/>
    <p:sldId id="443" r:id="rId195"/>
    <p:sldId id="505" r:id="rId257"/>
    <p:sldId id="444" r:id="rId196"/>
    <p:sldId id="369" r:id="rId121"/>
    <p:sldId id="445" r:id="rId197"/>
    <p:sldId id="371" r:id="rId123"/>
    <p:sldId id="446" r:id="rId198"/>
    <p:sldId id="292" r:id="rId44"/>
    <p:sldId id="447" r:id="rId199"/>
    <p:sldId id="293" r:id="rId45"/>
    <p:sldId id="448" r:id="rId200"/>
    <p:sldId id="466" r:id="rId218"/>
    <p:sldId id="506" r:id="rId258"/>
    <p:sldId id="449" r:id="rId201"/>
    <p:sldId id="290" r:id="rId42"/>
    <p:sldId id="302" r:id="rId54"/>
    <p:sldId id="450" r:id="rId202"/>
    <p:sldId id="291" r:id="rId43"/>
    <p:sldId id="451" r:id="rId203"/>
    <p:sldId id="294" r:id="rId46"/>
    <p:sldId id="452" r:id="rId204"/>
    <p:sldId id="295" r:id="rId47"/>
    <p:sldId id="453" r:id="rId205"/>
    <p:sldId id="296" r:id="rId48"/>
    <p:sldId id="454" r:id="rId206"/>
    <p:sldId id="297" r:id="rId49"/>
    <p:sldId id="507" r:id="rId259"/>
    <p:sldId id="455" r:id="rId207"/>
    <p:sldId id="298" r:id="rId50"/>
    <p:sldId id="456" r:id="rId208"/>
    <p:sldId id="299" r:id="rId51"/>
    <p:sldId id="368" r:id="rId120"/>
    <p:sldId id="457" r:id="rId209"/>
    <p:sldId id="300" r:id="rId52"/>
    <p:sldId id="458" r:id="rId210"/>
    <p:sldId id="467" r:id="rId219"/>
    <p:sldId id="459" r:id="rId211"/>
    <p:sldId id="303" r:id="rId55"/>
    <p:sldId id="460" r:id="rId212"/>
    <p:sldId id="304" r:id="rId56"/>
    <p:sldId id="461" r:id="rId213"/>
    <p:sldId id="301" r:id="rId53"/>
    <p:sldId id="462" r:id="rId214"/>
    <p:sldId id="311" r:id="rId63"/>
    <p:sldId id="463" r:id="rId215"/>
    <p:sldId id="312" r:id="rId64"/>
    <p:sldId id="508" r:id="rId260"/>
    <p:sldId id="464" r:id="rId216"/>
    <p:sldId id="310" r:id="rId62"/>
    <p:sldId id="465" r:id="rId217"/>
    <p:sldId id="313" r:id="rId65"/>
    <p:sldId id="468" r:id="rId220"/>
    <p:sldId id="307" r:id="rId59"/>
    <p:sldId id="308" r:id="rId60"/>
    <p:sldId id="309" r:id="rId61"/>
    <p:sldId id="509" r:id="rId261"/>
    <p:sldId id="469" r:id="rId221"/>
    <p:sldId id="470" r:id="rId222"/>
    <p:sldId id="471" r:id="rId223"/>
    <p:sldId id="472" r:id="rId224"/>
    <p:sldId id="473" r:id="rId225"/>
    <p:sldId id="474" r:id="rId226"/>
    <p:sldId id="510" r:id="rId262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1" r:id="rId263"/>
    <p:sldId id="364" r:id="rId116"/>
    <p:sldId id="365" r:id="rId117"/>
    <p:sldId id="366" r:id="rId118"/>
    <p:sldId id="367" r:id="rId119"/>
    <p:sldId id="370" r:id="rId122"/>
    <p:sldId id="373" r:id="rId125"/>
    <p:sldId id="374" r:id="rId126"/>
    <p:sldId id="375" r:id="rId127"/>
    <p:sldId id="376" r:id="rId128"/>
    <p:sldId id="377" r:id="rId129"/>
    <p:sldId id="512" r:id="rId264"/>
    <p:sldId id="513" r:id="rId265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5" r:id="rId227"/>
    <p:sldId id="476" r:id="rId228"/>
    <p:sldId id="514" r:id="rId266"/>
    <p:sldId id="477" r:id="rId229"/>
    <p:sldId id="379" r:id="rId131"/>
    <p:sldId id="380" r:id="rId132"/>
    <p:sldId id="384" r:id="rId136"/>
    <p:sldId id="515" r:id="rId267"/>
    <p:sldId id="338" r:id="rId90"/>
    <p:sldId id="339" r:id="rId91"/>
    <p:sldId id="340" r:id="rId92"/>
    <p:sldId id="381" r:id="rId133"/>
    <p:sldId id="516" r:id="rId268"/>
    <p:sldId id="382" r:id="rId134"/>
    <p:sldId id="478" r:id="rId230"/>
    <p:sldId id="479" r:id="rId231"/>
    <p:sldId id="517" r:id="rId269"/>
    <p:sldId id="383" r:id="rId135"/>
    <p:sldId id="480" r:id="rId232"/>
    <p:sldId id="481" r:id="rId233"/>
    <p:sldId id="518" r:id="rId270"/>
    <p:sldId id="482" r:id="rId234"/>
    <p:sldId id="483" r:id="rId235"/>
    <p:sldId id="484" r:id="rId236"/>
    <p:sldId id="519" r:id="rId271"/>
    <p:sldId id="485" r:id="rId237"/>
    <p:sldId id="486" r:id="rId238"/>
    <p:sldId id="487" r:id="rId239"/>
    <p:sldId id="520" r:id="rId272"/>
    <p:sldId id="521" r:id="rId27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2" r:id="rId274"/>
    <p:sldId id="392" r:id="rId144"/>
    <p:sldId id="393" r:id="rId145"/>
    <p:sldId id="394" r:id="rId146"/>
    <p:sldId id="395" r:id="rId147"/>
    <p:sldId id="523" r:id="rId27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estructura de la lámina estándar (p_slide_1_grafico, layout Graficos)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 con sus ocho elementos, 19.64 x 11.05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estándar con cinco tipos de elemento, 19.64 x 11.05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343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12.06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08760"/>
            <a:ext cx="11451031" cy="34033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 unidos por la llave, 31.81 x 9.45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46424" y="2414016"/>
            <a:ext cx="914400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46424" y="2231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en columna, del alto del gráfico vecino, 2.54 x 9.96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1.07 cm, 7.14 x 10.67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02472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2472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037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221992"/>
            <a:ext cx="182935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13233" y="2221992"/>
            <a:ext cx="260317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3233" y="2203704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12754" y="2221992"/>
            <a:ext cx="4844144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12754" y="2203704"/>
            <a:ext cx="48404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53240" y="2221992"/>
            <a:ext cx="134457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3240" y="2203704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18108" y="2157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30987" y="1929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037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063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33956" y="2788920"/>
            <a:ext cx="54148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2832" y="2770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71788" y="2788920"/>
            <a:ext cx="161715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5283" y="2788920"/>
            <a:ext cx="3051371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32997" y="2788920"/>
            <a:ext cx="170679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36131" y="2788920"/>
            <a:ext cx="206168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770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3375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33956" y="3355848"/>
            <a:ext cx="27257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02872" y="3355848"/>
            <a:ext cx="1079321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2872" y="333756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78535" y="3355848"/>
            <a:ext cx="4485589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78535" y="3337560"/>
            <a:ext cx="44819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467" y="3355848"/>
            <a:ext cx="2692817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0467" y="333756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9626" y="3355848"/>
            <a:ext cx="448193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53683" y="3337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62928" y="32918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775806" y="30632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337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858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7947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858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7947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858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7947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858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794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858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7947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160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142232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0.36 in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1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6.88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206240"/>
            <a:ext cx="7315" cy="18013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142232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39826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07729" y="4398264"/>
            <a:ext cx="10972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50729" y="4398264"/>
            <a:ext cx="16459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636008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153449" y="4663440"/>
            <a:ext cx="411480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0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296449" y="4702942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53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239049" y="4882896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153449" y="4913620"/>
            <a:ext cx="411480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0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0.48 in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96449" y="4949830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53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39049" y="512978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53449" y="5167092"/>
            <a:ext cx="411480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10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0.44 in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296449" y="5193426"/>
            <a:ext cx="411480" cy="9217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753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0.28 in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239049" y="5376672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153449" y="5423855"/>
            <a:ext cx="411480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10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0.38 in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96449" y="5433731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753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39049" y="5623560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153449" y="5680619"/>
            <a:ext cx="411480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610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296449" y="5680619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753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Con más filas la barra adelgaza y la letra no cambia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lámina estándar de un gráfico (p_slide_1_grafico, layout Graficos)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933956" y="2011680"/>
            <a:ext cx="8963863" cy="17007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933956" y="182880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0.66 cm, 24.90 x 4.72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211934" y="37947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211934" y="36118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escala tipográfica estándar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alineada a la izquierda (p_slide_portada)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8992" y="2057400"/>
            <a:ext cx="8778240" cy="2697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8992" y="1874520"/>
            <a:ext cx="8778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alineada a la izquierda, la línea de la plantilla separa título y encargo, 24.38 x 7.49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banda inferior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553212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banda, 33.87 x 3.17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con panel azul (p_slide_objetivo_icono)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72000" y="1417320"/>
            <a:ext cx="7331659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72000" y="1234440"/>
            <a:ext cx="73316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con panel, 20.37 x 11.43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desglosado (p_slide_objetivo_icono)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p_histograma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514600"/>
            <a:ext cx="11451031" cy="147243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4.09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514600"/>
            <a:ext cx="1145103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a todo el ancho, 31.81 x 5.08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p_nube_palabras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a todo el ancho,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 (layout «Graficos»)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 (layout «1_Grafico_narrativo»)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 (layout «right_grafico_texto»)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 (layout «left_grafico_texto»)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(layout «Title and Content»)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 (layout «Graficos_2columnas»)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 (layout «1_Graficos_2columnas_narrativo»)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 (layout «left_2graficos_texto»)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 (layout «right_2graficos_texto»)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 (layout «graficos_2_vertical»)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 (layout «graficos_2_asimetrico»)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 (layout «graficos_3_2mas1»)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 (layout «graficos_3_1mas2»)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 (layout «graficos_3_1arriba»)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 (layout «graficos_3_fila»)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 (layout «poblacion_3_tira»)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 (layout «poblacion_3_corona»)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(layout «4_paneles»)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 (layout «poblacion_5»)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 (layout «poblacion_6»)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 (layout «poblacion_3_cifras»)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 (layout «cifras_y_graficos»)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3227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23973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4523" y="2711323"/>
            <a:ext cx="131079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1323"/>
            <a:ext cx="22355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06798" y="21564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13806" y="2167128"/>
            <a:ext cx="39828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48669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06798" y="26136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13806" y="2624328"/>
            <a:ext cx="153025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80642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06798" y="30708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13806" y="3081528"/>
            <a:ext cx="1677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18082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0969" y="20726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42297" y="2167128"/>
            <a:ext cx="12853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64204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0969" y="26136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42297" y="26243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7297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30708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42297" y="30815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37297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60969" y="34442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42297" y="35387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37297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05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55229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2148840"/>
            <a:ext cx="354269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35426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9.84 x 2.32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13806" y="2057400"/>
            <a:ext cx="171389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1380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4.76 x 3.81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42297" y="2057400"/>
            <a:ext cx="1439570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42297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4.00 x 5.08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con una cifra destacada en lugar de un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34340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16052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3931920"/>
            <a:ext cx="5496916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7490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15.27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dicotómica y su subpregunta con llave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escala con Top Two Box y ranking (p_slide_2_graficos_asimetrico)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842516" y="2057400"/>
            <a:ext cx="455371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842516" y="1874520"/>
            <a:ext cx="45537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12.65 x 7.32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69138" y="4709160"/>
            <a:ext cx="6916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69138" y="4526280"/>
            <a:ext cx="6916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340596" y="2057400"/>
            <a:ext cx="1941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34059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5.39 x 7.62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cifras en columna lateral y perfil (p_slide_3_graficos_poblacion_cifras)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6002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15468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297180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140196" y="2057400"/>
            <a:ext cx="514167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40196" y="187452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14.28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140196" y="4434840"/>
            <a:ext cx="5141671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40196" y="425196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14.28 x 3.66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291478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967430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4943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2967430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7753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serie de mediciones y cifra del cambio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3668" y="187452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73668" y="169164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73668" y="352044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73668" y="333756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mapa de distritos y tabla de cobertura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596390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596390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programa (multibase, una base por programa)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05556" y="2057400"/>
            <a:ext cx="4389120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05556" y="1874520"/>
            <a:ext cx="4389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12.19 x 10.52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02268" y="3154680"/>
            <a:ext cx="290139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02268" y="29718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8.06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 por programa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407254" y="545896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407254" y="527608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indicadores de línea base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 (opción múltiple)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665476" y="2057400"/>
            <a:ext cx="4297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65476" y="1874520"/>
            <a:ext cx="4297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11.94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6.60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por modalidad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391156" y="2240280"/>
            <a:ext cx="8506663" cy="2331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391156" y="205740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23.63 x 6.48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5288" y="4800600"/>
            <a:ext cx="64211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5288" y="4617720"/>
            <a:ext cx="642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aulas aplicadas frente a las previstas (avance de campo cerrado)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93566" y="5669280"/>
            <a:ext cx="4822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93566" y="5486400"/>
            <a:ext cx="4822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13.40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sexo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22676" y="2057400"/>
            <a:ext cx="8159191" cy="37124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22676" y="18745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22.66 x 10.31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60620" y="5943600"/>
            <a:ext cx="1870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60620" y="57607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5.20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459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897819" y="2971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97819" y="42976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con dos actores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025396" y="196596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25396" y="178308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25396" y="329184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025396" y="310896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025396" y="461772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025396" y="44348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2129638" y="58521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2129638" y="56692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entre dos actores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17210" y="1463040"/>
            <a:ext cx="228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1721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6.36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39796" y="2057400"/>
            <a:ext cx="402336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39796" y="18745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6.10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antes y después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15660" y="1463040"/>
            <a:ext cx="16926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156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4.70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cambio con su intervalo (Newcombe), antes y después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resultados de la evaluación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